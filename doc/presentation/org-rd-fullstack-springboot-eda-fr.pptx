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1.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notesSlides/notesSlide2.xml" ContentType="application/vnd.openxmlformats-officedocument.presentationml.notesSlide+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notesSlides/notesSlide3.xml" ContentType="application/vnd.openxmlformats-officedocument.presentationml.notesSlide+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notesSlides/notesSlide4.xml" ContentType="application/vnd.openxmlformats-officedocument.presentationml.notesSlide+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notesSlides/notesSlide5.xml" ContentType="application/vnd.openxmlformats-officedocument.presentationml.notesSlide+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notesSlides/notesSlide6.xml" ContentType="application/vnd.openxmlformats-officedocument.presentationml.notesSlide+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notesSlides/notesSlide7.xml" ContentType="application/vnd.openxmlformats-officedocument.presentationml.notesSlide+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notesSlides/notesSlide8.xml" ContentType="application/vnd.openxmlformats-officedocument.presentationml.notesSlide+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notesSlides/notesSlide9.xml" ContentType="application/vnd.openxmlformats-officedocument.presentationml.notesSlide+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notesSlides/notesSlide10.xml" ContentType="application/vnd.openxmlformats-officedocument.presentationml.notesSlide+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notesSlides/notesSlide11.xml" ContentType="application/vnd.openxmlformats-officedocument.presentationml.notesSlide+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notesSlides/notesSlide12.xml" ContentType="application/vnd.openxmlformats-officedocument.presentationml.notesSlide+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notesSlides/notesSlide13.xml" ContentType="application/vnd.openxmlformats-officedocument.presentationml.notesSlide+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notesSlides/notesSlide14.xml" ContentType="application/vnd.openxmlformats-officedocument.presentationml.notesSlide+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notesSlides/notesSlide15.xml" ContentType="application/vnd.openxmlformats-officedocument.presentationml.notesSlide+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notesSlides/notesSlide16.xml" ContentType="application/vnd.openxmlformats-officedocument.presentationml.notesSlide+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notesSlides/notesSlide17.xml" ContentType="application/vnd.openxmlformats-officedocument.presentationml.notesSlide+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notesSlides/notesSlide18.xml" ContentType="application/vnd.openxmlformats-officedocument.presentationml.notesSlide+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notesSlides/notesSlide19.xml" ContentType="application/vnd.openxmlformats-officedocument.presentationml.notesSlide+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notesSlides/notesSlide20.xml" ContentType="application/vnd.openxmlformats-officedocument.presentationml.notesSlide+xml"/>
  <Override PartName="/ppt/tags/tag549.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notesSlides/notesSlide21.xml" ContentType="application/vnd.openxmlformats-officedocument.presentationml.notesSlide+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notesSlides/notesSlide22.xml" ContentType="application/vnd.openxmlformats-officedocument.presentationml.notesSlide+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notesSlides/notesSlide23.xml" ContentType="application/vnd.openxmlformats-officedocument.presentationml.notesSlide+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notesSlides/notesSlide24.xml" ContentType="application/vnd.openxmlformats-officedocument.presentationml.notesSlide+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tags/tag710.xml" ContentType="application/vnd.openxmlformats-officedocument.presentationml.tags+xml"/>
  <Override PartName="/ppt/tags/tag711.xml" ContentType="application/vnd.openxmlformats-officedocument.presentationml.tags+xml"/>
  <Override PartName="/ppt/notesSlides/notesSlide25.xml" ContentType="application/vnd.openxmlformats-officedocument.presentationml.notesSlide+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tags/tag720.xml" ContentType="application/vnd.openxmlformats-officedocument.presentationml.tags+xml"/>
  <Override PartName="/ppt/tags/tag721.xml" ContentType="application/vnd.openxmlformats-officedocument.presentationml.tags+xml"/>
  <Override PartName="/ppt/tags/tag722.xml" ContentType="application/vnd.openxmlformats-officedocument.presentationml.tags+xml"/>
  <Override PartName="/ppt/tags/tag723.xml" ContentType="application/vnd.openxmlformats-officedocument.presentationml.tags+xml"/>
  <Override PartName="/ppt/tags/tag724.xml" ContentType="application/vnd.openxmlformats-officedocument.presentationml.tags+xml"/>
  <Override PartName="/ppt/tags/tag725.xml" ContentType="application/vnd.openxmlformats-officedocument.presentationml.tags+xml"/>
  <Override PartName="/ppt/tags/tag726.xml" ContentType="application/vnd.openxmlformats-officedocument.presentationml.tags+xml"/>
  <Override PartName="/ppt/tags/tag727.xml" ContentType="application/vnd.openxmlformats-officedocument.presentationml.tags+xml"/>
  <Override PartName="/ppt/tags/tag728.xml" ContentType="application/vnd.openxmlformats-officedocument.presentationml.tags+xml"/>
  <Override PartName="/ppt/tags/tag729.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32.xml" ContentType="application/vnd.openxmlformats-officedocument.presentationml.tags+xml"/>
  <Override PartName="/ppt/tags/tag733.xml" ContentType="application/vnd.openxmlformats-officedocument.presentationml.tags+xml"/>
  <Override PartName="/ppt/notesSlides/notesSlide26.xml" ContentType="application/vnd.openxmlformats-officedocument.presentationml.notesSlide+xml"/>
  <Override PartName="/ppt/tags/tag734.xml" ContentType="application/vnd.openxmlformats-officedocument.presentationml.tags+xml"/>
  <Override PartName="/ppt/tags/tag735.xml" ContentType="application/vnd.openxmlformats-officedocument.presentationml.tags+xml"/>
  <Override PartName="/ppt/tags/tag736.xml" ContentType="application/vnd.openxmlformats-officedocument.presentationml.tags+xml"/>
  <Override PartName="/ppt/tags/tag737.xml" ContentType="application/vnd.openxmlformats-officedocument.presentationml.tags+xml"/>
  <Override PartName="/ppt/tags/tag738.xml" ContentType="application/vnd.openxmlformats-officedocument.presentationml.tags+xml"/>
  <Override PartName="/ppt/tags/tag739.xml" ContentType="application/vnd.openxmlformats-officedocument.presentationml.tags+xml"/>
  <Override PartName="/ppt/tags/tag740.xml" ContentType="application/vnd.openxmlformats-officedocument.presentationml.tags+xml"/>
  <Override PartName="/ppt/tags/tag741.xml" ContentType="application/vnd.openxmlformats-officedocument.presentationml.tags+xml"/>
  <Override PartName="/ppt/tags/tag742.xml" ContentType="application/vnd.openxmlformats-officedocument.presentationml.tags+xml"/>
  <Override PartName="/ppt/tags/tag743.xml" ContentType="application/vnd.openxmlformats-officedocument.presentationml.tags+xml"/>
  <Override PartName="/ppt/tags/tag744.xml" ContentType="application/vnd.openxmlformats-officedocument.presentationml.tags+xml"/>
  <Override PartName="/ppt/tags/tag745.xml" ContentType="application/vnd.openxmlformats-officedocument.presentationml.tags+xml"/>
  <Override PartName="/ppt/tags/tag746.xml" ContentType="application/vnd.openxmlformats-officedocument.presentationml.tags+xml"/>
  <Override PartName="/ppt/tags/tag747.xml" ContentType="application/vnd.openxmlformats-officedocument.presentationml.tags+xml"/>
  <Override PartName="/ppt/tags/tag748.xml" ContentType="application/vnd.openxmlformats-officedocument.presentationml.tags+xml"/>
  <Override PartName="/ppt/tags/tag749.xml" ContentType="application/vnd.openxmlformats-officedocument.presentationml.tags+xml"/>
  <Override PartName="/ppt/tags/tag750.xml" ContentType="application/vnd.openxmlformats-officedocument.presentationml.tags+xml"/>
  <Override PartName="/ppt/tags/tag751.xml" ContentType="application/vnd.openxmlformats-officedocument.presentationml.tags+xml"/>
  <Override PartName="/ppt/tags/tag752.xml" ContentType="application/vnd.openxmlformats-officedocument.presentationml.tags+xml"/>
  <Override PartName="/ppt/tags/tag753.xml" ContentType="application/vnd.openxmlformats-officedocument.presentationml.tags+xml"/>
  <Override PartName="/ppt/tags/tag754.xml" ContentType="application/vnd.openxmlformats-officedocument.presentationml.tags+xml"/>
  <Override PartName="/ppt/tags/tag755.xml" ContentType="application/vnd.openxmlformats-officedocument.presentationml.tags+xml"/>
  <Override PartName="/ppt/tags/tag756.xml" ContentType="application/vnd.openxmlformats-officedocument.presentationml.tags+xml"/>
  <Override PartName="/ppt/tags/tag757.xml" ContentType="application/vnd.openxmlformats-officedocument.presentationml.tags+xml"/>
  <Override PartName="/ppt/tags/tag758.xml" ContentType="application/vnd.openxmlformats-officedocument.presentationml.tags+xml"/>
  <Override PartName="/ppt/tags/tag759.xml" ContentType="application/vnd.openxmlformats-officedocument.presentationml.tags+xml"/>
  <Override PartName="/ppt/tags/tag760.xml" ContentType="application/vnd.openxmlformats-officedocument.presentationml.tags+xml"/>
  <Override PartName="/ppt/tags/tag761.xml" ContentType="application/vnd.openxmlformats-officedocument.presentationml.tags+xml"/>
  <Override PartName="/ppt/tags/tag762.xml" ContentType="application/vnd.openxmlformats-officedocument.presentationml.tags+xml"/>
  <Override PartName="/ppt/tags/tag763.xml" ContentType="application/vnd.openxmlformats-officedocument.presentationml.tags+xml"/>
  <Override PartName="/ppt/tags/tag764.xml" ContentType="application/vnd.openxmlformats-officedocument.presentationml.tags+xml"/>
  <Override PartName="/ppt/tags/tag765.xml" ContentType="application/vnd.openxmlformats-officedocument.presentationml.tags+xml"/>
  <Override PartName="/ppt/tags/tag766.xml" ContentType="application/vnd.openxmlformats-officedocument.presentationml.tags+xml"/>
  <Override PartName="/ppt/tags/tag767.xml" ContentType="application/vnd.openxmlformats-officedocument.presentationml.tags+xml"/>
  <Override PartName="/ppt/tags/tag768.xml" ContentType="application/vnd.openxmlformats-officedocument.presentationml.tags+xml"/>
  <Override PartName="/ppt/tags/tag769.xml" ContentType="application/vnd.openxmlformats-officedocument.presentationml.tags+xml"/>
  <Override PartName="/ppt/tags/tag770.xml" ContentType="application/vnd.openxmlformats-officedocument.presentationml.tags+xml"/>
  <Override PartName="/ppt/tags/tag771.xml" ContentType="application/vnd.openxmlformats-officedocument.presentationml.tags+xml"/>
  <Override PartName="/ppt/tags/tag772.xml" ContentType="application/vnd.openxmlformats-officedocument.presentationml.tags+xml"/>
  <Override PartName="/ppt/tags/tag773.xml" ContentType="application/vnd.openxmlformats-officedocument.presentationml.tags+xml"/>
  <Override PartName="/ppt/tags/tag774.xml" ContentType="application/vnd.openxmlformats-officedocument.presentationml.tags+xml"/>
  <Override PartName="/ppt/tags/tag775.xml" ContentType="application/vnd.openxmlformats-officedocument.presentationml.tags+xml"/>
  <Override PartName="/ppt/tags/tag776.xml" ContentType="application/vnd.openxmlformats-officedocument.presentationml.tags+xml"/>
  <Override PartName="/ppt/tags/tag777.xml" ContentType="application/vnd.openxmlformats-officedocument.presentationml.tags+xml"/>
  <Override PartName="/ppt/tags/tag778.xml" ContentType="application/vnd.openxmlformats-officedocument.presentationml.tags+xml"/>
  <Override PartName="/ppt/tags/tag779.xml" ContentType="application/vnd.openxmlformats-officedocument.presentationml.tags+xml"/>
  <Override PartName="/ppt/tags/tag780.xml" ContentType="application/vnd.openxmlformats-officedocument.presentationml.tags+xml"/>
  <Override PartName="/ppt/tags/tag781.xml" ContentType="application/vnd.openxmlformats-officedocument.presentationml.tags+xml"/>
  <Override PartName="/ppt/tags/tag782.xml" ContentType="application/vnd.openxmlformats-officedocument.presentationml.tags+xml"/>
  <Override PartName="/ppt/tags/tag783.xml" ContentType="application/vnd.openxmlformats-officedocument.presentationml.tags+xml"/>
  <Override PartName="/ppt/tags/tag784.xml" ContentType="application/vnd.openxmlformats-officedocument.presentationml.tags+xml"/>
  <Override PartName="/ppt/tags/tag785.xml" ContentType="application/vnd.openxmlformats-officedocument.presentationml.tags+xml"/>
  <Override PartName="/ppt/tags/tag786.xml" ContentType="application/vnd.openxmlformats-officedocument.presentationml.tags+xml"/>
  <Override PartName="/ppt/tags/tag787.xml" ContentType="application/vnd.openxmlformats-officedocument.presentationml.tags+xml"/>
  <Override PartName="/ppt/tags/tag788.xml" ContentType="application/vnd.openxmlformats-officedocument.presentationml.tags+xml"/>
  <Override PartName="/ppt/tags/tag789.xml" ContentType="application/vnd.openxmlformats-officedocument.presentationml.tags+xml"/>
  <Override PartName="/ppt/tags/tag790.xml" ContentType="application/vnd.openxmlformats-officedocument.presentationml.tags+xml"/>
  <Override PartName="/ppt/tags/tag791.xml" ContentType="application/vnd.openxmlformats-officedocument.presentationml.tags+xml"/>
  <Override PartName="/ppt/tags/tag792.xml" ContentType="application/vnd.openxmlformats-officedocument.presentationml.tags+xml"/>
  <Override PartName="/ppt/notesSlides/notesSlide2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793.xml" ContentType="application/vnd.openxmlformats-officedocument.presentationml.tags+xml"/>
  <Override PartName="/ppt/tags/tag794.xml" ContentType="application/vnd.openxmlformats-officedocument.presentationml.tags+xml"/>
  <Override PartName="/ppt/tags/tag795.xml" ContentType="application/vnd.openxmlformats-officedocument.presentationml.tags+xml"/>
  <Override PartName="/ppt/tags/tag796.xml" ContentType="application/vnd.openxmlformats-officedocument.presentationml.tags+xml"/>
  <Override PartName="/ppt/tags/tag797.xml" ContentType="application/vnd.openxmlformats-officedocument.presentationml.tags+xml"/>
  <Override PartName="/ppt/tags/tag798.xml" ContentType="application/vnd.openxmlformats-officedocument.presentationml.tags+xml"/>
  <Override PartName="/ppt/tags/tag799.xml" ContentType="application/vnd.openxmlformats-officedocument.presentationml.tags+xml"/>
  <Override PartName="/ppt/tags/tag800.xml" ContentType="application/vnd.openxmlformats-officedocument.presentationml.tags+xml"/>
  <Override PartName="/ppt/tags/tag801.xml" ContentType="application/vnd.openxmlformats-officedocument.presentationml.tags+xml"/>
  <Override PartName="/ppt/tags/tag802.xml" ContentType="application/vnd.openxmlformats-officedocument.presentationml.tags+xml"/>
  <Override PartName="/ppt/tags/tag803.xml" ContentType="application/vnd.openxmlformats-officedocument.presentationml.tags+xml"/>
  <Override PartName="/ppt/tags/tag804.xml" ContentType="application/vnd.openxmlformats-officedocument.presentationml.tags+xml"/>
  <Override PartName="/ppt/tags/tag805.xml" ContentType="application/vnd.openxmlformats-officedocument.presentationml.tags+xml"/>
  <Override PartName="/ppt/tags/tag806.xml" ContentType="application/vnd.openxmlformats-officedocument.presentationml.tags+xml"/>
  <Override PartName="/ppt/tags/tag807.xml" ContentType="application/vnd.openxmlformats-officedocument.presentationml.tags+xml"/>
  <Override PartName="/ppt/tags/tag808.xml" ContentType="application/vnd.openxmlformats-officedocument.presentationml.tags+xml"/>
  <Override PartName="/ppt/tags/tag809.xml" ContentType="application/vnd.openxmlformats-officedocument.presentationml.tags+xml"/>
  <Override PartName="/ppt/tags/tag810.xml" ContentType="application/vnd.openxmlformats-officedocument.presentationml.tags+xml"/>
  <Override PartName="/ppt/tags/tag811.xml" ContentType="application/vnd.openxmlformats-officedocument.presentationml.tags+xml"/>
  <Override PartName="/ppt/tags/tag812.xml" ContentType="application/vnd.openxmlformats-officedocument.presentationml.tags+xml"/>
  <Override PartName="/ppt/tags/tag813.xml" ContentType="application/vnd.openxmlformats-officedocument.presentationml.tags+xml"/>
  <Override PartName="/ppt/tags/tag814.xml" ContentType="application/vnd.openxmlformats-officedocument.presentationml.tags+xml"/>
  <Override PartName="/ppt/tags/tag815.xml" ContentType="application/vnd.openxmlformats-officedocument.presentationml.tags+xml"/>
  <Override PartName="/ppt/tags/tag816.xml" ContentType="application/vnd.openxmlformats-officedocument.presentationml.tags+xml"/>
  <Override PartName="/ppt/tags/tag817.xml" ContentType="application/vnd.openxmlformats-officedocument.presentationml.tags+xml"/>
  <Override PartName="/ppt/tags/tag818.xml" ContentType="application/vnd.openxmlformats-officedocument.presentationml.tags+xml"/>
  <Override PartName="/ppt/tags/tag819.xml" ContentType="application/vnd.openxmlformats-officedocument.presentationml.tags+xml"/>
  <Override PartName="/ppt/tags/tag820.xml" ContentType="application/vnd.openxmlformats-officedocument.presentationml.tags+xml"/>
  <Override PartName="/ppt/tags/tag821.xml" ContentType="application/vnd.openxmlformats-officedocument.presentationml.tags+xml"/>
  <Override PartName="/ppt/tags/tag822.xml" ContentType="application/vnd.openxmlformats-officedocument.presentationml.tags+xml"/>
  <Override PartName="/ppt/tags/tag823.xml" ContentType="application/vnd.openxmlformats-officedocument.presentationml.tags+xml"/>
  <Override PartName="/ppt/tags/tag824.xml" ContentType="application/vnd.openxmlformats-officedocument.presentationml.tags+xml"/>
  <Override PartName="/ppt/tags/tag825.xml" ContentType="application/vnd.openxmlformats-officedocument.presentationml.tags+xml"/>
  <Override PartName="/ppt/tags/tag826.xml" ContentType="application/vnd.openxmlformats-officedocument.presentationml.tags+xml"/>
  <Override PartName="/ppt/tags/tag827.xml" ContentType="application/vnd.openxmlformats-officedocument.presentationml.tags+xml"/>
  <Override PartName="/ppt/tags/tag828.xml" ContentType="application/vnd.openxmlformats-officedocument.presentationml.tags+xml"/>
  <Override PartName="/ppt/tags/tag829.xml" ContentType="application/vnd.openxmlformats-officedocument.presentationml.tags+xml"/>
  <Override PartName="/ppt/tags/tag830.xml" ContentType="application/vnd.openxmlformats-officedocument.presentationml.tags+xml"/>
  <Override PartName="/ppt/tags/tag831.xml" ContentType="application/vnd.openxmlformats-officedocument.presentationml.tags+xml"/>
  <Override PartName="/ppt/tags/tag832.xml" ContentType="application/vnd.openxmlformats-officedocument.presentationml.tags+xml"/>
  <Override PartName="/ppt/tags/tag833.xml" ContentType="application/vnd.openxmlformats-officedocument.presentationml.tags+xml"/>
  <Override PartName="/ppt/notesSlides/notesSlide28.xml" ContentType="application/vnd.openxmlformats-officedocument.presentationml.notesSlide+xml"/>
  <Override PartName="/ppt/tags/tag834.xml" ContentType="application/vnd.openxmlformats-officedocument.presentationml.tags+xml"/>
  <Override PartName="/ppt/tags/tag835.xml" ContentType="application/vnd.openxmlformats-officedocument.presentationml.tags+xml"/>
  <Override PartName="/ppt/tags/tag836.xml" ContentType="application/vnd.openxmlformats-officedocument.presentationml.tags+xml"/>
  <Override PartName="/ppt/tags/tag837.xml" ContentType="application/vnd.openxmlformats-officedocument.presentationml.tags+xml"/>
  <Override PartName="/ppt/tags/tag838.xml" ContentType="application/vnd.openxmlformats-officedocument.presentationml.tags+xml"/>
  <Override PartName="/ppt/tags/tag839.xml" ContentType="application/vnd.openxmlformats-officedocument.presentationml.tags+xml"/>
  <Override PartName="/ppt/tags/tag840.xml" ContentType="application/vnd.openxmlformats-officedocument.presentationml.tags+xml"/>
  <Override PartName="/ppt/tags/tag841.xml" ContentType="application/vnd.openxmlformats-officedocument.presentationml.tags+xml"/>
  <Override PartName="/ppt/tags/tag842.xml" ContentType="application/vnd.openxmlformats-officedocument.presentationml.tags+xml"/>
  <Override PartName="/ppt/tags/tag843.xml" ContentType="application/vnd.openxmlformats-officedocument.presentationml.tags+xml"/>
  <Override PartName="/ppt/tags/tag844.xml" ContentType="application/vnd.openxmlformats-officedocument.presentationml.tags+xml"/>
  <Override PartName="/ppt/tags/tag845.xml" ContentType="application/vnd.openxmlformats-officedocument.presentationml.tags+xml"/>
  <Override PartName="/ppt/tags/tag846.xml" ContentType="application/vnd.openxmlformats-officedocument.presentationml.tags+xml"/>
  <Override PartName="/ppt/tags/tag847.xml" ContentType="application/vnd.openxmlformats-officedocument.presentationml.tags+xml"/>
  <Override PartName="/ppt/tags/tag848.xml" ContentType="application/vnd.openxmlformats-officedocument.presentationml.tags+xml"/>
  <Override PartName="/ppt/tags/tag849.xml" ContentType="application/vnd.openxmlformats-officedocument.presentationml.tags+xml"/>
  <Override PartName="/ppt/tags/tag850.xml" ContentType="application/vnd.openxmlformats-officedocument.presentationml.tags+xml"/>
  <Override PartName="/ppt/tags/tag851.xml" ContentType="application/vnd.openxmlformats-officedocument.presentationml.tags+xml"/>
  <Override PartName="/ppt/tags/tag852.xml" ContentType="application/vnd.openxmlformats-officedocument.presentationml.tags+xml"/>
  <Override PartName="/ppt/tags/tag853.xml" ContentType="application/vnd.openxmlformats-officedocument.presentationml.tags+xml"/>
  <Override PartName="/ppt/tags/tag854.xml" ContentType="application/vnd.openxmlformats-officedocument.presentationml.tags+xml"/>
  <Override PartName="/ppt/tags/tag855.xml" ContentType="application/vnd.openxmlformats-officedocument.presentationml.tags+xml"/>
  <Override PartName="/ppt/tags/tag856.xml" ContentType="application/vnd.openxmlformats-officedocument.presentationml.tags+xml"/>
  <Override PartName="/ppt/tags/tag857.xml" ContentType="application/vnd.openxmlformats-officedocument.presentationml.tags+xml"/>
  <Override PartName="/ppt/tags/tag858.xml" ContentType="application/vnd.openxmlformats-officedocument.presentationml.tags+xml"/>
  <Override PartName="/ppt/tags/tag859.xml" ContentType="application/vnd.openxmlformats-officedocument.presentationml.tags+xml"/>
  <Override PartName="/ppt/tags/tag860.xml" ContentType="application/vnd.openxmlformats-officedocument.presentationml.tags+xml"/>
  <Override PartName="/ppt/tags/tag861.xml" ContentType="application/vnd.openxmlformats-officedocument.presentationml.tags+xml"/>
  <Override PartName="/ppt/tags/tag862.xml" ContentType="application/vnd.openxmlformats-officedocument.presentationml.tags+xml"/>
  <Override PartName="/ppt/tags/tag863.xml" ContentType="application/vnd.openxmlformats-officedocument.presentationml.tags+xml"/>
  <Override PartName="/ppt/tags/tag864.xml" ContentType="application/vnd.openxmlformats-officedocument.presentationml.tags+xml"/>
  <Override PartName="/ppt/tags/tag865.xml" ContentType="application/vnd.openxmlformats-officedocument.presentationml.tags+xml"/>
  <Override PartName="/ppt/tags/tag866.xml" ContentType="application/vnd.openxmlformats-officedocument.presentationml.tags+xml"/>
  <Override PartName="/ppt/tags/tag867.xml" ContentType="application/vnd.openxmlformats-officedocument.presentationml.tags+xml"/>
  <Override PartName="/ppt/notesSlides/notesSlide29.xml" ContentType="application/vnd.openxmlformats-officedocument.presentationml.notesSlide+xml"/>
  <Override PartName="/ppt/tags/tag868.xml" ContentType="application/vnd.openxmlformats-officedocument.presentationml.tags+xml"/>
  <Override PartName="/ppt/tags/tag869.xml" ContentType="application/vnd.openxmlformats-officedocument.presentationml.tags+xml"/>
  <Override PartName="/ppt/tags/tag870.xml" ContentType="application/vnd.openxmlformats-officedocument.presentationml.tags+xml"/>
  <Override PartName="/ppt/tags/tag871.xml" ContentType="application/vnd.openxmlformats-officedocument.presentationml.tags+xml"/>
  <Override PartName="/ppt/tags/tag872.xml" ContentType="application/vnd.openxmlformats-officedocument.presentationml.tags+xml"/>
  <Override PartName="/ppt/tags/tag873.xml" ContentType="application/vnd.openxmlformats-officedocument.presentationml.tags+xml"/>
  <Override PartName="/ppt/tags/tag874.xml" ContentType="application/vnd.openxmlformats-officedocument.presentationml.tags+xml"/>
  <Override PartName="/ppt/tags/tag875.xml" ContentType="application/vnd.openxmlformats-officedocument.presentationml.tags+xml"/>
  <Override PartName="/ppt/tags/tag876.xml" ContentType="application/vnd.openxmlformats-officedocument.presentationml.tags+xml"/>
  <Override PartName="/ppt/tags/tag877.xml" ContentType="application/vnd.openxmlformats-officedocument.presentationml.tags+xml"/>
  <Override PartName="/ppt/tags/tag878.xml" ContentType="application/vnd.openxmlformats-officedocument.presentationml.tags+xml"/>
  <Override PartName="/ppt/tags/tag879.xml" ContentType="application/vnd.openxmlformats-officedocument.presentationml.tags+xml"/>
  <Override PartName="/ppt/tags/tag880.xml" ContentType="application/vnd.openxmlformats-officedocument.presentationml.tags+xml"/>
  <Override PartName="/ppt/tags/tag881.xml" ContentType="application/vnd.openxmlformats-officedocument.presentationml.tags+xml"/>
  <Override PartName="/ppt/tags/tag882.xml" ContentType="application/vnd.openxmlformats-officedocument.presentationml.tags+xml"/>
  <Override PartName="/ppt/tags/tag883.xml" ContentType="application/vnd.openxmlformats-officedocument.presentationml.tags+xml"/>
  <Override PartName="/ppt/tags/tag884.xml" ContentType="application/vnd.openxmlformats-officedocument.presentationml.tags+xml"/>
  <Override PartName="/ppt/tags/tag885.xml" ContentType="application/vnd.openxmlformats-officedocument.presentationml.tags+xml"/>
  <Override PartName="/ppt/tags/tag886.xml" ContentType="application/vnd.openxmlformats-officedocument.presentationml.tags+xml"/>
  <Override PartName="/ppt/tags/tag887.xml" ContentType="application/vnd.openxmlformats-officedocument.presentationml.tags+xml"/>
  <Override PartName="/ppt/tags/tag888.xml" ContentType="application/vnd.openxmlformats-officedocument.presentationml.tags+xml"/>
  <Override PartName="/ppt/tags/tag889.xml" ContentType="application/vnd.openxmlformats-officedocument.presentationml.tags+xml"/>
  <Override PartName="/ppt/tags/tag890.xml" ContentType="application/vnd.openxmlformats-officedocument.presentationml.tags+xml"/>
  <Override PartName="/ppt/tags/tag891.xml" ContentType="application/vnd.openxmlformats-officedocument.presentationml.tags+xml"/>
  <Override PartName="/ppt/notesSlides/notesSlide30.xml" ContentType="application/vnd.openxmlformats-officedocument.presentationml.notesSlide+xml"/>
  <Override PartName="/ppt/tags/tag892.xml" ContentType="application/vnd.openxmlformats-officedocument.presentationml.tags+xml"/>
  <Override PartName="/ppt/tags/tag893.xml" ContentType="application/vnd.openxmlformats-officedocument.presentationml.tags+xml"/>
  <Override PartName="/ppt/tags/tag894.xml" ContentType="application/vnd.openxmlformats-officedocument.presentationml.tags+xml"/>
  <Override PartName="/ppt/tags/tag895.xml" ContentType="application/vnd.openxmlformats-officedocument.presentationml.tags+xml"/>
  <Override PartName="/ppt/tags/tag896.xml" ContentType="application/vnd.openxmlformats-officedocument.presentationml.tags+xml"/>
  <Override PartName="/ppt/tags/tag897.xml" ContentType="application/vnd.openxmlformats-officedocument.presentationml.tags+xml"/>
  <Override PartName="/ppt/tags/tag898.xml" ContentType="application/vnd.openxmlformats-officedocument.presentationml.tags+xml"/>
  <Override PartName="/ppt/tags/tag899.xml" ContentType="application/vnd.openxmlformats-officedocument.presentationml.tags+xml"/>
  <Override PartName="/ppt/tags/tag900.xml" ContentType="application/vnd.openxmlformats-officedocument.presentationml.tags+xml"/>
  <Override PartName="/ppt/tags/tag901.xml" ContentType="application/vnd.openxmlformats-officedocument.presentationml.tags+xml"/>
  <Override PartName="/ppt/tags/tag902.xml" ContentType="application/vnd.openxmlformats-officedocument.presentationml.tags+xml"/>
  <Override PartName="/ppt/tags/tag903.xml" ContentType="application/vnd.openxmlformats-officedocument.presentationml.tags+xml"/>
  <Override PartName="/ppt/tags/tag904.xml" ContentType="application/vnd.openxmlformats-officedocument.presentationml.tags+xml"/>
  <Override PartName="/ppt/tags/tag905.xml" ContentType="application/vnd.openxmlformats-officedocument.presentationml.tags+xml"/>
  <Override PartName="/ppt/tags/tag906.xml" ContentType="application/vnd.openxmlformats-officedocument.presentationml.tags+xml"/>
  <Override PartName="/ppt/tags/tag907.xml" ContentType="application/vnd.openxmlformats-officedocument.presentationml.tags+xml"/>
  <Override PartName="/ppt/tags/tag908.xml" ContentType="application/vnd.openxmlformats-officedocument.presentationml.tags+xml"/>
  <Override PartName="/ppt/tags/tag909.xml" ContentType="application/vnd.openxmlformats-officedocument.presentationml.tags+xml"/>
  <Override PartName="/ppt/tags/tag910.xml" ContentType="application/vnd.openxmlformats-officedocument.presentationml.tags+xml"/>
  <Override PartName="/ppt/tags/tag911.xml" ContentType="application/vnd.openxmlformats-officedocument.presentationml.tags+xml"/>
  <Override PartName="/ppt/tags/tag912.xml" ContentType="application/vnd.openxmlformats-officedocument.presentationml.tags+xml"/>
  <Override PartName="/ppt/tags/tag913.xml" ContentType="application/vnd.openxmlformats-officedocument.presentationml.tags+xml"/>
  <Override PartName="/ppt/tags/tag914.xml" ContentType="application/vnd.openxmlformats-officedocument.presentationml.tags+xml"/>
  <Override PartName="/ppt/tags/tag915.xml" ContentType="application/vnd.openxmlformats-officedocument.presentationml.tags+xml"/>
  <Override PartName="/ppt/tags/tag916.xml" ContentType="application/vnd.openxmlformats-officedocument.presentationml.tags+xml"/>
  <Override PartName="/ppt/tags/tag917.xml" ContentType="application/vnd.openxmlformats-officedocument.presentationml.tags+xml"/>
  <Override PartName="/ppt/tags/tag918.xml" ContentType="application/vnd.openxmlformats-officedocument.presentationml.tags+xml"/>
  <Override PartName="/ppt/tags/tag919.xml" ContentType="application/vnd.openxmlformats-officedocument.presentationml.tags+xml"/>
  <Override PartName="/ppt/tags/tag920.xml" ContentType="application/vnd.openxmlformats-officedocument.presentationml.tags+xml"/>
  <Override PartName="/ppt/tags/tag921.xml" ContentType="application/vnd.openxmlformats-officedocument.presentationml.tags+xml"/>
  <Override PartName="/ppt/tags/tag922.xml" ContentType="application/vnd.openxmlformats-officedocument.presentationml.tags+xml"/>
  <Override PartName="/ppt/tags/tag923.xml" ContentType="application/vnd.openxmlformats-officedocument.presentationml.tags+xml"/>
  <Override PartName="/ppt/tags/tag924.xml" ContentType="application/vnd.openxmlformats-officedocument.presentationml.tags+xml"/>
  <Override PartName="/ppt/notesSlides/notesSlide31.xml" ContentType="application/vnd.openxmlformats-officedocument.presentationml.notesSlide+xml"/>
  <Override PartName="/ppt/tags/tag925.xml" ContentType="application/vnd.openxmlformats-officedocument.presentationml.tags+xml"/>
  <Override PartName="/ppt/tags/tag926.xml" ContentType="application/vnd.openxmlformats-officedocument.presentationml.tags+xml"/>
  <Override PartName="/ppt/tags/tag927.xml" ContentType="application/vnd.openxmlformats-officedocument.presentationml.tags+xml"/>
  <Override PartName="/ppt/tags/tag928.xml" ContentType="application/vnd.openxmlformats-officedocument.presentationml.tags+xml"/>
  <Override PartName="/ppt/tags/tag929.xml" ContentType="application/vnd.openxmlformats-officedocument.presentationml.tags+xml"/>
  <Override PartName="/ppt/tags/tag930.xml" ContentType="application/vnd.openxmlformats-officedocument.presentationml.tags+xml"/>
  <Override PartName="/ppt/tags/tag931.xml" ContentType="application/vnd.openxmlformats-officedocument.presentationml.tags+xml"/>
  <Override PartName="/ppt/tags/tag932.xml" ContentType="application/vnd.openxmlformats-officedocument.presentationml.tags+xml"/>
  <Override PartName="/ppt/tags/tag933.xml" ContentType="application/vnd.openxmlformats-officedocument.presentationml.tags+xml"/>
  <Override PartName="/ppt/tags/tag934.xml" ContentType="application/vnd.openxmlformats-officedocument.presentationml.tags+xml"/>
  <Override PartName="/ppt/tags/tag935.xml" ContentType="application/vnd.openxmlformats-officedocument.presentationml.tags+xml"/>
  <Override PartName="/ppt/tags/tag936.xml" ContentType="application/vnd.openxmlformats-officedocument.presentationml.tags+xml"/>
  <Override PartName="/ppt/tags/tag937.xml" ContentType="application/vnd.openxmlformats-officedocument.presentationml.tags+xml"/>
  <Override PartName="/ppt/tags/tag938.xml" ContentType="application/vnd.openxmlformats-officedocument.presentationml.tags+xml"/>
  <Override PartName="/ppt/tags/tag939.xml" ContentType="application/vnd.openxmlformats-officedocument.presentationml.tags+xml"/>
  <Override PartName="/ppt/tags/tag940.xml" ContentType="application/vnd.openxmlformats-officedocument.presentationml.tags+xml"/>
  <Override PartName="/ppt/tags/tag941.xml" ContentType="application/vnd.openxmlformats-officedocument.presentationml.tags+xml"/>
  <Override PartName="/ppt/notesSlides/notesSlide32.xml" ContentType="application/vnd.openxmlformats-officedocument.presentationml.notesSlide+xml"/>
  <Override PartName="/ppt/tags/tag942.xml" ContentType="application/vnd.openxmlformats-officedocument.presentationml.tags+xml"/>
  <Override PartName="/ppt/tags/tag943.xml" ContentType="application/vnd.openxmlformats-officedocument.presentationml.tags+xml"/>
  <Override PartName="/ppt/tags/tag944.xml" ContentType="application/vnd.openxmlformats-officedocument.presentationml.tags+xml"/>
  <Override PartName="/ppt/tags/tag945.xml" ContentType="application/vnd.openxmlformats-officedocument.presentationml.tags+xml"/>
  <Override PartName="/ppt/tags/tag946.xml" ContentType="application/vnd.openxmlformats-officedocument.presentationml.tags+xml"/>
  <Override PartName="/ppt/tags/tag947.xml" ContentType="application/vnd.openxmlformats-officedocument.presentationml.tags+xml"/>
  <Override PartName="/ppt/tags/tag948.xml" ContentType="application/vnd.openxmlformats-officedocument.presentationml.tags+xml"/>
  <Override PartName="/ppt/tags/tag949.xml" ContentType="application/vnd.openxmlformats-officedocument.presentationml.tags+xml"/>
  <Override PartName="/ppt/tags/tag950.xml" ContentType="application/vnd.openxmlformats-officedocument.presentationml.tags+xml"/>
  <Override PartName="/ppt/tags/tag951.xml" ContentType="application/vnd.openxmlformats-officedocument.presentationml.tags+xml"/>
  <Override PartName="/ppt/tags/tag952.xml" ContentType="application/vnd.openxmlformats-officedocument.presentationml.tags+xml"/>
  <Override PartName="/ppt/tags/tag953.xml" ContentType="application/vnd.openxmlformats-officedocument.presentationml.tags+xml"/>
  <Override PartName="/ppt/tags/tag954.xml" ContentType="application/vnd.openxmlformats-officedocument.presentationml.tags+xml"/>
  <Override PartName="/ppt/tags/tag955.xml" ContentType="application/vnd.openxmlformats-officedocument.presentationml.tags+xml"/>
  <Override PartName="/ppt/tags/tag956.xml" ContentType="application/vnd.openxmlformats-officedocument.presentationml.tags+xml"/>
  <Override PartName="/ppt/tags/tag957.xml" ContentType="application/vnd.openxmlformats-officedocument.presentationml.tags+xml"/>
  <Override PartName="/ppt/tags/tag958.xml" ContentType="application/vnd.openxmlformats-officedocument.presentationml.tags+xml"/>
  <Override PartName="/ppt/tags/tag959.xml" ContentType="application/vnd.openxmlformats-officedocument.presentationml.tags+xml"/>
  <Override PartName="/ppt/tags/tag960.xml" ContentType="application/vnd.openxmlformats-officedocument.presentationml.tags+xml"/>
  <Override PartName="/ppt/tags/tag961.xml" ContentType="application/vnd.openxmlformats-officedocument.presentationml.tags+xml"/>
  <Override PartName="/ppt/tags/tag962.xml" ContentType="application/vnd.openxmlformats-officedocument.presentationml.tags+xml"/>
  <Override PartName="/ppt/notesSlides/notesSlide33.xml" ContentType="application/vnd.openxmlformats-officedocument.presentationml.notesSlide+xml"/>
  <Override PartName="/ppt/tags/tag963.xml" ContentType="application/vnd.openxmlformats-officedocument.presentationml.tags+xml"/>
  <Override PartName="/ppt/tags/tag964.xml" ContentType="application/vnd.openxmlformats-officedocument.presentationml.tags+xml"/>
  <Override PartName="/ppt/tags/tag965.xml" ContentType="application/vnd.openxmlformats-officedocument.presentationml.tags+xml"/>
  <Override PartName="/ppt/tags/tag966.xml" ContentType="application/vnd.openxmlformats-officedocument.presentationml.tags+xml"/>
  <Override PartName="/ppt/tags/tag967.xml" ContentType="application/vnd.openxmlformats-officedocument.presentationml.tags+xml"/>
  <Override PartName="/ppt/tags/tag968.xml" ContentType="application/vnd.openxmlformats-officedocument.presentationml.tags+xml"/>
  <Override PartName="/ppt/tags/tag969.xml" ContentType="application/vnd.openxmlformats-officedocument.presentationml.tags+xml"/>
  <Override PartName="/ppt/tags/tag970.xml" ContentType="application/vnd.openxmlformats-officedocument.presentationml.tags+xml"/>
  <Override PartName="/ppt/tags/tag971.xml" ContentType="application/vnd.openxmlformats-officedocument.presentationml.tags+xml"/>
  <Override PartName="/ppt/tags/tag972.xml" ContentType="application/vnd.openxmlformats-officedocument.presentationml.tags+xml"/>
  <Override PartName="/ppt/tags/tag973.xml" ContentType="application/vnd.openxmlformats-officedocument.presentationml.tags+xml"/>
  <Override PartName="/ppt/tags/tag974.xml" ContentType="application/vnd.openxmlformats-officedocument.presentationml.tags+xml"/>
  <Override PartName="/ppt/tags/tag975.xml" ContentType="application/vnd.openxmlformats-officedocument.presentationml.tags+xml"/>
  <Override PartName="/ppt/tags/tag976.xml" ContentType="application/vnd.openxmlformats-officedocument.presentationml.tags+xml"/>
  <Override PartName="/ppt/tags/tag977.xml" ContentType="application/vnd.openxmlformats-officedocument.presentationml.tags+xml"/>
  <Override PartName="/ppt/tags/tag978.xml" ContentType="application/vnd.openxmlformats-officedocument.presentationml.tags+xml"/>
  <Override PartName="/ppt/tags/tag979.xml" ContentType="application/vnd.openxmlformats-officedocument.presentationml.tags+xml"/>
  <Override PartName="/ppt/tags/tag980.xml" ContentType="application/vnd.openxmlformats-officedocument.presentationml.tags+xml"/>
  <Override PartName="/ppt/tags/tag981.xml" ContentType="application/vnd.openxmlformats-officedocument.presentationml.tags+xml"/>
  <Override PartName="/ppt/tags/tag982.xml" ContentType="application/vnd.openxmlformats-officedocument.presentationml.tags+xml"/>
  <Override PartName="/ppt/tags/tag983.xml" ContentType="application/vnd.openxmlformats-officedocument.presentationml.tags+xml"/>
  <Override PartName="/ppt/tags/tag984.xml" ContentType="application/vnd.openxmlformats-officedocument.presentationml.tags+xml"/>
  <Override PartName="/ppt/tags/tag985.xml" ContentType="application/vnd.openxmlformats-officedocument.presentationml.tags+xml"/>
  <Override PartName="/ppt/tags/tag986.xml" ContentType="application/vnd.openxmlformats-officedocument.presentationml.tags+xml"/>
  <Override PartName="/ppt/tags/tag987.xml" ContentType="application/vnd.openxmlformats-officedocument.presentationml.tags+xml"/>
  <Override PartName="/ppt/tags/tag988.xml" ContentType="application/vnd.openxmlformats-officedocument.presentationml.tags+xml"/>
  <Override PartName="/ppt/tags/tag989.xml" ContentType="application/vnd.openxmlformats-officedocument.presentationml.tags+xml"/>
  <Override PartName="/ppt/tags/tag990.xml" ContentType="application/vnd.openxmlformats-officedocument.presentationml.tags+xml"/>
  <Override PartName="/ppt/notesSlides/notesSlide34.xml" ContentType="application/vnd.openxmlformats-officedocument.presentationml.notesSlide+xml"/>
  <Override PartName="/ppt/tags/tag991.xml" ContentType="application/vnd.openxmlformats-officedocument.presentationml.tags+xml"/>
  <Override PartName="/ppt/tags/tag992.xml" ContentType="application/vnd.openxmlformats-officedocument.presentationml.tags+xml"/>
  <Override PartName="/ppt/tags/tag993.xml" ContentType="application/vnd.openxmlformats-officedocument.presentationml.tags+xml"/>
  <Override PartName="/ppt/tags/tag994.xml" ContentType="application/vnd.openxmlformats-officedocument.presentationml.tags+xml"/>
  <Override PartName="/ppt/tags/tag995.xml" ContentType="application/vnd.openxmlformats-officedocument.presentationml.tags+xml"/>
  <Override PartName="/ppt/tags/tag996.xml" ContentType="application/vnd.openxmlformats-officedocument.presentationml.tags+xml"/>
  <Override PartName="/ppt/tags/tag997.xml" ContentType="application/vnd.openxmlformats-officedocument.presentationml.tags+xml"/>
  <Override PartName="/ppt/tags/tag998.xml" ContentType="application/vnd.openxmlformats-officedocument.presentationml.tags+xml"/>
  <Override PartName="/ppt/tags/tag999.xml" ContentType="application/vnd.openxmlformats-officedocument.presentationml.tags+xml"/>
  <Override PartName="/ppt/tags/tag1000.xml" ContentType="application/vnd.openxmlformats-officedocument.presentationml.tags+xml"/>
  <Override PartName="/ppt/tags/tag1001.xml" ContentType="application/vnd.openxmlformats-officedocument.presentationml.tags+xml"/>
  <Override PartName="/ppt/tags/tag1002.xml" ContentType="application/vnd.openxmlformats-officedocument.presentationml.tags+xml"/>
  <Override PartName="/ppt/tags/tag1003.xml" ContentType="application/vnd.openxmlformats-officedocument.presentationml.tags+xml"/>
  <Override PartName="/ppt/tags/tag1004.xml" ContentType="application/vnd.openxmlformats-officedocument.presentationml.tags+xml"/>
  <Override PartName="/ppt/tags/tag1005.xml" ContentType="application/vnd.openxmlformats-officedocument.presentationml.tags+xml"/>
  <Override PartName="/ppt/tags/tag1006.xml" ContentType="application/vnd.openxmlformats-officedocument.presentationml.tags+xml"/>
  <Override PartName="/ppt/tags/tag1007.xml" ContentType="application/vnd.openxmlformats-officedocument.presentationml.tags+xml"/>
  <Override PartName="/ppt/tags/tag1008.xml" ContentType="application/vnd.openxmlformats-officedocument.presentationml.tags+xml"/>
  <Override PartName="/ppt/tags/tag1009.xml" ContentType="application/vnd.openxmlformats-officedocument.presentationml.tags+xml"/>
  <Override PartName="/ppt/tags/tag1010.xml" ContentType="application/vnd.openxmlformats-officedocument.presentationml.tags+xml"/>
  <Override PartName="/ppt/tags/tag1011.xml" ContentType="application/vnd.openxmlformats-officedocument.presentationml.tags+xml"/>
  <Override PartName="/ppt/tags/tag1012.xml" ContentType="application/vnd.openxmlformats-officedocument.presentationml.tags+xml"/>
  <Override PartName="/ppt/tags/tag1013.xml" ContentType="application/vnd.openxmlformats-officedocument.presentationml.tags+xml"/>
  <Override PartName="/ppt/tags/tag1014.xml" ContentType="application/vnd.openxmlformats-officedocument.presentationml.tags+xml"/>
  <Override PartName="/ppt/tags/tag1015.xml" ContentType="application/vnd.openxmlformats-officedocument.presentationml.tags+xml"/>
  <Override PartName="/ppt/tags/tag1016.xml" ContentType="application/vnd.openxmlformats-officedocument.presentationml.tags+xml"/>
  <Override PartName="/ppt/tags/tag1017.xml" ContentType="application/vnd.openxmlformats-officedocument.presentationml.tags+xml"/>
  <Override PartName="/ppt/tags/tag1018.xml" ContentType="application/vnd.openxmlformats-officedocument.presentationml.tags+xml"/>
  <Override PartName="/ppt/tags/tag1019.xml" ContentType="application/vnd.openxmlformats-officedocument.presentationml.tags+xml"/>
  <Override PartName="/ppt/tags/tag1020.xml" ContentType="application/vnd.openxmlformats-officedocument.presentationml.tags+xml"/>
  <Override PartName="/ppt/tags/tag1021.xml" ContentType="application/vnd.openxmlformats-officedocument.presentationml.tags+xml"/>
  <Override PartName="/ppt/tags/tag1022.xml" ContentType="application/vnd.openxmlformats-officedocument.presentationml.tags+xml"/>
  <Override PartName="/ppt/tags/tag1023.xml" ContentType="application/vnd.openxmlformats-officedocument.presentationml.tags+xml"/>
  <Override PartName="/ppt/tags/tag1024.xml" ContentType="application/vnd.openxmlformats-officedocument.presentationml.tags+xml"/>
  <Override PartName="/ppt/tags/tag1025.xml" ContentType="application/vnd.openxmlformats-officedocument.presentationml.tags+xml"/>
  <Override PartName="/ppt/tags/tag1026.xml" ContentType="application/vnd.openxmlformats-officedocument.presentationml.tags+xml"/>
  <Override PartName="/ppt/tags/tag1027.xml" ContentType="application/vnd.openxmlformats-officedocument.presentationml.tags+xml"/>
  <Override PartName="/ppt/tags/tag1028.xml" ContentType="application/vnd.openxmlformats-officedocument.presentationml.tags+xml"/>
  <Override PartName="/ppt/tags/tag1029.xml" ContentType="application/vnd.openxmlformats-officedocument.presentationml.tags+xml"/>
  <Override PartName="/ppt/tags/tag1030.xml" ContentType="application/vnd.openxmlformats-officedocument.presentationml.tags+xml"/>
  <Override PartName="/ppt/tags/tag1031.xml" ContentType="application/vnd.openxmlformats-officedocument.presentationml.tags+xml"/>
  <Override PartName="/ppt/notesSlides/notesSlide35.xml" ContentType="application/vnd.openxmlformats-officedocument.presentationml.notesSlide+xml"/>
  <Override PartName="/ppt/tags/tag1032.xml" ContentType="application/vnd.openxmlformats-officedocument.presentationml.tags+xml"/>
  <Override PartName="/ppt/tags/tag1033.xml" ContentType="application/vnd.openxmlformats-officedocument.presentationml.tags+xml"/>
  <Override PartName="/ppt/tags/tag1034.xml" ContentType="application/vnd.openxmlformats-officedocument.presentationml.tags+xml"/>
  <Override PartName="/ppt/tags/tag1035.xml" ContentType="application/vnd.openxmlformats-officedocument.presentationml.tags+xml"/>
  <Override PartName="/ppt/tags/tag1036.xml" ContentType="application/vnd.openxmlformats-officedocument.presentationml.tags+xml"/>
  <Override PartName="/ppt/tags/tag1037.xml" ContentType="application/vnd.openxmlformats-officedocument.presentationml.tags+xml"/>
  <Override PartName="/ppt/tags/tag1038.xml" ContentType="application/vnd.openxmlformats-officedocument.presentationml.tags+xml"/>
  <Override PartName="/ppt/tags/tag1039.xml" ContentType="application/vnd.openxmlformats-officedocument.presentationml.tags+xml"/>
  <Override PartName="/ppt/tags/tag1040.xml" ContentType="application/vnd.openxmlformats-officedocument.presentationml.tags+xml"/>
  <Override PartName="/ppt/tags/tag1041.xml" ContentType="application/vnd.openxmlformats-officedocument.presentationml.tags+xml"/>
  <Override PartName="/ppt/tags/tag1042.xml" ContentType="application/vnd.openxmlformats-officedocument.presentationml.tags+xml"/>
  <Override PartName="/ppt/tags/tag1043.xml" ContentType="application/vnd.openxmlformats-officedocument.presentationml.tags+xml"/>
  <Override PartName="/ppt/tags/tag1044.xml" ContentType="application/vnd.openxmlformats-officedocument.presentationml.tags+xml"/>
  <Override PartName="/ppt/tags/tag1045.xml" ContentType="application/vnd.openxmlformats-officedocument.presentationml.tags+xml"/>
  <Override PartName="/ppt/tags/tag1046.xml" ContentType="application/vnd.openxmlformats-officedocument.presentationml.tags+xml"/>
  <Override PartName="/ppt/tags/tag1047.xml" ContentType="application/vnd.openxmlformats-officedocument.presentationml.tags+xml"/>
  <Override PartName="/ppt/tags/tag1048.xml" ContentType="application/vnd.openxmlformats-officedocument.presentationml.tags+xml"/>
  <Override PartName="/ppt/notesSlides/notesSlide36.xml" ContentType="application/vnd.openxmlformats-officedocument.presentationml.notesSlide+xml"/>
  <Override PartName="/ppt/tags/tag1049.xml" ContentType="application/vnd.openxmlformats-officedocument.presentationml.tags+xml"/>
  <Override PartName="/ppt/tags/tag1050.xml" ContentType="application/vnd.openxmlformats-officedocument.presentationml.tags+xml"/>
  <Override PartName="/ppt/tags/tag1051.xml" ContentType="application/vnd.openxmlformats-officedocument.presentationml.tags+xml"/>
  <Override PartName="/ppt/tags/tag1052.xml" ContentType="application/vnd.openxmlformats-officedocument.presentationml.tags+xml"/>
  <Override PartName="/ppt/tags/tag1053.xml" ContentType="application/vnd.openxmlformats-officedocument.presentationml.tags+xml"/>
  <Override PartName="/ppt/tags/tag1054.xml" ContentType="application/vnd.openxmlformats-officedocument.presentationml.tags+xml"/>
  <Override PartName="/ppt/tags/tag1055.xml" ContentType="application/vnd.openxmlformats-officedocument.presentationml.tags+xml"/>
  <Override PartName="/ppt/tags/tag1056.xml" ContentType="application/vnd.openxmlformats-officedocument.presentationml.tags+xml"/>
  <Override PartName="/ppt/tags/tag1057.xml" ContentType="application/vnd.openxmlformats-officedocument.presentationml.tags+xml"/>
  <Override PartName="/ppt/tags/tag1058.xml" ContentType="application/vnd.openxmlformats-officedocument.presentationml.tags+xml"/>
  <Override PartName="/ppt/tags/tag1059.xml" ContentType="application/vnd.openxmlformats-officedocument.presentationml.tags+xml"/>
  <Override PartName="/ppt/tags/tag1060.xml" ContentType="application/vnd.openxmlformats-officedocument.presentationml.tags+xml"/>
  <Override PartName="/ppt/tags/tag1061.xml" ContentType="application/vnd.openxmlformats-officedocument.presentationml.tags+xml"/>
  <Override PartName="/ppt/tags/tag1062.xml" ContentType="application/vnd.openxmlformats-officedocument.presentationml.tags+xml"/>
  <Override PartName="/ppt/tags/tag1063.xml" ContentType="application/vnd.openxmlformats-officedocument.presentationml.tags+xml"/>
  <Override PartName="/ppt/tags/tag1064.xml" ContentType="application/vnd.openxmlformats-officedocument.presentationml.tags+xml"/>
  <Override PartName="/ppt/tags/tag1065.xml" ContentType="application/vnd.openxmlformats-officedocument.presentationml.tags+xml"/>
  <Override PartName="/ppt/tags/tag1066.xml" ContentType="application/vnd.openxmlformats-officedocument.presentationml.tags+xml"/>
  <Override PartName="/ppt/tags/tag1067.xml" ContentType="application/vnd.openxmlformats-officedocument.presentationml.tags+xml"/>
  <Override PartName="/ppt/tags/tag1068.xml" ContentType="application/vnd.openxmlformats-officedocument.presentationml.tags+xml"/>
  <Override PartName="/ppt/tags/tag1069.xml" ContentType="application/vnd.openxmlformats-officedocument.presentationml.tags+xml"/>
  <Override PartName="/ppt/tags/tag1070.xml" ContentType="application/vnd.openxmlformats-officedocument.presentationml.tags+xml"/>
  <Override PartName="/ppt/tags/tag1071.xml" ContentType="application/vnd.openxmlformats-officedocument.presentationml.tags+xml"/>
  <Override PartName="/ppt/tags/tag1072.xml" ContentType="application/vnd.openxmlformats-officedocument.presentationml.tags+xml"/>
  <Override PartName="/ppt/tags/tag1073.xml" ContentType="application/vnd.openxmlformats-officedocument.presentationml.tags+xml"/>
  <Override PartName="/ppt/tags/tag1074.xml" ContentType="application/vnd.openxmlformats-officedocument.presentationml.tags+xml"/>
  <Override PartName="/ppt/tags/tag1075.xml" ContentType="application/vnd.openxmlformats-officedocument.presentationml.tags+xml"/>
  <Override PartName="/ppt/tags/tag1076.xml" ContentType="application/vnd.openxmlformats-officedocument.presentationml.tags+xml"/>
  <Override PartName="/ppt/tags/tag1077.xml" ContentType="application/vnd.openxmlformats-officedocument.presentationml.tags+xml"/>
  <Override PartName="/ppt/notesSlides/notesSlide37.xml" ContentType="application/vnd.openxmlformats-officedocument.presentationml.notesSlide+xml"/>
  <Override PartName="/ppt/tags/tag1078.xml" ContentType="application/vnd.openxmlformats-officedocument.presentationml.tags+xml"/>
  <Override PartName="/ppt/tags/tag1079.xml" ContentType="application/vnd.openxmlformats-officedocument.presentationml.tags+xml"/>
  <Override PartName="/ppt/tags/tag1080.xml" ContentType="application/vnd.openxmlformats-officedocument.presentationml.tags+xml"/>
  <Override PartName="/ppt/tags/tag1081.xml" ContentType="application/vnd.openxmlformats-officedocument.presentationml.tags+xml"/>
  <Override PartName="/ppt/tags/tag1082.xml" ContentType="application/vnd.openxmlformats-officedocument.presentationml.tags+xml"/>
  <Override PartName="/ppt/tags/tag1083.xml" ContentType="application/vnd.openxmlformats-officedocument.presentationml.tags+xml"/>
  <Override PartName="/ppt/tags/tag1084.xml" ContentType="application/vnd.openxmlformats-officedocument.presentationml.tags+xml"/>
  <Override PartName="/ppt/tags/tag1085.xml" ContentType="application/vnd.openxmlformats-officedocument.presentationml.tags+xml"/>
  <Override PartName="/ppt/tags/tag1086.xml" ContentType="application/vnd.openxmlformats-officedocument.presentationml.tags+xml"/>
  <Override PartName="/ppt/tags/tag1087.xml" ContentType="application/vnd.openxmlformats-officedocument.presentationml.tags+xml"/>
  <Override PartName="/ppt/tags/tag1088.xml" ContentType="application/vnd.openxmlformats-officedocument.presentationml.tags+xml"/>
  <Override PartName="/ppt/tags/tag1089.xml" ContentType="application/vnd.openxmlformats-officedocument.presentationml.tags+xml"/>
  <Override PartName="/ppt/tags/tag1090.xml" ContentType="application/vnd.openxmlformats-officedocument.presentationml.tags+xml"/>
  <Override PartName="/ppt/tags/tag1091.xml" ContentType="application/vnd.openxmlformats-officedocument.presentationml.tags+xml"/>
  <Override PartName="/ppt/tags/tag1092.xml" ContentType="application/vnd.openxmlformats-officedocument.presentationml.tags+xml"/>
  <Override PartName="/ppt/tags/tag1093.xml" ContentType="application/vnd.openxmlformats-officedocument.presentationml.tags+xml"/>
  <Override PartName="/ppt/tags/tag1094.xml" ContentType="application/vnd.openxmlformats-officedocument.presentationml.tags+xml"/>
  <Override PartName="/ppt/tags/tag1095.xml" ContentType="application/vnd.openxmlformats-officedocument.presentationml.tags+xml"/>
  <Override PartName="/ppt/tags/tag1096.xml" ContentType="application/vnd.openxmlformats-officedocument.presentationml.tags+xml"/>
  <Override PartName="/ppt/tags/tag1097.xml" ContentType="application/vnd.openxmlformats-officedocument.presentationml.tags+xml"/>
  <Override PartName="/ppt/tags/tag1098.xml" ContentType="application/vnd.openxmlformats-officedocument.presentationml.tags+xml"/>
  <Override PartName="/ppt/tags/tag1099.xml" ContentType="application/vnd.openxmlformats-officedocument.presentationml.tags+xml"/>
  <Override PartName="/ppt/tags/tag1100.xml" ContentType="application/vnd.openxmlformats-officedocument.presentationml.tags+xml"/>
  <Override PartName="/ppt/tags/tag1101.xml" ContentType="application/vnd.openxmlformats-officedocument.presentationml.tags+xml"/>
  <Override PartName="/ppt/tags/tag1102.xml" ContentType="application/vnd.openxmlformats-officedocument.presentationml.tags+xml"/>
  <Override PartName="/ppt/notesSlides/notesSlide38.xml" ContentType="application/vnd.openxmlformats-officedocument.presentationml.notesSlide+xml"/>
  <Override PartName="/ppt/tags/tag1103.xml" ContentType="application/vnd.openxmlformats-officedocument.presentationml.tags+xml"/>
  <Override PartName="/ppt/tags/tag1104.xml" ContentType="application/vnd.openxmlformats-officedocument.presentationml.tags+xml"/>
  <Override PartName="/ppt/tags/tag1105.xml" ContentType="application/vnd.openxmlformats-officedocument.presentationml.tags+xml"/>
  <Override PartName="/ppt/tags/tag1106.xml" ContentType="application/vnd.openxmlformats-officedocument.presentationml.tags+xml"/>
  <Override PartName="/ppt/tags/tag1107.xml" ContentType="application/vnd.openxmlformats-officedocument.presentationml.tags+xml"/>
  <Override PartName="/ppt/tags/tag1108.xml" ContentType="application/vnd.openxmlformats-officedocument.presentationml.tags+xml"/>
  <Override PartName="/ppt/tags/tag1109.xml" ContentType="application/vnd.openxmlformats-officedocument.presentationml.tags+xml"/>
  <Override PartName="/ppt/tags/tag1110.xml" ContentType="application/vnd.openxmlformats-officedocument.presentationml.tags+xml"/>
  <Override PartName="/ppt/tags/tag1111.xml" ContentType="application/vnd.openxmlformats-officedocument.presentationml.tags+xml"/>
  <Override PartName="/ppt/tags/tag1112.xml" ContentType="application/vnd.openxmlformats-officedocument.presentationml.tags+xml"/>
  <Override PartName="/ppt/tags/tag1113.xml" ContentType="application/vnd.openxmlformats-officedocument.presentationml.tags+xml"/>
  <Override PartName="/ppt/tags/tag1114.xml" ContentType="application/vnd.openxmlformats-officedocument.presentationml.tags+xml"/>
  <Override PartName="/ppt/tags/tag1115.xml" ContentType="application/vnd.openxmlformats-officedocument.presentationml.tags+xml"/>
  <Override PartName="/ppt/tags/tag1116.xml" ContentType="application/vnd.openxmlformats-officedocument.presentationml.tags+xml"/>
  <Override PartName="/ppt/tags/tag1117.xml" ContentType="application/vnd.openxmlformats-officedocument.presentationml.tags+xml"/>
  <Override PartName="/ppt/tags/tag1118.xml" ContentType="application/vnd.openxmlformats-officedocument.presentationml.tags+xml"/>
  <Override PartName="/ppt/tags/tag1119.xml" ContentType="application/vnd.openxmlformats-officedocument.presentationml.tags+xml"/>
  <Override PartName="/ppt/tags/tag1120.xml" ContentType="application/vnd.openxmlformats-officedocument.presentationml.tags+xml"/>
  <Override PartName="/ppt/tags/tag1121.xml" ContentType="application/vnd.openxmlformats-officedocument.presentationml.tags+xml"/>
  <Override PartName="/ppt/tags/tag1122.xml" ContentType="application/vnd.openxmlformats-officedocument.presentationml.tags+xml"/>
  <Override PartName="/ppt/tags/tag1123.xml" ContentType="application/vnd.openxmlformats-officedocument.presentationml.tags+xml"/>
  <Override PartName="/ppt/tags/tag1124.xml" ContentType="application/vnd.openxmlformats-officedocument.presentationml.tags+xml"/>
  <Override PartName="/ppt/tags/tag1125.xml" ContentType="application/vnd.openxmlformats-officedocument.presentationml.tags+xml"/>
  <Override PartName="/ppt/notesSlides/notesSlide39.xml" ContentType="application/vnd.openxmlformats-officedocument.presentationml.notesSlide+xml"/>
  <Override PartName="/ppt/tags/tag1126.xml" ContentType="application/vnd.openxmlformats-officedocument.presentationml.tags+xml"/>
  <Override PartName="/ppt/tags/tag1127.xml" ContentType="application/vnd.openxmlformats-officedocument.presentationml.tags+xml"/>
  <Override PartName="/ppt/tags/tag1128.xml" ContentType="application/vnd.openxmlformats-officedocument.presentationml.tags+xml"/>
  <Override PartName="/ppt/tags/tag1129.xml" ContentType="application/vnd.openxmlformats-officedocument.presentationml.tags+xml"/>
  <Override PartName="/ppt/tags/tag1130.xml" ContentType="application/vnd.openxmlformats-officedocument.presentationml.tags+xml"/>
  <Override PartName="/ppt/tags/tag1131.xml" ContentType="application/vnd.openxmlformats-officedocument.presentationml.tags+xml"/>
  <Override PartName="/ppt/tags/tag1132.xml" ContentType="application/vnd.openxmlformats-officedocument.presentationml.tags+xml"/>
  <Override PartName="/ppt/tags/tag1133.xml" ContentType="application/vnd.openxmlformats-officedocument.presentationml.tags+xml"/>
  <Override PartName="/ppt/tags/tag1134.xml" ContentType="application/vnd.openxmlformats-officedocument.presentationml.tags+xml"/>
  <Override PartName="/ppt/tags/tag1135.xml" ContentType="application/vnd.openxmlformats-officedocument.presentationml.tags+xml"/>
  <Override PartName="/ppt/tags/tag1136.xml" ContentType="application/vnd.openxmlformats-officedocument.presentationml.tags+xml"/>
  <Override PartName="/ppt/tags/tag1137.xml" ContentType="application/vnd.openxmlformats-officedocument.presentationml.tags+xml"/>
  <Override PartName="/ppt/tags/tag1138.xml" ContentType="application/vnd.openxmlformats-officedocument.presentationml.tags+xml"/>
  <Override PartName="/ppt/tags/tag1139.xml" ContentType="application/vnd.openxmlformats-officedocument.presentationml.tags+xml"/>
  <Override PartName="/ppt/tags/tag1140.xml" ContentType="application/vnd.openxmlformats-officedocument.presentationml.tags+xml"/>
  <Override PartName="/ppt/tags/tag1141.xml" ContentType="application/vnd.openxmlformats-officedocument.presentationml.tags+xml"/>
  <Override PartName="/ppt/tags/tag1142.xml" ContentType="application/vnd.openxmlformats-officedocument.presentationml.tags+xml"/>
  <Override PartName="/ppt/tags/tag1143.xml" ContentType="application/vnd.openxmlformats-officedocument.presentationml.tags+xml"/>
  <Override PartName="/ppt/tags/tag1144.xml" ContentType="application/vnd.openxmlformats-officedocument.presentationml.tags+xml"/>
  <Override PartName="/ppt/tags/tag1145.xml" ContentType="application/vnd.openxmlformats-officedocument.presentationml.tags+xml"/>
  <Override PartName="/ppt/tags/tag1146.xml" ContentType="application/vnd.openxmlformats-officedocument.presentationml.tags+xml"/>
  <Override PartName="/ppt/tags/tag1147.xml" ContentType="application/vnd.openxmlformats-officedocument.presentationml.tags+xml"/>
  <Override PartName="/ppt/tags/tag1148.xml" ContentType="application/vnd.openxmlformats-officedocument.presentationml.tags+xml"/>
  <Override PartName="/ppt/tags/tag1149.xml" ContentType="application/vnd.openxmlformats-officedocument.presentationml.tags+xml"/>
  <Override PartName="/ppt/tags/tag1150.xml" ContentType="application/vnd.openxmlformats-officedocument.presentationml.tags+xml"/>
  <Override PartName="/ppt/tags/tag1151.xml" ContentType="application/vnd.openxmlformats-officedocument.presentationml.tags+xml"/>
  <Override PartName="/ppt/tags/tag1152.xml" ContentType="application/vnd.openxmlformats-officedocument.presentationml.tags+xml"/>
  <Override PartName="/ppt/tags/tag1153.xml" ContentType="application/vnd.openxmlformats-officedocument.presentationml.tags+xml"/>
  <Override PartName="/ppt/tags/tag1154.xml" ContentType="application/vnd.openxmlformats-officedocument.presentationml.tags+xml"/>
  <Override PartName="/ppt/tags/tag1155.xml" ContentType="application/vnd.openxmlformats-officedocument.presentationml.tags+xml"/>
  <Override PartName="/ppt/tags/tag1156.xml" ContentType="application/vnd.openxmlformats-officedocument.presentationml.tags+xml"/>
  <Override PartName="/ppt/tags/tag1157.xml" ContentType="application/vnd.openxmlformats-officedocument.presentationml.tags+xml"/>
  <Override PartName="/ppt/tags/tag1158.xml" ContentType="application/vnd.openxmlformats-officedocument.presentationml.tags+xml"/>
  <Override PartName="/ppt/notesSlides/notesSlide40.xml" ContentType="application/vnd.openxmlformats-officedocument.presentationml.notesSlide+xml"/>
  <Override PartName="/ppt/tags/tag1159.xml" ContentType="application/vnd.openxmlformats-officedocument.presentationml.tags+xml"/>
  <Override PartName="/ppt/tags/tag1160.xml" ContentType="application/vnd.openxmlformats-officedocument.presentationml.tags+xml"/>
  <Override PartName="/ppt/tags/tag1161.xml" ContentType="application/vnd.openxmlformats-officedocument.presentationml.tags+xml"/>
  <Override PartName="/ppt/tags/tag1162.xml" ContentType="application/vnd.openxmlformats-officedocument.presentationml.tags+xml"/>
  <Override PartName="/ppt/tags/tag1163.xml" ContentType="application/vnd.openxmlformats-officedocument.presentationml.tags+xml"/>
  <Override PartName="/ppt/tags/tag1164.xml" ContentType="application/vnd.openxmlformats-officedocument.presentationml.tags+xml"/>
  <Override PartName="/ppt/tags/tag1165.xml" ContentType="application/vnd.openxmlformats-officedocument.presentationml.tags+xml"/>
  <Override PartName="/ppt/tags/tag1166.xml" ContentType="application/vnd.openxmlformats-officedocument.presentationml.tags+xml"/>
  <Override PartName="/ppt/tags/tag1167.xml" ContentType="application/vnd.openxmlformats-officedocument.presentationml.tags+xml"/>
  <Override PartName="/ppt/tags/tag1168.xml" ContentType="application/vnd.openxmlformats-officedocument.presentationml.tags+xml"/>
  <Override PartName="/ppt/tags/tag1169.xml" ContentType="application/vnd.openxmlformats-officedocument.presentationml.tags+xml"/>
  <Override PartName="/ppt/tags/tag1170.xml" ContentType="application/vnd.openxmlformats-officedocument.presentationml.tags+xml"/>
  <Override PartName="/ppt/tags/tag1171.xml" ContentType="application/vnd.openxmlformats-officedocument.presentationml.tags+xml"/>
  <Override PartName="/ppt/tags/tag1172.xml" ContentType="application/vnd.openxmlformats-officedocument.presentationml.tags+xml"/>
  <Override PartName="/ppt/tags/tag1173.xml" ContentType="application/vnd.openxmlformats-officedocument.presentationml.tags+xml"/>
  <Override PartName="/ppt/tags/tag1174.xml" ContentType="application/vnd.openxmlformats-officedocument.presentationml.tags+xml"/>
  <Override PartName="/ppt/tags/tag1175.xml" ContentType="application/vnd.openxmlformats-officedocument.presentationml.tags+xml"/>
  <Override PartName="/ppt/tags/tag1176.xml" ContentType="application/vnd.openxmlformats-officedocument.presentationml.tags+xml"/>
  <Override PartName="/ppt/tags/tag1177.xml" ContentType="application/vnd.openxmlformats-officedocument.presentationml.tags+xml"/>
  <Override PartName="/ppt/tags/tag1178.xml" ContentType="application/vnd.openxmlformats-officedocument.presentationml.tags+xml"/>
  <Override PartName="/ppt/tags/tag1179.xml" ContentType="application/vnd.openxmlformats-officedocument.presentationml.tags+xml"/>
  <Override PartName="/ppt/tags/tag1180.xml" ContentType="application/vnd.openxmlformats-officedocument.presentationml.tags+xml"/>
  <Override PartName="/ppt/tags/tag1181.xml" ContentType="application/vnd.openxmlformats-officedocument.presentationml.tags+xml"/>
  <Override PartName="/ppt/tags/tag1182.xml" ContentType="application/vnd.openxmlformats-officedocument.presentationml.tags+xml"/>
  <Override PartName="/ppt/tags/tag1183.xml" ContentType="application/vnd.openxmlformats-officedocument.presentationml.tags+xml"/>
  <Override PartName="/ppt/tags/tag1184.xml" ContentType="application/vnd.openxmlformats-officedocument.presentationml.tags+xml"/>
  <Override PartName="/ppt/tags/tag1185.xml" ContentType="application/vnd.openxmlformats-officedocument.presentationml.tags+xml"/>
  <Override PartName="/ppt/tags/tag1186.xml" ContentType="application/vnd.openxmlformats-officedocument.presentationml.tags+xml"/>
  <Override PartName="/ppt/tags/tag1187.xml" ContentType="application/vnd.openxmlformats-officedocument.presentationml.tags+xml"/>
  <Override PartName="/ppt/tags/tag1188.xml" ContentType="application/vnd.openxmlformats-officedocument.presentationml.tags+xml"/>
  <Override PartName="/ppt/tags/tag1189.xml" ContentType="application/vnd.openxmlformats-officedocument.presentationml.tags+xml"/>
  <Override PartName="/ppt/tags/tag1190.xml" ContentType="application/vnd.openxmlformats-officedocument.presentationml.tags+xml"/>
  <Override PartName="/ppt/tags/tag1191.xml" ContentType="application/vnd.openxmlformats-officedocument.presentationml.tags+xml"/>
  <Override PartName="/ppt/tags/tag1192.xml" ContentType="application/vnd.openxmlformats-officedocument.presentationml.tags+xml"/>
  <Override PartName="/ppt/tags/tag1193.xml" ContentType="application/vnd.openxmlformats-officedocument.presentationml.tags+xml"/>
  <Override PartName="/ppt/tags/tag1194.xml" ContentType="application/vnd.openxmlformats-officedocument.presentationml.tags+xml"/>
  <Override PartName="/ppt/tags/tag1195.xml" ContentType="application/vnd.openxmlformats-officedocument.presentationml.tags+xml"/>
  <Override PartName="/ppt/tags/tag1196.xml" ContentType="application/vnd.openxmlformats-officedocument.presentationml.tags+xml"/>
  <Override PartName="/ppt/tags/tag1197.xml" ContentType="application/vnd.openxmlformats-officedocument.presentationml.tags+xml"/>
  <Override PartName="/ppt/notesSlides/notesSlide41.xml" ContentType="application/vnd.openxmlformats-officedocument.presentationml.notesSlide+xml"/>
  <Override PartName="/ppt/tags/tag1198.xml" ContentType="application/vnd.openxmlformats-officedocument.presentationml.tags+xml"/>
  <Override PartName="/ppt/tags/tag1199.xml" ContentType="application/vnd.openxmlformats-officedocument.presentationml.tags+xml"/>
  <Override PartName="/ppt/tags/tag1200.xml" ContentType="application/vnd.openxmlformats-officedocument.presentationml.tags+xml"/>
  <Override PartName="/ppt/tags/tag1201.xml" ContentType="application/vnd.openxmlformats-officedocument.presentationml.tags+xml"/>
  <Override PartName="/ppt/tags/tag1202.xml" ContentType="application/vnd.openxmlformats-officedocument.presentationml.tags+xml"/>
  <Override PartName="/ppt/tags/tag1203.xml" ContentType="application/vnd.openxmlformats-officedocument.presentationml.tags+xml"/>
  <Override PartName="/ppt/tags/tag1204.xml" ContentType="application/vnd.openxmlformats-officedocument.presentationml.tags+xml"/>
  <Override PartName="/ppt/tags/tag1205.xml" ContentType="application/vnd.openxmlformats-officedocument.presentationml.tags+xml"/>
  <Override PartName="/ppt/tags/tag1206.xml" ContentType="application/vnd.openxmlformats-officedocument.presentationml.tags+xml"/>
  <Override PartName="/ppt/tags/tag1207.xml" ContentType="application/vnd.openxmlformats-officedocument.presentationml.tags+xml"/>
  <Override PartName="/ppt/tags/tag1208.xml" ContentType="application/vnd.openxmlformats-officedocument.presentationml.tags+xml"/>
  <Override PartName="/ppt/tags/tag1209.xml" ContentType="application/vnd.openxmlformats-officedocument.presentationml.tags+xml"/>
  <Override PartName="/ppt/tags/tag1210.xml" ContentType="application/vnd.openxmlformats-officedocument.presentationml.tags+xml"/>
  <Override PartName="/ppt/tags/tag1211.xml" ContentType="application/vnd.openxmlformats-officedocument.presentationml.tags+xml"/>
  <Override PartName="/ppt/tags/tag1212.xml" ContentType="application/vnd.openxmlformats-officedocument.presentationml.tags+xml"/>
  <Override PartName="/ppt/tags/tag1213.xml" ContentType="application/vnd.openxmlformats-officedocument.presentationml.tags+xml"/>
  <Override PartName="/ppt/tags/tag1214.xml" ContentType="application/vnd.openxmlformats-officedocument.presentationml.tags+xml"/>
  <Override PartName="/ppt/tags/tag1215.xml" ContentType="application/vnd.openxmlformats-officedocument.presentationml.tags+xml"/>
  <Override PartName="/ppt/tags/tag1216.xml" ContentType="application/vnd.openxmlformats-officedocument.presentationml.tags+xml"/>
  <Override PartName="/ppt/tags/tag1217.xml" ContentType="application/vnd.openxmlformats-officedocument.presentationml.tags+xml"/>
  <Override PartName="/ppt/tags/tag1218.xml" ContentType="application/vnd.openxmlformats-officedocument.presentationml.tags+xml"/>
  <Override PartName="/ppt/tags/tag1219.xml" ContentType="application/vnd.openxmlformats-officedocument.presentationml.tags+xml"/>
  <Override PartName="/ppt/tags/tag1220.xml" ContentType="application/vnd.openxmlformats-officedocument.presentationml.tags+xml"/>
  <Override PartName="/ppt/tags/tag1221.xml" ContentType="application/vnd.openxmlformats-officedocument.presentationml.tags+xml"/>
  <Override PartName="/ppt/tags/tag1222.xml" ContentType="application/vnd.openxmlformats-officedocument.presentationml.tags+xml"/>
  <Override PartName="/ppt/tags/tag1223.xml" ContentType="application/vnd.openxmlformats-officedocument.presentationml.tags+xml"/>
  <Override PartName="/ppt/tags/tag1224.xml" ContentType="application/vnd.openxmlformats-officedocument.presentationml.tags+xml"/>
  <Override PartName="/ppt/tags/tag1225.xml" ContentType="application/vnd.openxmlformats-officedocument.presentationml.tags+xml"/>
  <Override PartName="/ppt/tags/tag1226.xml" ContentType="application/vnd.openxmlformats-officedocument.presentationml.tags+xml"/>
  <Override PartName="/ppt/tags/tag1227.xml" ContentType="application/vnd.openxmlformats-officedocument.presentationml.tags+xml"/>
  <Override PartName="/ppt/tags/tag1228.xml" ContentType="application/vnd.openxmlformats-officedocument.presentationml.tags+xml"/>
  <Override PartName="/ppt/tags/tag1229.xml" ContentType="application/vnd.openxmlformats-officedocument.presentationml.tags+xml"/>
  <Override PartName="/ppt/tags/tag1230.xml" ContentType="application/vnd.openxmlformats-officedocument.presentationml.tags+xml"/>
  <Override PartName="/ppt/tags/tag1231.xml" ContentType="application/vnd.openxmlformats-officedocument.presentationml.tags+xml"/>
  <Override PartName="/ppt/tags/tag1232.xml" ContentType="application/vnd.openxmlformats-officedocument.presentationml.tags+xml"/>
  <Override PartName="/ppt/notesSlides/notesSlide42.xml" ContentType="application/vnd.openxmlformats-officedocument.presentationml.notesSlide+xml"/>
  <Override PartName="/ppt/tags/tag1233.xml" ContentType="application/vnd.openxmlformats-officedocument.presentationml.tags+xml"/>
  <Override PartName="/ppt/tags/tag1234.xml" ContentType="application/vnd.openxmlformats-officedocument.presentationml.tags+xml"/>
  <Override PartName="/ppt/tags/tag1235.xml" ContentType="application/vnd.openxmlformats-officedocument.presentationml.tags+xml"/>
  <Override PartName="/ppt/tags/tag1236.xml" ContentType="application/vnd.openxmlformats-officedocument.presentationml.tags+xml"/>
  <Override PartName="/ppt/tags/tag1237.xml" ContentType="application/vnd.openxmlformats-officedocument.presentationml.tags+xml"/>
  <Override PartName="/ppt/tags/tag1238.xml" ContentType="application/vnd.openxmlformats-officedocument.presentationml.tags+xml"/>
  <Override PartName="/ppt/tags/tag1239.xml" ContentType="application/vnd.openxmlformats-officedocument.presentationml.tags+xml"/>
  <Override PartName="/ppt/tags/tag1240.xml" ContentType="application/vnd.openxmlformats-officedocument.presentationml.tags+xml"/>
  <Override PartName="/ppt/notesSlides/notesSlide43.xml" ContentType="application/vnd.openxmlformats-officedocument.presentationml.notesSlide+xml"/>
  <Override PartName="/ppt/tags/tag1241.xml" ContentType="application/vnd.openxmlformats-officedocument.presentationml.tags+xml"/>
  <Override PartName="/ppt/tags/tag1242.xml" ContentType="application/vnd.openxmlformats-officedocument.presentationml.tags+xml"/>
  <Override PartName="/ppt/tags/tag1243.xml" ContentType="application/vnd.openxmlformats-officedocument.presentationml.tags+xml"/>
  <Override PartName="/ppt/tags/tag1244.xml" ContentType="application/vnd.openxmlformats-officedocument.presentationml.tags+xml"/>
  <Override PartName="/ppt/tags/tag1245.xml" ContentType="application/vnd.openxmlformats-officedocument.presentationml.tags+xml"/>
  <Override PartName="/ppt/tags/tag1246.xml" ContentType="application/vnd.openxmlformats-officedocument.presentationml.tags+xml"/>
  <Override PartName="/ppt/tags/tag1247.xml" ContentType="application/vnd.openxmlformats-officedocument.presentationml.tags+xml"/>
  <Override PartName="/ppt/tags/tag1248.xml" ContentType="application/vnd.openxmlformats-officedocument.presentationml.tags+xml"/>
  <Override PartName="/ppt/tags/tag1249.xml" ContentType="application/vnd.openxmlformats-officedocument.presentationml.tags+xml"/>
  <Override PartName="/ppt/tags/tag1250.xml" ContentType="application/vnd.openxmlformats-officedocument.presentationml.tags+xml"/>
  <Override PartName="/ppt/tags/tag1251.xml" ContentType="application/vnd.openxmlformats-officedocument.presentationml.tags+xml"/>
  <Override PartName="/ppt/tags/tag1252.xml" ContentType="application/vnd.openxmlformats-officedocument.presentationml.tags+xml"/>
  <Override PartName="/ppt/tags/tag1253.xml" ContentType="application/vnd.openxmlformats-officedocument.presentationml.tags+xml"/>
  <Override PartName="/ppt/tags/tag1254.xml" ContentType="application/vnd.openxmlformats-officedocument.presentationml.tags+xml"/>
  <Override PartName="/ppt/tags/tag1255.xml" ContentType="application/vnd.openxmlformats-officedocument.presentationml.tags+xml"/>
  <Override PartName="/ppt/tags/tag1256.xml" ContentType="application/vnd.openxmlformats-officedocument.presentationml.tags+xml"/>
  <Override PartName="/ppt/tags/tag1257.xml" ContentType="application/vnd.openxmlformats-officedocument.presentationml.tags+xml"/>
  <Override PartName="/ppt/tags/tag1258.xml" ContentType="application/vnd.openxmlformats-officedocument.presentationml.tags+xml"/>
  <Override PartName="/ppt/tags/tag1259.xml" ContentType="application/vnd.openxmlformats-officedocument.presentationml.tags+xml"/>
  <Override PartName="/ppt/tags/tag1260.xml" ContentType="application/vnd.openxmlformats-officedocument.presentationml.tags+xml"/>
  <Override PartName="/ppt/tags/tag1261.xml" ContentType="application/vnd.openxmlformats-officedocument.presentationml.tags+xml"/>
  <Override PartName="/ppt/tags/tag1262.xml" ContentType="application/vnd.openxmlformats-officedocument.presentationml.tags+xml"/>
  <Override PartName="/ppt/tags/tag1263.xml" ContentType="application/vnd.openxmlformats-officedocument.presentationml.tags+xml"/>
  <Override PartName="/ppt/tags/tag1264.xml" ContentType="application/vnd.openxmlformats-officedocument.presentationml.tags+xml"/>
  <Override PartName="/ppt/tags/tag1265.xml" ContentType="application/vnd.openxmlformats-officedocument.presentationml.tags+xml"/>
  <Override PartName="/ppt/tags/tag1266.xml" ContentType="application/vnd.openxmlformats-officedocument.presentationml.tags+xml"/>
  <Override PartName="/ppt/tags/tag1267.xml" ContentType="application/vnd.openxmlformats-officedocument.presentationml.tags+xml"/>
  <Override PartName="/ppt/tags/tag1268.xml" ContentType="application/vnd.openxmlformats-officedocument.presentationml.tags+xml"/>
  <Override PartName="/ppt/tags/tag1269.xml" ContentType="application/vnd.openxmlformats-officedocument.presentationml.tags+xml"/>
  <Override PartName="/ppt/tags/tag1270.xml" ContentType="application/vnd.openxmlformats-officedocument.presentationml.tags+xml"/>
  <Override PartName="/ppt/tags/tag1271.xml" ContentType="application/vnd.openxmlformats-officedocument.presentationml.tags+xml"/>
  <Override PartName="/ppt/tags/tag1272.xml" ContentType="application/vnd.openxmlformats-officedocument.presentationml.tags+xml"/>
  <Override PartName="/ppt/tags/tag1273.xml" ContentType="application/vnd.openxmlformats-officedocument.presentationml.tags+xml"/>
  <Override PartName="/ppt/tags/tag1274.xml" ContentType="application/vnd.openxmlformats-officedocument.presentationml.tags+xml"/>
  <Override PartName="/ppt/tags/tag1275.xml" ContentType="application/vnd.openxmlformats-officedocument.presentationml.tags+xml"/>
  <Override PartName="/ppt/tags/tag1276.xml" ContentType="application/vnd.openxmlformats-officedocument.presentationml.tags+xml"/>
  <Override PartName="/ppt/tags/tag1277.xml" ContentType="application/vnd.openxmlformats-officedocument.presentationml.tags+xml"/>
  <Override PartName="/ppt/tags/tag1278.xml" ContentType="application/vnd.openxmlformats-officedocument.presentationml.tags+xml"/>
  <Override PartName="/ppt/tags/tag1279.xml" ContentType="application/vnd.openxmlformats-officedocument.presentationml.tags+xml"/>
  <Override PartName="/ppt/notesSlides/notesSlide4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6"/>
  </p:notesMasterIdLst>
  <p:sldIdLst>
    <p:sldId id="256" r:id="rId2"/>
    <p:sldId id="300" r:id="rId3"/>
    <p:sldId id="257" r:id="rId4"/>
    <p:sldId id="258" r:id="rId5"/>
    <p:sldId id="259" r:id="rId6"/>
    <p:sldId id="260" r:id="rId7"/>
    <p:sldId id="262" r:id="rId8"/>
    <p:sldId id="309" r:id="rId9"/>
    <p:sldId id="265" r:id="rId10"/>
    <p:sldId id="263" r:id="rId11"/>
    <p:sldId id="285" r:id="rId12"/>
    <p:sldId id="264" r:id="rId13"/>
    <p:sldId id="266" r:id="rId14"/>
    <p:sldId id="267" r:id="rId15"/>
    <p:sldId id="310" r:id="rId16"/>
    <p:sldId id="268" r:id="rId17"/>
    <p:sldId id="269" r:id="rId18"/>
    <p:sldId id="270" r:id="rId19"/>
    <p:sldId id="271" r:id="rId20"/>
    <p:sldId id="272" r:id="rId21"/>
    <p:sldId id="275" r:id="rId22"/>
    <p:sldId id="276" r:id="rId23"/>
    <p:sldId id="278" r:id="rId24"/>
    <p:sldId id="279" r:id="rId25"/>
    <p:sldId id="313" r:id="rId26"/>
    <p:sldId id="280" r:id="rId27"/>
    <p:sldId id="311" r:id="rId28"/>
    <p:sldId id="281" r:id="rId29"/>
    <p:sldId id="282" r:id="rId30"/>
    <p:sldId id="283" r:id="rId31"/>
    <p:sldId id="287" r:id="rId32"/>
    <p:sldId id="288" r:id="rId33"/>
    <p:sldId id="289" r:id="rId34"/>
    <p:sldId id="290" r:id="rId35"/>
    <p:sldId id="292" r:id="rId36"/>
    <p:sldId id="293" r:id="rId37"/>
    <p:sldId id="291" r:id="rId38"/>
    <p:sldId id="294" r:id="rId39"/>
    <p:sldId id="295" r:id="rId40"/>
    <p:sldId id="298" r:id="rId41"/>
    <p:sldId id="299" r:id="rId42"/>
    <p:sldId id="296" r:id="rId43"/>
    <p:sldId id="307" r:id="rId44"/>
    <p:sldId id="314" r:id="rId4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7C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F0BBCCE-7913-4ED9-A49F-FC50D9CE4B01}" v="9" dt="2026-10-09T14:42:39.4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1" autoAdjust="0"/>
    <p:restoredTop sz="88443" autoAdjust="0"/>
  </p:normalViewPr>
  <p:slideViewPr>
    <p:cSldViewPr snapToGrid="0" snapToObjects="1">
      <p:cViewPr varScale="1">
        <p:scale>
          <a:sx n="65" d="100"/>
          <a:sy n="65" d="100"/>
        </p:scale>
        <p:origin x="724" y="60"/>
      </p:cViewPr>
      <p:guideLst/>
    </p:cSldViewPr>
  </p:slideViewPr>
  <p:notesTextViewPr>
    <p:cViewPr>
      <p:scale>
        <a:sx n="1" d="1"/>
        <a:sy n="1" d="1"/>
      </p:scale>
      <p:origin x="0" y="0"/>
    </p:cViewPr>
  </p:notesTextViewPr>
  <p:notesViewPr>
    <p:cSldViewPr snapToGrid="0" snapToObjects="1">
      <p:cViewPr varScale="1">
        <p:scale>
          <a:sx n="42" d="100"/>
          <a:sy n="42" d="100"/>
        </p:scale>
        <p:origin x="2888" y="5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mers Real" userId="faf31a43-5513-4cc6-abd3-b43fc8e821b1" providerId="ADAL" clId="{7FC66AA7-CAD9-431F-BEAD-6F4ACAA6D751}"/>
    <pc:docChg chg="custSel modSld">
      <pc:chgData name="Demers Real" userId="faf31a43-5513-4cc6-abd3-b43fc8e821b1" providerId="ADAL" clId="{7FC66AA7-CAD9-431F-BEAD-6F4ACAA6D751}" dt="2026-10-09T14:41:37.755" v="126" actId="790"/>
      <pc:docMkLst>
        <pc:docMk/>
      </pc:docMkLst>
      <pc:sldChg chg="modSp mod">
        <pc:chgData name="Demers Real" userId="faf31a43-5513-4cc6-abd3-b43fc8e821b1" providerId="ADAL" clId="{7FC66AA7-CAD9-431F-BEAD-6F4ACAA6D751}" dt="2026-10-09T14:37:02.949" v="12" actId="20577"/>
        <pc:sldMkLst>
          <pc:docMk/>
          <pc:sldMk cId="0" sldId="296"/>
        </pc:sldMkLst>
        <pc:spChg chg="mod">
          <ac:chgData name="Demers Real" userId="faf31a43-5513-4cc6-abd3-b43fc8e821b1" providerId="ADAL" clId="{7FC66AA7-CAD9-431F-BEAD-6F4ACAA6D751}" dt="2026-10-09T14:37:02.949" v="12" actId="20577"/>
          <ac:spMkLst>
            <pc:docMk/>
            <pc:sldMk cId="0" sldId="296"/>
            <ac:spMk id="30" creationId="{00000000-0000-0000-0000-000000000000}"/>
          </ac:spMkLst>
        </pc:spChg>
      </pc:sldChg>
      <pc:sldChg chg="addSp modSp mod">
        <pc:chgData name="Demers Real" userId="faf31a43-5513-4cc6-abd3-b43fc8e821b1" providerId="ADAL" clId="{7FC66AA7-CAD9-431F-BEAD-6F4ACAA6D751}" dt="2026-10-09T14:41:37.755" v="126" actId="790"/>
        <pc:sldMkLst>
          <pc:docMk/>
          <pc:sldMk cId="0" sldId="299"/>
        </pc:sldMkLst>
        <pc:spChg chg="mod">
          <ac:chgData name="Demers Real" userId="faf31a43-5513-4cc6-abd3-b43fc8e821b1" providerId="ADAL" clId="{7FC66AA7-CAD9-431F-BEAD-6F4ACAA6D751}" dt="2026-10-09T14:40:02.536" v="104" actId="20577"/>
          <ac:spMkLst>
            <pc:docMk/>
            <pc:sldMk cId="0" sldId="299"/>
            <ac:spMk id="11" creationId="{00000000-0000-0000-0000-000000000000}"/>
          </ac:spMkLst>
        </pc:spChg>
        <pc:spChg chg="mod">
          <ac:chgData name="Demers Real" userId="faf31a43-5513-4cc6-abd3-b43fc8e821b1" providerId="ADAL" clId="{7FC66AA7-CAD9-431F-BEAD-6F4ACAA6D751}" dt="2026-10-09T14:40:32.883" v="117" actId="20577"/>
          <ac:spMkLst>
            <pc:docMk/>
            <pc:sldMk cId="0" sldId="299"/>
            <ac:spMk id="14" creationId="{00000000-0000-0000-0000-000000000000}"/>
          </ac:spMkLst>
        </pc:spChg>
        <pc:spChg chg="mod">
          <ac:chgData name="Demers Real" userId="faf31a43-5513-4cc6-abd3-b43fc8e821b1" providerId="ADAL" clId="{7FC66AA7-CAD9-431F-BEAD-6F4ACAA6D751}" dt="2026-10-09T14:40:09.436" v="106" actId="20577"/>
          <ac:spMkLst>
            <pc:docMk/>
            <pc:sldMk cId="0" sldId="299"/>
            <ac:spMk id="17" creationId="{00000000-0000-0000-0000-000000000000}"/>
          </ac:spMkLst>
        </pc:spChg>
        <pc:spChg chg="mod">
          <ac:chgData name="Demers Real" userId="faf31a43-5513-4cc6-abd3-b43fc8e821b1" providerId="ADAL" clId="{7FC66AA7-CAD9-431F-BEAD-6F4ACAA6D751}" dt="2026-10-09T14:40:44.758" v="119" actId="20577"/>
          <ac:spMkLst>
            <pc:docMk/>
            <pc:sldMk cId="0" sldId="299"/>
            <ac:spMk id="20" creationId="{00000000-0000-0000-0000-000000000000}"/>
          </ac:spMkLst>
        </pc:spChg>
        <pc:spChg chg="mod">
          <ac:chgData name="Demers Real" userId="faf31a43-5513-4cc6-abd3-b43fc8e821b1" providerId="ADAL" clId="{7FC66AA7-CAD9-431F-BEAD-6F4ACAA6D751}" dt="2026-10-09T14:40:15.598" v="108" actId="20577"/>
          <ac:spMkLst>
            <pc:docMk/>
            <pc:sldMk cId="0" sldId="299"/>
            <ac:spMk id="23" creationId="{00000000-0000-0000-0000-000000000000}"/>
          </ac:spMkLst>
        </pc:spChg>
        <pc:spChg chg="mod">
          <ac:chgData name="Demers Real" userId="faf31a43-5513-4cc6-abd3-b43fc8e821b1" providerId="ADAL" clId="{7FC66AA7-CAD9-431F-BEAD-6F4ACAA6D751}" dt="2026-10-09T14:40:50.489" v="121" actId="20577"/>
          <ac:spMkLst>
            <pc:docMk/>
            <pc:sldMk cId="0" sldId="299"/>
            <ac:spMk id="26" creationId="{00000000-0000-0000-0000-000000000000}"/>
          </ac:spMkLst>
        </pc:spChg>
        <pc:spChg chg="mod">
          <ac:chgData name="Demers Real" userId="faf31a43-5513-4cc6-abd3-b43fc8e821b1" providerId="ADAL" clId="{7FC66AA7-CAD9-431F-BEAD-6F4ACAA6D751}" dt="2026-10-09T14:40:19.399" v="110" actId="20577"/>
          <ac:spMkLst>
            <pc:docMk/>
            <pc:sldMk cId="0" sldId="299"/>
            <ac:spMk id="29" creationId="{00000000-0000-0000-0000-000000000000}"/>
          </ac:spMkLst>
        </pc:spChg>
        <pc:spChg chg="mod">
          <ac:chgData name="Demers Real" userId="faf31a43-5513-4cc6-abd3-b43fc8e821b1" providerId="ADAL" clId="{7FC66AA7-CAD9-431F-BEAD-6F4ACAA6D751}" dt="2026-10-09T14:40:54.091" v="123" actId="20577"/>
          <ac:spMkLst>
            <pc:docMk/>
            <pc:sldMk cId="0" sldId="299"/>
            <ac:spMk id="32" creationId="{00000000-0000-0000-0000-000000000000}"/>
          </ac:spMkLst>
        </pc:spChg>
        <pc:spChg chg="mod">
          <ac:chgData name="Demers Real" userId="faf31a43-5513-4cc6-abd3-b43fc8e821b1" providerId="ADAL" clId="{7FC66AA7-CAD9-431F-BEAD-6F4ACAA6D751}" dt="2026-10-09T14:40:23.634" v="112" actId="20577"/>
          <ac:spMkLst>
            <pc:docMk/>
            <pc:sldMk cId="0" sldId="299"/>
            <ac:spMk id="35" creationId="{00000000-0000-0000-0000-000000000000}"/>
          </ac:spMkLst>
        </pc:spChg>
        <pc:spChg chg="add mod">
          <ac:chgData name="Demers Real" userId="faf31a43-5513-4cc6-abd3-b43fc8e821b1" providerId="ADAL" clId="{7FC66AA7-CAD9-431F-BEAD-6F4ACAA6D751}" dt="2026-10-09T14:37:31.943" v="14" actId="1076"/>
          <ac:spMkLst>
            <pc:docMk/>
            <pc:sldMk cId="0" sldId="299"/>
            <ac:spMk id="38" creationId="{E1903242-FDA4-2B56-5EDE-F8A6CB1C92A5}"/>
          </ac:spMkLst>
        </pc:spChg>
        <pc:spChg chg="add mod">
          <ac:chgData name="Demers Real" userId="faf31a43-5513-4cc6-abd3-b43fc8e821b1" providerId="ADAL" clId="{7FC66AA7-CAD9-431F-BEAD-6F4ACAA6D751}" dt="2026-10-09T14:38:06.878" v="51" actId="20577"/>
          <ac:spMkLst>
            <pc:docMk/>
            <pc:sldMk cId="0" sldId="299"/>
            <ac:spMk id="41" creationId="{8553DFD8-3177-631C-C82F-AC5E9BA96279}"/>
          </ac:spMkLst>
        </pc:spChg>
        <pc:spChg chg="add mod">
          <ac:chgData name="Demers Real" userId="faf31a43-5513-4cc6-abd3-b43fc8e821b1" providerId="ADAL" clId="{7FC66AA7-CAD9-431F-BEAD-6F4ACAA6D751}" dt="2026-10-09T14:41:37.755" v="126" actId="790"/>
          <ac:spMkLst>
            <pc:docMk/>
            <pc:sldMk cId="0" sldId="299"/>
            <ac:spMk id="43" creationId="{D029E0B2-22D9-E9AC-46B0-9B9A35F87CA1}"/>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5B23848-777D-4051-8A4A-57866139E707}" type="doc">
      <dgm:prSet loTypeId="urn:microsoft.com/office/officeart/2005/8/layout/gear1" loCatId="process" qsTypeId="urn:microsoft.com/office/officeart/2005/8/quickstyle/3d1#1" qsCatId="3D" csTypeId="urn:microsoft.com/office/officeart/2005/8/colors/accent1_2#1" csCatId="accent1" phldr="1"/>
      <dgm:spPr/>
      <dgm:t>
        <a:bodyPr/>
        <a:lstStyle/>
        <a:p>
          <a:endParaRPr lang="en-CA"/>
        </a:p>
      </dgm:t>
    </dgm:pt>
    <dgm:pt modelId="{63032316-455E-45E5-9D4C-06E5B76BB3BE}">
      <dgm:prSet phldrT="[Texte]" phldr="0"/>
      <dgm:spPr>
        <a:solidFill>
          <a:srgbClr val="C00000"/>
        </a:solidFill>
      </dgm:spPr>
      <dgm:t>
        <a:bodyPr/>
        <a:lstStyle/>
        <a:p>
          <a:r>
            <a:rPr lang="en-CA" b="1" cap="none" spc="0" dirty="0">
              <a:ln w="6600">
                <a:solidFill>
                  <a:schemeClr val="accent2"/>
                </a:solidFill>
                <a:prstDash val="solid"/>
              </a:ln>
              <a:solidFill>
                <a:srgbClr val="FFFFFF"/>
              </a:solidFill>
              <a:effectLst>
                <a:outerShdw dist="38100" dir="2700000" algn="tl" rotWithShape="0">
                  <a:schemeClr val="accent2"/>
                </a:outerShdw>
              </a:effectLst>
            </a:rPr>
            <a:t>SOA</a:t>
          </a:r>
        </a:p>
      </dgm:t>
    </dgm:pt>
    <dgm:pt modelId="{C8B5F895-1A6B-47F0-838E-7D7855184473}" type="parTrans" cxnId="{152DBD24-4BD5-4E75-82A6-47D1E92BFA41}">
      <dgm:prSet/>
      <dgm:spPr/>
      <dgm:t>
        <a:bodyPr/>
        <a:lstStyle/>
        <a:p>
          <a:endParaRPr lang="en-CA"/>
        </a:p>
      </dgm:t>
    </dgm:pt>
    <dgm:pt modelId="{67F79FA9-AE82-4DD8-83A5-067470176EDD}" type="sibTrans" cxnId="{152DBD24-4BD5-4E75-82A6-47D1E92BFA41}">
      <dgm:prSet/>
      <dgm:spPr/>
      <dgm:t>
        <a:bodyPr/>
        <a:lstStyle/>
        <a:p>
          <a:endParaRPr lang="en-CA"/>
        </a:p>
      </dgm:t>
    </dgm:pt>
    <dgm:pt modelId="{3BCA8A5B-B40E-4EEC-9D6E-B8165A520F82}">
      <dgm:prSet phldrT="[Texte]" phldr="0"/>
      <dgm:spPr>
        <a:solidFill>
          <a:srgbClr val="C00000"/>
        </a:solidFill>
      </dgm:spPr>
      <dgm:t>
        <a:bodyPr/>
        <a:lstStyle/>
        <a:p>
          <a:r>
            <a:rPr lang="en-CA" b="1" cap="none" spc="0" dirty="0">
              <a:ln w="6600">
                <a:solidFill>
                  <a:schemeClr val="accent2"/>
                </a:solidFill>
                <a:prstDash val="solid"/>
              </a:ln>
              <a:solidFill>
                <a:srgbClr val="FFFFFF"/>
              </a:solidFill>
              <a:effectLst>
                <a:outerShdw dist="38100" dir="2700000" algn="tl" rotWithShape="0">
                  <a:schemeClr val="accent2"/>
                </a:outerShdw>
              </a:effectLst>
            </a:rPr>
            <a:t>ETC</a:t>
          </a:r>
        </a:p>
      </dgm:t>
    </dgm:pt>
    <dgm:pt modelId="{9E05D729-EA4F-44D8-A46D-AC3F3B4CD96E}" type="parTrans" cxnId="{4AB65630-7175-421D-8F8F-83A76143DE89}">
      <dgm:prSet/>
      <dgm:spPr/>
      <dgm:t>
        <a:bodyPr/>
        <a:lstStyle/>
        <a:p>
          <a:endParaRPr lang="en-CA"/>
        </a:p>
      </dgm:t>
    </dgm:pt>
    <dgm:pt modelId="{F7D6C9D8-146F-4576-B71B-B9D4F59295A2}" type="sibTrans" cxnId="{4AB65630-7175-421D-8F8F-83A76143DE89}">
      <dgm:prSet/>
      <dgm:spPr/>
      <dgm:t>
        <a:bodyPr/>
        <a:lstStyle/>
        <a:p>
          <a:endParaRPr lang="en-CA"/>
        </a:p>
      </dgm:t>
    </dgm:pt>
    <dgm:pt modelId="{ED1AA609-1517-491C-A2C0-E2750A818986}">
      <dgm:prSet phldrT="[Texte]" phldr="0"/>
      <dgm:spPr>
        <a:solidFill>
          <a:srgbClr val="C00000"/>
        </a:solidFill>
      </dgm:spPr>
      <dgm:t>
        <a:bodyPr/>
        <a:lstStyle/>
        <a:p>
          <a:r>
            <a:rPr lang="en-CA" b="1" cap="none" spc="0" dirty="0">
              <a:ln w="6600">
                <a:solidFill>
                  <a:schemeClr val="accent2"/>
                </a:solidFill>
                <a:prstDash val="solid"/>
              </a:ln>
              <a:solidFill>
                <a:srgbClr val="FFFFFF"/>
              </a:solidFill>
              <a:effectLst>
                <a:outerShdw dist="38100" dir="2700000" algn="tl" rotWithShape="0">
                  <a:schemeClr val="accent2"/>
                </a:outerShdw>
              </a:effectLst>
            </a:rPr>
            <a:t>DB</a:t>
          </a:r>
        </a:p>
      </dgm:t>
    </dgm:pt>
    <dgm:pt modelId="{39A49417-0E99-4702-80E6-A593E7B0F12F}" type="parTrans" cxnId="{4F6DE277-A601-4CBE-B591-232C416D76DD}">
      <dgm:prSet/>
      <dgm:spPr/>
      <dgm:t>
        <a:bodyPr/>
        <a:lstStyle/>
        <a:p>
          <a:endParaRPr lang="en-CA"/>
        </a:p>
      </dgm:t>
    </dgm:pt>
    <dgm:pt modelId="{2B866F48-0267-4483-A65C-A4FB7E554B5C}" type="sibTrans" cxnId="{4F6DE277-A601-4CBE-B591-232C416D76DD}">
      <dgm:prSet/>
      <dgm:spPr/>
      <dgm:t>
        <a:bodyPr/>
        <a:lstStyle/>
        <a:p>
          <a:endParaRPr lang="en-CA"/>
        </a:p>
      </dgm:t>
    </dgm:pt>
    <dgm:pt modelId="{9360CCF7-7AFB-456F-B425-A57DCD4FD6EA}" type="pres">
      <dgm:prSet presAssocID="{B5B23848-777D-4051-8A4A-57866139E707}" presName="composite" presStyleCnt="0">
        <dgm:presLayoutVars>
          <dgm:chMax val="3"/>
          <dgm:animLvl val="lvl"/>
          <dgm:resizeHandles val="exact"/>
        </dgm:presLayoutVars>
      </dgm:prSet>
      <dgm:spPr/>
    </dgm:pt>
    <dgm:pt modelId="{385DDE7B-1A59-4F50-AFDF-6923029D5993}" type="pres">
      <dgm:prSet presAssocID="{63032316-455E-45E5-9D4C-06E5B76BB3BE}" presName="gear1" presStyleLbl="node1" presStyleIdx="0" presStyleCnt="3">
        <dgm:presLayoutVars>
          <dgm:chMax val="1"/>
          <dgm:bulletEnabled val="1"/>
        </dgm:presLayoutVars>
      </dgm:prSet>
      <dgm:spPr/>
    </dgm:pt>
    <dgm:pt modelId="{5C66F447-692E-44A8-B0C8-10A22A1871BF}" type="pres">
      <dgm:prSet presAssocID="{63032316-455E-45E5-9D4C-06E5B76BB3BE}" presName="gear1srcNode" presStyleLbl="node1" presStyleIdx="0" presStyleCnt="3"/>
      <dgm:spPr/>
    </dgm:pt>
    <dgm:pt modelId="{F1759E51-F73F-4F58-903F-2E8E70B719F3}" type="pres">
      <dgm:prSet presAssocID="{63032316-455E-45E5-9D4C-06E5B76BB3BE}" presName="gear1dstNode" presStyleLbl="node1" presStyleIdx="0" presStyleCnt="3"/>
      <dgm:spPr/>
    </dgm:pt>
    <dgm:pt modelId="{F2D8EFAD-912C-41C3-9EFD-ABEACC1BAE03}" type="pres">
      <dgm:prSet presAssocID="{3BCA8A5B-B40E-4EEC-9D6E-B8165A520F82}" presName="gear2" presStyleLbl="node1" presStyleIdx="1" presStyleCnt="3">
        <dgm:presLayoutVars>
          <dgm:chMax val="1"/>
          <dgm:bulletEnabled val="1"/>
        </dgm:presLayoutVars>
      </dgm:prSet>
      <dgm:spPr/>
    </dgm:pt>
    <dgm:pt modelId="{1E2FC847-2695-4C0B-B5E2-AEF6EDD26CA7}" type="pres">
      <dgm:prSet presAssocID="{3BCA8A5B-B40E-4EEC-9D6E-B8165A520F82}" presName="gear2srcNode" presStyleLbl="node1" presStyleIdx="1" presStyleCnt="3"/>
      <dgm:spPr/>
    </dgm:pt>
    <dgm:pt modelId="{2730A732-9397-400D-A861-11F6AB5C6196}" type="pres">
      <dgm:prSet presAssocID="{3BCA8A5B-B40E-4EEC-9D6E-B8165A520F82}" presName="gear2dstNode" presStyleLbl="node1" presStyleIdx="1" presStyleCnt="3"/>
      <dgm:spPr/>
    </dgm:pt>
    <dgm:pt modelId="{2BB60AAA-B4D2-4FD9-A1AE-E320FD4AD941}" type="pres">
      <dgm:prSet presAssocID="{ED1AA609-1517-491C-A2C0-E2750A818986}" presName="gear3" presStyleLbl="node1" presStyleIdx="2" presStyleCnt="3"/>
      <dgm:spPr/>
    </dgm:pt>
    <dgm:pt modelId="{DA2E746B-88D5-44F4-B789-37433A122DF3}" type="pres">
      <dgm:prSet presAssocID="{ED1AA609-1517-491C-A2C0-E2750A818986}" presName="gear3tx" presStyleLbl="node1" presStyleIdx="2" presStyleCnt="3">
        <dgm:presLayoutVars>
          <dgm:chMax val="1"/>
          <dgm:bulletEnabled val="1"/>
        </dgm:presLayoutVars>
      </dgm:prSet>
      <dgm:spPr/>
    </dgm:pt>
    <dgm:pt modelId="{27DF7CBA-CE1F-4237-9010-76CFAA6F843C}" type="pres">
      <dgm:prSet presAssocID="{ED1AA609-1517-491C-A2C0-E2750A818986}" presName="gear3srcNode" presStyleLbl="node1" presStyleIdx="2" presStyleCnt="3"/>
      <dgm:spPr/>
    </dgm:pt>
    <dgm:pt modelId="{DC74D7D4-2563-41DD-AF96-2D1FE3A66459}" type="pres">
      <dgm:prSet presAssocID="{ED1AA609-1517-491C-A2C0-E2750A818986}" presName="gear3dstNode" presStyleLbl="node1" presStyleIdx="2" presStyleCnt="3"/>
      <dgm:spPr/>
    </dgm:pt>
    <dgm:pt modelId="{8B81B803-9BC1-4C86-9BE4-B3C3BBE3DB83}" type="pres">
      <dgm:prSet presAssocID="{67F79FA9-AE82-4DD8-83A5-067470176EDD}" presName="connector1" presStyleLbl="sibTrans2D1" presStyleIdx="0" presStyleCnt="3"/>
      <dgm:spPr/>
    </dgm:pt>
    <dgm:pt modelId="{38D079CF-7350-4BA4-99A6-3705D63D5ED9}" type="pres">
      <dgm:prSet presAssocID="{F7D6C9D8-146F-4576-B71B-B9D4F59295A2}" presName="connector2" presStyleLbl="sibTrans2D1" presStyleIdx="1" presStyleCnt="3"/>
      <dgm:spPr/>
    </dgm:pt>
    <dgm:pt modelId="{1660F1F0-8473-4013-82AD-0F3DB7A9D379}" type="pres">
      <dgm:prSet presAssocID="{2B866F48-0267-4483-A65C-A4FB7E554B5C}" presName="connector3" presStyleLbl="sibTrans2D1" presStyleIdx="2" presStyleCnt="3"/>
      <dgm:spPr/>
    </dgm:pt>
  </dgm:ptLst>
  <dgm:cxnLst>
    <dgm:cxn modelId="{E8465916-A132-47D6-87D9-B5DB59BB3F75}" type="presOf" srcId="{67F79FA9-AE82-4DD8-83A5-067470176EDD}" destId="{8B81B803-9BC1-4C86-9BE4-B3C3BBE3DB83}" srcOrd="0" destOrd="0" presId="urn:microsoft.com/office/officeart/2005/8/layout/gear1"/>
    <dgm:cxn modelId="{E29E151A-C8C3-44BD-AD56-40949DC2F32B}" type="presOf" srcId="{3BCA8A5B-B40E-4EEC-9D6E-B8165A520F82}" destId="{F2D8EFAD-912C-41C3-9EFD-ABEACC1BAE03}" srcOrd="0" destOrd="0" presId="urn:microsoft.com/office/officeart/2005/8/layout/gear1"/>
    <dgm:cxn modelId="{43ED0A21-FE58-49A4-8FAE-41D2507644ED}" type="presOf" srcId="{63032316-455E-45E5-9D4C-06E5B76BB3BE}" destId="{F1759E51-F73F-4F58-903F-2E8E70B719F3}" srcOrd="2" destOrd="0" presId="urn:microsoft.com/office/officeart/2005/8/layout/gear1"/>
    <dgm:cxn modelId="{152DBD24-4BD5-4E75-82A6-47D1E92BFA41}" srcId="{B5B23848-777D-4051-8A4A-57866139E707}" destId="{63032316-455E-45E5-9D4C-06E5B76BB3BE}" srcOrd="0" destOrd="0" parTransId="{C8B5F895-1A6B-47F0-838E-7D7855184473}" sibTransId="{67F79FA9-AE82-4DD8-83A5-067470176EDD}"/>
    <dgm:cxn modelId="{4AB65630-7175-421D-8F8F-83A76143DE89}" srcId="{B5B23848-777D-4051-8A4A-57866139E707}" destId="{3BCA8A5B-B40E-4EEC-9D6E-B8165A520F82}" srcOrd="1" destOrd="0" parTransId="{9E05D729-EA4F-44D8-A46D-AC3F3B4CD96E}" sibTransId="{F7D6C9D8-146F-4576-B71B-B9D4F59295A2}"/>
    <dgm:cxn modelId="{A90C5243-3579-461D-B872-04C1B211C7B8}" type="presOf" srcId="{2B866F48-0267-4483-A65C-A4FB7E554B5C}" destId="{1660F1F0-8473-4013-82AD-0F3DB7A9D379}" srcOrd="0" destOrd="0" presId="urn:microsoft.com/office/officeart/2005/8/layout/gear1"/>
    <dgm:cxn modelId="{4F6DE277-A601-4CBE-B591-232C416D76DD}" srcId="{B5B23848-777D-4051-8A4A-57866139E707}" destId="{ED1AA609-1517-491C-A2C0-E2750A818986}" srcOrd="2" destOrd="0" parTransId="{39A49417-0E99-4702-80E6-A593E7B0F12F}" sibTransId="{2B866F48-0267-4483-A65C-A4FB7E554B5C}"/>
    <dgm:cxn modelId="{8922087D-3459-4E91-AF46-B770F122C774}" type="presOf" srcId="{63032316-455E-45E5-9D4C-06E5B76BB3BE}" destId="{5C66F447-692E-44A8-B0C8-10A22A1871BF}" srcOrd="1" destOrd="0" presId="urn:microsoft.com/office/officeart/2005/8/layout/gear1"/>
    <dgm:cxn modelId="{FB8F647F-0EB5-4C04-8F48-8EB9E4A920CE}" type="presOf" srcId="{ED1AA609-1517-491C-A2C0-E2750A818986}" destId="{27DF7CBA-CE1F-4237-9010-76CFAA6F843C}" srcOrd="2" destOrd="0" presId="urn:microsoft.com/office/officeart/2005/8/layout/gear1"/>
    <dgm:cxn modelId="{9BA9D39A-CEA3-470E-BB2E-F54BD9B59FAD}" type="presOf" srcId="{3BCA8A5B-B40E-4EEC-9D6E-B8165A520F82}" destId="{1E2FC847-2695-4C0B-B5E2-AEF6EDD26CA7}" srcOrd="1" destOrd="0" presId="urn:microsoft.com/office/officeart/2005/8/layout/gear1"/>
    <dgm:cxn modelId="{937916AC-E233-4E55-9DA6-BE752A4DB6E8}" type="presOf" srcId="{F7D6C9D8-146F-4576-B71B-B9D4F59295A2}" destId="{38D079CF-7350-4BA4-99A6-3705D63D5ED9}" srcOrd="0" destOrd="0" presId="urn:microsoft.com/office/officeart/2005/8/layout/gear1"/>
    <dgm:cxn modelId="{575280AE-80C5-4DE2-A0D4-1B9888B64E68}" type="presOf" srcId="{ED1AA609-1517-491C-A2C0-E2750A818986}" destId="{2BB60AAA-B4D2-4FD9-A1AE-E320FD4AD941}" srcOrd="0" destOrd="0" presId="urn:microsoft.com/office/officeart/2005/8/layout/gear1"/>
    <dgm:cxn modelId="{C08EF3AF-F6D1-4F03-A602-20360C058847}" type="presOf" srcId="{3BCA8A5B-B40E-4EEC-9D6E-B8165A520F82}" destId="{2730A732-9397-400D-A861-11F6AB5C6196}" srcOrd="2" destOrd="0" presId="urn:microsoft.com/office/officeart/2005/8/layout/gear1"/>
    <dgm:cxn modelId="{2E6D72BE-C4FD-4A53-9100-B1980E6D2936}" type="presOf" srcId="{ED1AA609-1517-491C-A2C0-E2750A818986}" destId="{DC74D7D4-2563-41DD-AF96-2D1FE3A66459}" srcOrd="3" destOrd="0" presId="urn:microsoft.com/office/officeart/2005/8/layout/gear1"/>
    <dgm:cxn modelId="{BE290FDB-B46D-4579-B1A6-C1C223E52A59}" type="presOf" srcId="{ED1AA609-1517-491C-A2C0-E2750A818986}" destId="{DA2E746B-88D5-44F4-B789-37433A122DF3}" srcOrd="1" destOrd="0" presId="urn:microsoft.com/office/officeart/2005/8/layout/gear1"/>
    <dgm:cxn modelId="{C98841FC-5A69-4D02-BAC4-C21039B74A99}" type="presOf" srcId="{63032316-455E-45E5-9D4C-06E5B76BB3BE}" destId="{385DDE7B-1A59-4F50-AFDF-6923029D5993}" srcOrd="0" destOrd="0" presId="urn:microsoft.com/office/officeart/2005/8/layout/gear1"/>
    <dgm:cxn modelId="{D0E5A6FE-3A13-463C-95F4-8C8CA8628711}" type="presOf" srcId="{B5B23848-777D-4051-8A4A-57866139E707}" destId="{9360CCF7-7AFB-456F-B425-A57DCD4FD6EA}" srcOrd="0" destOrd="0" presId="urn:microsoft.com/office/officeart/2005/8/layout/gear1"/>
    <dgm:cxn modelId="{AEB55810-46BF-4D8B-98B8-D4E27460770C}" type="presParOf" srcId="{9360CCF7-7AFB-456F-B425-A57DCD4FD6EA}" destId="{385DDE7B-1A59-4F50-AFDF-6923029D5993}" srcOrd="0" destOrd="0" presId="urn:microsoft.com/office/officeart/2005/8/layout/gear1"/>
    <dgm:cxn modelId="{9146A083-F8A0-4FA3-9161-AA6570170955}" type="presParOf" srcId="{9360CCF7-7AFB-456F-B425-A57DCD4FD6EA}" destId="{5C66F447-692E-44A8-B0C8-10A22A1871BF}" srcOrd="1" destOrd="0" presId="urn:microsoft.com/office/officeart/2005/8/layout/gear1"/>
    <dgm:cxn modelId="{599B3FC4-38DB-49AA-8478-F7F7AEEA5A15}" type="presParOf" srcId="{9360CCF7-7AFB-456F-B425-A57DCD4FD6EA}" destId="{F1759E51-F73F-4F58-903F-2E8E70B719F3}" srcOrd="2" destOrd="0" presId="urn:microsoft.com/office/officeart/2005/8/layout/gear1"/>
    <dgm:cxn modelId="{D3AFA60E-8AA4-47E2-9494-94B55BEA7B4E}" type="presParOf" srcId="{9360CCF7-7AFB-456F-B425-A57DCD4FD6EA}" destId="{F2D8EFAD-912C-41C3-9EFD-ABEACC1BAE03}" srcOrd="3" destOrd="0" presId="urn:microsoft.com/office/officeart/2005/8/layout/gear1"/>
    <dgm:cxn modelId="{5CBDD588-3665-4AA1-9F8B-F3FA0E61D997}" type="presParOf" srcId="{9360CCF7-7AFB-456F-B425-A57DCD4FD6EA}" destId="{1E2FC847-2695-4C0B-B5E2-AEF6EDD26CA7}" srcOrd="4" destOrd="0" presId="urn:microsoft.com/office/officeart/2005/8/layout/gear1"/>
    <dgm:cxn modelId="{8ACD092F-BE38-4CCF-B951-6EA5866AFCC7}" type="presParOf" srcId="{9360CCF7-7AFB-456F-B425-A57DCD4FD6EA}" destId="{2730A732-9397-400D-A861-11F6AB5C6196}" srcOrd="5" destOrd="0" presId="urn:microsoft.com/office/officeart/2005/8/layout/gear1"/>
    <dgm:cxn modelId="{6915A161-6F38-4D80-93D6-2DFCB209116D}" type="presParOf" srcId="{9360CCF7-7AFB-456F-B425-A57DCD4FD6EA}" destId="{2BB60AAA-B4D2-4FD9-A1AE-E320FD4AD941}" srcOrd="6" destOrd="0" presId="urn:microsoft.com/office/officeart/2005/8/layout/gear1"/>
    <dgm:cxn modelId="{49A42E19-44D3-4018-B167-D1CD51F48E59}" type="presParOf" srcId="{9360CCF7-7AFB-456F-B425-A57DCD4FD6EA}" destId="{DA2E746B-88D5-44F4-B789-37433A122DF3}" srcOrd="7" destOrd="0" presId="urn:microsoft.com/office/officeart/2005/8/layout/gear1"/>
    <dgm:cxn modelId="{09CDCE2E-B012-4538-A94D-F58AE6ACA7D6}" type="presParOf" srcId="{9360CCF7-7AFB-456F-B425-A57DCD4FD6EA}" destId="{27DF7CBA-CE1F-4237-9010-76CFAA6F843C}" srcOrd="8" destOrd="0" presId="urn:microsoft.com/office/officeart/2005/8/layout/gear1"/>
    <dgm:cxn modelId="{A807EBCF-079E-41D3-BA26-4983600EFF09}" type="presParOf" srcId="{9360CCF7-7AFB-456F-B425-A57DCD4FD6EA}" destId="{DC74D7D4-2563-41DD-AF96-2D1FE3A66459}" srcOrd="9" destOrd="0" presId="urn:microsoft.com/office/officeart/2005/8/layout/gear1"/>
    <dgm:cxn modelId="{CF6ECAA6-6427-487F-90CC-488A08F672B3}" type="presParOf" srcId="{9360CCF7-7AFB-456F-B425-A57DCD4FD6EA}" destId="{8B81B803-9BC1-4C86-9BE4-B3C3BBE3DB83}" srcOrd="10" destOrd="0" presId="urn:microsoft.com/office/officeart/2005/8/layout/gear1"/>
    <dgm:cxn modelId="{8AE4AC6D-BB40-4475-9093-95F9D7E9552F}" type="presParOf" srcId="{9360CCF7-7AFB-456F-B425-A57DCD4FD6EA}" destId="{38D079CF-7350-4BA4-99A6-3705D63D5ED9}" srcOrd="11" destOrd="0" presId="urn:microsoft.com/office/officeart/2005/8/layout/gear1"/>
    <dgm:cxn modelId="{848ACFC7-B404-4516-92D2-80F83999F357}" type="presParOf" srcId="{9360CCF7-7AFB-456F-B425-A57DCD4FD6EA}" destId="{1660F1F0-8473-4013-82AD-0F3DB7A9D379}" srcOrd="12" destOrd="0" presId="urn:microsoft.com/office/officeart/2005/8/layout/gear1"/>
  </dgm:cxnLst>
  <dgm:bg/>
  <dgm:whole/>
  <dgm:extLst>
    <a:ext uri="http://schemas.microsoft.com/office/drawing/2008/diagram">
      <dsp:dataModelExt xmlns:dsp="http://schemas.microsoft.com/office/drawing/2008/diagram" relId="rId6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5DDE7B-1A59-4F50-AFDF-6923029D5993}">
      <dsp:nvSpPr>
        <dsp:cNvPr id="0" name=""/>
        <dsp:cNvSpPr/>
      </dsp:nvSpPr>
      <dsp:spPr>
        <a:xfrm>
          <a:off x="1132221" y="877481"/>
          <a:ext cx="1072476" cy="1072476"/>
        </a:xfrm>
        <a:prstGeom prst="gear9">
          <a:avLst/>
        </a:prstGeom>
        <a:solidFill>
          <a:srgbClr val="C00000"/>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CA" sz="1800" b="1" kern="1200" cap="none" spc="0" dirty="0">
              <a:ln w="6600">
                <a:solidFill>
                  <a:schemeClr val="accent2"/>
                </a:solidFill>
                <a:prstDash val="solid"/>
              </a:ln>
              <a:solidFill>
                <a:srgbClr val="FFFFFF"/>
              </a:solidFill>
              <a:effectLst>
                <a:outerShdw dist="38100" dir="2700000" algn="tl" rotWithShape="0">
                  <a:schemeClr val="accent2"/>
                </a:outerShdw>
              </a:effectLst>
            </a:rPr>
            <a:t>SOA</a:t>
          </a:r>
        </a:p>
      </dsp:txBody>
      <dsp:txXfrm>
        <a:off x="1347836" y="1128703"/>
        <a:ext cx="641246" cy="551275"/>
      </dsp:txXfrm>
    </dsp:sp>
    <dsp:sp modelId="{F2D8EFAD-912C-41C3-9EFD-ABEACC1BAE03}">
      <dsp:nvSpPr>
        <dsp:cNvPr id="0" name=""/>
        <dsp:cNvSpPr/>
      </dsp:nvSpPr>
      <dsp:spPr>
        <a:xfrm>
          <a:off x="508234" y="623986"/>
          <a:ext cx="779983" cy="779983"/>
        </a:xfrm>
        <a:prstGeom prst="gear6">
          <a:avLst/>
        </a:prstGeom>
        <a:solidFill>
          <a:srgbClr val="C00000"/>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CA" sz="1800" b="1" kern="1200" cap="none" spc="0" dirty="0">
              <a:ln w="6600">
                <a:solidFill>
                  <a:schemeClr val="accent2"/>
                </a:solidFill>
                <a:prstDash val="solid"/>
              </a:ln>
              <a:solidFill>
                <a:srgbClr val="FFFFFF"/>
              </a:solidFill>
              <a:effectLst>
                <a:outerShdw dist="38100" dir="2700000" algn="tl" rotWithShape="0">
                  <a:schemeClr val="accent2"/>
                </a:outerShdw>
              </a:effectLst>
            </a:rPr>
            <a:t>ETC</a:t>
          </a:r>
        </a:p>
      </dsp:txBody>
      <dsp:txXfrm>
        <a:off x="704597" y="821536"/>
        <a:ext cx="387257" cy="384883"/>
      </dsp:txXfrm>
    </dsp:sp>
    <dsp:sp modelId="{2BB60AAA-B4D2-4FD9-A1AE-E320FD4AD941}">
      <dsp:nvSpPr>
        <dsp:cNvPr id="0" name=""/>
        <dsp:cNvSpPr/>
      </dsp:nvSpPr>
      <dsp:spPr>
        <a:xfrm rot="20700000">
          <a:off x="945104" y="85877"/>
          <a:ext cx="764224" cy="764224"/>
        </a:xfrm>
        <a:prstGeom prst="gear6">
          <a:avLst/>
        </a:prstGeom>
        <a:solidFill>
          <a:srgbClr val="C00000"/>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CA" sz="1800" b="1" kern="1200" cap="none" spc="0" dirty="0">
              <a:ln w="6600">
                <a:solidFill>
                  <a:schemeClr val="accent2"/>
                </a:solidFill>
                <a:prstDash val="solid"/>
              </a:ln>
              <a:solidFill>
                <a:srgbClr val="FFFFFF"/>
              </a:solidFill>
              <a:effectLst>
                <a:outerShdw dist="38100" dir="2700000" algn="tl" rotWithShape="0">
                  <a:schemeClr val="accent2"/>
                </a:outerShdw>
              </a:effectLst>
            </a:rPr>
            <a:t>DB</a:t>
          </a:r>
        </a:p>
      </dsp:txBody>
      <dsp:txXfrm rot="-20700000">
        <a:off x="1112721" y="253494"/>
        <a:ext cx="428990" cy="428990"/>
      </dsp:txXfrm>
    </dsp:sp>
    <dsp:sp modelId="{8B81B803-9BC1-4C86-9BE4-B3C3BBE3DB83}">
      <dsp:nvSpPr>
        <dsp:cNvPr id="0" name=""/>
        <dsp:cNvSpPr/>
      </dsp:nvSpPr>
      <dsp:spPr>
        <a:xfrm>
          <a:off x="1027309" y="727979"/>
          <a:ext cx="1372770" cy="1372770"/>
        </a:xfrm>
        <a:prstGeom prst="circularArrow">
          <a:avLst>
            <a:gd name="adj1" fmla="val 4687"/>
            <a:gd name="adj2" fmla="val 299029"/>
            <a:gd name="adj3" fmla="val 2417096"/>
            <a:gd name="adj4" fmla="val 16094151"/>
            <a:gd name="adj5" fmla="val 5469"/>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sp>
    <dsp:sp modelId="{38D079CF-7350-4BA4-99A6-3705D63D5ED9}">
      <dsp:nvSpPr>
        <dsp:cNvPr id="0" name=""/>
        <dsp:cNvSpPr/>
      </dsp:nvSpPr>
      <dsp:spPr>
        <a:xfrm>
          <a:off x="370101" y="461037"/>
          <a:ext cx="997403" cy="997403"/>
        </a:xfrm>
        <a:prstGeom prst="leftCircularArrow">
          <a:avLst>
            <a:gd name="adj1" fmla="val 6452"/>
            <a:gd name="adj2" fmla="val 429999"/>
            <a:gd name="adj3" fmla="val 10489124"/>
            <a:gd name="adj4" fmla="val 14837806"/>
            <a:gd name="adj5" fmla="val 7527"/>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sp>
    <dsp:sp modelId="{1660F1F0-8473-4013-82AD-0F3DB7A9D379}">
      <dsp:nvSpPr>
        <dsp:cNvPr id="0" name=""/>
        <dsp:cNvSpPr/>
      </dsp:nvSpPr>
      <dsp:spPr>
        <a:xfrm>
          <a:off x="768331" y="-71884"/>
          <a:ext cx="1075401" cy="1075401"/>
        </a:xfrm>
        <a:prstGeom prst="circularArrow">
          <a:avLst>
            <a:gd name="adj1" fmla="val 5984"/>
            <a:gd name="adj2" fmla="val 394124"/>
            <a:gd name="adj3" fmla="val 13313824"/>
            <a:gd name="adj4" fmla="val 10508221"/>
            <a:gd name="adj5" fmla="val 6981"/>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rot="-15" type="gear6" r:blip="">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connRout" val="curve"/>
          <dgm:param type="srcNode" val="gear1srcNode"/>
          <dgm:param type="dstNode" val="gear1dstNod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connRout" val="curve"/>
          <dgm:param type="srcNode" val="gear2srcNode"/>
          <dgm:param type="dstNode" val="gear2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connRout" val="curve"/>
          <dgm:param type="srcNode" val="gear3srcNode"/>
          <dgm:param type="dstNode" val="gear3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972097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US" dirty="0"/>
              <a:t>Note:</a:t>
            </a:r>
          </a:p>
          <a:p>
            <a:endParaRPr lang="fr-CA" noProof="0" dirty="0"/>
          </a:p>
          <a:p>
            <a:r>
              <a:rPr lang="fr-CA" noProof="0" dirty="0"/>
              <a:t>Introduire les principes et concepts techniques de la mise en place d’une architecture EDA. </a:t>
            </a:r>
          </a:p>
          <a:p>
            <a:r>
              <a:rPr lang="fr-CA" noProof="0" dirty="0"/>
              <a:t>Cette présentation suit la documentation française du projet. </a:t>
            </a:r>
          </a:p>
          <a:p>
            <a:r>
              <a:rPr lang="fr-CA" noProof="0" dirty="0"/>
              <a:t>Les annexes servent de référence sans interrompre le parcours principal.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228600" y="1524000"/>
            <a:ext cx="7315200" cy="4114800"/>
          </a:xfrm>
          <a:prstGeom prst="rect">
            <a:avLst/>
          </a:prstGeom>
          <a:noFill/>
          <a:ln w="12700">
            <a:solidFill>
              <a:prstClr val="black"/>
            </a:solidFill>
          </a:ln>
        </p:spPr>
        <p:txBody>
          <a:bodyPr/>
          <a:lstStyle/>
          <a:p>
            <a:endParaRPr lang="en-CA"/>
          </a:p>
        </p:txBody>
      </p:sp>
      <p:sp>
        <p:nvSpPr>
          <p:cNvPr id="3" name="Espace réservé des notes 2"/>
          <p:cNvSpPr>
            <a:spLocks noGrp="1"/>
          </p:cNvSpPr>
          <p:nvPr>
            <p:ph type="body" idx="1"/>
          </p:nvPr>
        </p:nvSpPr>
        <p:spPr>
          <a:xfrm>
            <a:off x="685800" y="5867400"/>
            <a:ext cx="5486400" cy="4800600"/>
          </a:xfrm>
          <a:prstGeom prst="rect">
            <a:avLst/>
          </a:prstGeom>
        </p:spPr>
        <p:txBody>
          <a:bodyPr/>
          <a:lstStyle/>
          <a:p>
            <a:r>
              <a:rPr lang="fr-CA" dirty="0"/>
              <a:t>Note:</a:t>
            </a:r>
          </a:p>
          <a:p>
            <a:endParaRPr lang="fr-CA" dirty="0"/>
          </a:p>
          <a:p>
            <a:pPr marL="171450" indent="-171450">
              <a:buFont typeface="Arial" panose="020B0604020202020204" pitchFamily="34" charset="0"/>
              <a:buChar char="•"/>
            </a:pPr>
            <a:r>
              <a:rPr lang="fr-CA" dirty="0"/>
              <a:t>Sous-évalue la complexité de l’EDA.</a:t>
            </a:r>
          </a:p>
          <a:p>
            <a:pPr marL="171450" indent="-171450">
              <a:buFont typeface="Arial" panose="020B0604020202020204" pitchFamily="34" charset="0"/>
              <a:buChar char="•"/>
            </a:pPr>
            <a:r>
              <a:rPr lang="fr-CA" dirty="0"/>
              <a:t>On désire s’appuyer sur des partenaires externes (ils n’ont pas l’expertise).</a:t>
            </a:r>
          </a:p>
          <a:p>
            <a:pPr marL="171450" indent="-171450">
              <a:buFont typeface="Arial" panose="020B0604020202020204" pitchFamily="34" charset="0"/>
              <a:buChar char="•"/>
            </a:pPr>
            <a:r>
              <a:rPr lang="fr-CA" dirty="0"/>
              <a:t>Transférer/communiquer/partager l’expertise des ressources qui ont effectués réellement des implémentations résilientes.</a:t>
            </a:r>
          </a:p>
          <a:p>
            <a:endParaRPr lang="en-CA" dirty="0"/>
          </a:p>
        </p:txBody>
      </p:sp>
    </p:spTree>
    <p:extLst>
      <p:ext uri="{BB962C8B-B14F-4D97-AF65-F5344CB8AC3E}">
        <p14:creationId xmlns:p14="http://schemas.microsoft.com/office/powerpoint/2010/main" val="22913913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fr-CA" noProof="0" dirty="0"/>
              <a:t>Note: </a:t>
            </a:r>
          </a:p>
          <a:p>
            <a:endParaRPr lang="fr-CA" noProof="0" dirty="0"/>
          </a:p>
          <a:p>
            <a:r>
              <a:rPr lang="fr-CA" noProof="0" dirty="0"/>
              <a:t>Ce plan de présentation est une progression dans un apprentissage en continue. </a:t>
            </a:r>
          </a:p>
          <a:p>
            <a:pPr marL="171450" indent="-171450">
              <a:buFont typeface="Arial" panose="020B0604020202020204" pitchFamily="34" charset="0"/>
              <a:buChar char="•"/>
            </a:pPr>
            <a:r>
              <a:rPr lang="fr-CA" noProof="0" dirty="0"/>
              <a:t>On commence avec l'application et les données. </a:t>
            </a:r>
          </a:p>
          <a:p>
            <a:pPr marL="171450" indent="-171450">
              <a:buFont typeface="Arial" panose="020B0604020202020204" pitchFamily="34" charset="0"/>
              <a:buChar char="•"/>
            </a:pPr>
            <a:r>
              <a:rPr lang="fr-CA" noProof="0" dirty="0"/>
              <a:t>Kafka arrive ensuite pour comprendre où passent les messages. </a:t>
            </a:r>
          </a:p>
          <a:p>
            <a:pPr marL="171450" indent="-171450">
              <a:buFont typeface="Arial" panose="020B0604020202020204" pitchFamily="34" charset="0"/>
              <a:buChar char="•"/>
            </a:pPr>
            <a:r>
              <a:rPr lang="fr-CA" noProof="0" dirty="0"/>
              <a:t>Les défaillances justifient les transactions, l'idempotence et les patrons de persistance. </a:t>
            </a:r>
          </a:p>
          <a:p>
            <a:pPr marL="171450" indent="-171450">
              <a:buFont typeface="Arial" panose="020B0604020202020204" pitchFamily="34" charset="0"/>
              <a:buChar char="•"/>
            </a:pPr>
            <a:r>
              <a:rPr lang="fr-CA" noProof="0" dirty="0"/>
              <a:t>Flink devient un autre modèle d'exécution à comparer. </a:t>
            </a:r>
          </a:p>
          <a:p>
            <a:pPr marL="171450" indent="-171450">
              <a:buFont typeface="Arial" panose="020B0604020202020204" pitchFamily="34" charset="0"/>
              <a:buChar char="•"/>
            </a:pPr>
            <a:r>
              <a:rPr lang="fr-CA" noProof="0" dirty="0"/>
              <a:t>La distribution conduit aux opérations et à l'élasticité. </a:t>
            </a:r>
          </a:p>
          <a:p>
            <a:pPr marL="171450" indent="-171450">
              <a:buFont typeface="Arial" panose="020B0604020202020204" pitchFamily="34" charset="0"/>
              <a:buChar char="•"/>
            </a:pPr>
            <a:r>
              <a:rPr lang="fr-CA" noProof="0" dirty="0"/>
              <a:t>Enfin, l'observabilité, la gouvernance, la corroboration et le choix ETL/SOA/EDA ferment la boucle.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fr-CA" noProof="0" dirty="0"/>
              <a:t>Note:</a:t>
            </a:r>
          </a:p>
          <a:p>
            <a:endParaRPr lang="fr-CA" noProof="0" dirty="0"/>
          </a:p>
          <a:p>
            <a:r>
              <a:rPr lang="fr-CA" noProof="0" dirty="0"/>
              <a:t>Utiliser l'iceberg fourni dans le guide comme métaphore de la complexité. La partie visible est la publication et la consommation. La partie moins visible comprend l'ordre, les défaillances partielles, les doublons, les transactions, l'exploitation et la vérification des données. </a:t>
            </a:r>
          </a:p>
          <a:p>
            <a:endParaRPr lang="fr-CA" noProof="0" dirty="0"/>
          </a:p>
          <a:p>
            <a:r>
              <a:rPr lang="fr-CA" noProof="0" dirty="0"/>
              <a:t>Ne pas présenter cette image comme une mesure de coût ou de volume. Elle introduit l'idée centrale de la conclusion : la complexité ne disparaît pas, elle se déplace. Question d'ouverture : qu'est-ce qui permet de dire qu'une vente a réellement été appliquée ?</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US" dirty="0"/>
              <a:t>Note:</a:t>
            </a:r>
          </a:p>
          <a:p>
            <a:endParaRPr lang="en-US" dirty="0"/>
          </a:p>
          <a:p>
            <a:pPr marL="171450" indent="-171450">
              <a:buFont typeface="Arial" panose="020B0604020202020204" pitchFamily="34" charset="0"/>
              <a:buChar char="•"/>
            </a:pPr>
            <a:r>
              <a:rPr lang="en-US" dirty="0" err="1"/>
              <a:t>Nuxt</a:t>
            </a:r>
            <a:r>
              <a:rPr lang="en-US" dirty="0"/>
              <a:t> fournit l'interface et Spring Boot expose les services BFF tout en servant les ressources statiques. </a:t>
            </a:r>
          </a:p>
          <a:p>
            <a:pPr marL="171450" indent="-171450">
              <a:buFont typeface="Arial" panose="020B0604020202020204" pitchFamily="34" charset="0"/>
              <a:buChar char="•"/>
            </a:pPr>
            <a:r>
              <a:rPr lang="en-US" dirty="0"/>
              <a:t>Kafka, Flink et Hazelcast sont embarqués pour faciliter l'expérimentation; la base est HSQLDB. </a:t>
            </a:r>
          </a:p>
          <a:p>
            <a:pPr marL="171450" indent="-171450">
              <a:buFont typeface="Arial" panose="020B0604020202020204" pitchFamily="34" charset="0"/>
              <a:buChar char="•"/>
            </a:pPr>
            <a:r>
              <a:rPr lang="en-US" dirty="0"/>
              <a:t>La documentation indique explicitement que ce projet est éducatif. </a:t>
            </a:r>
          </a:p>
          <a:p>
            <a:pPr marL="171450" indent="-171450">
              <a:buFont typeface="Arial" panose="020B0604020202020204" pitchFamily="34" charset="0"/>
              <a:buChar char="•"/>
            </a:pPr>
            <a:r>
              <a:rPr lang="en-US" dirty="0" err="1"/>
              <a:t>L'empaquetage</a:t>
            </a:r>
            <a:r>
              <a:rPr lang="en-US" dirty="0"/>
              <a:t> unifié n'est pas une recommandation universelle : il répond ici à un objectif de simplicité locale. </a:t>
            </a:r>
          </a:p>
          <a:p>
            <a:pPr marL="171450" indent="-171450">
              <a:buFont typeface="Arial" panose="020B0604020202020204" pitchFamily="34" charset="0"/>
              <a:buChar char="•"/>
            </a:pPr>
            <a:r>
              <a:rPr lang="en-US" dirty="0"/>
              <a:t>Les composants d'infrastructure devraient généralement devenir des services externes en production. </a:t>
            </a:r>
          </a:p>
          <a:p>
            <a:pPr marL="171450" indent="-171450">
              <a:buFont typeface="Arial" panose="020B0604020202020204" pitchFamily="34" charset="0"/>
              <a:buChar char="•"/>
            </a:pPr>
            <a:r>
              <a:rPr lang="en-US" dirty="0"/>
              <a:t>La séparation sera reprise plus loin.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fr-CA" noProof="0" dirty="0"/>
              <a:t>Note:</a:t>
            </a:r>
          </a:p>
          <a:p>
            <a:endParaRPr lang="fr-CA" noProof="0" dirty="0"/>
          </a:p>
          <a:p>
            <a:r>
              <a:rPr lang="fr-CA" noProof="0" dirty="0"/>
              <a:t>Conserver la terminologie du projet : </a:t>
            </a:r>
          </a:p>
          <a:p>
            <a:pPr marL="171450" indent="-171450">
              <a:buFont typeface="Arial" panose="020B0604020202020204" pitchFamily="34" charset="0"/>
              <a:buChar char="•"/>
            </a:pPr>
            <a:r>
              <a:rPr lang="fr-CA" noProof="0" dirty="0"/>
              <a:t>CREDIT correspond à une vente et retire de l’inventaire; </a:t>
            </a:r>
          </a:p>
          <a:p>
            <a:pPr marL="171450" indent="-171450">
              <a:buFont typeface="Arial" panose="020B0604020202020204" pitchFamily="34" charset="0"/>
              <a:buChar char="•"/>
            </a:pPr>
            <a:r>
              <a:rPr lang="fr-CA" noProof="0" dirty="0"/>
              <a:t>DEBIT ajoute d’inventaire et recrédite le client. </a:t>
            </a:r>
          </a:p>
          <a:p>
            <a:endParaRPr lang="fr-CA" noProof="0" dirty="0"/>
          </a:p>
          <a:p>
            <a:r>
              <a:rPr lang="fr-CA" noProof="0" dirty="0"/>
              <a:t>Le sens peut sembler contre-intuitif (nous prenons la perspective de l’inventaire), d'où la nécessité de le préciser. </a:t>
            </a:r>
          </a:p>
          <a:p>
            <a:r>
              <a:rPr lang="fr-CA" noProof="0" dirty="0"/>
              <a:t>REQUEST est la demande à traiter, PERSON porte le solde, PRODUCT le prix et INVENTORY la quantité disponible. Les résultats PENDING, BACK_ORDER, EXECUTED et ERROR seront réutilisés dans les explications d'idempotence et de corroboration. L'invariant de l’inventaire non négatif est un objectif métier, pas une garantie déjà assurée dans tous les modes du Sandbox. </a:t>
            </a:r>
            <a:r>
              <a:rPr lang="fr-CA" dirty="0"/>
              <a:t>Les options :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dirty="0"/>
              <a:t>Activation des clés,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dirty="0"/>
              <a:t>Latence artificielle,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dirty="0"/>
              <a:t>Rejeu,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dirty="0"/>
              <a:t>Alternative Flink,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dirty="0"/>
              <a:t>Pause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CA" dirty="0"/>
              <a:t>Actions de démarrage et réinitialisation.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CA" dirty="0"/>
          </a:p>
          <a:p>
            <a:pPr marL="0" marR="0" lvl="0" indent="0" algn="l" defTabSz="914400" rtl="0" eaLnBrk="1" fontAlgn="auto" latinLnBrk="0" hangingPunct="1">
              <a:lnSpc>
                <a:spcPct val="100000"/>
              </a:lnSpc>
              <a:spcBef>
                <a:spcPts val="0"/>
              </a:spcBef>
              <a:spcAft>
                <a:spcPts val="0"/>
              </a:spcAft>
              <a:buClrTx/>
              <a:buSzTx/>
              <a:buFontTx/>
              <a:buNone/>
              <a:tabLst/>
              <a:defRPr/>
            </a:pPr>
            <a:r>
              <a:rPr lang="fr-CA" dirty="0"/>
              <a:t>Pour comparer deux essais, conserver le même jeu de données et ne changer qu'une variable. Les effets attendus sont ceux décrits dans le guide, pas une nouvelle mesure. Ne pas réinitialiser un lot encore en cours lors de la démonstration. Préparer et vérifier la version utilisée avant le cours.</a:t>
            </a:r>
          </a:p>
          <a:p>
            <a:endParaRPr lang="fr-CA" noProof="0"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fr-CA" noProof="0" dirty="0"/>
              <a:t>Note:</a:t>
            </a:r>
          </a:p>
          <a:p>
            <a:endParaRPr lang="fr-CA" noProof="0" dirty="0"/>
          </a:p>
          <a:p>
            <a:r>
              <a:rPr lang="fr-CA" noProof="0" dirty="0"/>
              <a:t>Dans l’ordre :</a:t>
            </a:r>
          </a:p>
          <a:p>
            <a:pPr marL="171450" indent="-171450">
              <a:buFont typeface="Arial" panose="020B0604020202020204" pitchFamily="34" charset="0"/>
              <a:buChar char="•"/>
            </a:pPr>
            <a:r>
              <a:rPr lang="fr-CA" noProof="0" dirty="0"/>
              <a:t>L'interface soumet l'action; </a:t>
            </a:r>
          </a:p>
          <a:p>
            <a:pPr marL="171450" indent="-171450">
              <a:buFont typeface="Arial" panose="020B0604020202020204" pitchFamily="34" charset="0"/>
              <a:buChar char="•"/>
            </a:pPr>
            <a:r>
              <a:rPr lang="fr-CA" noProof="0" dirty="0"/>
              <a:t>PipelineSrv publie les requêtes dans le topic du chemin direct; </a:t>
            </a:r>
          </a:p>
          <a:p>
            <a:pPr marL="171450" indent="-171450">
              <a:buFont typeface="Arial" panose="020B0604020202020204" pitchFamily="34" charset="0"/>
              <a:buChar char="•"/>
            </a:pPr>
            <a:r>
              <a:rPr lang="fr-CA" noProof="0" dirty="0"/>
              <a:t>le </a:t>
            </a:r>
            <a:r>
              <a:rPr lang="fr-CA" noProof="0" dirty="0" err="1"/>
              <a:t>listener</a:t>
            </a:r>
            <a:r>
              <a:rPr lang="fr-CA" noProof="0" dirty="0"/>
              <a:t> reçoit chaque enregistrement; </a:t>
            </a:r>
          </a:p>
          <a:p>
            <a:pPr marL="171450" indent="-171450">
              <a:buFont typeface="Arial" panose="020B0604020202020204" pitchFamily="34" charset="0"/>
              <a:buChar char="•"/>
            </a:pPr>
            <a:r>
              <a:rPr lang="fr-CA" noProof="0" dirty="0" err="1"/>
              <a:t>PipelineSrv.handle</a:t>
            </a:r>
            <a:r>
              <a:rPr lang="fr-CA" noProof="0" dirty="0"/>
              <a:t> coordonne puis </a:t>
            </a:r>
            <a:r>
              <a:rPr lang="fr-CA" noProof="0" dirty="0" err="1"/>
              <a:t>ProcessorSrv.process</a:t>
            </a:r>
            <a:r>
              <a:rPr lang="fr-CA" noProof="0" dirty="0"/>
              <a:t> applique le travail métier. </a:t>
            </a:r>
          </a:p>
          <a:p>
            <a:endParaRPr lang="fr-CA" noProof="0" dirty="0"/>
          </a:p>
          <a:p>
            <a:r>
              <a:rPr lang="fr-CA" noProof="0" dirty="0"/>
              <a:t>Le </a:t>
            </a:r>
            <a:r>
              <a:rPr lang="fr-CA" noProof="0" dirty="0" err="1"/>
              <a:t>listener</a:t>
            </a:r>
            <a:r>
              <a:rPr lang="fr-CA" noProof="0" dirty="0"/>
              <a:t> accuse réception après le retour du traitement transactionnel. Les deux modes Kafka et Flink partageront ce cœur métier. Demander aux auditeurs où une panne pourrait se produire : chaque flèche ouvre une question que les prochaines sections vont traiter.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228600" y="1524000"/>
            <a:ext cx="7315200" cy="4114800"/>
          </a:xfrm>
          <a:prstGeom prst="rect">
            <a:avLst/>
          </a:prstGeom>
          <a:noFill/>
          <a:ln w="12700">
            <a:solidFill>
              <a:prstClr val="black"/>
            </a:solidFill>
          </a:ln>
        </p:spPr>
        <p:txBody>
          <a:bodyPr/>
          <a:lstStyle/>
          <a:p>
            <a:endParaRPr lang="en-CA"/>
          </a:p>
        </p:txBody>
      </p:sp>
      <p:sp>
        <p:nvSpPr>
          <p:cNvPr id="3" name="Espace réservé des notes 2"/>
          <p:cNvSpPr>
            <a:spLocks noGrp="1"/>
          </p:cNvSpPr>
          <p:nvPr>
            <p:ph type="body" idx="1"/>
          </p:nvPr>
        </p:nvSpPr>
        <p:spPr>
          <a:xfrm>
            <a:off x="685800" y="5867400"/>
            <a:ext cx="5486400" cy="4800600"/>
          </a:xfrm>
          <a:prstGeom prst="rect">
            <a:avLst/>
          </a:prstGeom>
        </p:spPr>
        <p:txBody>
          <a:bodyPr/>
          <a:lstStyle/>
          <a:p>
            <a:r>
              <a:rPr lang="fr-CA" noProof="0" dirty="0"/>
              <a:t>Note:</a:t>
            </a:r>
          </a:p>
          <a:p>
            <a:endParaRPr lang="fr-CA" noProof="0" dirty="0"/>
          </a:p>
          <a:p>
            <a:r>
              <a:rPr lang="fr-CA" noProof="0" dirty="0"/>
              <a:t>La normalisation des informations à transporter est essentiel.</a:t>
            </a:r>
          </a:p>
          <a:p>
            <a:r>
              <a:rPr lang="fr-CA" noProof="0" dirty="0"/>
              <a:t>Cette activité permet de déterminer :</a:t>
            </a:r>
          </a:p>
          <a:p>
            <a:pPr marL="171450" indent="-171450">
              <a:buFont typeface="Arial" panose="020B0604020202020204" pitchFamily="34" charset="0"/>
              <a:buChar char="•"/>
            </a:pPr>
            <a:r>
              <a:rPr lang="fr-CA" noProof="0" dirty="0"/>
              <a:t>la meilleure clé de partition.</a:t>
            </a:r>
          </a:p>
          <a:p>
            <a:pPr marL="171450" indent="-171450">
              <a:buFont typeface="Arial" panose="020B0604020202020204" pitchFamily="34" charset="0"/>
              <a:buChar char="•"/>
            </a:pPr>
            <a:r>
              <a:rPr lang="fr-CA" dirty="0"/>
              <a:t>Le nombre de partitions.</a:t>
            </a:r>
          </a:p>
        </p:txBody>
      </p:sp>
    </p:spTree>
    <p:extLst>
      <p:ext uri="{BB962C8B-B14F-4D97-AF65-F5344CB8AC3E}">
        <p14:creationId xmlns:p14="http://schemas.microsoft.com/office/powerpoint/2010/main" val="42023627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fr-CA" dirty="0"/>
              <a:t>Note:</a:t>
            </a:r>
          </a:p>
          <a:p>
            <a:endParaRPr lang="fr-CA" dirty="0"/>
          </a:p>
          <a:p>
            <a:r>
              <a:rPr lang="fr-CA" dirty="0"/>
              <a:t>Présentation des deux extrêmes puis le compromis possible. </a:t>
            </a:r>
          </a:p>
          <a:p>
            <a:pPr marL="171450" indent="-171450">
              <a:buFont typeface="Arial" panose="020B0604020202020204" pitchFamily="34" charset="0"/>
              <a:buChar char="•"/>
            </a:pPr>
            <a:r>
              <a:rPr lang="fr-CA" dirty="0"/>
              <a:t>Un Fat pipe mélange des événements et complique responsabilité, filtrage, schémas et choix de clé. </a:t>
            </a:r>
          </a:p>
          <a:p>
            <a:pPr marL="171450" indent="-171450">
              <a:buFont typeface="Arial" panose="020B0604020202020204" pitchFamily="34" charset="0"/>
              <a:buChar char="•"/>
            </a:pPr>
            <a:r>
              <a:rPr lang="fr-CA" dirty="0"/>
              <a:t>Un Thin pipe spécialisé clarifient les contrats, mais fragmentent les séquences entre topics et augmentent la surface opérationnelle. </a:t>
            </a:r>
          </a:p>
          <a:p>
            <a:pPr marL="171450" indent="-171450">
              <a:buFont typeface="Arial" panose="020B0604020202020204" pitchFamily="34" charset="0"/>
              <a:buChar char="•"/>
            </a:pPr>
            <a:r>
              <a:rPr lang="fr-CA" dirty="0"/>
              <a:t>L'orientation proposée consiste à regrouper les événements d'une même entité ou d'un agrégat quand leur ordre est essentiel, tout en isolant les données lorsque leurs exigences l'imposent. </a:t>
            </a:r>
          </a:p>
          <a:p>
            <a:endParaRPr lang="fr-CA" dirty="0"/>
          </a:p>
          <a:p>
            <a:r>
              <a:rPr lang="fr-CA" dirty="0"/>
              <a:t>Important:</a:t>
            </a:r>
          </a:p>
          <a:p>
            <a:r>
              <a:rPr lang="fr-CA" dirty="0"/>
              <a:t>Les topics du Sandbox sont focalisés sur le traitement des requêtes et leur DLT; le projet ne modélise pas tout un catalogue d'entreprise.
</a:t>
            </a:r>
            <a:r>
              <a:rPr lang="fr-CA" noProof="0" dirty="0"/>
              <a:t>Note:</a:t>
            </a:r>
          </a:p>
          <a:p>
            <a:r>
              <a:rPr lang="fr-CA" noProof="0" dirty="0"/>
              <a:t>L’orientation choisie sert également pour déterminer:</a:t>
            </a:r>
          </a:p>
          <a:p>
            <a:pPr marL="171450" indent="-171450">
              <a:buFont typeface="Arial" panose="020B0604020202020204" pitchFamily="34" charset="0"/>
              <a:buChar char="•"/>
            </a:pPr>
            <a:r>
              <a:rPr lang="fr-CA" noProof="0" dirty="0"/>
              <a:t>la meilleure clé de partition.</a:t>
            </a:r>
          </a:p>
          <a:p>
            <a:pPr marL="171450" indent="-171450">
              <a:buFont typeface="Arial" panose="020B0604020202020204" pitchFamily="34" charset="0"/>
              <a:buChar char="•"/>
            </a:pPr>
            <a:r>
              <a:rPr lang="fr-CA" dirty="0"/>
              <a:t>Le nombre de partitions.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fr-CA" noProof="0" dirty="0"/>
              <a:t>Note:</a:t>
            </a:r>
          </a:p>
          <a:p>
            <a:endParaRPr lang="fr-CA" noProof="0" dirty="0"/>
          </a:p>
          <a:p>
            <a:r>
              <a:rPr lang="fr-CA" noProof="0" dirty="0"/>
              <a:t>Un topic contient des partitions. Chaque partition est un journal ordonné. L'offset est la position d'un enregistrement dans cette partition; l'offset validé du groupe indique sa reprise. </a:t>
            </a:r>
          </a:p>
          <a:p>
            <a:endParaRPr lang="fr-CA" noProof="0" dirty="0"/>
          </a:p>
          <a:p>
            <a:r>
              <a:rPr lang="fr-CA" noProof="0" dirty="0"/>
              <a:t>Dans un groupe, une partition n'est attribuée qu'à un consommateur actif à la fois. Le dessin simplifie volontairement le nombre de partitions et de consommateurs; il ne représente pas les valeurs de configuration de l'archive. </a:t>
            </a:r>
          </a:p>
          <a:p>
            <a:endParaRPr lang="fr-CA" noProof="0" dirty="0"/>
          </a:p>
          <a:p>
            <a:r>
              <a:rPr lang="fr-CA" noProof="0" dirty="0"/>
              <a:t>Ne pas parler encore de garantie </a:t>
            </a:r>
            <a:r>
              <a:rPr lang="fr-CA" noProof="0" dirty="0" err="1"/>
              <a:t>exactly</a:t>
            </a:r>
            <a:r>
              <a:rPr lang="fr-CA" noProof="0" dirty="0"/>
              <a:t>-once : l'ordre et le suivi de position ne sont pas une garantie sur les effets SQL.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fr-CA" noProof="0" dirty="0"/>
              <a:t>Note:</a:t>
            </a:r>
          </a:p>
          <a:p>
            <a:endParaRPr lang="fr-CA" noProof="0" dirty="0"/>
          </a:p>
          <a:p>
            <a:r>
              <a:rPr lang="fr-CA" noProof="0" dirty="0"/>
              <a:t>Le schéma illustre un déséquilibre.</a:t>
            </a:r>
          </a:p>
          <a:p>
            <a:r>
              <a:rPr lang="fr-CA" noProof="0" dirty="0"/>
              <a:t>Une clé très dominante concentre le trafic sur une partition (ou peu de partitions). </a:t>
            </a:r>
          </a:p>
          <a:p>
            <a:endParaRPr lang="fr-CA" noProof="0" dirty="0"/>
          </a:p>
          <a:p>
            <a:r>
              <a:rPr lang="fr-CA" noProof="0" dirty="0"/>
              <a:t>Augmenter le nombre de consommateurs ne divise pas le travail de cette partition. </a:t>
            </a:r>
          </a:p>
          <a:p>
            <a:r>
              <a:rPr lang="fr-CA" noProof="0" dirty="0"/>
              <a:t>Avant de changer le partitionnement, revenir à l'exigence d'ordre par entité. </a:t>
            </a:r>
          </a:p>
          <a:p>
            <a:endParaRPr lang="fr-CA" noProof="0" dirty="0"/>
          </a:p>
          <a:p>
            <a:r>
              <a:rPr lang="fr-CA" noProof="0" dirty="0"/>
              <a:t>La distribution, les verrous, la base SQL et les appels externes doivent être considérés ensemble. </a:t>
            </a:r>
          </a:p>
          <a:p>
            <a:r>
              <a:rPr lang="fr-CA" noProof="0" dirty="0"/>
              <a:t>Plusieurs mitigations sont possibles, mais le support n'en fait pas une recette universelle : le compromis entre ordre et débit doit être explicité.</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fr-CA" noProof="0" dirty="0"/>
              <a:t>Note:</a:t>
            </a:r>
          </a:p>
          <a:p>
            <a:endParaRPr lang="fr-CA" noProof="0" dirty="0"/>
          </a:p>
          <a:p>
            <a:r>
              <a:rPr lang="fr-CA" noProof="0" dirty="0"/>
              <a:t>Le Sandbox utilise productId comme clé de partition. </a:t>
            </a:r>
          </a:p>
          <a:p>
            <a:r>
              <a:rPr lang="fr-CA" noProof="0" dirty="0"/>
              <a:t>À nombre de partitions inchangé, les requêtes d'un même produit rejoignent la même partition. </a:t>
            </a:r>
          </a:p>
          <a:p>
            <a:r>
              <a:rPr lang="fr-CA" noProof="0" dirty="0"/>
              <a:t>Dans le chemin direct illustré, elles sont traitées séquentiellement par le consommateur propriétaire de cette partition. </a:t>
            </a:r>
          </a:p>
          <a:p>
            <a:r>
              <a:rPr lang="fr-CA" noProof="0" dirty="0"/>
              <a:t>Sans clé, elles peuvent se retrouver dans plusieurs partitions et s'exécuter en parallèle. Ne pas transformer cette garantie locale en ordre global. </a:t>
            </a:r>
          </a:p>
          <a:p>
            <a:endParaRPr lang="fr-CA" noProof="0" dirty="0"/>
          </a:p>
          <a:p>
            <a:r>
              <a:rPr lang="fr-CA" noProof="0" dirty="0"/>
              <a:t>La documentation  du Sandbox signale également qu'un changement du nombre de partitions remappe les clés et exige une planification. </a:t>
            </a:r>
          </a:p>
          <a:p>
            <a:r>
              <a:rPr lang="fr-CA" noProof="0" dirty="0"/>
              <a:t>La question du choix de clé précède donc celle du nombre de pods.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fr-CA" noProof="0" dirty="0"/>
              <a:t>Note:</a:t>
            </a:r>
          </a:p>
          <a:p>
            <a:endParaRPr lang="fr-CA" noProof="0" dirty="0"/>
          </a:p>
          <a:p>
            <a:r>
              <a:rPr lang="fr-CA" noProof="0" dirty="0"/>
              <a:t>Cette diapositive présente les rapports inclus dans le projet Sandbox. </a:t>
            </a:r>
          </a:p>
          <a:p>
            <a:r>
              <a:rPr lang="fr-CA" noProof="0" dirty="0"/>
              <a:t>Elle ne constitue pas une nouvelle exécution ni une prédiction du chiffre obtenu à chaque essai. </a:t>
            </a:r>
          </a:p>
          <a:p>
            <a:endParaRPr lang="fr-CA" noProof="0" dirty="0"/>
          </a:p>
          <a:p>
            <a:r>
              <a:rPr lang="fr-CA" noProof="0" dirty="0"/>
              <a:t>Avec la clé, le rapport documente des quantités non négatives et des demandes BACK_ORDER lorsque l’</a:t>
            </a:r>
            <a:r>
              <a:rPr lang="fr-CA" noProof="0" dirty="0" err="1"/>
              <a:t>inventire</a:t>
            </a:r>
            <a:r>
              <a:rPr lang="fr-CA" noProof="0" dirty="0"/>
              <a:t> est insuffisant. </a:t>
            </a:r>
          </a:p>
          <a:p>
            <a:r>
              <a:rPr lang="fr-CA" noProof="0" dirty="0"/>
              <a:t>Sans clé, Banana est à -10. </a:t>
            </a:r>
          </a:p>
          <a:p>
            <a:endParaRPr lang="fr-CA" noProof="0" dirty="0"/>
          </a:p>
          <a:p>
            <a:r>
              <a:rPr lang="fr-CA" noProof="0" dirty="0"/>
              <a:t>Question : </a:t>
            </a:r>
          </a:p>
          <a:p>
            <a:r>
              <a:rPr lang="fr-CA" noProof="0" dirty="0"/>
              <a:t>Un tableau de bord indiquant que les messages ont été consommés suffirait-il à détecter cette anomalie métier ? </a:t>
            </a:r>
          </a:p>
          <a:p>
            <a:pPr marL="171450" indent="-171450">
              <a:buFont typeface="Arial" panose="020B0604020202020204" pitchFamily="34" charset="0"/>
              <a:buChar char="•"/>
            </a:pPr>
            <a:r>
              <a:rPr lang="fr-CA" noProof="0" dirty="0"/>
              <a:t>Réponse attendue : non, il faut observer l'état et ses invariants.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fr-CA" noProof="0" dirty="0"/>
              <a:t>Note:</a:t>
            </a:r>
          </a:p>
          <a:p>
            <a:endParaRPr lang="fr-CA" noProof="0" dirty="0"/>
          </a:p>
          <a:p>
            <a:r>
              <a:rPr lang="fr-CA" noProof="0" dirty="0"/>
              <a:t>La course « check-</a:t>
            </a:r>
            <a:r>
              <a:rPr lang="fr-CA" noProof="0" dirty="0" err="1"/>
              <a:t>then</a:t>
            </a:r>
            <a:r>
              <a:rPr lang="fr-CA" noProof="0" dirty="0"/>
              <a:t>-</a:t>
            </a:r>
            <a:r>
              <a:rPr lang="fr-CA" noProof="0" dirty="0" err="1"/>
              <a:t>act</a:t>
            </a:r>
            <a:r>
              <a:rPr lang="fr-CA" noProof="0" dirty="0"/>
              <a:t> » telle qu'elle est documentée : deux requêtes visant la même personne va lire le même solde.</a:t>
            </a:r>
          </a:p>
          <a:p>
            <a:r>
              <a:rPr lang="fr-CA" noProof="0" dirty="0"/>
              <a:t>Lire le solde de la même personne, passent la vérification, puis appliquent chacune l’ajustement du solde. </a:t>
            </a:r>
          </a:p>
          <a:p>
            <a:endParaRPr lang="fr-CA" noProof="0" dirty="0"/>
          </a:p>
          <a:p>
            <a:r>
              <a:rPr lang="fr-CA" noProof="0" dirty="0"/>
              <a:t>Le verrou en mémoire « Datagrid » par personne est la solution.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228600" y="1524000"/>
            <a:ext cx="7315200" cy="4114800"/>
          </a:xfrm>
          <a:prstGeom prst="rect">
            <a:avLst/>
          </a:prstGeom>
          <a:noFill/>
          <a:ln w="12700">
            <a:solidFill>
              <a:prstClr val="black"/>
            </a:solidFill>
          </a:ln>
        </p:spPr>
        <p:txBody>
          <a:bodyPr/>
          <a:lstStyle/>
          <a:p>
            <a:endParaRPr lang="en-CA"/>
          </a:p>
        </p:txBody>
      </p:sp>
      <p:sp>
        <p:nvSpPr>
          <p:cNvPr id="3" name="Espace réservé des notes 2"/>
          <p:cNvSpPr>
            <a:spLocks noGrp="1"/>
          </p:cNvSpPr>
          <p:nvPr>
            <p:ph type="body" idx="1"/>
          </p:nvPr>
        </p:nvSpPr>
        <p:spPr>
          <a:xfrm>
            <a:off x="685800" y="5867400"/>
            <a:ext cx="5486400" cy="4800600"/>
          </a:xfrm>
          <a:prstGeom prst="rect">
            <a:avLst/>
          </a:prstGeom>
        </p:spPr>
        <p:txBody>
          <a:bodyPr/>
          <a:lstStyle/>
          <a:p>
            <a:r>
              <a:rPr lang="en-CA" dirty="0"/>
              <a:t>Note:</a:t>
            </a:r>
          </a:p>
          <a:p>
            <a:endParaRPr lang="en-CA" dirty="0"/>
          </a:p>
          <a:p>
            <a:r>
              <a:rPr lang="fr-CA" noProof="0" dirty="0"/>
              <a:t>L’approche traditionnelle « SQL » n’est pas la bonne : verrouillage pessimiste, verrouillage optimiste ou UPDATE conditionnel (where clause).</a:t>
            </a:r>
          </a:p>
          <a:p>
            <a:pPr marL="171450" indent="-171450">
              <a:buFont typeface="Arial" panose="020B0604020202020204" pitchFamily="34" charset="0"/>
              <a:buChar char="•"/>
            </a:pPr>
            <a:r>
              <a:rPr lang="fr-CA" noProof="0" dirty="0"/>
              <a:t>Brise l’élasticité horizontale.</a:t>
            </a:r>
          </a:p>
          <a:p>
            <a:pPr marL="171450" indent="-171450">
              <a:buFont typeface="Arial" panose="020B0604020202020204" pitchFamily="34" charset="0"/>
              <a:buChar char="•"/>
            </a:pPr>
            <a:r>
              <a:rPr lang="fr-CA" noProof="0" dirty="0"/>
              <a:t>Génère du DLT.</a:t>
            </a:r>
          </a:p>
          <a:p>
            <a:pPr marL="171450" indent="-171450">
              <a:buFont typeface="Arial" panose="020B0604020202020204" pitchFamily="34" charset="0"/>
              <a:buChar char="•"/>
            </a:pPr>
            <a:r>
              <a:rPr lang="fr-CA" noProof="0" dirty="0"/>
              <a:t>Consomme des ressources Cause des tempêtes de rebalance.</a:t>
            </a:r>
          </a:p>
          <a:p>
            <a:endParaRPr lang="en-CA" dirty="0"/>
          </a:p>
        </p:txBody>
      </p:sp>
    </p:spTree>
    <p:extLst>
      <p:ext uri="{BB962C8B-B14F-4D97-AF65-F5344CB8AC3E}">
        <p14:creationId xmlns:p14="http://schemas.microsoft.com/office/powerpoint/2010/main" val="16624378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fr-CA" noProof="0" dirty="0"/>
              <a:t>Note:</a:t>
            </a:r>
          </a:p>
          <a:p>
            <a:endParaRPr lang="fr-CA" noProof="0" dirty="0"/>
          </a:p>
          <a:p>
            <a:r>
              <a:rPr lang="fr-CA" noProof="0" dirty="0"/>
              <a:t>Il y a trois garantis possibles:</a:t>
            </a:r>
          </a:p>
          <a:p>
            <a:pPr marL="171450" indent="-171450">
              <a:buFont typeface="Arial" panose="020B0604020202020204" pitchFamily="34" charset="0"/>
              <a:buChar char="•"/>
            </a:pPr>
            <a:r>
              <a:rPr lang="fr-CA" noProof="0" dirty="0"/>
              <a:t>At-</a:t>
            </a:r>
            <a:r>
              <a:rPr lang="fr-CA" noProof="0" dirty="0" err="1"/>
              <a:t>most</a:t>
            </a:r>
            <a:r>
              <a:rPr lang="fr-CA" noProof="0" dirty="0"/>
              <a:t>-once accepte une perte possible lorsque la position est validée avant le travail. </a:t>
            </a:r>
          </a:p>
          <a:p>
            <a:pPr marL="171450" indent="-171450">
              <a:buFont typeface="Arial" panose="020B0604020202020204" pitchFamily="34" charset="0"/>
              <a:buChar char="•"/>
            </a:pPr>
            <a:r>
              <a:rPr lang="fr-CA" noProof="0" dirty="0"/>
              <a:t>At-least-once accepte la </a:t>
            </a:r>
            <a:r>
              <a:rPr lang="fr-CA" noProof="0" dirty="0" err="1"/>
              <a:t>redélivrance</a:t>
            </a:r>
            <a:r>
              <a:rPr lang="fr-CA" noProof="0" dirty="0"/>
              <a:t> lorsque le travail est validé avant l'offset. </a:t>
            </a:r>
          </a:p>
          <a:p>
            <a:pPr marL="171450" indent="-171450">
              <a:buFont typeface="Arial" panose="020B0604020202020204" pitchFamily="34" charset="0"/>
              <a:buChar char="•"/>
            </a:pPr>
            <a:r>
              <a:rPr lang="fr-CA" noProof="0" dirty="0"/>
              <a:t>L'EOS Kafka rend atomiques les résultats Kafka et les offsets sources dans une boucle lecture-traitement-écriture, mais n'englobe pas automatiquement la base SQL ou un appel distant. </a:t>
            </a:r>
          </a:p>
          <a:p>
            <a:endParaRPr lang="fr-CA" noProof="0" dirty="0"/>
          </a:p>
          <a:p>
            <a:r>
              <a:rPr lang="fr-CA" noProof="0" dirty="0"/>
              <a:t>Le choix du projet Sandbox: at-least-once plus traitement idempotent. La durabilité de la publication dépend aussi de la configuration du producteur et de la réplication; aucune formulation ne doit devenir une promesse absolue d'absence de perte.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fr-CA" noProof="0" dirty="0"/>
              <a:t>Note:</a:t>
            </a:r>
          </a:p>
          <a:p>
            <a:endParaRPr lang="fr-CA" noProof="0" dirty="0"/>
          </a:p>
          <a:p>
            <a:r>
              <a:rPr lang="fr-CA" noProof="0" dirty="0"/>
              <a:t>Quelques faits:</a:t>
            </a:r>
          </a:p>
          <a:p>
            <a:pPr marL="171450" indent="-171450">
              <a:buFont typeface="Arial" panose="020B0604020202020204" pitchFamily="34" charset="0"/>
              <a:buChar char="•"/>
            </a:pPr>
            <a:r>
              <a:rPr lang="fr-CA" noProof="0" dirty="0"/>
              <a:t>L'idempotence du producteur protège contre les doublons de ses nouvelles tentatives, pas contre deux publications applicatives du même fait. </a:t>
            </a:r>
          </a:p>
          <a:p>
            <a:pPr marL="171450" indent="-171450">
              <a:buFont typeface="Arial" panose="020B0604020202020204" pitchFamily="34" charset="0"/>
              <a:buChar char="•"/>
            </a:pPr>
            <a:r>
              <a:rPr lang="fr-CA" noProof="0" dirty="0"/>
              <a:t>La transaction Kafka définit un ensemble de publications validé ou annulé. </a:t>
            </a:r>
          </a:p>
          <a:p>
            <a:pPr marL="171450" indent="-171450">
              <a:buFont typeface="Arial" panose="020B0604020202020204" pitchFamily="34" charset="0"/>
              <a:buChar char="•"/>
            </a:pPr>
            <a:r>
              <a:rPr lang="fr-CA" noProof="0" dirty="0"/>
              <a:t>Le </a:t>
            </a:r>
            <a:r>
              <a:rPr lang="fr-CA" noProof="0" dirty="0" err="1"/>
              <a:t>read_committed</a:t>
            </a:r>
            <a:r>
              <a:rPr lang="fr-CA" noProof="0" dirty="0"/>
              <a:t> empêche le consommateur de restituer les messages de transactions annulées et attend leur issue. </a:t>
            </a:r>
          </a:p>
          <a:p>
            <a:endParaRPr lang="fr-CA" noProof="0" dirty="0"/>
          </a:p>
          <a:p>
            <a:r>
              <a:rPr lang="fr-CA" noProof="0" dirty="0"/>
              <a:t>Le guide documente cette combinaison pour le chemin direct. Il ne faut pas en déduire un commit SQL ni présumer que tous les clients Kafka construits séparément héritent de la même configuration. </a:t>
            </a:r>
          </a:p>
          <a:p>
            <a:r>
              <a:rPr lang="fr-CA" noProof="0" dirty="0"/>
              <a:t>Chaque source/consommateur doit être examiné dans son propre périmètre.
</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fr-CA" noProof="0" dirty="0"/>
              <a:t>Note:</a:t>
            </a:r>
          </a:p>
          <a:p>
            <a:endParaRPr lang="fr-CA" noProof="0" dirty="0"/>
          </a:p>
          <a:p>
            <a:r>
              <a:rPr lang="fr-CA" noProof="0" dirty="0"/>
              <a:t>Ne pas confondre flush, retour de méthode et commit !!!</a:t>
            </a:r>
          </a:p>
          <a:p>
            <a:r>
              <a:rPr lang="fr-CA" noProof="0" dirty="0"/>
              <a:t>Le traitement est appelé via son proxy transactionnel; le </a:t>
            </a:r>
            <a:r>
              <a:rPr lang="fr-CA" noProof="0" dirty="0" err="1"/>
              <a:t>listener</a:t>
            </a:r>
            <a:r>
              <a:rPr lang="fr-CA" noProof="0" dirty="0"/>
              <a:t> acquitte après le retour de ce traitement. </a:t>
            </a:r>
          </a:p>
          <a:p>
            <a:r>
              <a:rPr lang="fr-CA" noProof="0" dirty="0"/>
              <a:t>Si le commit SQL a réussi mais que le processus s'arrête avant l'acquittement, le message va revenir. </a:t>
            </a:r>
          </a:p>
          <a:p>
            <a:endParaRPr lang="fr-CA" noProof="0" dirty="0"/>
          </a:p>
          <a:p>
            <a:r>
              <a:rPr lang="fr-CA" noProof="0" dirty="0"/>
              <a:t>Un acquittement placé avant un commit SQL finalement annulé pourrait au contraire perdre l'effet attendu. </a:t>
            </a:r>
          </a:p>
          <a:p>
            <a:r>
              <a:rPr lang="fr-CA" noProof="0" dirty="0"/>
              <a:t>Le callback </a:t>
            </a:r>
            <a:r>
              <a:rPr lang="fr-CA" noProof="0" dirty="0" err="1"/>
              <a:t>afterCommit</a:t>
            </a:r>
            <a:r>
              <a:rPr lang="fr-CA" noProof="0" dirty="0"/>
              <a:t> rend l'ordre explicite, mais ne supprime pas la fenêtre de panne. </a:t>
            </a:r>
          </a:p>
          <a:p>
            <a:endParaRPr lang="fr-CA" noProof="0" dirty="0"/>
          </a:p>
          <a:p>
            <a:r>
              <a:rPr lang="fr-CA" noProof="0" dirty="0"/>
              <a:t>Question : </a:t>
            </a:r>
          </a:p>
          <a:p>
            <a:pPr marL="171450" indent="-171450">
              <a:buFont typeface="Arial" panose="020B0604020202020204" pitchFamily="34" charset="0"/>
              <a:buChar char="•"/>
            </a:pPr>
            <a:r>
              <a:rPr lang="fr-CA" noProof="0" dirty="0"/>
              <a:t>Faut-il empêcher toute relivraison, ou rendre ses effets sans danger ? Réponse : concevoir le traitement idempotent.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fr-CA" noProof="0" dirty="0"/>
              <a:t>Note:</a:t>
            </a:r>
          </a:p>
          <a:p>
            <a:endParaRPr lang="fr-CA" noProof="0" dirty="0"/>
          </a:p>
          <a:p>
            <a:r>
              <a:rPr lang="fr-CA" noProof="0" dirty="0"/>
              <a:t>Le résultat métier indique si la requête est encore PENDING ou BACK_ORDER, ou déjà réglée. </a:t>
            </a:r>
          </a:p>
          <a:p>
            <a:r>
              <a:rPr lang="fr-CA" noProof="0" dirty="0"/>
              <a:t>Lorsqu'un en-tête est présent, le journal est recherché sur la clé composite CONSUMER_ID, EVENT_ID. </a:t>
            </a:r>
          </a:p>
          <a:p>
            <a:endParaRPr lang="fr-CA" noProof="0" dirty="0"/>
          </a:p>
          <a:p>
            <a:r>
              <a:rPr lang="fr-CA" noProof="0" dirty="0"/>
              <a:t>L'insertion ou la mise à jour de ce marqueur et les effets métier appartiennent à la même transaction SQL. </a:t>
            </a:r>
          </a:p>
          <a:p>
            <a:endParaRPr lang="fr-CA" noProof="0" dirty="0"/>
          </a:p>
          <a:p>
            <a:r>
              <a:rPr lang="fr-CA" noProof="0" dirty="0"/>
              <a:t>Une contrainte d'unicité reste l'autorité de déduplication face à la concurrence. </a:t>
            </a:r>
          </a:p>
          <a:p>
            <a:r>
              <a:rPr lang="fr-CA" noProof="0" dirty="0"/>
              <a:t>Il ne constitue pas le commit. Garder distincts l'identité, le type de traitement et son résultat.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fr-CA" noProof="0" dirty="0"/>
              <a:t>Note:</a:t>
            </a:r>
          </a:p>
          <a:p>
            <a:endParaRPr lang="fr-CA" noProof="0" dirty="0"/>
          </a:p>
          <a:p>
            <a:r>
              <a:rPr lang="fr-CA" noProof="0" dirty="0"/>
              <a:t>DLT signifie Dead Letter Topic : </a:t>
            </a:r>
          </a:p>
          <a:p>
            <a:pPr marL="171450" indent="-171450">
              <a:buFont typeface="Arial" panose="020B0604020202020204" pitchFamily="34" charset="0"/>
              <a:buChar char="•"/>
            </a:pPr>
            <a:r>
              <a:rPr lang="fr-CA" noProof="0" dirty="0"/>
              <a:t>Un topic dédié aux échecs qui demandent une analyse. </a:t>
            </a:r>
          </a:p>
          <a:p>
            <a:pPr marL="171450" indent="-171450">
              <a:buFont typeface="Arial" panose="020B0604020202020204" pitchFamily="34" charset="0"/>
              <a:buChar char="•"/>
            </a:pPr>
            <a:r>
              <a:rPr lang="fr-CA" noProof="0" dirty="0"/>
              <a:t>Une nouvelle tentative traite à nouveau un échec, selon une politique bornée. </a:t>
            </a:r>
          </a:p>
          <a:p>
            <a:pPr marL="171450" indent="-171450">
              <a:buFont typeface="Arial" panose="020B0604020202020204" pitchFamily="34" charset="0"/>
              <a:buChar char="•"/>
            </a:pPr>
            <a:r>
              <a:rPr lang="fr-CA" noProof="0" dirty="0"/>
              <a:t>Une relivraison peut survenir après une panne et une reprise d'offset. </a:t>
            </a:r>
          </a:p>
          <a:p>
            <a:pPr marL="171450" indent="-171450">
              <a:buFont typeface="Arial" panose="020B0604020202020204" pitchFamily="34" charset="0"/>
              <a:buChar char="•"/>
            </a:pPr>
            <a:r>
              <a:rPr lang="fr-CA" noProof="0" dirty="0"/>
              <a:t>Un rejeu est une décision de retraitement et doit respecter les règles métier et l'idempotence. </a:t>
            </a:r>
          </a:p>
          <a:p>
            <a:pPr marL="171450" indent="-171450">
              <a:buFont typeface="Arial" panose="020B0604020202020204" pitchFamily="34" charset="0"/>
              <a:buChar char="•"/>
            </a:pPr>
            <a:r>
              <a:rPr lang="fr-CA" noProof="0" dirty="0"/>
              <a:t>Les chemins Kafka et Flink possèdent des DLT. </a:t>
            </a:r>
          </a:p>
          <a:p>
            <a:endParaRPr lang="fr-CA" noProof="0" dirty="0"/>
          </a:p>
          <a:p>
            <a:r>
              <a:rPr lang="fr-CA" noProof="0" dirty="0"/>
              <a:t>L'échec durable doit conserver suffisamment de contexte pour l'analyse. </a:t>
            </a:r>
          </a:p>
          <a:p>
            <a:r>
              <a:rPr lang="fr-CA" noProof="0" dirty="0"/>
              <a:t>Ne pas transformer DLT en oubli des erreurs : </a:t>
            </a:r>
          </a:p>
          <a:p>
            <a:pPr marL="171450" indent="-171450">
              <a:buFont typeface="Arial" panose="020B0604020202020204" pitchFamily="34" charset="0"/>
              <a:buChar char="•"/>
            </a:pPr>
            <a:r>
              <a:rPr lang="fr-CA" noProof="0" dirty="0"/>
              <a:t>La gouvernance et l'exploitation doivent définir qui analyse, corrige et relance. </a:t>
            </a:r>
          </a:p>
          <a:p>
            <a:pPr marL="171450" indent="-171450">
              <a:buFont typeface="Arial" panose="020B0604020202020204" pitchFamily="34" charset="0"/>
              <a:buChar char="•"/>
            </a:pPr>
            <a:r>
              <a:rPr lang="fr-CA" noProof="0" dirty="0"/>
              <a:t>Ne pas donner ici une garantie universelle sur les exceptions non </a:t>
            </a:r>
            <a:r>
              <a:rPr lang="fr-CA" noProof="0" dirty="0" err="1"/>
              <a:t>réessayables</a:t>
            </a:r>
            <a:r>
              <a:rPr lang="fr-CA" noProof="0" dirty="0"/>
              <a:t>, dont la classification doit être vérifiée dans la version utilisée.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fr-CA" noProof="0" dirty="0"/>
              <a:t>Note:</a:t>
            </a:r>
          </a:p>
          <a:p>
            <a:endParaRPr lang="fr-CA" noProof="0" dirty="0"/>
          </a:p>
          <a:p>
            <a:r>
              <a:rPr lang="fr-CA" noProof="0" dirty="0"/>
              <a:t>Le mode direct utilise APP-Kafka-</a:t>
            </a:r>
            <a:r>
              <a:rPr lang="fr-CA" noProof="0" dirty="0" err="1"/>
              <a:t>Requests</a:t>
            </a:r>
            <a:r>
              <a:rPr lang="fr-CA" noProof="0" dirty="0"/>
              <a:t> puis </a:t>
            </a:r>
            <a:r>
              <a:rPr lang="fr-CA" noProof="0" dirty="0" err="1"/>
              <a:t>KafkaPipelineListener</a:t>
            </a:r>
            <a:r>
              <a:rPr lang="fr-CA" noProof="0" dirty="0"/>
              <a:t>. Le mode Flink utilise APP-Flink-</a:t>
            </a:r>
            <a:r>
              <a:rPr lang="fr-CA" noProof="0" dirty="0" err="1"/>
              <a:t>requests</a:t>
            </a:r>
            <a:r>
              <a:rPr lang="fr-CA" noProof="0" dirty="0"/>
              <a:t>, un job Flink et ProcessorSink. </a:t>
            </a:r>
          </a:p>
          <a:p>
            <a:r>
              <a:rPr lang="fr-CA" noProof="0" dirty="0"/>
              <a:t>Les deux délèguent ensuite au cœur </a:t>
            </a:r>
            <a:r>
              <a:rPr lang="fr-CA" noProof="0" dirty="0" err="1"/>
              <a:t>PipelineSrv.handle</a:t>
            </a:r>
            <a:r>
              <a:rPr lang="fr-CA" noProof="0" dirty="0"/>
              <a:t> et au processeur transactionnel. </a:t>
            </a:r>
          </a:p>
          <a:p>
            <a:endParaRPr lang="fr-CA" noProof="0" dirty="0"/>
          </a:p>
          <a:p>
            <a:r>
              <a:rPr lang="fr-CA" noProof="0" dirty="0"/>
              <a:t>La documentation décrit le job du sandbox comme une source et un </a:t>
            </a:r>
            <a:r>
              <a:rPr lang="fr-CA" noProof="0" dirty="0" err="1"/>
              <a:t>sink</a:t>
            </a:r>
            <a:r>
              <a:rPr lang="fr-CA" noProof="0" dirty="0"/>
              <a:t>, sans transformation intermédiaire. Cette simplicité permet de comparer le modèle de progression et de reprise.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fr-CA" noProof="0" dirty="0"/>
              <a:t>Note:</a:t>
            </a:r>
          </a:p>
          <a:p>
            <a:endParaRPr lang="fr-CA" noProof="0" dirty="0"/>
          </a:p>
          <a:p>
            <a:r>
              <a:rPr lang="fr-CA" noProof="0" dirty="0"/>
              <a:t>Un checkpoint conserve un point de reprise, notamment les offsets de la source dans son état. </a:t>
            </a:r>
          </a:p>
          <a:p>
            <a:r>
              <a:rPr lang="fr-CA" noProof="0" dirty="0"/>
              <a:t>Le point essentiel est la frontière de reprise : </a:t>
            </a:r>
          </a:p>
          <a:p>
            <a:pPr marL="171450" indent="-171450">
              <a:buFont typeface="Arial" panose="020B0604020202020204" pitchFamily="34" charset="0"/>
              <a:buChar char="•"/>
            </a:pPr>
            <a:r>
              <a:rPr lang="fr-CA" noProof="0" dirty="0"/>
              <a:t>Le dernier checkpoint terminé. </a:t>
            </a:r>
          </a:p>
          <a:p>
            <a:pPr marL="171450" indent="-171450">
              <a:buFont typeface="Arial" panose="020B0604020202020204" pitchFamily="34" charset="0"/>
              <a:buChar char="•"/>
            </a:pPr>
            <a:r>
              <a:rPr lang="fr-CA" noProof="0" dirty="0"/>
              <a:t>Les </a:t>
            </a:r>
            <a:r>
              <a:rPr lang="fr-CA" noProof="0" dirty="0" err="1"/>
              <a:t>commits</a:t>
            </a:r>
            <a:r>
              <a:rPr lang="fr-CA" noProof="0" dirty="0"/>
              <a:t> SQL du </a:t>
            </a:r>
            <a:r>
              <a:rPr lang="fr-CA" noProof="0" dirty="0" err="1"/>
              <a:t>sink</a:t>
            </a:r>
            <a:r>
              <a:rPr lang="fr-CA" noProof="0" dirty="0"/>
              <a:t> ont lieu par enregistrement, indépendamment de cette frontière. </a:t>
            </a:r>
          </a:p>
          <a:p>
            <a:endParaRPr lang="fr-CA" noProof="0" dirty="0"/>
          </a:p>
          <a:p>
            <a:r>
              <a:rPr lang="fr-CA" noProof="0" dirty="0"/>
              <a:t>Après une panne, certains effets SQL déjà validés peuvent donc être sollicités de nouveau. L'idempotence protège l'état métier; elle ne rend pas automatiquement idempotents tous les compteurs. Le guide signale explicitement cette limite pour les statistiques de complétion. </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fr-CA" noProof="0" dirty="0"/>
              <a:t>Note:</a:t>
            </a:r>
          </a:p>
          <a:p>
            <a:endParaRPr lang="fr-CA" noProof="0" dirty="0"/>
          </a:p>
          <a:p>
            <a:r>
              <a:rPr lang="fr-CA" noProof="0" dirty="0"/>
              <a:t>Le pont entre le </a:t>
            </a:r>
            <a:r>
              <a:rPr lang="fr-CA" noProof="0" dirty="0" err="1"/>
              <a:t>sink</a:t>
            </a:r>
            <a:r>
              <a:rPr lang="fr-CA" noProof="0" dirty="0"/>
              <a:t> et le service Spring comme un raccourci pédagogique valable dans la JVM du MiniCluster. </a:t>
            </a:r>
          </a:p>
          <a:p>
            <a:r>
              <a:rPr lang="fr-CA" noProof="0" dirty="0"/>
              <a:t>Il ne peut pas être transporté tel quel vers des </a:t>
            </a:r>
            <a:r>
              <a:rPr lang="fr-CA" noProof="0" dirty="0" err="1"/>
              <a:t>TaskManagers</a:t>
            </a:r>
            <a:r>
              <a:rPr lang="fr-CA" noProof="0" dirty="0"/>
              <a:t> distants. </a:t>
            </a:r>
          </a:p>
          <a:p>
            <a:endParaRPr lang="fr-CA" noProof="0" dirty="0"/>
          </a:p>
          <a:p>
            <a:r>
              <a:rPr lang="fr-CA" noProof="0" dirty="0"/>
              <a:t>Les options documentées comprennent la sortie vers Kafka puis un consommateur Spring, un </a:t>
            </a:r>
            <a:r>
              <a:rPr lang="fr-CA" noProof="0" dirty="0" err="1"/>
              <a:t>sink</a:t>
            </a:r>
            <a:r>
              <a:rPr lang="fr-CA" noProof="0" dirty="0"/>
              <a:t> natif pris en charge ou un appel de service. </a:t>
            </a:r>
          </a:p>
          <a:p>
            <a:r>
              <a:rPr lang="fr-CA" noProof="0" dirty="0"/>
              <a:t>Autre limite documentée du chemin value-</a:t>
            </a:r>
            <a:r>
              <a:rPr lang="fr-CA" noProof="0" dirty="0" err="1"/>
              <a:t>only</a:t>
            </a:r>
            <a:r>
              <a:rPr lang="fr-CA" noProof="0" dirty="0"/>
              <a:t> : la clé et les en-têtes Kafka ne traversent pas tels quels le saut Flink. </a:t>
            </a:r>
          </a:p>
          <a:p>
            <a:endParaRPr lang="fr-CA" noProof="0" dirty="0"/>
          </a:p>
          <a:p>
            <a:r>
              <a:rPr lang="fr-CA" noProof="0" dirty="0"/>
              <a:t>Ces différences doivent rester visibles dans la comparaison.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US" dirty="0"/>
              <a:t>Note:</a:t>
            </a:r>
          </a:p>
          <a:p>
            <a:endParaRPr lang="en-US" dirty="0"/>
          </a:p>
          <a:p>
            <a:r>
              <a:rPr lang="en-US" dirty="0"/>
              <a:t>Le pod, le thread consommateur et la partition. </a:t>
            </a:r>
          </a:p>
          <a:p>
            <a:r>
              <a:rPr lang="en-US" dirty="0"/>
              <a:t>Le parallélisme utile est le minimum entre partitions et pods multipliés par threads par pod. </a:t>
            </a:r>
          </a:p>
          <a:p>
            <a:endParaRPr lang="en-US" dirty="0"/>
          </a:p>
          <a:p>
            <a:r>
              <a:rPr lang="en-US" dirty="0"/>
              <a:t>Le tableau est un exemple de dimensionnement à </a:t>
            </a:r>
            <a:r>
              <a:rPr lang="en-US" dirty="0" err="1"/>
              <a:t>huit</a:t>
            </a:r>
            <a:r>
              <a:rPr lang="en-US" dirty="0"/>
              <a:t> partitions.</a:t>
            </a:r>
          </a:p>
          <a:p>
            <a:r>
              <a:rPr lang="en-US" dirty="0"/>
              <a:t>Il ne certifie pas les valeurs effectives de configuration de toutes les versions du projet. </a:t>
            </a:r>
          </a:p>
          <a:p>
            <a:endParaRPr lang="en-US" dirty="0"/>
          </a:p>
          <a:p>
            <a:r>
              <a:rPr lang="en-US" dirty="0"/>
              <a:t>Demander combien de threads sont utiles avec cinq pods et deux threads chacun : </a:t>
            </a:r>
          </a:p>
          <a:p>
            <a:pPr marL="171450" indent="-171450">
              <a:buFont typeface="Arial" panose="020B0604020202020204" pitchFamily="34" charset="0"/>
              <a:buChar char="•"/>
            </a:pPr>
            <a:r>
              <a:rPr lang="en-US" dirty="0"/>
              <a:t>Huit sur dix au maximum. </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228600" y="1524000"/>
            <a:ext cx="7315200" cy="4114800"/>
          </a:xfrm>
          <a:prstGeom prst="rect">
            <a:avLst/>
          </a:prstGeom>
          <a:noFill/>
          <a:ln w="12700">
            <a:solidFill>
              <a:prstClr val="black"/>
            </a:solidFill>
          </a:ln>
        </p:spPr>
        <p:txBody>
          <a:bodyPr/>
          <a:lstStyle/>
          <a:p>
            <a:endParaRPr lang="en-CA"/>
          </a:p>
        </p:txBody>
      </p:sp>
      <p:sp>
        <p:nvSpPr>
          <p:cNvPr id="3" name="Espace réservé des notes 2"/>
          <p:cNvSpPr>
            <a:spLocks noGrp="1"/>
          </p:cNvSpPr>
          <p:nvPr>
            <p:ph type="body" idx="1"/>
          </p:nvPr>
        </p:nvSpPr>
        <p:spPr>
          <a:xfrm>
            <a:off x="685800" y="5867400"/>
            <a:ext cx="5486400" cy="4800600"/>
          </a:xfrm>
          <a:prstGeom prst="rect">
            <a:avLst/>
          </a:prstGeom>
        </p:spPr>
        <p:txBody>
          <a:bodyPr/>
          <a:lstStyle/>
          <a:p>
            <a:r>
              <a:rPr lang="en-CA" dirty="0"/>
              <a:t>Note:</a:t>
            </a:r>
          </a:p>
          <a:p>
            <a:endParaRPr lang="fr-CA" dirty="0"/>
          </a:p>
          <a:p>
            <a:r>
              <a:rPr lang="fr-CA" dirty="0"/>
              <a:t>Les deux concepts sont liés, mais différents. Dans une architecture EDA — particulièrement avec Kafka — le lag peut être un indicateur indirect de latence, mais ce n’est pas la latence elle-même.</a:t>
            </a:r>
          </a:p>
          <a:p>
            <a:endParaRPr lang="fr-CA" dirty="0"/>
          </a:p>
          <a:p>
            <a:r>
              <a:rPr lang="fr-CA" dirty="0"/>
              <a:t>Lag</a:t>
            </a:r>
          </a:p>
          <a:p>
            <a:endParaRPr lang="fr-CA" dirty="0"/>
          </a:p>
          <a:p>
            <a:r>
              <a:rPr lang="fr-CA" dirty="0"/>
              <a:t>Le lag du consommateur mesure généralement un écart de position.</a:t>
            </a:r>
          </a:p>
          <a:p>
            <a:r>
              <a:rPr lang="fr-CA" dirty="0"/>
              <a:t>Kafka contient des messages jusqu’à l’offset `10 000`, tandis que le consommateur est rendu à `9 500` → lag = 500 messages.</a:t>
            </a:r>
          </a:p>
          <a:p>
            <a:r>
              <a:rPr lang="fr-CA" dirty="0"/>
              <a:t>Le lag répond à la question : combien de messages le consommateur a-t-il en retard ?</a:t>
            </a:r>
          </a:p>
          <a:p>
            <a:endParaRPr lang="fr-CA" dirty="0"/>
          </a:p>
          <a:p>
            <a:r>
              <a:rPr lang="fr-CA" dirty="0"/>
              <a:t>Latence</a:t>
            </a:r>
          </a:p>
          <a:p>
            <a:endParaRPr lang="fr-CA" dirty="0"/>
          </a:p>
          <a:p>
            <a:r>
              <a:rPr lang="fr-CA" dirty="0"/>
              <a:t>La latence mesure une durée.</a:t>
            </a:r>
          </a:p>
          <a:p>
            <a:r>
              <a:rPr lang="fr-CA" dirty="0"/>
              <a:t>Combien de temps faut-il pour qu’un événement soit traité de bout en bout ?</a:t>
            </a:r>
          </a:p>
          <a:p>
            <a:endParaRPr lang="fr-CA" dirty="0"/>
          </a:p>
          <a:p>
            <a:r>
              <a:rPr lang="fr-CA" dirty="0"/>
              <a:t>La relation entre les deux</a:t>
            </a:r>
          </a:p>
          <a:p>
            <a:endParaRPr lang="fr-CA" dirty="0"/>
          </a:p>
          <a:p>
            <a:r>
              <a:rPr lang="fr-CA" dirty="0"/>
              <a:t>Un lag élevé peut provoquer une latence élevée, mais la relation n’est pas directe :</a:t>
            </a:r>
          </a:p>
          <a:p>
            <a:r>
              <a:rPr lang="fr-CA" dirty="0"/>
              <a:t>Inversement, un consommateur peut avoir un lag de seulement 1 message, mais une latence élevée si le traitement de ce message prend 30 secondes.</a:t>
            </a:r>
          </a:p>
          <a:p>
            <a:endParaRPr lang="fr-CA" dirty="0"/>
          </a:p>
          <a:p>
            <a:r>
              <a:rPr lang="fr-CA" dirty="0"/>
              <a:t>Le lag n’est pas une mesure de latence au sens strict. Il mesure l’arriéré de traitement d’un consommateur. Toutefois, son augmentation constitue souvent un indicateur de dégradation de la capacité de traitement et peut entraîner une augmentation de la latence de bout en bout.</a:t>
            </a:r>
          </a:p>
          <a:p>
            <a:endParaRPr lang="fr-CA" dirty="0"/>
          </a:p>
          <a:p>
            <a:r>
              <a:rPr lang="fr-CA" dirty="0"/>
              <a:t>Pour l’observabilité en EDA, lag et latence sont complémentaires : le lag indique l’accumulation du retard, tandis que la latence indique l’impact temporel réel sur les événements.</a:t>
            </a:r>
          </a:p>
        </p:txBody>
      </p:sp>
    </p:spTree>
    <p:extLst>
      <p:ext uri="{BB962C8B-B14F-4D97-AF65-F5344CB8AC3E}">
        <p14:creationId xmlns:p14="http://schemas.microsoft.com/office/powerpoint/2010/main" val="90616678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fr-CA" noProof="0" dirty="0"/>
              <a:t>Note:</a:t>
            </a:r>
          </a:p>
          <a:p>
            <a:endParaRPr lang="fr-CA" noProof="0" dirty="0"/>
          </a:p>
          <a:p>
            <a:r>
              <a:rPr lang="fr-CA" noProof="0" dirty="0"/>
              <a:t>Le rééquilibrage redistribue les partitions quand la composition du groupe change. Il peut créer une interruption et une relivraison d'enregistrements non acquittés; son impact dépend du protocole et de la stratégie. Le réglage des lots et des timeouts doit refléter la durée du travail. Les mécanismes coopératifs, l'identité stable et la stabilisation du </a:t>
            </a:r>
            <a:r>
              <a:rPr lang="fr-CA" noProof="0" dirty="0" err="1"/>
              <a:t>scaling</a:t>
            </a:r>
            <a:r>
              <a:rPr lang="fr-CA" noProof="0" dirty="0"/>
              <a:t> réduisent certains mouvements, sans supprimer le besoin d'idempotence. Ne pas annoncer une durée universelle de rééquilibrage.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228600" y="1524000"/>
            <a:ext cx="7315200" cy="4114800"/>
          </a:xfrm>
          <a:prstGeom prst="rect">
            <a:avLst/>
          </a:prstGeom>
          <a:noFill/>
          <a:ln w="12700">
            <a:solidFill>
              <a:prstClr val="black"/>
            </a:solidFill>
          </a:ln>
        </p:spPr>
        <p:txBody>
          <a:bodyPr/>
          <a:lstStyle/>
          <a:p>
            <a:endParaRPr lang="en-CA"/>
          </a:p>
        </p:txBody>
      </p:sp>
      <p:sp>
        <p:nvSpPr>
          <p:cNvPr id="3" name="Espace réservé des notes 2"/>
          <p:cNvSpPr>
            <a:spLocks noGrp="1"/>
          </p:cNvSpPr>
          <p:nvPr>
            <p:ph type="body" idx="1"/>
          </p:nvPr>
        </p:nvSpPr>
        <p:spPr>
          <a:xfrm>
            <a:off x="685800" y="5867400"/>
            <a:ext cx="5486400" cy="4800600"/>
          </a:xfrm>
          <a:prstGeom prst="rect">
            <a:avLst/>
          </a:prstGeom>
        </p:spPr>
        <p:txBody>
          <a:bodyPr/>
          <a:lstStyle/>
          <a:p>
            <a:r>
              <a:rPr lang="fr-CA" noProof="0" dirty="0"/>
              <a:t>Note:</a:t>
            </a:r>
          </a:p>
          <a:p>
            <a:endParaRPr lang="fr-CA" noProof="0" dirty="0"/>
          </a:p>
          <a:p>
            <a:r>
              <a:rPr lang="fr-CA" b="1" noProof="0" dirty="0"/>
              <a:t>Élasticité horizontale</a:t>
            </a:r>
          </a:p>
          <a:p>
            <a:pPr rtl="0"/>
            <a:r>
              <a:rPr lang="fr-CA" dirty="0"/>
              <a:t>Le piège avec une architecture EDA/Kafka : </a:t>
            </a:r>
            <a:r>
              <a:rPr lang="fr-CA" b="1" dirty="0"/>
              <a:t>le CPU n'est pas un bon signal de charge pour un consommateur Kafka</a:t>
            </a:r>
            <a:r>
              <a:rPr lang="fr-CA" dirty="0"/>
              <a:t>. Un consommateur peut accumuler un lag énorme (retard de traitement) tout en ayant un CPU bas, parce qu'il passe son temps à attendre le broker, un verrou distribué, ou un commit DB — de l'I/O, pas du calcul. Résultat : HPA/CPU ne </a:t>
            </a:r>
            <a:r>
              <a:rPr lang="fr-CA" dirty="0" err="1"/>
              <a:t>scale</a:t>
            </a:r>
            <a:r>
              <a:rPr lang="fr-CA" dirty="0"/>
              <a:t> pas au bon moment, et peut même </a:t>
            </a:r>
            <a:r>
              <a:rPr lang="fr-CA" dirty="0" err="1"/>
              <a:t>scaler</a:t>
            </a:r>
            <a:r>
              <a:rPr lang="fr-CA" dirty="0"/>
              <a:t> pour de mauvaises raisons (rebalances inutiles, pods qui restent inactifs au-delà du nombre de partitions puisqu'il ne peut y avoir qu'un consommateur actif par partition dans un groupe).</a:t>
            </a:r>
          </a:p>
          <a:p>
            <a:pPr rtl="0"/>
            <a:endParaRPr lang="fr-CA" dirty="0"/>
          </a:p>
          <a:p>
            <a:pPr rtl="0"/>
            <a:r>
              <a:rPr lang="fr-CA" dirty="0"/>
              <a:t>C'est là qu'intervient </a:t>
            </a:r>
            <a:r>
              <a:rPr lang="fr-CA" b="1" dirty="0"/>
              <a:t>KEDA</a:t>
            </a:r>
            <a:r>
              <a:rPr lang="fr-CA" dirty="0"/>
              <a:t> : il ajoute un </a:t>
            </a:r>
            <a:r>
              <a:rPr lang="fr-CA" dirty="0" err="1"/>
              <a:t>scaler</a:t>
            </a:r>
            <a:r>
              <a:rPr lang="fr-CA" dirty="0"/>
              <a:t> capable de piloter le nombre de </a:t>
            </a:r>
            <a:r>
              <a:rPr lang="fr-CA" dirty="0" err="1"/>
              <a:t>replicas</a:t>
            </a:r>
            <a:r>
              <a:rPr lang="fr-CA" dirty="0"/>
              <a:t> sur une métrique métier externe — ici le </a:t>
            </a:r>
            <a:r>
              <a:rPr lang="fr-CA" b="1" dirty="0"/>
              <a:t>lag du groupe de consommateurs Kafka</a:t>
            </a:r>
            <a:r>
              <a:rPr lang="fr-CA" dirty="0"/>
              <a:t> — au lieu du CPU. Sous le capot, KEDA génère quand même un HPA, mais alimenté par cette métrique externe.</a:t>
            </a:r>
          </a:p>
          <a:p>
            <a:pPr rtl="0"/>
            <a:endParaRPr lang="fr-CA" b="1" dirty="0"/>
          </a:p>
          <a:p>
            <a:pPr rtl="0"/>
            <a:r>
              <a:rPr lang="fr-CA" b="1" dirty="0"/>
              <a:t>Pourquoi on ne peut pas se contenter de Karpenter seul</a:t>
            </a:r>
          </a:p>
          <a:p>
            <a:pPr rtl="0"/>
            <a:r>
              <a:rPr lang="fr-CA" dirty="0"/>
              <a:t>Karpenter ne crée jamais de pods lui-même — il réagit à une pression de </a:t>
            </a:r>
            <a:r>
              <a:rPr lang="fr-CA" dirty="0" err="1"/>
              <a:t>scheduling</a:t>
            </a:r>
            <a:r>
              <a:rPr lang="fr-CA" dirty="0"/>
              <a:t> déjà créée par autre chose (HPA, KEDA, ou un déploiement manuel). Sans KEDA (ou HPA), rien ne dit à Kubernetes </a:t>
            </a:r>
            <a:r>
              <a:rPr lang="fr-CA" i="1" dirty="0"/>
              <a:t>combien</a:t>
            </a:r>
            <a:r>
              <a:rPr lang="fr-CA" dirty="0"/>
              <a:t> de </a:t>
            </a:r>
            <a:r>
              <a:rPr lang="fr-CA" dirty="0" err="1"/>
              <a:t>replicas</a:t>
            </a:r>
            <a:r>
              <a:rPr lang="fr-CA" dirty="0"/>
              <a:t> consommateurs il faut ; Karpenter n'a alors aucun signal à observer. Et un HPA classique sur CPU serait un mauvais proxy pour le lag, comme expliqué plus haut, en plus d'ignorer le plafond dur imposé par le nombre de partitions Kafka.</a:t>
            </a:r>
          </a:p>
          <a:p>
            <a:endParaRPr lang="fr-CA" noProof="0" dirty="0"/>
          </a:p>
        </p:txBody>
      </p:sp>
    </p:spTree>
    <p:extLst>
      <p:ext uri="{BB962C8B-B14F-4D97-AF65-F5344CB8AC3E}">
        <p14:creationId xmlns:p14="http://schemas.microsoft.com/office/powerpoint/2010/main" val="11325495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US" dirty="0"/>
              <a:t>Note:</a:t>
            </a:r>
          </a:p>
          <a:p>
            <a:endParaRPr lang="en-US" dirty="0"/>
          </a:p>
          <a:p>
            <a:r>
              <a:rPr lang="en-US" dirty="0"/>
              <a:t>Une distinction du conteneur Spring Kafka. pause suspend la demande de nouveaux enregistrements tout en maintenant la vie du consommateur dans le groupe. stop arrête le conteneur et provoque un changement de composition du groupe. </a:t>
            </a:r>
          </a:p>
          <a:p>
            <a:endParaRPr lang="en-US" dirty="0"/>
          </a:p>
          <a:p>
            <a:r>
              <a:rPr lang="en-US" dirty="0"/>
              <a:t>Cela ne signifie pas que pause peut garantir l'absence de tout rééquilibrage causé ailleurs dans le cluster; cela signifie qu'elle n'exige pas en elle-même une sortie du groupe. Dans le sandbox, les événements de pause découplent le cœur du pipeline des composants de transport. Faire comparer avec la pause Flink par savepoint pour consolider les deux modèles </a:t>
            </a:r>
            <a:r>
              <a:rPr lang="en-US" dirty="0" err="1"/>
              <a:t>mentaux</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fr-CA" noProof="0" dirty="0"/>
              <a:t>Note:</a:t>
            </a:r>
          </a:p>
          <a:p>
            <a:endParaRPr lang="fr-CA" noProof="0" dirty="0"/>
          </a:p>
          <a:p>
            <a:r>
              <a:rPr lang="fr-CA" noProof="0" dirty="0"/>
              <a:t>Il faut suivre la séquence opérationnelle sans promettre qu'elle couvre une panne de machine. La plateforme retire le pod du trafic, exécute éventuellement preStop, transmet SIGTERM, puis impose SIGKILL si le délai expire. </a:t>
            </a:r>
          </a:p>
          <a:p>
            <a:endParaRPr lang="fr-CA" noProof="0" dirty="0"/>
          </a:p>
          <a:p>
            <a:r>
              <a:rPr lang="fr-CA" noProof="0" dirty="0"/>
              <a:t>L'application doit cesser d'accepter du nouveau travail, laisser terminer l'en-cours, valider les effets puis les offsets correspondants et fermer les producteurs/consommateurs. Le délai global comprend le preStop et les phases d'arrêt applicatives. </a:t>
            </a:r>
          </a:p>
          <a:p>
            <a:endParaRPr lang="fr-CA" noProof="0" dirty="0"/>
          </a:p>
          <a:p>
            <a:r>
              <a:rPr lang="fr-CA" noProof="0" dirty="0"/>
              <a:t>Un arrêt brutal peut empêcher tout nettoyage; la sémantique de reprise et l'idempotence restent donc nécessaires.
</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US" dirty="0"/>
              <a:t>Note:</a:t>
            </a:r>
          </a:p>
          <a:p>
            <a:endParaRPr lang="en-US" dirty="0"/>
          </a:p>
          <a:p>
            <a:r>
              <a:rPr lang="en-US" dirty="0"/>
              <a:t>Il faut distingue startup, liveness et readiness. </a:t>
            </a:r>
          </a:p>
          <a:p>
            <a:pPr marL="171450" indent="-171450">
              <a:buFont typeface="Arial" panose="020B0604020202020204" pitchFamily="34" charset="0"/>
              <a:buChar char="•"/>
            </a:pPr>
            <a:r>
              <a:rPr lang="en-US" dirty="0"/>
              <a:t>Startup protège la phase de démarrage. </a:t>
            </a:r>
          </a:p>
          <a:p>
            <a:pPr marL="171450" indent="-171450">
              <a:buFont typeface="Arial" panose="020B0604020202020204" pitchFamily="34" charset="0"/>
              <a:buChar char="•"/>
            </a:pPr>
            <a:r>
              <a:rPr lang="en-US" dirty="0"/>
              <a:t>Liveness porte sur la santé du processus et peut conduire à son redémarrage. </a:t>
            </a:r>
          </a:p>
          <a:p>
            <a:pPr marL="171450" indent="-171450">
              <a:buFont typeface="Arial" panose="020B0604020202020204" pitchFamily="34" charset="0"/>
              <a:buChar char="•"/>
            </a:pPr>
            <a:r>
              <a:rPr lang="en-US" dirty="0"/>
              <a:t>Readiness porte sur sa capacité à recevoir le trafic du service et retire le pod des endpoints sans l'arrêter. </a:t>
            </a:r>
          </a:p>
          <a:p>
            <a:endParaRPr lang="en-US" dirty="0"/>
          </a:p>
          <a:p>
            <a:r>
              <a:rPr lang="en-US" dirty="0"/>
              <a:t>Les indicateurs de santé doivent être rapides; les durées, compteurs et jauges relèvent des métriques. Le projet fournit des commandes pour basculer liveness/readiness et observer Actuator. Souligner que la readiness HTTP ne remplace pas le pilotage explicite de la consommation Kafka.</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fr-CA" noProof="0" dirty="0"/>
              <a:t>Note: </a:t>
            </a:r>
          </a:p>
          <a:p>
            <a:endParaRPr lang="fr-CA" noProof="0" dirty="0"/>
          </a:p>
          <a:p>
            <a:r>
              <a:rPr lang="fr-CA" noProof="0" dirty="0"/>
              <a:t>Présenter cette fiche comme un modèle de gouvernance issu du guide, pas comme l'inventaire d'un catalogue déjà déployé. </a:t>
            </a:r>
          </a:p>
          <a:p>
            <a:r>
              <a:rPr lang="fr-CA" noProof="0" dirty="0"/>
              <a:t>Documenter la signification, le propriétaire, le schéma, les producteurs/consommateurs, les objectifs de service et les règles d'accès/rétention. </a:t>
            </a:r>
          </a:p>
          <a:p>
            <a:r>
              <a:rPr lang="fr-CA" noProof="0" dirty="0"/>
              <a:t>La compatibilité du schéma et le cycle de vie du contrat doivent être explicites. </a:t>
            </a:r>
          </a:p>
          <a:p>
            <a:endParaRPr lang="fr-CA" noProof="0" dirty="0"/>
          </a:p>
          <a:p>
            <a:r>
              <a:rPr lang="fr-CA" noProof="0" dirty="0"/>
              <a:t>La documentation Data </a:t>
            </a:r>
            <a:r>
              <a:rPr lang="fr-CA" noProof="0" dirty="0" err="1"/>
              <a:t>Mesh</a:t>
            </a:r>
            <a:r>
              <a:rPr lang="fr-CA" noProof="0" dirty="0"/>
              <a:t>/Data </a:t>
            </a:r>
            <a:r>
              <a:rPr lang="fr-CA" noProof="0" dirty="0" err="1"/>
              <a:t>Fabric</a:t>
            </a:r>
            <a:r>
              <a:rPr lang="fr-CA" noProof="0" dirty="0"/>
              <a:t> rappelle que les types Java du sandbox forment un contrat implicite; une plateforme d'entreprise doit externaliser la découverte, les métadonnées et la gouvernance. </a:t>
            </a:r>
          </a:p>
          <a:p>
            <a:endParaRPr lang="fr-CA" noProof="0" dirty="0"/>
          </a:p>
          <a:p>
            <a:r>
              <a:rPr lang="fr-CA" noProof="0" dirty="0"/>
              <a:t>Question : qui est responsable si un message reste en DLT ? Ce responsable appartient au contrat opérationnel.</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fr-CA" noProof="0" dirty="0"/>
              <a:t>Note:</a:t>
            </a:r>
          </a:p>
          <a:p>
            <a:endParaRPr lang="fr-CA" noProof="0" dirty="0"/>
          </a:p>
          <a:p>
            <a:r>
              <a:rPr lang="fr-CA" noProof="0" dirty="0"/>
              <a:t>Le Data </a:t>
            </a:r>
            <a:r>
              <a:rPr lang="fr-CA" noProof="0" dirty="0" err="1"/>
              <a:t>Mesh</a:t>
            </a:r>
            <a:r>
              <a:rPr lang="fr-CA" noProof="0" dirty="0"/>
              <a:t> porte sur le modèle d'exploitation : propriété par domaine, données comme produit, plateforme libre-service et gouvernance fédérée. </a:t>
            </a:r>
          </a:p>
          <a:p>
            <a:r>
              <a:rPr lang="fr-CA" noProof="0" dirty="0"/>
              <a:t>Le Data </a:t>
            </a:r>
            <a:r>
              <a:rPr lang="fr-CA" noProof="0" dirty="0" err="1"/>
              <a:t>Fabric</a:t>
            </a:r>
            <a:r>
              <a:rPr lang="fr-CA" noProof="0" dirty="0"/>
              <a:t> porte sur les capacités partagées qui relient des données distribuées : intégration, métadonnées, qualité, accès et observabilité. </a:t>
            </a:r>
          </a:p>
          <a:p>
            <a:endParaRPr lang="fr-CA" noProof="0" dirty="0"/>
          </a:p>
          <a:p>
            <a:r>
              <a:rPr lang="fr-CA" noProof="0" dirty="0"/>
              <a:t>La documentation explique qu'un modèle hybride peut combiner les deux et que Kafka n'est pas obligatoire pour tout produit de données. </a:t>
            </a:r>
          </a:p>
          <a:p>
            <a:endParaRPr lang="fr-CA" noProof="0" dirty="0"/>
          </a:p>
          <a:p>
            <a:r>
              <a:rPr lang="fr-CA" noProof="0" dirty="0"/>
              <a:t>Un topic ne devient pas automatiquement un produit et un cluster Kafka ne constitue pas à lui seul un </a:t>
            </a:r>
            <a:r>
              <a:rPr lang="fr-CA" noProof="0" dirty="0" err="1"/>
              <a:t>Fabric</a:t>
            </a:r>
            <a:r>
              <a:rPr lang="fr-CA" noProof="0" dirty="0"/>
              <a:t>. Le sandbox reste une application pédagogique; il ne constitue ni l'un ni l'autre à l'échelle d'une entreprise.</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fr-CA" noProof="0" dirty="0"/>
              <a:t>Note:</a:t>
            </a:r>
          </a:p>
          <a:p>
            <a:endParaRPr lang="fr-CA" noProof="0" dirty="0"/>
          </a:p>
          <a:p>
            <a:r>
              <a:rPr lang="fr-CA" noProof="0" dirty="0"/>
              <a:t>Revenir à Banana : un pipeline peut consommer les messages tout en validant une quantité incorrecte. </a:t>
            </a:r>
          </a:p>
          <a:p>
            <a:r>
              <a:rPr lang="fr-CA" noProof="0" dirty="0"/>
              <a:t>La corroboration complète l'idempotence et les garanties de livraison. </a:t>
            </a:r>
          </a:p>
          <a:p>
            <a:endParaRPr lang="fr-CA" noProof="0" dirty="0"/>
          </a:p>
          <a:p>
            <a:r>
              <a:rPr lang="fr-CA" noProof="0" dirty="0"/>
              <a:t>Dans ce projet centré sur la base, les tables relationnelles constituent l'état de référence; Kafka déclenche leurs mutations. </a:t>
            </a:r>
          </a:p>
          <a:p>
            <a:r>
              <a:rPr lang="fr-CA" noProof="0" dirty="0"/>
              <a:t>Il ne faut donc pas présenter le sandbox comme une implémentation d'</a:t>
            </a:r>
            <a:r>
              <a:rPr lang="fr-CA" noProof="0" dirty="0" err="1"/>
              <a:t>event</a:t>
            </a:r>
            <a:r>
              <a:rPr lang="fr-CA" noProof="0" dirty="0"/>
              <a:t> </a:t>
            </a:r>
            <a:r>
              <a:rPr lang="fr-CA" noProof="0" dirty="0" err="1"/>
              <a:t>sourcing</a:t>
            </a:r>
            <a:r>
              <a:rPr lang="fr-CA" noProof="0" dirty="0"/>
              <a:t>. </a:t>
            </a:r>
          </a:p>
          <a:p>
            <a:endParaRPr lang="fr-CA" noProof="0" dirty="0"/>
          </a:p>
          <a:p>
            <a:r>
              <a:rPr lang="fr-CA" noProof="0" dirty="0"/>
              <a:t>Comparer les demandes exécutées, leurs quantités et opérations, et les mouvements d'inventaire attendus. </a:t>
            </a:r>
          </a:p>
          <a:p>
            <a:r>
              <a:rPr lang="fr-CA" noProof="0" dirty="0"/>
              <a:t>Les comptages par résultat constituent un premier signal; ils ne suffisent pas à prouver chaque invariant.</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fr-CA" noProof="0" dirty="0"/>
              <a:t>Note:</a:t>
            </a:r>
          </a:p>
          <a:p>
            <a:endParaRPr lang="fr-CA" noProof="0" dirty="0"/>
          </a:p>
          <a:p>
            <a:r>
              <a:rPr lang="fr-CA" noProof="0" dirty="0"/>
              <a:t>Il n’y a pas un seul contrôle miracle. </a:t>
            </a:r>
          </a:p>
          <a:p>
            <a:r>
              <a:rPr lang="fr-CA" noProof="0" dirty="0"/>
              <a:t>Les comptages et sommes de contrôle signalent rapidement un écart. </a:t>
            </a:r>
          </a:p>
          <a:p>
            <a:r>
              <a:rPr lang="fr-CA" noProof="0" dirty="0"/>
              <a:t>Les snapshots et invariants donnent des repères périodiques. </a:t>
            </a:r>
          </a:p>
          <a:p>
            <a:r>
              <a:rPr lang="fr-CA" noProof="0" dirty="0"/>
              <a:t>Le rejeu et les consommateurs fantômes permettent une comparaison approfondie, notamment pour une migration. </a:t>
            </a:r>
          </a:p>
          <a:p>
            <a:r>
              <a:rPr lang="fr-CA" noProof="0" dirty="0"/>
              <a:t>Les hachages exigent un état représenté de façon déterministe. </a:t>
            </a:r>
          </a:p>
          <a:p>
            <a:r>
              <a:rPr lang="fr-CA" noProof="0" dirty="0"/>
              <a:t>Une divergence doit être localisée, classée, réparée puis consignée. </a:t>
            </a:r>
          </a:p>
          <a:p>
            <a:endParaRPr lang="fr-CA" noProof="0" dirty="0"/>
          </a:p>
          <a:p>
            <a:pPr marL="228600" indent="-228600">
              <a:spcAft>
                <a:spcPts val="1200"/>
              </a:spcAft>
              <a:buSzPct val="100000"/>
              <a:buChar char="▪"/>
            </a:pPr>
            <a:r>
              <a:rPr lang="fr-CA" sz="1200" noProof="0" dirty="0">
                <a:solidFill>
                  <a:srgbClr val="26314D"/>
                </a:solidFill>
                <a:latin typeface="Arial" pitchFamily="34" charset="0"/>
                <a:ea typeface="Arial" pitchFamily="34" charset="-122"/>
                <a:cs typeface="Arial" pitchFamily="34" charset="-120"/>
              </a:rPr>
              <a:t>Cohérence à terme : rééquilibrages, crashs et pannes réseau créent des divergences silencieuses</a:t>
            </a:r>
            <a:endParaRPr lang="fr-CA" sz="1200" noProof="0" dirty="0"/>
          </a:p>
          <a:p>
            <a:pPr marL="228600" indent="-228600">
              <a:spcAft>
                <a:spcPts val="1200"/>
              </a:spcAft>
              <a:buSzPct val="100000"/>
              <a:buChar char="▪"/>
            </a:pPr>
            <a:r>
              <a:rPr lang="fr-CA" sz="1200" noProof="0" dirty="0">
                <a:solidFill>
                  <a:srgbClr val="26314D"/>
                </a:solidFill>
                <a:latin typeface="Arial" pitchFamily="34" charset="0"/>
                <a:ea typeface="Arial" pitchFamily="34" charset="-122"/>
                <a:cs typeface="Arial" pitchFamily="34" charset="-120"/>
              </a:rPr>
              <a:t>Techniques en couches : sommes de contrôle, snapshots, rejeu d'événements, consommateurs fantômes</a:t>
            </a:r>
            <a:endParaRPr lang="fr-CA" sz="1200" noProof="0" dirty="0"/>
          </a:p>
          <a:p>
            <a:pPr marL="228600" indent="-228600">
              <a:spcAft>
                <a:spcPts val="1200"/>
              </a:spcAft>
              <a:buSzPct val="100000"/>
              <a:buChar char="▪"/>
            </a:pPr>
            <a:r>
              <a:rPr lang="fr-CA" sz="1200" noProof="0" dirty="0">
                <a:solidFill>
                  <a:srgbClr val="26314D"/>
                </a:solidFill>
                <a:latin typeface="Arial" pitchFamily="34" charset="0"/>
                <a:ea typeface="Arial" pitchFamily="34" charset="-122"/>
                <a:cs typeface="Arial" pitchFamily="34" charset="-120"/>
              </a:rPr>
              <a:t>Invariants métier (inventaire jamais négatif) comme premier symptôme visible d'une dérive</a:t>
            </a:r>
            <a:endParaRPr lang="fr-CA" sz="1200" noProof="0"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fr-CA" noProof="0" dirty="0"/>
              <a:t>Note:</a:t>
            </a:r>
          </a:p>
          <a:p>
            <a:endParaRPr lang="fr-CA" noProof="0" dirty="0"/>
          </a:p>
          <a:p>
            <a:r>
              <a:rPr lang="fr-CA" noProof="0" dirty="0"/>
              <a:t>Conserver le cadrage du chapitre de conclusion : ETL signifie ici surtout intégration par lots et SOA surtout interactions synchrones par services/API. </a:t>
            </a:r>
          </a:p>
          <a:p>
            <a:r>
              <a:rPr lang="fr-CA" noProof="0" dirty="0"/>
              <a:t>Ces définitions sont le périmètre de la comparaison, pas des définitions exhaustives. </a:t>
            </a:r>
          </a:p>
          <a:p>
            <a:endParaRPr lang="fr-CA" noProof="0" dirty="0"/>
          </a:p>
          <a:p>
            <a:r>
              <a:rPr lang="fr-CA" noProof="0" dirty="0"/>
              <a:t>ETL organise les calendriers, transformations et contrôles de qualité. SOA organise les interfaces, appels et dépendances de disponibilité. EDA organise les événements, contrats, reprises et effets asynchrones. </a:t>
            </a:r>
          </a:p>
          <a:p>
            <a:endParaRPr lang="fr-CA" noProof="0" dirty="0"/>
          </a:p>
          <a:p>
            <a:r>
              <a:rPr lang="fr-CA" noProof="0" dirty="0"/>
              <a:t>L'EDA réduit certains couplages, mais maintient le couplage sémantique et de plateforme. Le guide recommande de choisir un mécanisme suffisant pour chaque interaction et envisage un modèle hybride.</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US" dirty="0"/>
              <a:t>Note:</a:t>
            </a:r>
          </a:p>
          <a:p>
            <a:endParaRPr lang="en-US" dirty="0"/>
          </a:p>
          <a:p>
            <a:r>
              <a:rPr lang="en-US" dirty="0"/>
              <a:t>Le chapitre TCO/ROI ne fournit pas un business case chiffré pour ce projet; il fournit un cadre de décision. </a:t>
            </a:r>
          </a:p>
          <a:p>
            <a:r>
              <a:rPr lang="en-US" dirty="0"/>
              <a:t>Les coûts comprennent la plateforme, l'ingénierie, l'exploitation, l'exactitude et la gouvernance, pas seulement Kafka. </a:t>
            </a:r>
          </a:p>
          <a:p>
            <a:endParaRPr lang="en-US" dirty="0"/>
          </a:p>
          <a:p>
            <a:r>
              <a:rPr lang="en-US" dirty="0"/>
              <a:t>Les bénéfices peuvent venir de la réutilisation des événements, de la réactivité, du découplage et du rejeu. Ils doivent être reliés à des résultats mesurables et comparés à une option plus simple. </a:t>
            </a:r>
          </a:p>
          <a:p>
            <a:endParaRPr lang="en-US" dirty="0"/>
          </a:p>
          <a:p>
            <a:r>
              <a:rPr lang="en-US" dirty="0"/>
              <a:t>L'ADR consigne le besoin, les garanties, les hypothèses, les responsabilités et les critères de réévaluation. </a:t>
            </a:r>
          </a:p>
          <a:p>
            <a:r>
              <a:rPr lang="en-US" dirty="0"/>
              <a:t>Ne pas inventer de pourcentage de ROI ni de gains financiers.</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fr-CA" noProof="0" dirty="0"/>
              <a:t>Note:</a:t>
            </a:r>
          </a:p>
          <a:p>
            <a:endParaRPr lang="fr-CA" noProof="0" dirty="0"/>
          </a:p>
          <a:p>
            <a:r>
              <a:rPr lang="fr-CA" noProof="0" dirty="0"/>
              <a:t>Cette diapositive synthétise les limites explicitement assumées par la documentation. </a:t>
            </a:r>
          </a:p>
          <a:p>
            <a:r>
              <a:rPr lang="fr-CA" noProof="0" dirty="0"/>
              <a:t>Les moteurs et la base sont embarqués pour apprendre. Les valeurs de configuration et les raccourcis in-JVM ne sont pas des contrats de production. </a:t>
            </a:r>
          </a:p>
          <a:p>
            <a:endParaRPr lang="fr-CA" noProof="0" dirty="0"/>
          </a:p>
          <a:p>
            <a:r>
              <a:rPr lang="fr-CA" noProof="0" dirty="0"/>
              <a:t>L'Outbox, le catalogue, le partage de l'état, la sécurisation et l’élasticité nécessitent une conception et une validation propres à la cible. </a:t>
            </a:r>
          </a:p>
          <a:p>
            <a:endParaRPr lang="fr-CA" noProof="0" dirty="0"/>
          </a:p>
          <a:p>
            <a:r>
              <a:rPr lang="fr-CA" noProof="0" dirty="0"/>
              <a:t>Ne pas transformer cette liste en rapport d'audit : les constats et corrections de la revue de code précédente ne sont pas le sujet de ce support. L'objectif est que les étudiants sachent distinguer une expérience reproductible d'une architecture d'exploitation complète.</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fr-CA" noProof="0" dirty="0"/>
              <a:t>Note:</a:t>
            </a:r>
          </a:p>
          <a:p>
            <a:endParaRPr lang="fr-CA" noProof="0" dirty="0"/>
          </a:p>
          <a:p>
            <a:r>
              <a:rPr lang="fr-CA" noProof="0" dirty="0"/>
              <a:t>Proposition pédagogique construite à partir des expériences de la documentation, non procédure de test déjà exécutée. </a:t>
            </a:r>
          </a:p>
          <a:p>
            <a:endParaRPr lang="fr-CA" noProof="0" dirty="0"/>
          </a:p>
          <a:p>
            <a:pPr marL="228600" indent="-228600">
              <a:buAutoNum type="arabicPeriod"/>
            </a:pPr>
            <a:r>
              <a:rPr lang="fr-CA" noProof="0" dirty="0"/>
              <a:t>Comparer avec et sans clé sur le même jeu de données : observer l'ordre et les quantités, puis expliquer la course. </a:t>
            </a:r>
          </a:p>
          <a:p>
            <a:pPr marL="228600" indent="-228600">
              <a:buAutoNum type="arabicPeriod"/>
            </a:pPr>
            <a:r>
              <a:rPr lang="fr-CA" noProof="0" dirty="0"/>
              <a:t>Tester un rejeu autorisé et observer les statuts et le journal : identifier ce qui doit rester sans effet en double. </a:t>
            </a:r>
          </a:p>
          <a:p>
            <a:pPr marL="228600" indent="-228600">
              <a:buAutoNum type="arabicPeriod"/>
            </a:pPr>
            <a:r>
              <a:rPr lang="fr-CA" noProof="0" dirty="0"/>
              <a:t>Comparer la pause directe et la pause Flink : distinguer appartenance au groupe et savepoint. </a:t>
            </a:r>
          </a:p>
          <a:p>
            <a:pPr marL="228600" indent="-228600">
              <a:buAutoNum type="arabicPeriod"/>
            </a:pPr>
            <a:r>
              <a:rPr lang="fr-CA" noProof="0" dirty="0"/>
              <a:t>Examiner les demandes traitées et l’inventaire: montrer pourquoi le transport seul ne prouve pas l'exactitude. </a:t>
            </a:r>
          </a:p>
          <a:p>
            <a:pPr marL="228600" indent="-228600">
              <a:buAutoNum type="arabicPeriod"/>
            </a:pPr>
            <a:endParaRPr lang="fr-CA" noProof="0" dirty="0"/>
          </a:p>
          <a:p>
            <a:pPr marL="0" indent="0">
              <a:buNone/>
            </a:pPr>
            <a:r>
              <a:rPr lang="fr-CA" noProof="0" dirty="0"/>
              <a:t>Préparer la version corrigée et les scénarios avant la séance; ne pas déclencher de remise à zéro pendant un lot actif.</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fr-CA" noProof="0" dirty="0"/>
              <a:t>Note:</a:t>
            </a:r>
          </a:p>
          <a:p>
            <a:endParaRPr lang="fr-CA" noProof="0" dirty="0"/>
          </a:p>
          <a:p>
            <a:r>
              <a:rPr lang="fr-CA" noProof="0" dirty="0"/>
              <a:t>Reprendre les six acquis sans ajouter de nouvelle garantie. </a:t>
            </a:r>
          </a:p>
          <a:p>
            <a:r>
              <a:rPr lang="fr-CA" noProof="0" dirty="0"/>
              <a:t>La clé exprime l'ordre métier. </a:t>
            </a:r>
          </a:p>
          <a:p>
            <a:r>
              <a:rPr lang="fr-CA" noProof="0" dirty="0"/>
              <a:t>La frontière transactionnelle définit ce qui est atomique. </a:t>
            </a:r>
          </a:p>
          <a:p>
            <a:r>
              <a:rPr lang="fr-CA" noProof="0" dirty="0"/>
              <a:t>L'idempotence permet de tolérer la relivraison. </a:t>
            </a:r>
          </a:p>
          <a:p>
            <a:r>
              <a:rPr lang="fr-CA" noProof="0" dirty="0"/>
              <a:t>Le runtime et les partitions bornent le parallélisme et la reprise. </a:t>
            </a:r>
          </a:p>
          <a:p>
            <a:r>
              <a:rPr lang="fr-CA" noProof="0" dirty="0"/>
              <a:t>L'observabilité et la corroboration distinguent fonctionnement et exactitude. </a:t>
            </a:r>
          </a:p>
          <a:p>
            <a:endParaRPr lang="fr-CA" noProof="0" dirty="0"/>
          </a:p>
          <a:p>
            <a:r>
              <a:rPr lang="fr-CA" noProof="0" dirty="0"/>
              <a:t>Enfin, gouvernance et TCO/ROI ramènent le choix technologique au besoin. </a:t>
            </a:r>
          </a:p>
          <a:p>
            <a:endParaRPr lang="fr-CA" noProof="0" dirty="0"/>
          </a:p>
          <a:p>
            <a:r>
              <a:rPr lang="fr-CA" noProof="0" dirty="0"/>
              <a:t>Question de clôture : pour une nouvelle intégration, quelles preuves demanderiez-vous avant de qualifier son traitement de fiable ? </a:t>
            </a:r>
          </a:p>
          <a:p>
            <a:r>
              <a:rPr lang="fr-CA" noProof="0" dirty="0"/>
              <a:t>Les annexes donnent les repères pour poursuivre la lecture et préparer les discussions techniques.</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fr-CA" noProof="0" dirty="0"/>
              <a:t>Note:</a:t>
            </a:r>
          </a:p>
          <a:p>
            <a:endParaRPr lang="fr-CA" noProof="0" dirty="0"/>
          </a:p>
          <a:p>
            <a:r>
              <a:rPr lang="fr-CA" noProof="0" dirty="0"/>
              <a:t>Cette carte de lecture permet de revenir à la documentation originale après la présentation.</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US" dirty="0"/>
              <a:t>Note:</a:t>
            </a:r>
          </a:p>
          <a:p>
            <a:endParaRPr lang="en-US" dirty="0"/>
          </a:p>
          <a:p>
            <a:r>
              <a:rPr lang="fr-CA" noProof="0" dirty="0"/>
              <a:t>Cette carte de lecture permet de revenir à la documentation originale après la présentation.</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fr-CA" noProof="0" dirty="0"/>
              <a:t>Note:</a:t>
            </a:r>
          </a:p>
          <a:p>
            <a:endParaRPr lang="fr-CA" noProof="0" dirty="0"/>
          </a:p>
          <a:p>
            <a:r>
              <a:rPr lang="fr-CA" noProof="0" dirty="0"/>
              <a:t>Cette annexe s'appuie sur le schéma JRN_EVENT, pas sur une nouvelle interprétation des en-têtes de rejeu. </a:t>
            </a:r>
          </a:p>
          <a:p>
            <a:r>
              <a:rPr lang="fr-CA" noProof="0" dirty="0"/>
              <a:t>CONSUMER_ID et EVENT_ID constituent la clé d'affaires (contrainte UNIQUE), utilisée pour la recherche. </a:t>
            </a:r>
          </a:p>
          <a:p>
            <a:r>
              <a:rPr lang="fr-CA" noProof="0" dirty="0"/>
              <a:t>JRN_EVENT_ID est la clé primaire technique (identity), distincte de cette clé d'affaires. </a:t>
            </a:r>
          </a:p>
          <a:p>
            <a:r>
              <a:rPr lang="fr-CA" noProof="0" dirty="0"/>
              <a:t>BATCH_ID corrèle une publication. </a:t>
            </a:r>
          </a:p>
          <a:p>
            <a:r>
              <a:rPr lang="fr-CA" noProof="0" dirty="0"/>
              <a:t>EVENT_TYPE indique une première livraison ou un rejeu. </a:t>
            </a:r>
          </a:p>
          <a:p>
            <a:r>
              <a:rPr lang="fr-CA" noProof="0" dirty="0"/>
              <a:t>RESULT indique l'issue. </a:t>
            </a:r>
          </a:p>
          <a:p>
            <a:r>
              <a:rPr lang="fr-CA" noProof="0" dirty="0"/>
              <a:t>PAYLOAD_HASH et les dates enrichissent la traçabilité. </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228600" y="1524000"/>
            <a:ext cx="7315200" cy="4114800"/>
          </a:xfrm>
          <a:prstGeom prst="rect">
            <a:avLst/>
          </a:prstGeom>
          <a:noFill/>
          <a:ln w="12700">
            <a:solidFill>
              <a:prstClr val="black"/>
            </a:solidFill>
          </a:ln>
        </p:spPr>
        <p:txBody>
          <a:bodyPr/>
          <a:lstStyle/>
          <a:p>
            <a:endParaRPr lang="en-CA"/>
          </a:p>
        </p:txBody>
      </p:sp>
      <p:sp>
        <p:nvSpPr>
          <p:cNvPr id="3" name="Espace réservé des notes 2"/>
          <p:cNvSpPr>
            <a:spLocks noGrp="1"/>
          </p:cNvSpPr>
          <p:nvPr>
            <p:ph type="body" idx="1"/>
          </p:nvPr>
        </p:nvSpPr>
        <p:spPr>
          <a:xfrm>
            <a:off x="685800" y="5867400"/>
            <a:ext cx="5486400" cy="4800600"/>
          </a:xfrm>
          <a:prstGeom prst="rect">
            <a:avLst/>
          </a:prstGeom>
        </p:spPr>
        <p:txBody>
          <a:bodyPr/>
          <a:lstStyle/>
          <a:p>
            <a:r>
              <a:rPr lang="fr-CA" noProof="0" dirty="0"/>
              <a:t>Note:</a:t>
            </a:r>
          </a:p>
          <a:p>
            <a:endParaRPr lang="fr-CA" noProof="0" dirty="0"/>
          </a:p>
          <a:p>
            <a:r>
              <a:rPr lang="fr-CA" noProof="0" dirty="0"/>
              <a:t>Un Sandbox demeure un outil pédagogique.</a:t>
            </a:r>
          </a:p>
        </p:txBody>
      </p:sp>
    </p:spTree>
    <p:extLst>
      <p:ext uri="{BB962C8B-B14F-4D97-AF65-F5344CB8AC3E}">
        <p14:creationId xmlns:p14="http://schemas.microsoft.com/office/powerpoint/2010/main" val="7857487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228600" y="1524000"/>
            <a:ext cx="7315200" cy="4114800"/>
          </a:xfrm>
          <a:prstGeom prst="rect">
            <a:avLst/>
          </a:prstGeom>
          <a:noFill/>
          <a:ln w="12700">
            <a:solidFill>
              <a:prstClr val="black"/>
            </a:solidFill>
          </a:ln>
        </p:spPr>
        <p:txBody>
          <a:bodyPr/>
          <a:lstStyle/>
          <a:p>
            <a:endParaRPr lang="en-CA"/>
          </a:p>
        </p:txBody>
      </p:sp>
      <p:sp>
        <p:nvSpPr>
          <p:cNvPr id="3" name="Espace réservé des notes 2"/>
          <p:cNvSpPr>
            <a:spLocks noGrp="1"/>
          </p:cNvSpPr>
          <p:nvPr>
            <p:ph type="body" idx="1"/>
          </p:nvPr>
        </p:nvSpPr>
        <p:spPr>
          <a:xfrm>
            <a:off x="685800" y="5867400"/>
            <a:ext cx="5486400" cy="4800600"/>
          </a:xfrm>
          <a:prstGeom prst="rect">
            <a:avLst/>
          </a:prstGeom>
        </p:spPr>
        <p:txBody>
          <a:bodyPr/>
          <a:lstStyle/>
          <a:p>
            <a:r>
              <a:rPr lang="fr-CA" noProof="0" dirty="0"/>
              <a:t>Note:</a:t>
            </a:r>
          </a:p>
          <a:p>
            <a:endParaRPr lang="fr-CA" noProof="0" dirty="0"/>
          </a:p>
          <a:p>
            <a:r>
              <a:rPr lang="fr-CA" noProof="0" dirty="0"/>
              <a:t>Un Sandbox demeure un outil pédagogique.</a:t>
            </a:r>
          </a:p>
        </p:txBody>
      </p:sp>
    </p:spTree>
    <p:extLst>
      <p:ext uri="{BB962C8B-B14F-4D97-AF65-F5344CB8AC3E}">
        <p14:creationId xmlns:p14="http://schemas.microsoft.com/office/powerpoint/2010/main" val="30979251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Layout" Target="../slideLayouts/slideLayout1.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10" Type="http://schemas.openxmlformats.org/officeDocument/2006/relationships/image" Target="../media/image1.png"/><Relationship Id="rId4" Type="http://schemas.openxmlformats.org/officeDocument/2006/relationships/tags" Target="../tags/tag4.xml"/><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8" Type="http://schemas.openxmlformats.org/officeDocument/2006/relationships/tags" Target="../tags/tag15.xml"/><Relationship Id="rId13" Type="http://schemas.openxmlformats.org/officeDocument/2006/relationships/tags" Target="../tags/tag20.xml"/><Relationship Id="rId18" Type="http://schemas.openxmlformats.org/officeDocument/2006/relationships/tags" Target="../tags/tag25.xml"/><Relationship Id="rId26" Type="http://schemas.openxmlformats.org/officeDocument/2006/relationships/tags" Target="../tags/tag33.xml"/><Relationship Id="rId3" Type="http://schemas.openxmlformats.org/officeDocument/2006/relationships/tags" Target="../tags/tag10.xml"/><Relationship Id="rId21" Type="http://schemas.openxmlformats.org/officeDocument/2006/relationships/tags" Target="../tags/tag28.xml"/><Relationship Id="rId7" Type="http://schemas.openxmlformats.org/officeDocument/2006/relationships/tags" Target="../tags/tag14.xml"/><Relationship Id="rId12" Type="http://schemas.openxmlformats.org/officeDocument/2006/relationships/tags" Target="../tags/tag19.xml"/><Relationship Id="rId17" Type="http://schemas.openxmlformats.org/officeDocument/2006/relationships/tags" Target="../tags/tag24.xml"/><Relationship Id="rId25" Type="http://schemas.openxmlformats.org/officeDocument/2006/relationships/tags" Target="../tags/tag32.xml"/><Relationship Id="rId2" Type="http://schemas.openxmlformats.org/officeDocument/2006/relationships/tags" Target="../tags/tag9.xml"/><Relationship Id="rId16" Type="http://schemas.openxmlformats.org/officeDocument/2006/relationships/tags" Target="../tags/tag23.xml"/><Relationship Id="rId20" Type="http://schemas.openxmlformats.org/officeDocument/2006/relationships/tags" Target="../tags/tag27.xml"/><Relationship Id="rId29" Type="http://schemas.openxmlformats.org/officeDocument/2006/relationships/tags" Target="../tags/tag36.xml"/><Relationship Id="rId1" Type="http://schemas.openxmlformats.org/officeDocument/2006/relationships/tags" Target="../tags/tag8.xml"/><Relationship Id="rId6" Type="http://schemas.openxmlformats.org/officeDocument/2006/relationships/tags" Target="../tags/tag13.xml"/><Relationship Id="rId11" Type="http://schemas.openxmlformats.org/officeDocument/2006/relationships/tags" Target="../tags/tag18.xml"/><Relationship Id="rId24" Type="http://schemas.openxmlformats.org/officeDocument/2006/relationships/tags" Target="../tags/tag31.xml"/><Relationship Id="rId5" Type="http://schemas.openxmlformats.org/officeDocument/2006/relationships/tags" Target="../tags/tag12.xml"/><Relationship Id="rId15" Type="http://schemas.openxmlformats.org/officeDocument/2006/relationships/tags" Target="../tags/tag22.xml"/><Relationship Id="rId23" Type="http://schemas.openxmlformats.org/officeDocument/2006/relationships/tags" Target="../tags/tag30.xml"/><Relationship Id="rId28" Type="http://schemas.openxmlformats.org/officeDocument/2006/relationships/tags" Target="../tags/tag35.xml"/><Relationship Id="rId10" Type="http://schemas.openxmlformats.org/officeDocument/2006/relationships/tags" Target="../tags/tag17.xml"/><Relationship Id="rId19" Type="http://schemas.openxmlformats.org/officeDocument/2006/relationships/tags" Target="../tags/tag26.xml"/><Relationship Id="rId31" Type="http://schemas.openxmlformats.org/officeDocument/2006/relationships/notesSlide" Target="../notesSlides/notesSlide2.xml"/><Relationship Id="rId4" Type="http://schemas.openxmlformats.org/officeDocument/2006/relationships/tags" Target="../tags/tag11.xml"/><Relationship Id="rId9" Type="http://schemas.openxmlformats.org/officeDocument/2006/relationships/tags" Target="../tags/tag16.xml"/><Relationship Id="rId14" Type="http://schemas.openxmlformats.org/officeDocument/2006/relationships/tags" Target="../tags/tag21.xml"/><Relationship Id="rId22" Type="http://schemas.openxmlformats.org/officeDocument/2006/relationships/tags" Target="../tags/tag29.xml"/><Relationship Id="rId27" Type="http://schemas.openxmlformats.org/officeDocument/2006/relationships/tags" Target="../tags/tag34.xml"/><Relationship Id="rId30"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tags" Target="../tags/tag44.xml"/><Relationship Id="rId13" Type="http://schemas.openxmlformats.org/officeDocument/2006/relationships/tags" Target="../tags/tag49.xml"/><Relationship Id="rId18" Type="http://schemas.openxmlformats.org/officeDocument/2006/relationships/tags" Target="../tags/tag54.xml"/><Relationship Id="rId26" Type="http://schemas.openxmlformats.org/officeDocument/2006/relationships/tags" Target="../tags/tag62.xml"/><Relationship Id="rId3" Type="http://schemas.openxmlformats.org/officeDocument/2006/relationships/tags" Target="../tags/tag39.xml"/><Relationship Id="rId21" Type="http://schemas.openxmlformats.org/officeDocument/2006/relationships/tags" Target="../tags/tag57.xml"/><Relationship Id="rId34" Type="http://schemas.openxmlformats.org/officeDocument/2006/relationships/slideLayout" Target="../slideLayouts/slideLayout1.xml"/><Relationship Id="rId7" Type="http://schemas.openxmlformats.org/officeDocument/2006/relationships/tags" Target="../tags/tag43.xml"/><Relationship Id="rId12" Type="http://schemas.openxmlformats.org/officeDocument/2006/relationships/tags" Target="../tags/tag48.xml"/><Relationship Id="rId17" Type="http://schemas.openxmlformats.org/officeDocument/2006/relationships/tags" Target="../tags/tag53.xml"/><Relationship Id="rId25" Type="http://schemas.openxmlformats.org/officeDocument/2006/relationships/tags" Target="../tags/tag61.xml"/><Relationship Id="rId33" Type="http://schemas.openxmlformats.org/officeDocument/2006/relationships/tags" Target="../tags/tag69.xml"/><Relationship Id="rId2" Type="http://schemas.openxmlformats.org/officeDocument/2006/relationships/tags" Target="../tags/tag38.xml"/><Relationship Id="rId16" Type="http://schemas.openxmlformats.org/officeDocument/2006/relationships/tags" Target="../tags/tag52.xml"/><Relationship Id="rId20" Type="http://schemas.openxmlformats.org/officeDocument/2006/relationships/tags" Target="../tags/tag56.xml"/><Relationship Id="rId29" Type="http://schemas.openxmlformats.org/officeDocument/2006/relationships/tags" Target="../tags/tag65.xml"/><Relationship Id="rId1" Type="http://schemas.openxmlformats.org/officeDocument/2006/relationships/tags" Target="../tags/tag37.xml"/><Relationship Id="rId6" Type="http://schemas.openxmlformats.org/officeDocument/2006/relationships/tags" Target="../tags/tag42.xml"/><Relationship Id="rId11" Type="http://schemas.openxmlformats.org/officeDocument/2006/relationships/tags" Target="../tags/tag47.xml"/><Relationship Id="rId24" Type="http://schemas.openxmlformats.org/officeDocument/2006/relationships/tags" Target="../tags/tag60.xml"/><Relationship Id="rId32" Type="http://schemas.openxmlformats.org/officeDocument/2006/relationships/tags" Target="../tags/tag68.xml"/><Relationship Id="rId5" Type="http://schemas.openxmlformats.org/officeDocument/2006/relationships/tags" Target="../tags/tag41.xml"/><Relationship Id="rId15" Type="http://schemas.openxmlformats.org/officeDocument/2006/relationships/tags" Target="../tags/tag51.xml"/><Relationship Id="rId23" Type="http://schemas.openxmlformats.org/officeDocument/2006/relationships/tags" Target="../tags/tag59.xml"/><Relationship Id="rId28" Type="http://schemas.openxmlformats.org/officeDocument/2006/relationships/tags" Target="../tags/tag64.xml"/><Relationship Id="rId10" Type="http://schemas.openxmlformats.org/officeDocument/2006/relationships/tags" Target="../tags/tag46.xml"/><Relationship Id="rId19" Type="http://schemas.openxmlformats.org/officeDocument/2006/relationships/tags" Target="../tags/tag55.xml"/><Relationship Id="rId31" Type="http://schemas.openxmlformats.org/officeDocument/2006/relationships/tags" Target="../tags/tag67.xml"/><Relationship Id="rId4" Type="http://schemas.openxmlformats.org/officeDocument/2006/relationships/tags" Target="../tags/tag40.xml"/><Relationship Id="rId9" Type="http://schemas.openxmlformats.org/officeDocument/2006/relationships/tags" Target="../tags/tag45.xml"/><Relationship Id="rId14" Type="http://schemas.openxmlformats.org/officeDocument/2006/relationships/tags" Target="../tags/tag50.xml"/><Relationship Id="rId22" Type="http://schemas.openxmlformats.org/officeDocument/2006/relationships/tags" Target="../tags/tag58.xml"/><Relationship Id="rId27" Type="http://schemas.openxmlformats.org/officeDocument/2006/relationships/tags" Target="../tags/tag63.xml"/><Relationship Id="rId30" Type="http://schemas.openxmlformats.org/officeDocument/2006/relationships/tags" Target="../tags/tag66.xml"/><Relationship Id="rId3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8" Type="http://schemas.openxmlformats.org/officeDocument/2006/relationships/tags" Target="../tags/tag77.xml"/><Relationship Id="rId13" Type="http://schemas.openxmlformats.org/officeDocument/2006/relationships/tags" Target="../tags/tag82.xml"/><Relationship Id="rId18" Type="http://schemas.openxmlformats.org/officeDocument/2006/relationships/tags" Target="../tags/tag87.xml"/><Relationship Id="rId3" Type="http://schemas.openxmlformats.org/officeDocument/2006/relationships/tags" Target="../tags/tag72.xml"/><Relationship Id="rId21" Type="http://schemas.openxmlformats.org/officeDocument/2006/relationships/notesSlide" Target="../notesSlides/notesSlide4.xml"/><Relationship Id="rId7" Type="http://schemas.openxmlformats.org/officeDocument/2006/relationships/tags" Target="../tags/tag76.xml"/><Relationship Id="rId12" Type="http://schemas.openxmlformats.org/officeDocument/2006/relationships/tags" Target="../tags/tag81.xml"/><Relationship Id="rId17" Type="http://schemas.openxmlformats.org/officeDocument/2006/relationships/tags" Target="../tags/tag86.xml"/><Relationship Id="rId2" Type="http://schemas.openxmlformats.org/officeDocument/2006/relationships/tags" Target="../tags/tag71.xml"/><Relationship Id="rId16" Type="http://schemas.openxmlformats.org/officeDocument/2006/relationships/tags" Target="../tags/tag85.xml"/><Relationship Id="rId20" Type="http://schemas.openxmlformats.org/officeDocument/2006/relationships/slideLayout" Target="../slideLayouts/slideLayout1.xml"/><Relationship Id="rId1" Type="http://schemas.openxmlformats.org/officeDocument/2006/relationships/tags" Target="../tags/tag70.xml"/><Relationship Id="rId6" Type="http://schemas.openxmlformats.org/officeDocument/2006/relationships/tags" Target="../tags/tag75.xml"/><Relationship Id="rId11" Type="http://schemas.openxmlformats.org/officeDocument/2006/relationships/tags" Target="../tags/tag80.xml"/><Relationship Id="rId5" Type="http://schemas.openxmlformats.org/officeDocument/2006/relationships/tags" Target="../tags/tag74.xml"/><Relationship Id="rId15" Type="http://schemas.openxmlformats.org/officeDocument/2006/relationships/tags" Target="../tags/tag84.xml"/><Relationship Id="rId10" Type="http://schemas.openxmlformats.org/officeDocument/2006/relationships/tags" Target="../tags/tag79.xml"/><Relationship Id="rId19" Type="http://schemas.openxmlformats.org/officeDocument/2006/relationships/tags" Target="../tags/tag88.xml"/><Relationship Id="rId4" Type="http://schemas.openxmlformats.org/officeDocument/2006/relationships/tags" Target="../tags/tag73.xml"/><Relationship Id="rId9" Type="http://schemas.openxmlformats.org/officeDocument/2006/relationships/tags" Target="../tags/tag78.xml"/><Relationship Id="rId14" Type="http://schemas.openxmlformats.org/officeDocument/2006/relationships/tags" Target="../tags/tag83.xml"/><Relationship Id="rId22" Type="http://schemas.openxmlformats.org/officeDocument/2006/relationships/image" Target="../media/image2.png"/></Relationships>
</file>

<file path=ppt/slides/_rels/slide5.xml.rels><?xml version="1.0" encoding="UTF-8" standalone="yes"?>
<Relationships xmlns="http://schemas.openxmlformats.org/package/2006/relationships"><Relationship Id="rId8" Type="http://schemas.openxmlformats.org/officeDocument/2006/relationships/tags" Target="../tags/tag96.xml"/><Relationship Id="rId13" Type="http://schemas.openxmlformats.org/officeDocument/2006/relationships/tags" Target="../tags/tag101.xml"/><Relationship Id="rId18" Type="http://schemas.openxmlformats.org/officeDocument/2006/relationships/tags" Target="../tags/tag106.xml"/><Relationship Id="rId26" Type="http://schemas.openxmlformats.org/officeDocument/2006/relationships/tags" Target="../tags/tag114.xml"/><Relationship Id="rId3" Type="http://schemas.openxmlformats.org/officeDocument/2006/relationships/tags" Target="../tags/tag91.xml"/><Relationship Id="rId21" Type="http://schemas.openxmlformats.org/officeDocument/2006/relationships/tags" Target="../tags/tag109.xml"/><Relationship Id="rId7" Type="http://schemas.openxmlformats.org/officeDocument/2006/relationships/tags" Target="../tags/tag95.xml"/><Relationship Id="rId12" Type="http://schemas.openxmlformats.org/officeDocument/2006/relationships/tags" Target="../tags/tag100.xml"/><Relationship Id="rId17" Type="http://schemas.openxmlformats.org/officeDocument/2006/relationships/tags" Target="../tags/tag105.xml"/><Relationship Id="rId25" Type="http://schemas.openxmlformats.org/officeDocument/2006/relationships/tags" Target="../tags/tag113.xml"/><Relationship Id="rId2" Type="http://schemas.openxmlformats.org/officeDocument/2006/relationships/tags" Target="../tags/tag90.xml"/><Relationship Id="rId16" Type="http://schemas.openxmlformats.org/officeDocument/2006/relationships/tags" Target="../tags/tag104.xml"/><Relationship Id="rId20" Type="http://schemas.openxmlformats.org/officeDocument/2006/relationships/tags" Target="../tags/tag108.xml"/><Relationship Id="rId29" Type="http://schemas.openxmlformats.org/officeDocument/2006/relationships/slideLayout" Target="../slideLayouts/slideLayout1.xml"/><Relationship Id="rId1" Type="http://schemas.openxmlformats.org/officeDocument/2006/relationships/tags" Target="../tags/tag89.xml"/><Relationship Id="rId6" Type="http://schemas.openxmlformats.org/officeDocument/2006/relationships/tags" Target="../tags/tag94.xml"/><Relationship Id="rId11" Type="http://schemas.openxmlformats.org/officeDocument/2006/relationships/tags" Target="../tags/tag99.xml"/><Relationship Id="rId24" Type="http://schemas.openxmlformats.org/officeDocument/2006/relationships/tags" Target="../tags/tag112.xml"/><Relationship Id="rId5" Type="http://schemas.openxmlformats.org/officeDocument/2006/relationships/tags" Target="../tags/tag93.xml"/><Relationship Id="rId15" Type="http://schemas.openxmlformats.org/officeDocument/2006/relationships/tags" Target="../tags/tag103.xml"/><Relationship Id="rId23" Type="http://schemas.openxmlformats.org/officeDocument/2006/relationships/tags" Target="../tags/tag111.xml"/><Relationship Id="rId28" Type="http://schemas.openxmlformats.org/officeDocument/2006/relationships/tags" Target="../tags/tag116.xml"/><Relationship Id="rId10" Type="http://schemas.openxmlformats.org/officeDocument/2006/relationships/tags" Target="../tags/tag98.xml"/><Relationship Id="rId19" Type="http://schemas.openxmlformats.org/officeDocument/2006/relationships/tags" Target="../tags/tag107.xml"/><Relationship Id="rId31" Type="http://schemas.openxmlformats.org/officeDocument/2006/relationships/image" Target="../media/image3.gif"/><Relationship Id="rId4" Type="http://schemas.openxmlformats.org/officeDocument/2006/relationships/tags" Target="../tags/tag92.xml"/><Relationship Id="rId9" Type="http://schemas.openxmlformats.org/officeDocument/2006/relationships/tags" Target="../tags/tag97.xml"/><Relationship Id="rId14" Type="http://schemas.openxmlformats.org/officeDocument/2006/relationships/tags" Target="../tags/tag102.xml"/><Relationship Id="rId22" Type="http://schemas.openxmlformats.org/officeDocument/2006/relationships/tags" Target="../tags/tag110.xml"/><Relationship Id="rId27" Type="http://schemas.openxmlformats.org/officeDocument/2006/relationships/tags" Target="../tags/tag115.xml"/><Relationship Id="rId3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8" Type="http://schemas.openxmlformats.org/officeDocument/2006/relationships/tags" Target="../tags/tag124.xml"/><Relationship Id="rId13" Type="http://schemas.openxmlformats.org/officeDocument/2006/relationships/tags" Target="../tags/tag129.xml"/><Relationship Id="rId18" Type="http://schemas.openxmlformats.org/officeDocument/2006/relationships/tags" Target="../tags/tag134.xml"/><Relationship Id="rId26" Type="http://schemas.openxmlformats.org/officeDocument/2006/relationships/tags" Target="../tags/tag142.xml"/><Relationship Id="rId3" Type="http://schemas.openxmlformats.org/officeDocument/2006/relationships/tags" Target="../tags/tag119.xml"/><Relationship Id="rId21" Type="http://schemas.openxmlformats.org/officeDocument/2006/relationships/tags" Target="../tags/tag137.xml"/><Relationship Id="rId34" Type="http://schemas.openxmlformats.org/officeDocument/2006/relationships/slideLayout" Target="../slideLayouts/slideLayout1.xml"/><Relationship Id="rId7" Type="http://schemas.openxmlformats.org/officeDocument/2006/relationships/tags" Target="../tags/tag123.xml"/><Relationship Id="rId12" Type="http://schemas.openxmlformats.org/officeDocument/2006/relationships/tags" Target="../tags/tag128.xml"/><Relationship Id="rId17" Type="http://schemas.openxmlformats.org/officeDocument/2006/relationships/tags" Target="../tags/tag133.xml"/><Relationship Id="rId25" Type="http://schemas.openxmlformats.org/officeDocument/2006/relationships/tags" Target="../tags/tag141.xml"/><Relationship Id="rId33" Type="http://schemas.openxmlformats.org/officeDocument/2006/relationships/tags" Target="../tags/tag149.xml"/><Relationship Id="rId2" Type="http://schemas.openxmlformats.org/officeDocument/2006/relationships/tags" Target="../tags/tag118.xml"/><Relationship Id="rId16" Type="http://schemas.openxmlformats.org/officeDocument/2006/relationships/tags" Target="../tags/tag132.xml"/><Relationship Id="rId20" Type="http://schemas.openxmlformats.org/officeDocument/2006/relationships/tags" Target="../tags/tag136.xml"/><Relationship Id="rId29" Type="http://schemas.openxmlformats.org/officeDocument/2006/relationships/tags" Target="../tags/tag145.xml"/><Relationship Id="rId1" Type="http://schemas.openxmlformats.org/officeDocument/2006/relationships/tags" Target="../tags/tag117.xml"/><Relationship Id="rId6" Type="http://schemas.openxmlformats.org/officeDocument/2006/relationships/tags" Target="../tags/tag122.xml"/><Relationship Id="rId11" Type="http://schemas.openxmlformats.org/officeDocument/2006/relationships/tags" Target="../tags/tag127.xml"/><Relationship Id="rId24" Type="http://schemas.openxmlformats.org/officeDocument/2006/relationships/tags" Target="../tags/tag140.xml"/><Relationship Id="rId32" Type="http://schemas.openxmlformats.org/officeDocument/2006/relationships/tags" Target="../tags/tag148.xml"/><Relationship Id="rId5" Type="http://schemas.openxmlformats.org/officeDocument/2006/relationships/tags" Target="../tags/tag121.xml"/><Relationship Id="rId15" Type="http://schemas.openxmlformats.org/officeDocument/2006/relationships/tags" Target="../tags/tag131.xml"/><Relationship Id="rId23" Type="http://schemas.openxmlformats.org/officeDocument/2006/relationships/tags" Target="../tags/tag139.xml"/><Relationship Id="rId28" Type="http://schemas.openxmlformats.org/officeDocument/2006/relationships/tags" Target="../tags/tag144.xml"/><Relationship Id="rId36" Type="http://schemas.openxmlformats.org/officeDocument/2006/relationships/image" Target="../media/image4.png"/><Relationship Id="rId10" Type="http://schemas.openxmlformats.org/officeDocument/2006/relationships/tags" Target="../tags/tag126.xml"/><Relationship Id="rId19" Type="http://schemas.openxmlformats.org/officeDocument/2006/relationships/tags" Target="../tags/tag135.xml"/><Relationship Id="rId31" Type="http://schemas.openxmlformats.org/officeDocument/2006/relationships/tags" Target="../tags/tag147.xml"/><Relationship Id="rId4" Type="http://schemas.openxmlformats.org/officeDocument/2006/relationships/tags" Target="../tags/tag120.xml"/><Relationship Id="rId9" Type="http://schemas.openxmlformats.org/officeDocument/2006/relationships/tags" Target="../tags/tag125.xml"/><Relationship Id="rId14" Type="http://schemas.openxmlformats.org/officeDocument/2006/relationships/tags" Target="../tags/tag130.xml"/><Relationship Id="rId22" Type="http://schemas.openxmlformats.org/officeDocument/2006/relationships/tags" Target="../tags/tag138.xml"/><Relationship Id="rId27" Type="http://schemas.openxmlformats.org/officeDocument/2006/relationships/tags" Target="../tags/tag143.xml"/><Relationship Id="rId30" Type="http://schemas.openxmlformats.org/officeDocument/2006/relationships/tags" Target="../tags/tag146.xml"/><Relationship Id="rId3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8" Type="http://schemas.openxmlformats.org/officeDocument/2006/relationships/tags" Target="../tags/tag157.xml"/><Relationship Id="rId13" Type="http://schemas.openxmlformats.org/officeDocument/2006/relationships/tags" Target="../tags/tag162.xml"/><Relationship Id="rId18" Type="http://schemas.openxmlformats.org/officeDocument/2006/relationships/tags" Target="../tags/tag167.xml"/><Relationship Id="rId26" Type="http://schemas.openxmlformats.org/officeDocument/2006/relationships/tags" Target="../tags/tag175.xml"/><Relationship Id="rId39" Type="http://schemas.openxmlformats.org/officeDocument/2006/relationships/slideLayout" Target="../slideLayouts/slideLayout1.xml"/><Relationship Id="rId3" Type="http://schemas.openxmlformats.org/officeDocument/2006/relationships/tags" Target="../tags/tag152.xml"/><Relationship Id="rId21" Type="http://schemas.openxmlformats.org/officeDocument/2006/relationships/tags" Target="../tags/tag170.xml"/><Relationship Id="rId34" Type="http://schemas.openxmlformats.org/officeDocument/2006/relationships/tags" Target="../tags/tag183.xml"/><Relationship Id="rId7" Type="http://schemas.openxmlformats.org/officeDocument/2006/relationships/tags" Target="../tags/tag156.xml"/><Relationship Id="rId12" Type="http://schemas.openxmlformats.org/officeDocument/2006/relationships/tags" Target="../tags/tag161.xml"/><Relationship Id="rId17" Type="http://schemas.openxmlformats.org/officeDocument/2006/relationships/tags" Target="../tags/tag166.xml"/><Relationship Id="rId25" Type="http://schemas.openxmlformats.org/officeDocument/2006/relationships/tags" Target="../tags/tag174.xml"/><Relationship Id="rId33" Type="http://schemas.openxmlformats.org/officeDocument/2006/relationships/tags" Target="../tags/tag182.xml"/><Relationship Id="rId38" Type="http://schemas.openxmlformats.org/officeDocument/2006/relationships/tags" Target="../tags/tag187.xml"/><Relationship Id="rId2" Type="http://schemas.openxmlformats.org/officeDocument/2006/relationships/tags" Target="../tags/tag151.xml"/><Relationship Id="rId16" Type="http://schemas.openxmlformats.org/officeDocument/2006/relationships/tags" Target="../tags/tag165.xml"/><Relationship Id="rId20" Type="http://schemas.openxmlformats.org/officeDocument/2006/relationships/tags" Target="../tags/tag169.xml"/><Relationship Id="rId29" Type="http://schemas.openxmlformats.org/officeDocument/2006/relationships/tags" Target="../tags/tag178.xml"/><Relationship Id="rId1" Type="http://schemas.openxmlformats.org/officeDocument/2006/relationships/tags" Target="../tags/tag150.xml"/><Relationship Id="rId6" Type="http://schemas.openxmlformats.org/officeDocument/2006/relationships/tags" Target="../tags/tag155.xml"/><Relationship Id="rId11" Type="http://schemas.openxmlformats.org/officeDocument/2006/relationships/tags" Target="../tags/tag160.xml"/><Relationship Id="rId24" Type="http://schemas.openxmlformats.org/officeDocument/2006/relationships/tags" Target="../tags/tag173.xml"/><Relationship Id="rId32" Type="http://schemas.openxmlformats.org/officeDocument/2006/relationships/tags" Target="../tags/tag181.xml"/><Relationship Id="rId37" Type="http://schemas.openxmlformats.org/officeDocument/2006/relationships/tags" Target="../tags/tag186.xml"/><Relationship Id="rId40" Type="http://schemas.openxmlformats.org/officeDocument/2006/relationships/notesSlide" Target="../notesSlides/notesSlide7.xml"/><Relationship Id="rId5" Type="http://schemas.openxmlformats.org/officeDocument/2006/relationships/tags" Target="../tags/tag154.xml"/><Relationship Id="rId15" Type="http://schemas.openxmlformats.org/officeDocument/2006/relationships/tags" Target="../tags/tag164.xml"/><Relationship Id="rId23" Type="http://schemas.openxmlformats.org/officeDocument/2006/relationships/tags" Target="../tags/tag172.xml"/><Relationship Id="rId28" Type="http://schemas.openxmlformats.org/officeDocument/2006/relationships/tags" Target="../tags/tag177.xml"/><Relationship Id="rId36" Type="http://schemas.openxmlformats.org/officeDocument/2006/relationships/tags" Target="../tags/tag185.xml"/><Relationship Id="rId10" Type="http://schemas.openxmlformats.org/officeDocument/2006/relationships/tags" Target="../tags/tag159.xml"/><Relationship Id="rId19" Type="http://schemas.openxmlformats.org/officeDocument/2006/relationships/tags" Target="../tags/tag168.xml"/><Relationship Id="rId31" Type="http://schemas.openxmlformats.org/officeDocument/2006/relationships/tags" Target="../tags/tag180.xml"/><Relationship Id="rId4" Type="http://schemas.openxmlformats.org/officeDocument/2006/relationships/tags" Target="../tags/tag153.xml"/><Relationship Id="rId9" Type="http://schemas.openxmlformats.org/officeDocument/2006/relationships/tags" Target="../tags/tag158.xml"/><Relationship Id="rId14" Type="http://schemas.openxmlformats.org/officeDocument/2006/relationships/tags" Target="../tags/tag163.xml"/><Relationship Id="rId22" Type="http://schemas.openxmlformats.org/officeDocument/2006/relationships/tags" Target="../tags/tag171.xml"/><Relationship Id="rId27" Type="http://schemas.openxmlformats.org/officeDocument/2006/relationships/tags" Target="../tags/tag176.xml"/><Relationship Id="rId30" Type="http://schemas.openxmlformats.org/officeDocument/2006/relationships/tags" Target="../tags/tag179.xml"/><Relationship Id="rId35" Type="http://schemas.openxmlformats.org/officeDocument/2006/relationships/tags" Target="../tags/tag184.xml"/></Relationships>
</file>

<file path=ppt/slides/_rels/slide8.xml.rels><?xml version="1.0" encoding="UTF-8" standalone="yes"?>
<Relationships xmlns="http://schemas.openxmlformats.org/package/2006/relationships"><Relationship Id="rId8" Type="http://schemas.openxmlformats.org/officeDocument/2006/relationships/tags" Target="../tags/tag195.xml"/><Relationship Id="rId13" Type="http://schemas.openxmlformats.org/officeDocument/2006/relationships/tags" Target="../tags/tag200.xml"/><Relationship Id="rId18" Type="http://schemas.openxmlformats.org/officeDocument/2006/relationships/tags" Target="../tags/tag205.xml"/><Relationship Id="rId26" Type="http://schemas.openxmlformats.org/officeDocument/2006/relationships/image" Target="../media/image5.png"/><Relationship Id="rId3" Type="http://schemas.openxmlformats.org/officeDocument/2006/relationships/tags" Target="../tags/tag190.xml"/><Relationship Id="rId21" Type="http://schemas.openxmlformats.org/officeDocument/2006/relationships/tags" Target="../tags/tag208.xml"/><Relationship Id="rId7" Type="http://schemas.openxmlformats.org/officeDocument/2006/relationships/tags" Target="../tags/tag194.xml"/><Relationship Id="rId12" Type="http://schemas.openxmlformats.org/officeDocument/2006/relationships/tags" Target="../tags/tag199.xml"/><Relationship Id="rId17" Type="http://schemas.openxmlformats.org/officeDocument/2006/relationships/tags" Target="../tags/tag204.xml"/><Relationship Id="rId25" Type="http://schemas.openxmlformats.org/officeDocument/2006/relationships/notesSlide" Target="../notesSlides/notesSlide8.xml"/><Relationship Id="rId2" Type="http://schemas.openxmlformats.org/officeDocument/2006/relationships/tags" Target="../tags/tag189.xml"/><Relationship Id="rId16" Type="http://schemas.openxmlformats.org/officeDocument/2006/relationships/tags" Target="../tags/tag203.xml"/><Relationship Id="rId20" Type="http://schemas.openxmlformats.org/officeDocument/2006/relationships/tags" Target="../tags/tag207.xml"/><Relationship Id="rId1" Type="http://schemas.openxmlformats.org/officeDocument/2006/relationships/tags" Target="../tags/tag188.xml"/><Relationship Id="rId6" Type="http://schemas.openxmlformats.org/officeDocument/2006/relationships/tags" Target="../tags/tag193.xml"/><Relationship Id="rId11" Type="http://schemas.openxmlformats.org/officeDocument/2006/relationships/tags" Target="../tags/tag198.xml"/><Relationship Id="rId24" Type="http://schemas.openxmlformats.org/officeDocument/2006/relationships/slideLayout" Target="../slideLayouts/slideLayout1.xml"/><Relationship Id="rId5" Type="http://schemas.openxmlformats.org/officeDocument/2006/relationships/tags" Target="../tags/tag192.xml"/><Relationship Id="rId15" Type="http://schemas.openxmlformats.org/officeDocument/2006/relationships/tags" Target="../tags/tag202.xml"/><Relationship Id="rId23" Type="http://schemas.openxmlformats.org/officeDocument/2006/relationships/tags" Target="../tags/tag210.xml"/><Relationship Id="rId10" Type="http://schemas.openxmlformats.org/officeDocument/2006/relationships/tags" Target="../tags/tag197.xml"/><Relationship Id="rId19" Type="http://schemas.openxmlformats.org/officeDocument/2006/relationships/tags" Target="../tags/tag206.xml"/><Relationship Id="rId4" Type="http://schemas.openxmlformats.org/officeDocument/2006/relationships/tags" Target="../tags/tag191.xml"/><Relationship Id="rId9" Type="http://schemas.openxmlformats.org/officeDocument/2006/relationships/tags" Target="../tags/tag196.xml"/><Relationship Id="rId14" Type="http://schemas.openxmlformats.org/officeDocument/2006/relationships/tags" Target="../tags/tag201.xml"/><Relationship Id="rId22" Type="http://schemas.openxmlformats.org/officeDocument/2006/relationships/tags" Target="../tags/tag209.xml"/></Relationships>
</file>

<file path=ppt/slides/_rels/slide9.xml.rels><?xml version="1.0" encoding="UTF-8" standalone="yes"?>
<Relationships xmlns="http://schemas.openxmlformats.org/package/2006/relationships"><Relationship Id="rId8" Type="http://schemas.openxmlformats.org/officeDocument/2006/relationships/tags" Target="../tags/tag218.xml"/><Relationship Id="rId13" Type="http://schemas.openxmlformats.org/officeDocument/2006/relationships/tags" Target="../tags/tag223.xml"/><Relationship Id="rId18" Type="http://schemas.openxmlformats.org/officeDocument/2006/relationships/tags" Target="../tags/tag228.xml"/><Relationship Id="rId26" Type="http://schemas.openxmlformats.org/officeDocument/2006/relationships/image" Target="../media/image6.png"/><Relationship Id="rId3" Type="http://schemas.openxmlformats.org/officeDocument/2006/relationships/tags" Target="../tags/tag213.xml"/><Relationship Id="rId21" Type="http://schemas.openxmlformats.org/officeDocument/2006/relationships/tags" Target="../tags/tag231.xml"/><Relationship Id="rId7" Type="http://schemas.openxmlformats.org/officeDocument/2006/relationships/tags" Target="../tags/tag217.xml"/><Relationship Id="rId12" Type="http://schemas.openxmlformats.org/officeDocument/2006/relationships/tags" Target="../tags/tag222.xml"/><Relationship Id="rId17" Type="http://schemas.openxmlformats.org/officeDocument/2006/relationships/tags" Target="../tags/tag227.xml"/><Relationship Id="rId25" Type="http://schemas.openxmlformats.org/officeDocument/2006/relationships/notesSlide" Target="../notesSlides/notesSlide9.xml"/><Relationship Id="rId2" Type="http://schemas.openxmlformats.org/officeDocument/2006/relationships/tags" Target="../tags/tag212.xml"/><Relationship Id="rId16" Type="http://schemas.openxmlformats.org/officeDocument/2006/relationships/tags" Target="../tags/tag226.xml"/><Relationship Id="rId20" Type="http://schemas.openxmlformats.org/officeDocument/2006/relationships/tags" Target="../tags/tag230.xml"/><Relationship Id="rId1" Type="http://schemas.openxmlformats.org/officeDocument/2006/relationships/tags" Target="../tags/tag211.xml"/><Relationship Id="rId6" Type="http://schemas.openxmlformats.org/officeDocument/2006/relationships/tags" Target="../tags/tag216.xml"/><Relationship Id="rId11" Type="http://schemas.openxmlformats.org/officeDocument/2006/relationships/tags" Target="../tags/tag221.xml"/><Relationship Id="rId24" Type="http://schemas.openxmlformats.org/officeDocument/2006/relationships/slideLayout" Target="../slideLayouts/slideLayout1.xml"/><Relationship Id="rId5" Type="http://schemas.openxmlformats.org/officeDocument/2006/relationships/tags" Target="../tags/tag215.xml"/><Relationship Id="rId15" Type="http://schemas.openxmlformats.org/officeDocument/2006/relationships/tags" Target="../tags/tag225.xml"/><Relationship Id="rId23" Type="http://schemas.openxmlformats.org/officeDocument/2006/relationships/tags" Target="../tags/tag233.xml"/><Relationship Id="rId10" Type="http://schemas.openxmlformats.org/officeDocument/2006/relationships/tags" Target="../tags/tag220.xml"/><Relationship Id="rId19" Type="http://schemas.openxmlformats.org/officeDocument/2006/relationships/tags" Target="../tags/tag229.xml"/><Relationship Id="rId4" Type="http://schemas.openxmlformats.org/officeDocument/2006/relationships/tags" Target="../tags/tag214.xml"/><Relationship Id="rId9" Type="http://schemas.openxmlformats.org/officeDocument/2006/relationships/tags" Target="../tags/tag219.xml"/><Relationship Id="rId14" Type="http://schemas.openxmlformats.org/officeDocument/2006/relationships/tags" Target="../tags/tag224.xml"/><Relationship Id="rId22" Type="http://schemas.openxmlformats.org/officeDocument/2006/relationships/tags" Target="../tags/tag232.xml"/><Relationship Id="rId27" Type="http://schemas.openxmlformats.org/officeDocument/2006/relationships/image" Target="../media/image7.png"/></Relationships>
</file>

<file path=ppt/slides/_rels/slide10.xml.rels><?xml version="1.0" encoding="UTF-8" standalone="yes"?>
<Relationships xmlns="http://schemas.openxmlformats.org/package/2006/relationships"><Relationship Id="rId13" Type="http://schemas.openxmlformats.org/officeDocument/2006/relationships/tags" Target="../tags/tag246.xml"/><Relationship Id="rId18" Type="http://schemas.openxmlformats.org/officeDocument/2006/relationships/tags" Target="../tags/tag251.xml"/><Relationship Id="rId26" Type="http://schemas.openxmlformats.org/officeDocument/2006/relationships/tags" Target="../tags/tag259.xml"/><Relationship Id="rId39" Type="http://schemas.openxmlformats.org/officeDocument/2006/relationships/tags" Target="../tags/tag272.xml"/><Relationship Id="rId21" Type="http://schemas.openxmlformats.org/officeDocument/2006/relationships/tags" Target="../tags/tag254.xml"/><Relationship Id="rId34" Type="http://schemas.openxmlformats.org/officeDocument/2006/relationships/tags" Target="../tags/tag267.xml"/><Relationship Id="rId42" Type="http://schemas.openxmlformats.org/officeDocument/2006/relationships/tags" Target="../tags/tag275.xml"/><Relationship Id="rId47" Type="http://schemas.openxmlformats.org/officeDocument/2006/relationships/tags" Target="../tags/tag280.xml"/><Relationship Id="rId50" Type="http://schemas.openxmlformats.org/officeDocument/2006/relationships/tags" Target="../tags/tag283.xml"/><Relationship Id="rId55" Type="http://schemas.openxmlformats.org/officeDocument/2006/relationships/tags" Target="../tags/tag288.xml"/><Relationship Id="rId7" Type="http://schemas.openxmlformats.org/officeDocument/2006/relationships/tags" Target="../tags/tag240.xml"/><Relationship Id="rId12" Type="http://schemas.openxmlformats.org/officeDocument/2006/relationships/tags" Target="../tags/tag245.xml"/><Relationship Id="rId17" Type="http://schemas.openxmlformats.org/officeDocument/2006/relationships/tags" Target="../tags/tag250.xml"/><Relationship Id="rId25" Type="http://schemas.openxmlformats.org/officeDocument/2006/relationships/tags" Target="../tags/tag258.xml"/><Relationship Id="rId33" Type="http://schemas.openxmlformats.org/officeDocument/2006/relationships/tags" Target="../tags/tag266.xml"/><Relationship Id="rId38" Type="http://schemas.openxmlformats.org/officeDocument/2006/relationships/tags" Target="../tags/tag271.xml"/><Relationship Id="rId46" Type="http://schemas.openxmlformats.org/officeDocument/2006/relationships/tags" Target="../tags/tag279.xml"/><Relationship Id="rId2" Type="http://schemas.openxmlformats.org/officeDocument/2006/relationships/tags" Target="../tags/tag235.xml"/><Relationship Id="rId16" Type="http://schemas.openxmlformats.org/officeDocument/2006/relationships/tags" Target="../tags/tag249.xml"/><Relationship Id="rId20" Type="http://schemas.openxmlformats.org/officeDocument/2006/relationships/tags" Target="../tags/tag253.xml"/><Relationship Id="rId29" Type="http://schemas.openxmlformats.org/officeDocument/2006/relationships/tags" Target="../tags/tag262.xml"/><Relationship Id="rId41" Type="http://schemas.openxmlformats.org/officeDocument/2006/relationships/tags" Target="../tags/tag274.xml"/><Relationship Id="rId54" Type="http://schemas.openxmlformats.org/officeDocument/2006/relationships/tags" Target="../tags/tag287.xml"/><Relationship Id="rId1" Type="http://schemas.openxmlformats.org/officeDocument/2006/relationships/tags" Target="../tags/tag234.xml"/><Relationship Id="rId6" Type="http://schemas.openxmlformats.org/officeDocument/2006/relationships/tags" Target="../tags/tag239.xml"/><Relationship Id="rId11" Type="http://schemas.openxmlformats.org/officeDocument/2006/relationships/tags" Target="../tags/tag244.xml"/><Relationship Id="rId24" Type="http://schemas.openxmlformats.org/officeDocument/2006/relationships/tags" Target="../tags/tag257.xml"/><Relationship Id="rId32" Type="http://schemas.openxmlformats.org/officeDocument/2006/relationships/tags" Target="../tags/tag265.xml"/><Relationship Id="rId37" Type="http://schemas.openxmlformats.org/officeDocument/2006/relationships/tags" Target="../tags/tag270.xml"/><Relationship Id="rId40" Type="http://schemas.openxmlformats.org/officeDocument/2006/relationships/tags" Target="../tags/tag273.xml"/><Relationship Id="rId45" Type="http://schemas.openxmlformats.org/officeDocument/2006/relationships/tags" Target="../tags/tag278.xml"/><Relationship Id="rId53" Type="http://schemas.openxmlformats.org/officeDocument/2006/relationships/tags" Target="../tags/tag286.xml"/><Relationship Id="rId58" Type="http://schemas.openxmlformats.org/officeDocument/2006/relationships/notesSlide" Target="../notesSlides/notesSlide10.xml"/><Relationship Id="rId5" Type="http://schemas.openxmlformats.org/officeDocument/2006/relationships/tags" Target="../tags/tag238.xml"/><Relationship Id="rId15" Type="http://schemas.openxmlformats.org/officeDocument/2006/relationships/tags" Target="../tags/tag248.xml"/><Relationship Id="rId23" Type="http://schemas.openxmlformats.org/officeDocument/2006/relationships/tags" Target="../tags/tag256.xml"/><Relationship Id="rId28" Type="http://schemas.openxmlformats.org/officeDocument/2006/relationships/tags" Target="../tags/tag261.xml"/><Relationship Id="rId36" Type="http://schemas.openxmlformats.org/officeDocument/2006/relationships/tags" Target="../tags/tag269.xml"/><Relationship Id="rId49" Type="http://schemas.openxmlformats.org/officeDocument/2006/relationships/tags" Target="../tags/tag282.xml"/><Relationship Id="rId57" Type="http://schemas.openxmlformats.org/officeDocument/2006/relationships/slideLayout" Target="../slideLayouts/slideLayout1.xml"/><Relationship Id="rId10" Type="http://schemas.openxmlformats.org/officeDocument/2006/relationships/tags" Target="../tags/tag243.xml"/><Relationship Id="rId19" Type="http://schemas.openxmlformats.org/officeDocument/2006/relationships/tags" Target="../tags/tag252.xml"/><Relationship Id="rId31" Type="http://schemas.openxmlformats.org/officeDocument/2006/relationships/tags" Target="../tags/tag264.xml"/><Relationship Id="rId44" Type="http://schemas.openxmlformats.org/officeDocument/2006/relationships/tags" Target="../tags/tag277.xml"/><Relationship Id="rId52" Type="http://schemas.openxmlformats.org/officeDocument/2006/relationships/tags" Target="../tags/tag285.xml"/><Relationship Id="rId4" Type="http://schemas.openxmlformats.org/officeDocument/2006/relationships/tags" Target="../tags/tag237.xml"/><Relationship Id="rId9" Type="http://schemas.openxmlformats.org/officeDocument/2006/relationships/tags" Target="../tags/tag242.xml"/><Relationship Id="rId14" Type="http://schemas.openxmlformats.org/officeDocument/2006/relationships/tags" Target="../tags/tag247.xml"/><Relationship Id="rId22" Type="http://schemas.openxmlformats.org/officeDocument/2006/relationships/tags" Target="../tags/tag255.xml"/><Relationship Id="rId27" Type="http://schemas.openxmlformats.org/officeDocument/2006/relationships/tags" Target="../tags/tag260.xml"/><Relationship Id="rId30" Type="http://schemas.openxmlformats.org/officeDocument/2006/relationships/tags" Target="../tags/tag263.xml"/><Relationship Id="rId35" Type="http://schemas.openxmlformats.org/officeDocument/2006/relationships/tags" Target="../tags/tag268.xml"/><Relationship Id="rId43" Type="http://schemas.openxmlformats.org/officeDocument/2006/relationships/tags" Target="../tags/tag276.xml"/><Relationship Id="rId48" Type="http://schemas.openxmlformats.org/officeDocument/2006/relationships/tags" Target="../tags/tag281.xml"/><Relationship Id="rId56" Type="http://schemas.openxmlformats.org/officeDocument/2006/relationships/tags" Target="../tags/tag289.xml"/><Relationship Id="rId8" Type="http://schemas.openxmlformats.org/officeDocument/2006/relationships/tags" Target="../tags/tag241.xml"/><Relationship Id="rId51" Type="http://schemas.openxmlformats.org/officeDocument/2006/relationships/tags" Target="../tags/tag284.xml"/><Relationship Id="rId3" Type="http://schemas.openxmlformats.org/officeDocument/2006/relationships/tags" Target="../tags/tag236.xml"/></Relationships>
</file>

<file path=ppt/slides/_rels/slide11.xml.rels><?xml version="1.0" encoding="UTF-8" standalone="yes"?>
<Relationships xmlns="http://schemas.openxmlformats.org/package/2006/relationships"><Relationship Id="rId8" Type="http://schemas.openxmlformats.org/officeDocument/2006/relationships/tags" Target="../tags/tag297.xml"/><Relationship Id="rId13" Type="http://schemas.openxmlformats.org/officeDocument/2006/relationships/tags" Target="../tags/tag302.xml"/><Relationship Id="rId18" Type="http://schemas.openxmlformats.org/officeDocument/2006/relationships/tags" Target="../tags/tag307.xml"/><Relationship Id="rId26" Type="http://schemas.openxmlformats.org/officeDocument/2006/relationships/tags" Target="../tags/tag315.xml"/><Relationship Id="rId3" Type="http://schemas.openxmlformats.org/officeDocument/2006/relationships/tags" Target="../tags/tag292.xml"/><Relationship Id="rId21" Type="http://schemas.openxmlformats.org/officeDocument/2006/relationships/tags" Target="../tags/tag310.xml"/><Relationship Id="rId34" Type="http://schemas.openxmlformats.org/officeDocument/2006/relationships/tags" Target="../tags/tag323.xml"/><Relationship Id="rId7" Type="http://schemas.openxmlformats.org/officeDocument/2006/relationships/tags" Target="../tags/tag296.xml"/><Relationship Id="rId12" Type="http://schemas.openxmlformats.org/officeDocument/2006/relationships/tags" Target="../tags/tag301.xml"/><Relationship Id="rId17" Type="http://schemas.openxmlformats.org/officeDocument/2006/relationships/tags" Target="../tags/tag306.xml"/><Relationship Id="rId25" Type="http://schemas.openxmlformats.org/officeDocument/2006/relationships/tags" Target="../tags/tag314.xml"/><Relationship Id="rId33" Type="http://schemas.openxmlformats.org/officeDocument/2006/relationships/tags" Target="../tags/tag322.xml"/><Relationship Id="rId2" Type="http://schemas.openxmlformats.org/officeDocument/2006/relationships/tags" Target="../tags/tag291.xml"/><Relationship Id="rId16" Type="http://schemas.openxmlformats.org/officeDocument/2006/relationships/tags" Target="../tags/tag305.xml"/><Relationship Id="rId20" Type="http://schemas.openxmlformats.org/officeDocument/2006/relationships/tags" Target="../tags/tag309.xml"/><Relationship Id="rId29" Type="http://schemas.openxmlformats.org/officeDocument/2006/relationships/tags" Target="../tags/tag318.xml"/><Relationship Id="rId1" Type="http://schemas.openxmlformats.org/officeDocument/2006/relationships/tags" Target="../tags/tag290.xml"/><Relationship Id="rId6" Type="http://schemas.openxmlformats.org/officeDocument/2006/relationships/tags" Target="../tags/tag295.xml"/><Relationship Id="rId11" Type="http://schemas.openxmlformats.org/officeDocument/2006/relationships/tags" Target="../tags/tag300.xml"/><Relationship Id="rId24" Type="http://schemas.openxmlformats.org/officeDocument/2006/relationships/tags" Target="../tags/tag313.xml"/><Relationship Id="rId32" Type="http://schemas.openxmlformats.org/officeDocument/2006/relationships/tags" Target="../tags/tag321.xml"/><Relationship Id="rId37" Type="http://schemas.openxmlformats.org/officeDocument/2006/relationships/notesSlide" Target="../notesSlides/notesSlide11.xml"/><Relationship Id="rId5" Type="http://schemas.openxmlformats.org/officeDocument/2006/relationships/tags" Target="../tags/tag294.xml"/><Relationship Id="rId15" Type="http://schemas.openxmlformats.org/officeDocument/2006/relationships/tags" Target="../tags/tag304.xml"/><Relationship Id="rId23" Type="http://schemas.openxmlformats.org/officeDocument/2006/relationships/tags" Target="../tags/tag312.xml"/><Relationship Id="rId28" Type="http://schemas.openxmlformats.org/officeDocument/2006/relationships/tags" Target="../tags/tag317.xml"/><Relationship Id="rId36" Type="http://schemas.openxmlformats.org/officeDocument/2006/relationships/slideLayout" Target="../slideLayouts/slideLayout1.xml"/><Relationship Id="rId10" Type="http://schemas.openxmlformats.org/officeDocument/2006/relationships/tags" Target="../tags/tag299.xml"/><Relationship Id="rId19" Type="http://schemas.openxmlformats.org/officeDocument/2006/relationships/tags" Target="../tags/tag308.xml"/><Relationship Id="rId31" Type="http://schemas.openxmlformats.org/officeDocument/2006/relationships/tags" Target="../tags/tag320.xml"/><Relationship Id="rId4" Type="http://schemas.openxmlformats.org/officeDocument/2006/relationships/tags" Target="../tags/tag293.xml"/><Relationship Id="rId9" Type="http://schemas.openxmlformats.org/officeDocument/2006/relationships/tags" Target="../tags/tag298.xml"/><Relationship Id="rId14" Type="http://schemas.openxmlformats.org/officeDocument/2006/relationships/tags" Target="../tags/tag303.xml"/><Relationship Id="rId22" Type="http://schemas.openxmlformats.org/officeDocument/2006/relationships/tags" Target="../tags/tag311.xml"/><Relationship Id="rId27" Type="http://schemas.openxmlformats.org/officeDocument/2006/relationships/tags" Target="../tags/tag316.xml"/><Relationship Id="rId30" Type="http://schemas.openxmlformats.org/officeDocument/2006/relationships/tags" Target="../tags/tag319.xml"/><Relationship Id="rId35" Type="http://schemas.openxmlformats.org/officeDocument/2006/relationships/tags" Target="../tags/tag324.xml"/></Relationships>
</file>

<file path=ppt/slides/_rels/slide12.xml.rels><?xml version="1.0" encoding="UTF-8" standalone="yes"?>
<Relationships xmlns="http://schemas.openxmlformats.org/package/2006/relationships"><Relationship Id="rId8" Type="http://schemas.openxmlformats.org/officeDocument/2006/relationships/tags" Target="../tags/tag332.xml"/><Relationship Id="rId13" Type="http://schemas.openxmlformats.org/officeDocument/2006/relationships/tags" Target="../tags/tag337.xml"/><Relationship Id="rId18" Type="http://schemas.openxmlformats.org/officeDocument/2006/relationships/slideLayout" Target="../slideLayouts/slideLayout1.xml"/><Relationship Id="rId3" Type="http://schemas.openxmlformats.org/officeDocument/2006/relationships/tags" Target="../tags/tag327.xml"/><Relationship Id="rId7" Type="http://schemas.openxmlformats.org/officeDocument/2006/relationships/tags" Target="../tags/tag331.xml"/><Relationship Id="rId12" Type="http://schemas.openxmlformats.org/officeDocument/2006/relationships/tags" Target="../tags/tag336.xml"/><Relationship Id="rId17" Type="http://schemas.openxmlformats.org/officeDocument/2006/relationships/tags" Target="../tags/tag341.xml"/><Relationship Id="rId2" Type="http://schemas.openxmlformats.org/officeDocument/2006/relationships/tags" Target="../tags/tag326.xml"/><Relationship Id="rId16" Type="http://schemas.openxmlformats.org/officeDocument/2006/relationships/tags" Target="../tags/tag340.xml"/><Relationship Id="rId1" Type="http://schemas.openxmlformats.org/officeDocument/2006/relationships/tags" Target="../tags/tag325.xml"/><Relationship Id="rId6" Type="http://schemas.openxmlformats.org/officeDocument/2006/relationships/tags" Target="../tags/tag330.xml"/><Relationship Id="rId11" Type="http://schemas.openxmlformats.org/officeDocument/2006/relationships/tags" Target="../tags/tag335.xml"/><Relationship Id="rId5" Type="http://schemas.openxmlformats.org/officeDocument/2006/relationships/tags" Target="../tags/tag329.xml"/><Relationship Id="rId15" Type="http://schemas.openxmlformats.org/officeDocument/2006/relationships/tags" Target="../tags/tag339.xml"/><Relationship Id="rId10" Type="http://schemas.openxmlformats.org/officeDocument/2006/relationships/tags" Target="../tags/tag334.xml"/><Relationship Id="rId19" Type="http://schemas.openxmlformats.org/officeDocument/2006/relationships/notesSlide" Target="../notesSlides/notesSlide12.xml"/><Relationship Id="rId4" Type="http://schemas.openxmlformats.org/officeDocument/2006/relationships/tags" Target="../tags/tag328.xml"/><Relationship Id="rId9" Type="http://schemas.openxmlformats.org/officeDocument/2006/relationships/tags" Target="../tags/tag333.xml"/><Relationship Id="rId14" Type="http://schemas.openxmlformats.org/officeDocument/2006/relationships/tags" Target="../tags/tag338.xml"/></Relationships>
</file>

<file path=ppt/slides/_rels/slide13.xml.rels><?xml version="1.0" encoding="UTF-8" standalone="yes"?>
<Relationships xmlns="http://schemas.openxmlformats.org/package/2006/relationships"><Relationship Id="rId8" Type="http://schemas.openxmlformats.org/officeDocument/2006/relationships/tags" Target="../tags/tag349.xml"/><Relationship Id="rId13" Type="http://schemas.openxmlformats.org/officeDocument/2006/relationships/tags" Target="../tags/tag354.xml"/><Relationship Id="rId18" Type="http://schemas.openxmlformats.org/officeDocument/2006/relationships/tags" Target="../tags/tag359.xml"/><Relationship Id="rId3" Type="http://schemas.openxmlformats.org/officeDocument/2006/relationships/tags" Target="../tags/tag344.xml"/><Relationship Id="rId21" Type="http://schemas.openxmlformats.org/officeDocument/2006/relationships/notesSlide" Target="../notesSlides/notesSlide13.xml"/><Relationship Id="rId7" Type="http://schemas.openxmlformats.org/officeDocument/2006/relationships/tags" Target="../tags/tag348.xml"/><Relationship Id="rId12" Type="http://schemas.openxmlformats.org/officeDocument/2006/relationships/tags" Target="../tags/tag353.xml"/><Relationship Id="rId17" Type="http://schemas.openxmlformats.org/officeDocument/2006/relationships/tags" Target="../tags/tag358.xml"/><Relationship Id="rId2" Type="http://schemas.openxmlformats.org/officeDocument/2006/relationships/tags" Target="../tags/tag343.xml"/><Relationship Id="rId16" Type="http://schemas.openxmlformats.org/officeDocument/2006/relationships/tags" Target="../tags/tag357.xml"/><Relationship Id="rId20" Type="http://schemas.openxmlformats.org/officeDocument/2006/relationships/slideLayout" Target="../slideLayouts/slideLayout1.xml"/><Relationship Id="rId1" Type="http://schemas.openxmlformats.org/officeDocument/2006/relationships/tags" Target="../tags/tag342.xml"/><Relationship Id="rId6" Type="http://schemas.openxmlformats.org/officeDocument/2006/relationships/tags" Target="../tags/tag347.xml"/><Relationship Id="rId11" Type="http://schemas.openxmlformats.org/officeDocument/2006/relationships/tags" Target="../tags/tag352.xml"/><Relationship Id="rId5" Type="http://schemas.openxmlformats.org/officeDocument/2006/relationships/tags" Target="../tags/tag346.xml"/><Relationship Id="rId15" Type="http://schemas.openxmlformats.org/officeDocument/2006/relationships/tags" Target="../tags/tag356.xml"/><Relationship Id="rId23" Type="http://schemas.openxmlformats.org/officeDocument/2006/relationships/image" Target="../media/image9.png"/><Relationship Id="rId10" Type="http://schemas.openxmlformats.org/officeDocument/2006/relationships/tags" Target="../tags/tag351.xml"/><Relationship Id="rId19" Type="http://schemas.openxmlformats.org/officeDocument/2006/relationships/tags" Target="../tags/tag360.xml"/><Relationship Id="rId4" Type="http://schemas.openxmlformats.org/officeDocument/2006/relationships/tags" Target="../tags/tag345.xml"/><Relationship Id="rId9" Type="http://schemas.openxmlformats.org/officeDocument/2006/relationships/tags" Target="../tags/tag350.xml"/><Relationship Id="rId14" Type="http://schemas.openxmlformats.org/officeDocument/2006/relationships/tags" Target="../tags/tag355.xml"/><Relationship Id="rId22" Type="http://schemas.openxmlformats.org/officeDocument/2006/relationships/image" Target="../media/image8.png"/></Relationships>
</file>

<file path=ppt/slides/_rels/slide14.xml.rels><?xml version="1.0" encoding="UTF-8" standalone="yes"?>
<Relationships xmlns="http://schemas.openxmlformats.org/package/2006/relationships"><Relationship Id="rId8" Type="http://schemas.openxmlformats.org/officeDocument/2006/relationships/tags" Target="../tags/tag368.xml"/><Relationship Id="rId13" Type="http://schemas.openxmlformats.org/officeDocument/2006/relationships/tags" Target="../tags/tag373.xml"/><Relationship Id="rId18" Type="http://schemas.openxmlformats.org/officeDocument/2006/relationships/tags" Target="../tags/tag378.xml"/><Relationship Id="rId26" Type="http://schemas.openxmlformats.org/officeDocument/2006/relationships/notesSlide" Target="../notesSlides/notesSlide14.xml"/><Relationship Id="rId3" Type="http://schemas.openxmlformats.org/officeDocument/2006/relationships/tags" Target="../tags/tag363.xml"/><Relationship Id="rId21" Type="http://schemas.openxmlformats.org/officeDocument/2006/relationships/tags" Target="../tags/tag381.xml"/><Relationship Id="rId7" Type="http://schemas.openxmlformats.org/officeDocument/2006/relationships/tags" Target="../tags/tag367.xml"/><Relationship Id="rId12" Type="http://schemas.openxmlformats.org/officeDocument/2006/relationships/tags" Target="../tags/tag372.xml"/><Relationship Id="rId17" Type="http://schemas.openxmlformats.org/officeDocument/2006/relationships/tags" Target="../tags/tag377.xml"/><Relationship Id="rId25" Type="http://schemas.openxmlformats.org/officeDocument/2006/relationships/slideLayout" Target="../slideLayouts/slideLayout1.xml"/><Relationship Id="rId2" Type="http://schemas.openxmlformats.org/officeDocument/2006/relationships/tags" Target="../tags/tag362.xml"/><Relationship Id="rId16" Type="http://schemas.openxmlformats.org/officeDocument/2006/relationships/tags" Target="../tags/tag376.xml"/><Relationship Id="rId20" Type="http://schemas.openxmlformats.org/officeDocument/2006/relationships/tags" Target="../tags/tag380.xml"/><Relationship Id="rId1" Type="http://schemas.openxmlformats.org/officeDocument/2006/relationships/tags" Target="../tags/tag361.xml"/><Relationship Id="rId6" Type="http://schemas.openxmlformats.org/officeDocument/2006/relationships/tags" Target="../tags/tag366.xml"/><Relationship Id="rId11" Type="http://schemas.openxmlformats.org/officeDocument/2006/relationships/tags" Target="../tags/tag371.xml"/><Relationship Id="rId24" Type="http://schemas.openxmlformats.org/officeDocument/2006/relationships/tags" Target="../tags/tag384.xml"/><Relationship Id="rId5" Type="http://schemas.openxmlformats.org/officeDocument/2006/relationships/tags" Target="../tags/tag365.xml"/><Relationship Id="rId15" Type="http://schemas.openxmlformats.org/officeDocument/2006/relationships/tags" Target="../tags/tag375.xml"/><Relationship Id="rId23" Type="http://schemas.openxmlformats.org/officeDocument/2006/relationships/tags" Target="../tags/tag383.xml"/><Relationship Id="rId10" Type="http://schemas.openxmlformats.org/officeDocument/2006/relationships/tags" Target="../tags/tag370.xml"/><Relationship Id="rId19" Type="http://schemas.openxmlformats.org/officeDocument/2006/relationships/tags" Target="../tags/tag379.xml"/><Relationship Id="rId4" Type="http://schemas.openxmlformats.org/officeDocument/2006/relationships/tags" Target="../tags/tag364.xml"/><Relationship Id="rId9" Type="http://schemas.openxmlformats.org/officeDocument/2006/relationships/tags" Target="../tags/tag369.xml"/><Relationship Id="rId14" Type="http://schemas.openxmlformats.org/officeDocument/2006/relationships/tags" Target="../tags/tag374.xml"/><Relationship Id="rId22" Type="http://schemas.openxmlformats.org/officeDocument/2006/relationships/tags" Target="../tags/tag382.xml"/></Relationships>
</file>

<file path=ppt/slides/_rels/slide15.xml.rels><?xml version="1.0" encoding="UTF-8" standalone="yes"?>
<Relationships xmlns="http://schemas.openxmlformats.org/package/2006/relationships"><Relationship Id="rId8" Type="http://schemas.openxmlformats.org/officeDocument/2006/relationships/tags" Target="../tags/tag392.xml"/><Relationship Id="rId13" Type="http://schemas.openxmlformats.org/officeDocument/2006/relationships/tags" Target="../tags/tag397.xml"/><Relationship Id="rId18" Type="http://schemas.openxmlformats.org/officeDocument/2006/relationships/tags" Target="../tags/tag402.xml"/><Relationship Id="rId3" Type="http://schemas.openxmlformats.org/officeDocument/2006/relationships/tags" Target="../tags/tag387.xml"/><Relationship Id="rId21" Type="http://schemas.openxmlformats.org/officeDocument/2006/relationships/tags" Target="../tags/tag405.xml"/><Relationship Id="rId7" Type="http://schemas.openxmlformats.org/officeDocument/2006/relationships/tags" Target="../tags/tag391.xml"/><Relationship Id="rId12" Type="http://schemas.openxmlformats.org/officeDocument/2006/relationships/tags" Target="../tags/tag396.xml"/><Relationship Id="rId17" Type="http://schemas.openxmlformats.org/officeDocument/2006/relationships/tags" Target="../tags/tag401.xml"/><Relationship Id="rId25" Type="http://schemas.openxmlformats.org/officeDocument/2006/relationships/image" Target="../media/image7.png"/><Relationship Id="rId2" Type="http://schemas.openxmlformats.org/officeDocument/2006/relationships/tags" Target="../tags/tag386.xml"/><Relationship Id="rId16" Type="http://schemas.openxmlformats.org/officeDocument/2006/relationships/tags" Target="../tags/tag400.xml"/><Relationship Id="rId20" Type="http://schemas.openxmlformats.org/officeDocument/2006/relationships/tags" Target="../tags/tag404.xml"/><Relationship Id="rId1" Type="http://schemas.openxmlformats.org/officeDocument/2006/relationships/tags" Target="../tags/tag385.xml"/><Relationship Id="rId6" Type="http://schemas.openxmlformats.org/officeDocument/2006/relationships/tags" Target="../tags/tag390.xml"/><Relationship Id="rId11" Type="http://schemas.openxmlformats.org/officeDocument/2006/relationships/tags" Target="../tags/tag395.xml"/><Relationship Id="rId24" Type="http://schemas.openxmlformats.org/officeDocument/2006/relationships/notesSlide" Target="../notesSlides/notesSlide15.xml"/><Relationship Id="rId5" Type="http://schemas.openxmlformats.org/officeDocument/2006/relationships/tags" Target="../tags/tag389.xml"/><Relationship Id="rId15" Type="http://schemas.openxmlformats.org/officeDocument/2006/relationships/tags" Target="../tags/tag399.xml"/><Relationship Id="rId23" Type="http://schemas.openxmlformats.org/officeDocument/2006/relationships/slideLayout" Target="../slideLayouts/slideLayout1.xml"/><Relationship Id="rId10" Type="http://schemas.openxmlformats.org/officeDocument/2006/relationships/tags" Target="../tags/tag394.xml"/><Relationship Id="rId19" Type="http://schemas.openxmlformats.org/officeDocument/2006/relationships/tags" Target="../tags/tag403.xml"/><Relationship Id="rId4" Type="http://schemas.openxmlformats.org/officeDocument/2006/relationships/tags" Target="../tags/tag388.xml"/><Relationship Id="rId9" Type="http://schemas.openxmlformats.org/officeDocument/2006/relationships/tags" Target="../tags/tag393.xml"/><Relationship Id="rId14" Type="http://schemas.openxmlformats.org/officeDocument/2006/relationships/tags" Target="../tags/tag398.xml"/><Relationship Id="rId22" Type="http://schemas.openxmlformats.org/officeDocument/2006/relationships/tags" Target="../tags/tag406.xml"/></Relationships>
</file>

<file path=ppt/slides/_rels/slide16.xml.rels><?xml version="1.0" encoding="UTF-8" standalone="yes"?>
<Relationships xmlns="http://schemas.openxmlformats.org/package/2006/relationships"><Relationship Id="rId8" Type="http://schemas.openxmlformats.org/officeDocument/2006/relationships/tags" Target="../tags/tag414.xml"/><Relationship Id="rId13" Type="http://schemas.openxmlformats.org/officeDocument/2006/relationships/tags" Target="../tags/tag419.xml"/><Relationship Id="rId18" Type="http://schemas.openxmlformats.org/officeDocument/2006/relationships/tags" Target="../tags/tag424.xml"/><Relationship Id="rId26" Type="http://schemas.openxmlformats.org/officeDocument/2006/relationships/tags" Target="../tags/tag432.xml"/><Relationship Id="rId39" Type="http://schemas.openxmlformats.org/officeDocument/2006/relationships/slideLayout" Target="../slideLayouts/slideLayout1.xml"/><Relationship Id="rId3" Type="http://schemas.openxmlformats.org/officeDocument/2006/relationships/tags" Target="../tags/tag409.xml"/><Relationship Id="rId21" Type="http://schemas.openxmlformats.org/officeDocument/2006/relationships/tags" Target="../tags/tag427.xml"/><Relationship Id="rId34" Type="http://schemas.openxmlformats.org/officeDocument/2006/relationships/tags" Target="../tags/tag440.xml"/><Relationship Id="rId42" Type="http://schemas.openxmlformats.org/officeDocument/2006/relationships/image" Target="../media/image7.png"/><Relationship Id="rId7" Type="http://schemas.openxmlformats.org/officeDocument/2006/relationships/tags" Target="../tags/tag413.xml"/><Relationship Id="rId12" Type="http://schemas.openxmlformats.org/officeDocument/2006/relationships/tags" Target="../tags/tag418.xml"/><Relationship Id="rId17" Type="http://schemas.openxmlformats.org/officeDocument/2006/relationships/tags" Target="../tags/tag423.xml"/><Relationship Id="rId25" Type="http://schemas.openxmlformats.org/officeDocument/2006/relationships/tags" Target="../tags/tag431.xml"/><Relationship Id="rId33" Type="http://schemas.openxmlformats.org/officeDocument/2006/relationships/tags" Target="../tags/tag439.xml"/><Relationship Id="rId38" Type="http://schemas.openxmlformats.org/officeDocument/2006/relationships/tags" Target="../tags/tag444.xml"/><Relationship Id="rId2" Type="http://schemas.openxmlformats.org/officeDocument/2006/relationships/tags" Target="../tags/tag408.xml"/><Relationship Id="rId16" Type="http://schemas.openxmlformats.org/officeDocument/2006/relationships/tags" Target="../tags/tag422.xml"/><Relationship Id="rId20" Type="http://schemas.openxmlformats.org/officeDocument/2006/relationships/tags" Target="../tags/tag426.xml"/><Relationship Id="rId29" Type="http://schemas.openxmlformats.org/officeDocument/2006/relationships/tags" Target="../tags/tag435.xml"/><Relationship Id="rId41" Type="http://schemas.openxmlformats.org/officeDocument/2006/relationships/image" Target="../media/image10.png"/><Relationship Id="rId1" Type="http://schemas.openxmlformats.org/officeDocument/2006/relationships/tags" Target="../tags/tag407.xml"/><Relationship Id="rId6" Type="http://schemas.openxmlformats.org/officeDocument/2006/relationships/tags" Target="../tags/tag412.xml"/><Relationship Id="rId11" Type="http://schemas.openxmlformats.org/officeDocument/2006/relationships/tags" Target="../tags/tag417.xml"/><Relationship Id="rId24" Type="http://schemas.openxmlformats.org/officeDocument/2006/relationships/tags" Target="../tags/tag430.xml"/><Relationship Id="rId32" Type="http://schemas.openxmlformats.org/officeDocument/2006/relationships/tags" Target="../tags/tag438.xml"/><Relationship Id="rId37" Type="http://schemas.openxmlformats.org/officeDocument/2006/relationships/tags" Target="../tags/tag443.xml"/><Relationship Id="rId40" Type="http://schemas.openxmlformats.org/officeDocument/2006/relationships/notesSlide" Target="../notesSlides/notesSlide16.xml"/><Relationship Id="rId5" Type="http://schemas.openxmlformats.org/officeDocument/2006/relationships/tags" Target="../tags/tag411.xml"/><Relationship Id="rId15" Type="http://schemas.openxmlformats.org/officeDocument/2006/relationships/tags" Target="../tags/tag421.xml"/><Relationship Id="rId23" Type="http://schemas.openxmlformats.org/officeDocument/2006/relationships/tags" Target="../tags/tag429.xml"/><Relationship Id="rId28" Type="http://schemas.openxmlformats.org/officeDocument/2006/relationships/tags" Target="../tags/tag434.xml"/><Relationship Id="rId36" Type="http://schemas.openxmlformats.org/officeDocument/2006/relationships/tags" Target="../tags/tag442.xml"/><Relationship Id="rId10" Type="http://schemas.openxmlformats.org/officeDocument/2006/relationships/tags" Target="../tags/tag416.xml"/><Relationship Id="rId19" Type="http://schemas.openxmlformats.org/officeDocument/2006/relationships/tags" Target="../tags/tag425.xml"/><Relationship Id="rId31" Type="http://schemas.openxmlformats.org/officeDocument/2006/relationships/tags" Target="../tags/tag437.xml"/><Relationship Id="rId4" Type="http://schemas.openxmlformats.org/officeDocument/2006/relationships/tags" Target="../tags/tag410.xml"/><Relationship Id="rId9" Type="http://schemas.openxmlformats.org/officeDocument/2006/relationships/tags" Target="../tags/tag415.xml"/><Relationship Id="rId14" Type="http://schemas.openxmlformats.org/officeDocument/2006/relationships/tags" Target="../tags/tag420.xml"/><Relationship Id="rId22" Type="http://schemas.openxmlformats.org/officeDocument/2006/relationships/tags" Target="../tags/tag428.xml"/><Relationship Id="rId27" Type="http://schemas.openxmlformats.org/officeDocument/2006/relationships/tags" Target="../tags/tag433.xml"/><Relationship Id="rId30" Type="http://schemas.openxmlformats.org/officeDocument/2006/relationships/tags" Target="../tags/tag436.xml"/><Relationship Id="rId35" Type="http://schemas.openxmlformats.org/officeDocument/2006/relationships/tags" Target="../tags/tag441.xml"/><Relationship Id="rId43" Type="http://schemas.openxmlformats.org/officeDocument/2006/relationships/image" Target="../media/image11.png"/></Relationships>
</file>

<file path=ppt/slides/_rels/slide17.xml.rels><?xml version="1.0" encoding="UTF-8" standalone="yes"?>
<Relationships xmlns="http://schemas.openxmlformats.org/package/2006/relationships"><Relationship Id="rId8" Type="http://schemas.openxmlformats.org/officeDocument/2006/relationships/tags" Target="../tags/tag452.xml"/><Relationship Id="rId13" Type="http://schemas.openxmlformats.org/officeDocument/2006/relationships/tags" Target="../tags/tag457.xml"/><Relationship Id="rId18" Type="http://schemas.openxmlformats.org/officeDocument/2006/relationships/tags" Target="../tags/tag462.xml"/><Relationship Id="rId3" Type="http://schemas.openxmlformats.org/officeDocument/2006/relationships/tags" Target="../tags/tag447.xml"/><Relationship Id="rId21" Type="http://schemas.openxmlformats.org/officeDocument/2006/relationships/tags" Target="../tags/tag465.xml"/><Relationship Id="rId7" Type="http://schemas.openxmlformats.org/officeDocument/2006/relationships/tags" Target="../tags/tag451.xml"/><Relationship Id="rId12" Type="http://schemas.openxmlformats.org/officeDocument/2006/relationships/tags" Target="../tags/tag456.xml"/><Relationship Id="rId17" Type="http://schemas.openxmlformats.org/officeDocument/2006/relationships/tags" Target="../tags/tag461.xml"/><Relationship Id="rId2" Type="http://schemas.openxmlformats.org/officeDocument/2006/relationships/tags" Target="../tags/tag446.xml"/><Relationship Id="rId16" Type="http://schemas.openxmlformats.org/officeDocument/2006/relationships/tags" Target="../tags/tag460.xml"/><Relationship Id="rId20" Type="http://schemas.openxmlformats.org/officeDocument/2006/relationships/tags" Target="../tags/tag464.xml"/><Relationship Id="rId1" Type="http://schemas.openxmlformats.org/officeDocument/2006/relationships/tags" Target="../tags/tag445.xml"/><Relationship Id="rId6" Type="http://schemas.openxmlformats.org/officeDocument/2006/relationships/tags" Target="../tags/tag450.xml"/><Relationship Id="rId11" Type="http://schemas.openxmlformats.org/officeDocument/2006/relationships/tags" Target="../tags/tag455.xml"/><Relationship Id="rId5" Type="http://schemas.openxmlformats.org/officeDocument/2006/relationships/tags" Target="../tags/tag449.xml"/><Relationship Id="rId15" Type="http://schemas.openxmlformats.org/officeDocument/2006/relationships/tags" Target="../tags/tag459.xml"/><Relationship Id="rId23" Type="http://schemas.openxmlformats.org/officeDocument/2006/relationships/notesSlide" Target="../notesSlides/notesSlide17.xml"/><Relationship Id="rId10" Type="http://schemas.openxmlformats.org/officeDocument/2006/relationships/tags" Target="../tags/tag454.xml"/><Relationship Id="rId19" Type="http://schemas.openxmlformats.org/officeDocument/2006/relationships/tags" Target="../tags/tag463.xml"/><Relationship Id="rId4" Type="http://schemas.openxmlformats.org/officeDocument/2006/relationships/tags" Target="../tags/tag448.xml"/><Relationship Id="rId9" Type="http://schemas.openxmlformats.org/officeDocument/2006/relationships/tags" Target="../tags/tag453.xml"/><Relationship Id="rId14" Type="http://schemas.openxmlformats.org/officeDocument/2006/relationships/tags" Target="../tags/tag458.xml"/><Relationship Id="rId22"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8" Type="http://schemas.openxmlformats.org/officeDocument/2006/relationships/tags" Target="../tags/tag473.xml"/><Relationship Id="rId13" Type="http://schemas.openxmlformats.org/officeDocument/2006/relationships/tags" Target="../tags/tag478.xml"/><Relationship Id="rId18" Type="http://schemas.openxmlformats.org/officeDocument/2006/relationships/tags" Target="../tags/tag483.xml"/><Relationship Id="rId26" Type="http://schemas.openxmlformats.org/officeDocument/2006/relationships/tags" Target="../tags/tag491.xml"/><Relationship Id="rId3" Type="http://schemas.openxmlformats.org/officeDocument/2006/relationships/tags" Target="../tags/tag468.xml"/><Relationship Id="rId21" Type="http://schemas.openxmlformats.org/officeDocument/2006/relationships/tags" Target="../tags/tag486.xml"/><Relationship Id="rId7" Type="http://schemas.openxmlformats.org/officeDocument/2006/relationships/tags" Target="../tags/tag472.xml"/><Relationship Id="rId12" Type="http://schemas.openxmlformats.org/officeDocument/2006/relationships/tags" Target="../tags/tag477.xml"/><Relationship Id="rId17" Type="http://schemas.openxmlformats.org/officeDocument/2006/relationships/tags" Target="../tags/tag482.xml"/><Relationship Id="rId25" Type="http://schemas.openxmlformats.org/officeDocument/2006/relationships/tags" Target="../tags/tag490.xml"/><Relationship Id="rId2" Type="http://schemas.openxmlformats.org/officeDocument/2006/relationships/tags" Target="../tags/tag467.xml"/><Relationship Id="rId16" Type="http://schemas.openxmlformats.org/officeDocument/2006/relationships/tags" Target="../tags/tag481.xml"/><Relationship Id="rId20" Type="http://schemas.openxmlformats.org/officeDocument/2006/relationships/tags" Target="../tags/tag485.xml"/><Relationship Id="rId29" Type="http://schemas.openxmlformats.org/officeDocument/2006/relationships/tags" Target="../tags/tag494.xml"/><Relationship Id="rId1" Type="http://schemas.openxmlformats.org/officeDocument/2006/relationships/tags" Target="../tags/tag466.xml"/><Relationship Id="rId6" Type="http://schemas.openxmlformats.org/officeDocument/2006/relationships/tags" Target="../tags/tag471.xml"/><Relationship Id="rId11" Type="http://schemas.openxmlformats.org/officeDocument/2006/relationships/tags" Target="../tags/tag476.xml"/><Relationship Id="rId24" Type="http://schemas.openxmlformats.org/officeDocument/2006/relationships/tags" Target="../tags/tag489.xml"/><Relationship Id="rId32" Type="http://schemas.openxmlformats.org/officeDocument/2006/relationships/notesSlide" Target="../notesSlides/notesSlide18.xml"/><Relationship Id="rId5" Type="http://schemas.openxmlformats.org/officeDocument/2006/relationships/tags" Target="../tags/tag470.xml"/><Relationship Id="rId15" Type="http://schemas.openxmlformats.org/officeDocument/2006/relationships/tags" Target="../tags/tag480.xml"/><Relationship Id="rId23" Type="http://schemas.openxmlformats.org/officeDocument/2006/relationships/tags" Target="../tags/tag488.xml"/><Relationship Id="rId28" Type="http://schemas.openxmlformats.org/officeDocument/2006/relationships/tags" Target="../tags/tag493.xml"/><Relationship Id="rId10" Type="http://schemas.openxmlformats.org/officeDocument/2006/relationships/tags" Target="../tags/tag475.xml"/><Relationship Id="rId19" Type="http://schemas.openxmlformats.org/officeDocument/2006/relationships/tags" Target="../tags/tag484.xml"/><Relationship Id="rId31" Type="http://schemas.openxmlformats.org/officeDocument/2006/relationships/slideLayout" Target="../slideLayouts/slideLayout1.xml"/><Relationship Id="rId4" Type="http://schemas.openxmlformats.org/officeDocument/2006/relationships/tags" Target="../tags/tag469.xml"/><Relationship Id="rId9" Type="http://schemas.openxmlformats.org/officeDocument/2006/relationships/tags" Target="../tags/tag474.xml"/><Relationship Id="rId14" Type="http://schemas.openxmlformats.org/officeDocument/2006/relationships/tags" Target="../tags/tag479.xml"/><Relationship Id="rId22" Type="http://schemas.openxmlformats.org/officeDocument/2006/relationships/tags" Target="../tags/tag487.xml"/><Relationship Id="rId27" Type="http://schemas.openxmlformats.org/officeDocument/2006/relationships/tags" Target="../tags/tag492.xml"/><Relationship Id="rId30" Type="http://schemas.openxmlformats.org/officeDocument/2006/relationships/tags" Target="../tags/tag495.xml"/></Relationships>
</file>

<file path=ppt/slides/_rels/slide19.xml.rels><?xml version="1.0" encoding="UTF-8" standalone="yes"?>
<Relationships xmlns="http://schemas.openxmlformats.org/package/2006/relationships"><Relationship Id="rId8" Type="http://schemas.openxmlformats.org/officeDocument/2006/relationships/tags" Target="../tags/tag503.xml"/><Relationship Id="rId13" Type="http://schemas.openxmlformats.org/officeDocument/2006/relationships/tags" Target="../tags/tag508.xml"/><Relationship Id="rId18" Type="http://schemas.openxmlformats.org/officeDocument/2006/relationships/tags" Target="../tags/tag513.xml"/><Relationship Id="rId26" Type="http://schemas.openxmlformats.org/officeDocument/2006/relationships/tags" Target="../tags/tag521.xml"/><Relationship Id="rId3" Type="http://schemas.openxmlformats.org/officeDocument/2006/relationships/tags" Target="../tags/tag498.xml"/><Relationship Id="rId21" Type="http://schemas.openxmlformats.org/officeDocument/2006/relationships/tags" Target="../tags/tag516.xml"/><Relationship Id="rId7" Type="http://schemas.openxmlformats.org/officeDocument/2006/relationships/tags" Target="../tags/tag502.xml"/><Relationship Id="rId12" Type="http://schemas.openxmlformats.org/officeDocument/2006/relationships/tags" Target="../tags/tag507.xml"/><Relationship Id="rId17" Type="http://schemas.openxmlformats.org/officeDocument/2006/relationships/tags" Target="../tags/tag512.xml"/><Relationship Id="rId25" Type="http://schemas.openxmlformats.org/officeDocument/2006/relationships/tags" Target="../tags/tag520.xml"/><Relationship Id="rId2" Type="http://schemas.openxmlformats.org/officeDocument/2006/relationships/tags" Target="../tags/tag497.xml"/><Relationship Id="rId16" Type="http://schemas.openxmlformats.org/officeDocument/2006/relationships/tags" Target="../tags/tag511.xml"/><Relationship Id="rId20" Type="http://schemas.openxmlformats.org/officeDocument/2006/relationships/tags" Target="../tags/tag515.xml"/><Relationship Id="rId29" Type="http://schemas.openxmlformats.org/officeDocument/2006/relationships/notesSlide" Target="../notesSlides/notesSlide19.xml"/><Relationship Id="rId1" Type="http://schemas.openxmlformats.org/officeDocument/2006/relationships/tags" Target="../tags/tag496.xml"/><Relationship Id="rId6" Type="http://schemas.openxmlformats.org/officeDocument/2006/relationships/tags" Target="../tags/tag501.xml"/><Relationship Id="rId11" Type="http://schemas.openxmlformats.org/officeDocument/2006/relationships/tags" Target="../tags/tag506.xml"/><Relationship Id="rId24" Type="http://schemas.openxmlformats.org/officeDocument/2006/relationships/tags" Target="../tags/tag519.xml"/><Relationship Id="rId5" Type="http://schemas.openxmlformats.org/officeDocument/2006/relationships/tags" Target="../tags/tag500.xml"/><Relationship Id="rId15" Type="http://schemas.openxmlformats.org/officeDocument/2006/relationships/tags" Target="../tags/tag510.xml"/><Relationship Id="rId23" Type="http://schemas.openxmlformats.org/officeDocument/2006/relationships/tags" Target="../tags/tag518.xml"/><Relationship Id="rId28" Type="http://schemas.openxmlformats.org/officeDocument/2006/relationships/slideLayout" Target="../slideLayouts/slideLayout1.xml"/><Relationship Id="rId10" Type="http://schemas.openxmlformats.org/officeDocument/2006/relationships/tags" Target="../tags/tag505.xml"/><Relationship Id="rId19" Type="http://schemas.openxmlformats.org/officeDocument/2006/relationships/tags" Target="../tags/tag514.xml"/><Relationship Id="rId4" Type="http://schemas.openxmlformats.org/officeDocument/2006/relationships/tags" Target="../tags/tag499.xml"/><Relationship Id="rId9" Type="http://schemas.openxmlformats.org/officeDocument/2006/relationships/tags" Target="../tags/tag504.xml"/><Relationship Id="rId14" Type="http://schemas.openxmlformats.org/officeDocument/2006/relationships/tags" Target="../tags/tag509.xml"/><Relationship Id="rId22" Type="http://schemas.openxmlformats.org/officeDocument/2006/relationships/tags" Target="../tags/tag517.xml"/><Relationship Id="rId27" Type="http://schemas.openxmlformats.org/officeDocument/2006/relationships/tags" Target="../tags/tag522.xml"/><Relationship Id="rId30" Type="http://schemas.openxmlformats.org/officeDocument/2006/relationships/image" Target="../media/image12.png"/></Relationships>
</file>

<file path=ppt/slides/_rels/slide20.xml.rels><?xml version="1.0" encoding="UTF-8" standalone="yes"?>
<Relationships xmlns="http://schemas.openxmlformats.org/package/2006/relationships"><Relationship Id="rId8" Type="http://schemas.openxmlformats.org/officeDocument/2006/relationships/tags" Target="../tags/tag530.xml"/><Relationship Id="rId13" Type="http://schemas.openxmlformats.org/officeDocument/2006/relationships/tags" Target="../tags/tag535.xml"/><Relationship Id="rId18" Type="http://schemas.openxmlformats.org/officeDocument/2006/relationships/tags" Target="../tags/tag540.xml"/><Relationship Id="rId26" Type="http://schemas.openxmlformats.org/officeDocument/2006/relationships/tags" Target="../tags/tag548.xml"/><Relationship Id="rId3" Type="http://schemas.openxmlformats.org/officeDocument/2006/relationships/tags" Target="../tags/tag525.xml"/><Relationship Id="rId21" Type="http://schemas.openxmlformats.org/officeDocument/2006/relationships/tags" Target="../tags/tag543.xml"/><Relationship Id="rId7" Type="http://schemas.openxmlformats.org/officeDocument/2006/relationships/tags" Target="../tags/tag529.xml"/><Relationship Id="rId12" Type="http://schemas.openxmlformats.org/officeDocument/2006/relationships/tags" Target="../tags/tag534.xml"/><Relationship Id="rId17" Type="http://schemas.openxmlformats.org/officeDocument/2006/relationships/tags" Target="../tags/tag539.xml"/><Relationship Id="rId25" Type="http://schemas.openxmlformats.org/officeDocument/2006/relationships/tags" Target="../tags/tag547.xml"/><Relationship Id="rId2" Type="http://schemas.openxmlformats.org/officeDocument/2006/relationships/tags" Target="../tags/tag524.xml"/><Relationship Id="rId16" Type="http://schemas.openxmlformats.org/officeDocument/2006/relationships/tags" Target="../tags/tag538.xml"/><Relationship Id="rId20" Type="http://schemas.openxmlformats.org/officeDocument/2006/relationships/tags" Target="../tags/tag542.xml"/><Relationship Id="rId1" Type="http://schemas.openxmlformats.org/officeDocument/2006/relationships/tags" Target="../tags/tag523.xml"/><Relationship Id="rId6" Type="http://schemas.openxmlformats.org/officeDocument/2006/relationships/tags" Target="../tags/tag528.xml"/><Relationship Id="rId11" Type="http://schemas.openxmlformats.org/officeDocument/2006/relationships/tags" Target="../tags/tag533.xml"/><Relationship Id="rId24" Type="http://schemas.openxmlformats.org/officeDocument/2006/relationships/tags" Target="../tags/tag546.xml"/><Relationship Id="rId5" Type="http://schemas.openxmlformats.org/officeDocument/2006/relationships/tags" Target="../tags/tag527.xml"/><Relationship Id="rId15" Type="http://schemas.openxmlformats.org/officeDocument/2006/relationships/tags" Target="../tags/tag537.xml"/><Relationship Id="rId23" Type="http://schemas.openxmlformats.org/officeDocument/2006/relationships/tags" Target="../tags/tag545.xml"/><Relationship Id="rId28" Type="http://schemas.openxmlformats.org/officeDocument/2006/relationships/notesSlide" Target="../notesSlides/notesSlide20.xml"/><Relationship Id="rId10" Type="http://schemas.openxmlformats.org/officeDocument/2006/relationships/tags" Target="../tags/tag532.xml"/><Relationship Id="rId19" Type="http://schemas.openxmlformats.org/officeDocument/2006/relationships/tags" Target="../tags/tag541.xml"/><Relationship Id="rId4" Type="http://schemas.openxmlformats.org/officeDocument/2006/relationships/tags" Target="../tags/tag526.xml"/><Relationship Id="rId9" Type="http://schemas.openxmlformats.org/officeDocument/2006/relationships/tags" Target="../tags/tag531.xml"/><Relationship Id="rId14" Type="http://schemas.openxmlformats.org/officeDocument/2006/relationships/tags" Target="../tags/tag536.xml"/><Relationship Id="rId22" Type="http://schemas.openxmlformats.org/officeDocument/2006/relationships/tags" Target="../tags/tag544.xml"/><Relationship Id="rId27"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8" Type="http://schemas.openxmlformats.org/officeDocument/2006/relationships/tags" Target="../tags/tag556.xml"/><Relationship Id="rId13" Type="http://schemas.openxmlformats.org/officeDocument/2006/relationships/tags" Target="../tags/tag561.xml"/><Relationship Id="rId18" Type="http://schemas.openxmlformats.org/officeDocument/2006/relationships/tags" Target="../tags/tag566.xml"/><Relationship Id="rId26" Type="http://schemas.openxmlformats.org/officeDocument/2006/relationships/tags" Target="../tags/tag574.xml"/><Relationship Id="rId3" Type="http://schemas.openxmlformats.org/officeDocument/2006/relationships/tags" Target="../tags/tag551.xml"/><Relationship Id="rId21" Type="http://schemas.openxmlformats.org/officeDocument/2006/relationships/tags" Target="../tags/tag569.xml"/><Relationship Id="rId34" Type="http://schemas.openxmlformats.org/officeDocument/2006/relationships/slideLayout" Target="../slideLayouts/slideLayout1.xml"/><Relationship Id="rId7" Type="http://schemas.openxmlformats.org/officeDocument/2006/relationships/tags" Target="../tags/tag555.xml"/><Relationship Id="rId12" Type="http://schemas.openxmlformats.org/officeDocument/2006/relationships/tags" Target="../tags/tag560.xml"/><Relationship Id="rId17" Type="http://schemas.openxmlformats.org/officeDocument/2006/relationships/tags" Target="../tags/tag565.xml"/><Relationship Id="rId25" Type="http://schemas.openxmlformats.org/officeDocument/2006/relationships/tags" Target="../tags/tag573.xml"/><Relationship Id="rId33" Type="http://schemas.openxmlformats.org/officeDocument/2006/relationships/tags" Target="../tags/tag581.xml"/><Relationship Id="rId2" Type="http://schemas.openxmlformats.org/officeDocument/2006/relationships/tags" Target="../tags/tag550.xml"/><Relationship Id="rId16" Type="http://schemas.openxmlformats.org/officeDocument/2006/relationships/tags" Target="../tags/tag564.xml"/><Relationship Id="rId20" Type="http://schemas.openxmlformats.org/officeDocument/2006/relationships/tags" Target="../tags/tag568.xml"/><Relationship Id="rId29" Type="http://schemas.openxmlformats.org/officeDocument/2006/relationships/tags" Target="../tags/tag577.xml"/><Relationship Id="rId1" Type="http://schemas.openxmlformats.org/officeDocument/2006/relationships/tags" Target="../tags/tag549.xml"/><Relationship Id="rId6" Type="http://schemas.openxmlformats.org/officeDocument/2006/relationships/tags" Target="../tags/tag554.xml"/><Relationship Id="rId11" Type="http://schemas.openxmlformats.org/officeDocument/2006/relationships/tags" Target="../tags/tag559.xml"/><Relationship Id="rId24" Type="http://schemas.openxmlformats.org/officeDocument/2006/relationships/tags" Target="../tags/tag572.xml"/><Relationship Id="rId32" Type="http://schemas.openxmlformats.org/officeDocument/2006/relationships/tags" Target="../tags/tag580.xml"/><Relationship Id="rId5" Type="http://schemas.openxmlformats.org/officeDocument/2006/relationships/tags" Target="../tags/tag553.xml"/><Relationship Id="rId15" Type="http://schemas.openxmlformats.org/officeDocument/2006/relationships/tags" Target="../tags/tag563.xml"/><Relationship Id="rId23" Type="http://schemas.openxmlformats.org/officeDocument/2006/relationships/tags" Target="../tags/tag571.xml"/><Relationship Id="rId28" Type="http://schemas.openxmlformats.org/officeDocument/2006/relationships/tags" Target="../tags/tag576.xml"/><Relationship Id="rId10" Type="http://schemas.openxmlformats.org/officeDocument/2006/relationships/tags" Target="../tags/tag558.xml"/><Relationship Id="rId19" Type="http://schemas.openxmlformats.org/officeDocument/2006/relationships/tags" Target="../tags/tag567.xml"/><Relationship Id="rId31" Type="http://schemas.openxmlformats.org/officeDocument/2006/relationships/tags" Target="../tags/tag579.xml"/><Relationship Id="rId4" Type="http://schemas.openxmlformats.org/officeDocument/2006/relationships/tags" Target="../tags/tag552.xml"/><Relationship Id="rId9" Type="http://schemas.openxmlformats.org/officeDocument/2006/relationships/tags" Target="../tags/tag557.xml"/><Relationship Id="rId14" Type="http://schemas.openxmlformats.org/officeDocument/2006/relationships/tags" Target="../tags/tag562.xml"/><Relationship Id="rId22" Type="http://schemas.openxmlformats.org/officeDocument/2006/relationships/tags" Target="../tags/tag570.xml"/><Relationship Id="rId27" Type="http://schemas.openxmlformats.org/officeDocument/2006/relationships/tags" Target="../tags/tag575.xml"/><Relationship Id="rId30" Type="http://schemas.openxmlformats.org/officeDocument/2006/relationships/tags" Target="../tags/tag578.xml"/><Relationship Id="rId3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8" Type="http://schemas.openxmlformats.org/officeDocument/2006/relationships/tags" Target="../tags/tag589.xml"/><Relationship Id="rId13" Type="http://schemas.openxmlformats.org/officeDocument/2006/relationships/tags" Target="../tags/tag594.xml"/><Relationship Id="rId18" Type="http://schemas.openxmlformats.org/officeDocument/2006/relationships/tags" Target="../tags/tag599.xml"/><Relationship Id="rId26" Type="http://schemas.openxmlformats.org/officeDocument/2006/relationships/tags" Target="../tags/tag607.xml"/><Relationship Id="rId3" Type="http://schemas.openxmlformats.org/officeDocument/2006/relationships/tags" Target="../tags/tag584.xml"/><Relationship Id="rId21" Type="http://schemas.openxmlformats.org/officeDocument/2006/relationships/tags" Target="../tags/tag602.xml"/><Relationship Id="rId7" Type="http://schemas.openxmlformats.org/officeDocument/2006/relationships/tags" Target="../tags/tag588.xml"/><Relationship Id="rId12" Type="http://schemas.openxmlformats.org/officeDocument/2006/relationships/tags" Target="../tags/tag593.xml"/><Relationship Id="rId17" Type="http://schemas.openxmlformats.org/officeDocument/2006/relationships/tags" Target="../tags/tag598.xml"/><Relationship Id="rId25" Type="http://schemas.openxmlformats.org/officeDocument/2006/relationships/tags" Target="../tags/tag606.xml"/><Relationship Id="rId33" Type="http://schemas.openxmlformats.org/officeDocument/2006/relationships/notesSlide" Target="../notesSlides/notesSlide22.xml"/><Relationship Id="rId2" Type="http://schemas.openxmlformats.org/officeDocument/2006/relationships/tags" Target="../tags/tag583.xml"/><Relationship Id="rId16" Type="http://schemas.openxmlformats.org/officeDocument/2006/relationships/tags" Target="../tags/tag597.xml"/><Relationship Id="rId20" Type="http://schemas.openxmlformats.org/officeDocument/2006/relationships/tags" Target="../tags/tag601.xml"/><Relationship Id="rId29" Type="http://schemas.openxmlformats.org/officeDocument/2006/relationships/tags" Target="../tags/tag610.xml"/><Relationship Id="rId1" Type="http://schemas.openxmlformats.org/officeDocument/2006/relationships/tags" Target="../tags/tag582.xml"/><Relationship Id="rId6" Type="http://schemas.openxmlformats.org/officeDocument/2006/relationships/tags" Target="../tags/tag587.xml"/><Relationship Id="rId11" Type="http://schemas.openxmlformats.org/officeDocument/2006/relationships/tags" Target="../tags/tag592.xml"/><Relationship Id="rId24" Type="http://schemas.openxmlformats.org/officeDocument/2006/relationships/tags" Target="../tags/tag605.xml"/><Relationship Id="rId32" Type="http://schemas.openxmlformats.org/officeDocument/2006/relationships/slideLayout" Target="../slideLayouts/slideLayout1.xml"/><Relationship Id="rId5" Type="http://schemas.openxmlformats.org/officeDocument/2006/relationships/tags" Target="../tags/tag586.xml"/><Relationship Id="rId15" Type="http://schemas.openxmlformats.org/officeDocument/2006/relationships/tags" Target="../tags/tag596.xml"/><Relationship Id="rId23" Type="http://schemas.openxmlformats.org/officeDocument/2006/relationships/tags" Target="../tags/tag604.xml"/><Relationship Id="rId28" Type="http://schemas.openxmlformats.org/officeDocument/2006/relationships/tags" Target="../tags/tag609.xml"/><Relationship Id="rId10" Type="http://schemas.openxmlformats.org/officeDocument/2006/relationships/tags" Target="../tags/tag591.xml"/><Relationship Id="rId19" Type="http://schemas.openxmlformats.org/officeDocument/2006/relationships/tags" Target="../tags/tag600.xml"/><Relationship Id="rId31" Type="http://schemas.openxmlformats.org/officeDocument/2006/relationships/tags" Target="../tags/tag612.xml"/><Relationship Id="rId4" Type="http://schemas.openxmlformats.org/officeDocument/2006/relationships/tags" Target="../tags/tag585.xml"/><Relationship Id="rId9" Type="http://schemas.openxmlformats.org/officeDocument/2006/relationships/tags" Target="../tags/tag590.xml"/><Relationship Id="rId14" Type="http://schemas.openxmlformats.org/officeDocument/2006/relationships/tags" Target="../tags/tag595.xml"/><Relationship Id="rId22" Type="http://schemas.openxmlformats.org/officeDocument/2006/relationships/tags" Target="../tags/tag603.xml"/><Relationship Id="rId27" Type="http://schemas.openxmlformats.org/officeDocument/2006/relationships/tags" Target="../tags/tag608.xml"/><Relationship Id="rId30" Type="http://schemas.openxmlformats.org/officeDocument/2006/relationships/tags" Target="../tags/tag611.xml"/></Relationships>
</file>

<file path=ppt/slides/_rels/slide23.xml.rels><?xml version="1.0" encoding="UTF-8" standalone="yes"?>
<Relationships xmlns="http://schemas.openxmlformats.org/package/2006/relationships"><Relationship Id="rId8" Type="http://schemas.openxmlformats.org/officeDocument/2006/relationships/tags" Target="../tags/tag620.xml"/><Relationship Id="rId13" Type="http://schemas.openxmlformats.org/officeDocument/2006/relationships/tags" Target="../tags/tag625.xml"/><Relationship Id="rId18" Type="http://schemas.openxmlformats.org/officeDocument/2006/relationships/slideLayout" Target="../slideLayouts/slideLayout1.xml"/><Relationship Id="rId3" Type="http://schemas.openxmlformats.org/officeDocument/2006/relationships/tags" Target="../tags/tag615.xml"/><Relationship Id="rId7" Type="http://schemas.openxmlformats.org/officeDocument/2006/relationships/tags" Target="../tags/tag619.xml"/><Relationship Id="rId12" Type="http://schemas.openxmlformats.org/officeDocument/2006/relationships/tags" Target="../tags/tag624.xml"/><Relationship Id="rId17" Type="http://schemas.openxmlformats.org/officeDocument/2006/relationships/tags" Target="../tags/tag629.xml"/><Relationship Id="rId2" Type="http://schemas.openxmlformats.org/officeDocument/2006/relationships/tags" Target="../tags/tag614.xml"/><Relationship Id="rId16" Type="http://schemas.openxmlformats.org/officeDocument/2006/relationships/tags" Target="../tags/tag628.xml"/><Relationship Id="rId1" Type="http://schemas.openxmlformats.org/officeDocument/2006/relationships/tags" Target="../tags/tag613.xml"/><Relationship Id="rId6" Type="http://schemas.openxmlformats.org/officeDocument/2006/relationships/tags" Target="../tags/tag618.xml"/><Relationship Id="rId11" Type="http://schemas.openxmlformats.org/officeDocument/2006/relationships/tags" Target="../tags/tag623.xml"/><Relationship Id="rId5" Type="http://schemas.openxmlformats.org/officeDocument/2006/relationships/tags" Target="../tags/tag617.xml"/><Relationship Id="rId15" Type="http://schemas.openxmlformats.org/officeDocument/2006/relationships/tags" Target="../tags/tag627.xml"/><Relationship Id="rId10" Type="http://schemas.openxmlformats.org/officeDocument/2006/relationships/tags" Target="../tags/tag622.xml"/><Relationship Id="rId19" Type="http://schemas.openxmlformats.org/officeDocument/2006/relationships/notesSlide" Target="../notesSlides/notesSlide23.xml"/><Relationship Id="rId4" Type="http://schemas.openxmlformats.org/officeDocument/2006/relationships/tags" Target="../tags/tag616.xml"/><Relationship Id="rId9" Type="http://schemas.openxmlformats.org/officeDocument/2006/relationships/tags" Target="../tags/tag621.xml"/><Relationship Id="rId14" Type="http://schemas.openxmlformats.org/officeDocument/2006/relationships/tags" Target="../tags/tag626.xml"/></Relationships>
</file>

<file path=ppt/slides/_rels/slide24.xml.rels><?xml version="1.0" encoding="UTF-8" standalone="yes"?>
<Relationships xmlns="http://schemas.openxmlformats.org/package/2006/relationships"><Relationship Id="rId8" Type="http://schemas.openxmlformats.org/officeDocument/2006/relationships/tags" Target="../tags/tag637.xml"/><Relationship Id="rId13" Type="http://schemas.openxmlformats.org/officeDocument/2006/relationships/tags" Target="../tags/tag642.xml"/><Relationship Id="rId18" Type="http://schemas.openxmlformats.org/officeDocument/2006/relationships/tags" Target="../tags/tag647.xml"/><Relationship Id="rId26" Type="http://schemas.openxmlformats.org/officeDocument/2006/relationships/tags" Target="../tags/tag655.xml"/><Relationship Id="rId3" Type="http://schemas.openxmlformats.org/officeDocument/2006/relationships/tags" Target="../tags/tag632.xml"/><Relationship Id="rId21" Type="http://schemas.openxmlformats.org/officeDocument/2006/relationships/tags" Target="../tags/tag650.xml"/><Relationship Id="rId34" Type="http://schemas.openxmlformats.org/officeDocument/2006/relationships/tags" Target="../tags/tag663.xml"/><Relationship Id="rId7" Type="http://schemas.openxmlformats.org/officeDocument/2006/relationships/tags" Target="../tags/tag636.xml"/><Relationship Id="rId12" Type="http://schemas.openxmlformats.org/officeDocument/2006/relationships/tags" Target="../tags/tag641.xml"/><Relationship Id="rId17" Type="http://schemas.openxmlformats.org/officeDocument/2006/relationships/tags" Target="../tags/tag646.xml"/><Relationship Id="rId25" Type="http://schemas.openxmlformats.org/officeDocument/2006/relationships/tags" Target="../tags/tag654.xml"/><Relationship Id="rId33" Type="http://schemas.openxmlformats.org/officeDocument/2006/relationships/tags" Target="../tags/tag662.xml"/><Relationship Id="rId2" Type="http://schemas.openxmlformats.org/officeDocument/2006/relationships/tags" Target="../tags/tag631.xml"/><Relationship Id="rId16" Type="http://schemas.openxmlformats.org/officeDocument/2006/relationships/tags" Target="../tags/tag645.xml"/><Relationship Id="rId20" Type="http://schemas.openxmlformats.org/officeDocument/2006/relationships/tags" Target="../tags/tag649.xml"/><Relationship Id="rId29" Type="http://schemas.openxmlformats.org/officeDocument/2006/relationships/tags" Target="../tags/tag658.xml"/><Relationship Id="rId1" Type="http://schemas.openxmlformats.org/officeDocument/2006/relationships/tags" Target="../tags/tag630.xml"/><Relationship Id="rId6" Type="http://schemas.openxmlformats.org/officeDocument/2006/relationships/tags" Target="../tags/tag635.xml"/><Relationship Id="rId11" Type="http://schemas.openxmlformats.org/officeDocument/2006/relationships/tags" Target="../tags/tag640.xml"/><Relationship Id="rId24" Type="http://schemas.openxmlformats.org/officeDocument/2006/relationships/tags" Target="../tags/tag653.xml"/><Relationship Id="rId32" Type="http://schemas.openxmlformats.org/officeDocument/2006/relationships/tags" Target="../tags/tag661.xml"/><Relationship Id="rId37" Type="http://schemas.openxmlformats.org/officeDocument/2006/relationships/notesSlide" Target="../notesSlides/notesSlide24.xml"/><Relationship Id="rId5" Type="http://schemas.openxmlformats.org/officeDocument/2006/relationships/tags" Target="../tags/tag634.xml"/><Relationship Id="rId15" Type="http://schemas.openxmlformats.org/officeDocument/2006/relationships/tags" Target="../tags/tag644.xml"/><Relationship Id="rId23" Type="http://schemas.openxmlformats.org/officeDocument/2006/relationships/tags" Target="../tags/tag652.xml"/><Relationship Id="rId28" Type="http://schemas.openxmlformats.org/officeDocument/2006/relationships/tags" Target="../tags/tag657.xml"/><Relationship Id="rId36" Type="http://schemas.openxmlformats.org/officeDocument/2006/relationships/slideLayout" Target="../slideLayouts/slideLayout1.xml"/><Relationship Id="rId10" Type="http://schemas.openxmlformats.org/officeDocument/2006/relationships/tags" Target="../tags/tag639.xml"/><Relationship Id="rId19" Type="http://schemas.openxmlformats.org/officeDocument/2006/relationships/tags" Target="../tags/tag648.xml"/><Relationship Id="rId31" Type="http://schemas.openxmlformats.org/officeDocument/2006/relationships/tags" Target="../tags/tag660.xml"/><Relationship Id="rId4" Type="http://schemas.openxmlformats.org/officeDocument/2006/relationships/tags" Target="../tags/tag633.xml"/><Relationship Id="rId9" Type="http://schemas.openxmlformats.org/officeDocument/2006/relationships/tags" Target="../tags/tag638.xml"/><Relationship Id="rId14" Type="http://schemas.openxmlformats.org/officeDocument/2006/relationships/tags" Target="../tags/tag643.xml"/><Relationship Id="rId22" Type="http://schemas.openxmlformats.org/officeDocument/2006/relationships/tags" Target="../tags/tag651.xml"/><Relationship Id="rId27" Type="http://schemas.openxmlformats.org/officeDocument/2006/relationships/tags" Target="../tags/tag656.xml"/><Relationship Id="rId30" Type="http://schemas.openxmlformats.org/officeDocument/2006/relationships/tags" Target="../tags/tag659.xml"/><Relationship Id="rId35" Type="http://schemas.openxmlformats.org/officeDocument/2006/relationships/tags" Target="../tags/tag664.xml"/></Relationships>
</file>

<file path=ppt/slides/_rels/slide25.xml.rels><?xml version="1.0" encoding="UTF-8" standalone="yes"?>
<Relationships xmlns="http://schemas.openxmlformats.org/package/2006/relationships"><Relationship Id="rId13" Type="http://schemas.openxmlformats.org/officeDocument/2006/relationships/tags" Target="../tags/tag677.xml"/><Relationship Id="rId18" Type="http://schemas.openxmlformats.org/officeDocument/2006/relationships/tags" Target="../tags/tag682.xml"/><Relationship Id="rId26" Type="http://schemas.openxmlformats.org/officeDocument/2006/relationships/tags" Target="../tags/tag690.xml"/><Relationship Id="rId39" Type="http://schemas.openxmlformats.org/officeDocument/2006/relationships/tags" Target="../tags/tag703.xml"/><Relationship Id="rId3" Type="http://schemas.openxmlformats.org/officeDocument/2006/relationships/tags" Target="../tags/tag667.xml"/><Relationship Id="rId21" Type="http://schemas.openxmlformats.org/officeDocument/2006/relationships/tags" Target="../tags/tag685.xml"/><Relationship Id="rId34" Type="http://schemas.openxmlformats.org/officeDocument/2006/relationships/tags" Target="../tags/tag698.xml"/><Relationship Id="rId42" Type="http://schemas.openxmlformats.org/officeDocument/2006/relationships/tags" Target="../tags/tag706.xml"/><Relationship Id="rId47" Type="http://schemas.openxmlformats.org/officeDocument/2006/relationships/tags" Target="../tags/tag711.xml"/><Relationship Id="rId7" Type="http://schemas.openxmlformats.org/officeDocument/2006/relationships/tags" Target="../tags/tag671.xml"/><Relationship Id="rId12" Type="http://schemas.openxmlformats.org/officeDocument/2006/relationships/tags" Target="../tags/tag676.xml"/><Relationship Id="rId17" Type="http://schemas.openxmlformats.org/officeDocument/2006/relationships/tags" Target="../tags/tag681.xml"/><Relationship Id="rId25" Type="http://schemas.openxmlformats.org/officeDocument/2006/relationships/tags" Target="../tags/tag689.xml"/><Relationship Id="rId33" Type="http://schemas.openxmlformats.org/officeDocument/2006/relationships/tags" Target="../tags/tag697.xml"/><Relationship Id="rId38" Type="http://schemas.openxmlformats.org/officeDocument/2006/relationships/tags" Target="../tags/tag702.xml"/><Relationship Id="rId46" Type="http://schemas.openxmlformats.org/officeDocument/2006/relationships/tags" Target="../tags/tag710.xml"/><Relationship Id="rId2" Type="http://schemas.openxmlformats.org/officeDocument/2006/relationships/tags" Target="../tags/tag666.xml"/><Relationship Id="rId16" Type="http://schemas.openxmlformats.org/officeDocument/2006/relationships/tags" Target="../tags/tag680.xml"/><Relationship Id="rId20" Type="http://schemas.openxmlformats.org/officeDocument/2006/relationships/tags" Target="../tags/tag684.xml"/><Relationship Id="rId29" Type="http://schemas.openxmlformats.org/officeDocument/2006/relationships/tags" Target="../tags/tag693.xml"/><Relationship Id="rId41" Type="http://schemas.openxmlformats.org/officeDocument/2006/relationships/tags" Target="../tags/tag705.xml"/><Relationship Id="rId1" Type="http://schemas.openxmlformats.org/officeDocument/2006/relationships/tags" Target="../tags/tag665.xml"/><Relationship Id="rId6" Type="http://schemas.openxmlformats.org/officeDocument/2006/relationships/tags" Target="../tags/tag670.xml"/><Relationship Id="rId11" Type="http://schemas.openxmlformats.org/officeDocument/2006/relationships/tags" Target="../tags/tag675.xml"/><Relationship Id="rId24" Type="http://schemas.openxmlformats.org/officeDocument/2006/relationships/tags" Target="../tags/tag688.xml"/><Relationship Id="rId32" Type="http://schemas.openxmlformats.org/officeDocument/2006/relationships/tags" Target="../tags/tag696.xml"/><Relationship Id="rId37" Type="http://schemas.openxmlformats.org/officeDocument/2006/relationships/tags" Target="../tags/tag701.xml"/><Relationship Id="rId40" Type="http://schemas.openxmlformats.org/officeDocument/2006/relationships/tags" Target="../tags/tag704.xml"/><Relationship Id="rId45" Type="http://schemas.openxmlformats.org/officeDocument/2006/relationships/tags" Target="../tags/tag709.xml"/><Relationship Id="rId5" Type="http://schemas.openxmlformats.org/officeDocument/2006/relationships/tags" Target="../tags/tag669.xml"/><Relationship Id="rId15" Type="http://schemas.openxmlformats.org/officeDocument/2006/relationships/tags" Target="../tags/tag679.xml"/><Relationship Id="rId23" Type="http://schemas.openxmlformats.org/officeDocument/2006/relationships/tags" Target="../tags/tag687.xml"/><Relationship Id="rId28" Type="http://schemas.openxmlformats.org/officeDocument/2006/relationships/tags" Target="../tags/tag692.xml"/><Relationship Id="rId36" Type="http://schemas.openxmlformats.org/officeDocument/2006/relationships/tags" Target="../tags/tag700.xml"/><Relationship Id="rId49" Type="http://schemas.openxmlformats.org/officeDocument/2006/relationships/notesSlide" Target="../notesSlides/notesSlide25.xml"/><Relationship Id="rId10" Type="http://schemas.openxmlformats.org/officeDocument/2006/relationships/tags" Target="../tags/tag674.xml"/><Relationship Id="rId19" Type="http://schemas.openxmlformats.org/officeDocument/2006/relationships/tags" Target="../tags/tag683.xml"/><Relationship Id="rId31" Type="http://schemas.openxmlformats.org/officeDocument/2006/relationships/tags" Target="../tags/tag695.xml"/><Relationship Id="rId44" Type="http://schemas.openxmlformats.org/officeDocument/2006/relationships/tags" Target="../tags/tag708.xml"/><Relationship Id="rId4" Type="http://schemas.openxmlformats.org/officeDocument/2006/relationships/tags" Target="../tags/tag668.xml"/><Relationship Id="rId9" Type="http://schemas.openxmlformats.org/officeDocument/2006/relationships/tags" Target="../tags/tag673.xml"/><Relationship Id="rId14" Type="http://schemas.openxmlformats.org/officeDocument/2006/relationships/tags" Target="../tags/tag678.xml"/><Relationship Id="rId22" Type="http://schemas.openxmlformats.org/officeDocument/2006/relationships/tags" Target="../tags/tag686.xml"/><Relationship Id="rId27" Type="http://schemas.openxmlformats.org/officeDocument/2006/relationships/tags" Target="../tags/tag691.xml"/><Relationship Id="rId30" Type="http://schemas.openxmlformats.org/officeDocument/2006/relationships/tags" Target="../tags/tag694.xml"/><Relationship Id="rId35" Type="http://schemas.openxmlformats.org/officeDocument/2006/relationships/tags" Target="../tags/tag699.xml"/><Relationship Id="rId43" Type="http://schemas.openxmlformats.org/officeDocument/2006/relationships/tags" Target="../tags/tag707.xml"/><Relationship Id="rId48" Type="http://schemas.openxmlformats.org/officeDocument/2006/relationships/slideLayout" Target="../slideLayouts/slideLayout1.xml"/><Relationship Id="rId8" Type="http://schemas.openxmlformats.org/officeDocument/2006/relationships/tags" Target="../tags/tag672.xml"/></Relationships>
</file>

<file path=ppt/slides/_rels/slide26.xml.rels><?xml version="1.0" encoding="UTF-8" standalone="yes"?>
<Relationships xmlns="http://schemas.openxmlformats.org/package/2006/relationships"><Relationship Id="rId8" Type="http://schemas.openxmlformats.org/officeDocument/2006/relationships/tags" Target="../tags/tag719.xml"/><Relationship Id="rId13" Type="http://schemas.openxmlformats.org/officeDocument/2006/relationships/tags" Target="../tags/tag724.xml"/><Relationship Id="rId18" Type="http://schemas.openxmlformats.org/officeDocument/2006/relationships/tags" Target="../tags/tag729.xml"/><Relationship Id="rId3" Type="http://schemas.openxmlformats.org/officeDocument/2006/relationships/tags" Target="../tags/tag714.xml"/><Relationship Id="rId21" Type="http://schemas.openxmlformats.org/officeDocument/2006/relationships/tags" Target="../tags/tag732.xml"/><Relationship Id="rId7" Type="http://schemas.openxmlformats.org/officeDocument/2006/relationships/tags" Target="../tags/tag718.xml"/><Relationship Id="rId12" Type="http://schemas.openxmlformats.org/officeDocument/2006/relationships/tags" Target="../tags/tag723.xml"/><Relationship Id="rId17" Type="http://schemas.openxmlformats.org/officeDocument/2006/relationships/tags" Target="../tags/tag728.xml"/><Relationship Id="rId2" Type="http://schemas.openxmlformats.org/officeDocument/2006/relationships/tags" Target="../tags/tag713.xml"/><Relationship Id="rId16" Type="http://schemas.openxmlformats.org/officeDocument/2006/relationships/tags" Target="../tags/tag727.xml"/><Relationship Id="rId20" Type="http://schemas.openxmlformats.org/officeDocument/2006/relationships/tags" Target="../tags/tag731.xml"/><Relationship Id="rId1" Type="http://schemas.openxmlformats.org/officeDocument/2006/relationships/tags" Target="../tags/tag712.xml"/><Relationship Id="rId6" Type="http://schemas.openxmlformats.org/officeDocument/2006/relationships/tags" Target="../tags/tag717.xml"/><Relationship Id="rId11" Type="http://schemas.openxmlformats.org/officeDocument/2006/relationships/tags" Target="../tags/tag722.xml"/><Relationship Id="rId24" Type="http://schemas.openxmlformats.org/officeDocument/2006/relationships/notesSlide" Target="../notesSlides/notesSlide26.xml"/><Relationship Id="rId5" Type="http://schemas.openxmlformats.org/officeDocument/2006/relationships/tags" Target="../tags/tag716.xml"/><Relationship Id="rId15" Type="http://schemas.openxmlformats.org/officeDocument/2006/relationships/tags" Target="../tags/tag726.xml"/><Relationship Id="rId23" Type="http://schemas.openxmlformats.org/officeDocument/2006/relationships/slideLayout" Target="../slideLayouts/slideLayout1.xml"/><Relationship Id="rId10" Type="http://schemas.openxmlformats.org/officeDocument/2006/relationships/tags" Target="../tags/tag721.xml"/><Relationship Id="rId19" Type="http://schemas.openxmlformats.org/officeDocument/2006/relationships/tags" Target="../tags/tag730.xml"/><Relationship Id="rId4" Type="http://schemas.openxmlformats.org/officeDocument/2006/relationships/tags" Target="../tags/tag715.xml"/><Relationship Id="rId9" Type="http://schemas.openxmlformats.org/officeDocument/2006/relationships/tags" Target="../tags/tag720.xml"/><Relationship Id="rId14" Type="http://schemas.openxmlformats.org/officeDocument/2006/relationships/tags" Target="../tags/tag725.xml"/><Relationship Id="rId22" Type="http://schemas.openxmlformats.org/officeDocument/2006/relationships/tags" Target="../tags/tag733.xml"/></Relationships>
</file>

<file path=ppt/slides/_rels/slide27.xml.rels><?xml version="1.0" encoding="UTF-8" standalone="yes"?>
<Relationships xmlns="http://schemas.openxmlformats.org/package/2006/relationships"><Relationship Id="rId13" Type="http://schemas.openxmlformats.org/officeDocument/2006/relationships/tags" Target="../tags/tag746.xml"/><Relationship Id="rId18" Type="http://schemas.openxmlformats.org/officeDocument/2006/relationships/tags" Target="../tags/tag751.xml"/><Relationship Id="rId26" Type="http://schemas.openxmlformats.org/officeDocument/2006/relationships/tags" Target="../tags/tag759.xml"/><Relationship Id="rId39" Type="http://schemas.openxmlformats.org/officeDocument/2006/relationships/tags" Target="../tags/tag772.xml"/><Relationship Id="rId21" Type="http://schemas.openxmlformats.org/officeDocument/2006/relationships/tags" Target="../tags/tag754.xml"/><Relationship Id="rId34" Type="http://schemas.openxmlformats.org/officeDocument/2006/relationships/tags" Target="../tags/tag767.xml"/><Relationship Id="rId42" Type="http://schemas.openxmlformats.org/officeDocument/2006/relationships/tags" Target="../tags/tag775.xml"/><Relationship Id="rId47" Type="http://schemas.openxmlformats.org/officeDocument/2006/relationships/tags" Target="../tags/tag780.xml"/><Relationship Id="rId50" Type="http://schemas.openxmlformats.org/officeDocument/2006/relationships/tags" Target="../tags/tag783.xml"/><Relationship Id="rId55" Type="http://schemas.openxmlformats.org/officeDocument/2006/relationships/tags" Target="../tags/tag788.xml"/><Relationship Id="rId63" Type="http://schemas.openxmlformats.org/officeDocument/2006/relationships/diagramLayout" Target="../diagrams/layout1.xml"/><Relationship Id="rId7" Type="http://schemas.openxmlformats.org/officeDocument/2006/relationships/tags" Target="../tags/tag740.xml"/><Relationship Id="rId2" Type="http://schemas.openxmlformats.org/officeDocument/2006/relationships/tags" Target="../tags/tag735.xml"/><Relationship Id="rId16" Type="http://schemas.openxmlformats.org/officeDocument/2006/relationships/tags" Target="../tags/tag749.xml"/><Relationship Id="rId20" Type="http://schemas.openxmlformats.org/officeDocument/2006/relationships/tags" Target="../tags/tag753.xml"/><Relationship Id="rId29" Type="http://schemas.openxmlformats.org/officeDocument/2006/relationships/tags" Target="../tags/tag762.xml"/><Relationship Id="rId41" Type="http://schemas.openxmlformats.org/officeDocument/2006/relationships/tags" Target="../tags/tag774.xml"/><Relationship Id="rId54" Type="http://schemas.openxmlformats.org/officeDocument/2006/relationships/tags" Target="../tags/tag787.xml"/><Relationship Id="rId62" Type="http://schemas.openxmlformats.org/officeDocument/2006/relationships/diagramData" Target="../diagrams/data1.xml"/><Relationship Id="rId1" Type="http://schemas.openxmlformats.org/officeDocument/2006/relationships/tags" Target="../tags/tag734.xml"/><Relationship Id="rId6" Type="http://schemas.openxmlformats.org/officeDocument/2006/relationships/tags" Target="../tags/tag739.xml"/><Relationship Id="rId11" Type="http://schemas.openxmlformats.org/officeDocument/2006/relationships/tags" Target="../tags/tag744.xml"/><Relationship Id="rId24" Type="http://schemas.openxmlformats.org/officeDocument/2006/relationships/tags" Target="../tags/tag757.xml"/><Relationship Id="rId32" Type="http://schemas.openxmlformats.org/officeDocument/2006/relationships/tags" Target="../tags/tag765.xml"/><Relationship Id="rId37" Type="http://schemas.openxmlformats.org/officeDocument/2006/relationships/tags" Target="../tags/tag770.xml"/><Relationship Id="rId40" Type="http://schemas.openxmlformats.org/officeDocument/2006/relationships/tags" Target="../tags/tag773.xml"/><Relationship Id="rId45" Type="http://schemas.openxmlformats.org/officeDocument/2006/relationships/tags" Target="../tags/tag778.xml"/><Relationship Id="rId53" Type="http://schemas.openxmlformats.org/officeDocument/2006/relationships/tags" Target="../tags/tag786.xml"/><Relationship Id="rId58" Type="http://schemas.openxmlformats.org/officeDocument/2006/relationships/tags" Target="../tags/tag791.xml"/><Relationship Id="rId66" Type="http://schemas.microsoft.com/office/2007/relationships/diagramDrawing" Target="../diagrams/drawing1.xml"/><Relationship Id="rId5" Type="http://schemas.openxmlformats.org/officeDocument/2006/relationships/tags" Target="../tags/tag738.xml"/><Relationship Id="rId15" Type="http://schemas.openxmlformats.org/officeDocument/2006/relationships/tags" Target="../tags/tag748.xml"/><Relationship Id="rId23" Type="http://schemas.openxmlformats.org/officeDocument/2006/relationships/tags" Target="../tags/tag756.xml"/><Relationship Id="rId28" Type="http://schemas.openxmlformats.org/officeDocument/2006/relationships/tags" Target="../tags/tag761.xml"/><Relationship Id="rId36" Type="http://schemas.openxmlformats.org/officeDocument/2006/relationships/tags" Target="../tags/tag769.xml"/><Relationship Id="rId49" Type="http://schemas.openxmlformats.org/officeDocument/2006/relationships/tags" Target="../tags/tag782.xml"/><Relationship Id="rId57" Type="http://schemas.openxmlformats.org/officeDocument/2006/relationships/tags" Target="../tags/tag790.xml"/><Relationship Id="rId61" Type="http://schemas.openxmlformats.org/officeDocument/2006/relationships/notesSlide" Target="../notesSlides/notesSlide27.xml"/><Relationship Id="rId10" Type="http://schemas.openxmlformats.org/officeDocument/2006/relationships/tags" Target="../tags/tag743.xml"/><Relationship Id="rId19" Type="http://schemas.openxmlformats.org/officeDocument/2006/relationships/tags" Target="../tags/tag752.xml"/><Relationship Id="rId31" Type="http://schemas.openxmlformats.org/officeDocument/2006/relationships/tags" Target="../tags/tag764.xml"/><Relationship Id="rId44" Type="http://schemas.openxmlformats.org/officeDocument/2006/relationships/tags" Target="../tags/tag777.xml"/><Relationship Id="rId52" Type="http://schemas.openxmlformats.org/officeDocument/2006/relationships/tags" Target="../tags/tag785.xml"/><Relationship Id="rId60" Type="http://schemas.openxmlformats.org/officeDocument/2006/relationships/slideLayout" Target="../slideLayouts/slideLayout1.xml"/><Relationship Id="rId65" Type="http://schemas.openxmlformats.org/officeDocument/2006/relationships/diagramColors" Target="../diagrams/colors1.xml"/><Relationship Id="rId4" Type="http://schemas.openxmlformats.org/officeDocument/2006/relationships/tags" Target="../tags/tag737.xml"/><Relationship Id="rId9" Type="http://schemas.openxmlformats.org/officeDocument/2006/relationships/tags" Target="../tags/tag742.xml"/><Relationship Id="rId14" Type="http://schemas.openxmlformats.org/officeDocument/2006/relationships/tags" Target="../tags/tag747.xml"/><Relationship Id="rId22" Type="http://schemas.openxmlformats.org/officeDocument/2006/relationships/tags" Target="../tags/tag755.xml"/><Relationship Id="rId27" Type="http://schemas.openxmlformats.org/officeDocument/2006/relationships/tags" Target="../tags/tag760.xml"/><Relationship Id="rId30" Type="http://schemas.openxmlformats.org/officeDocument/2006/relationships/tags" Target="../tags/tag763.xml"/><Relationship Id="rId35" Type="http://schemas.openxmlformats.org/officeDocument/2006/relationships/tags" Target="../tags/tag768.xml"/><Relationship Id="rId43" Type="http://schemas.openxmlformats.org/officeDocument/2006/relationships/tags" Target="../tags/tag776.xml"/><Relationship Id="rId48" Type="http://schemas.openxmlformats.org/officeDocument/2006/relationships/tags" Target="../tags/tag781.xml"/><Relationship Id="rId56" Type="http://schemas.openxmlformats.org/officeDocument/2006/relationships/tags" Target="../tags/tag789.xml"/><Relationship Id="rId64" Type="http://schemas.openxmlformats.org/officeDocument/2006/relationships/diagramQuickStyle" Target="../diagrams/quickStyle1.xml"/><Relationship Id="rId8" Type="http://schemas.openxmlformats.org/officeDocument/2006/relationships/tags" Target="../tags/tag741.xml"/><Relationship Id="rId51" Type="http://schemas.openxmlformats.org/officeDocument/2006/relationships/tags" Target="../tags/tag784.xml"/><Relationship Id="rId3" Type="http://schemas.openxmlformats.org/officeDocument/2006/relationships/tags" Target="../tags/tag736.xml"/><Relationship Id="rId12" Type="http://schemas.openxmlformats.org/officeDocument/2006/relationships/tags" Target="../tags/tag745.xml"/><Relationship Id="rId17" Type="http://schemas.openxmlformats.org/officeDocument/2006/relationships/tags" Target="../tags/tag750.xml"/><Relationship Id="rId25" Type="http://schemas.openxmlformats.org/officeDocument/2006/relationships/tags" Target="../tags/tag758.xml"/><Relationship Id="rId33" Type="http://schemas.openxmlformats.org/officeDocument/2006/relationships/tags" Target="../tags/tag766.xml"/><Relationship Id="rId38" Type="http://schemas.openxmlformats.org/officeDocument/2006/relationships/tags" Target="../tags/tag771.xml"/><Relationship Id="rId46" Type="http://schemas.openxmlformats.org/officeDocument/2006/relationships/tags" Target="../tags/tag779.xml"/><Relationship Id="rId59" Type="http://schemas.openxmlformats.org/officeDocument/2006/relationships/tags" Target="../tags/tag792.xml"/></Relationships>
</file>

<file path=ppt/slides/_rels/slide28.xml.rels><?xml version="1.0" encoding="UTF-8" standalone="yes"?>
<Relationships xmlns="http://schemas.openxmlformats.org/package/2006/relationships"><Relationship Id="rId8" Type="http://schemas.openxmlformats.org/officeDocument/2006/relationships/tags" Target="../tags/tag800.xml"/><Relationship Id="rId13" Type="http://schemas.openxmlformats.org/officeDocument/2006/relationships/tags" Target="../tags/tag805.xml"/><Relationship Id="rId18" Type="http://schemas.openxmlformats.org/officeDocument/2006/relationships/tags" Target="../tags/tag810.xml"/><Relationship Id="rId26" Type="http://schemas.openxmlformats.org/officeDocument/2006/relationships/tags" Target="../tags/tag818.xml"/><Relationship Id="rId39" Type="http://schemas.openxmlformats.org/officeDocument/2006/relationships/tags" Target="../tags/tag831.xml"/><Relationship Id="rId3" Type="http://schemas.openxmlformats.org/officeDocument/2006/relationships/tags" Target="../tags/tag795.xml"/><Relationship Id="rId21" Type="http://schemas.openxmlformats.org/officeDocument/2006/relationships/tags" Target="../tags/tag813.xml"/><Relationship Id="rId34" Type="http://schemas.openxmlformats.org/officeDocument/2006/relationships/tags" Target="../tags/tag826.xml"/><Relationship Id="rId42" Type="http://schemas.openxmlformats.org/officeDocument/2006/relationships/slideLayout" Target="../slideLayouts/slideLayout1.xml"/><Relationship Id="rId7" Type="http://schemas.openxmlformats.org/officeDocument/2006/relationships/tags" Target="../tags/tag799.xml"/><Relationship Id="rId12" Type="http://schemas.openxmlformats.org/officeDocument/2006/relationships/tags" Target="../tags/tag804.xml"/><Relationship Id="rId17" Type="http://schemas.openxmlformats.org/officeDocument/2006/relationships/tags" Target="../tags/tag809.xml"/><Relationship Id="rId25" Type="http://schemas.openxmlformats.org/officeDocument/2006/relationships/tags" Target="../tags/tag817.xml"/><Relationship Id="rId33" Type="http://schemas.openxmlformats.org/officeDocument/2006/relationships/tags" Target="../tags/tag825.xml"/><Relationship Id="rId38" Type="http://schemas.openxmlformats.org/officeDocument/2006/relationships/tags" Target="../tags/tag830.xml"/><Relationship Id="rId2" Type="http://schemas.openxmlformats.org/officeDocument/2006/relationships/tags" Target="../tags/tag794.xml"/><Relationship Id="rId16" Type="http://schemas.openxmlformats.org/officeDocument/2006/relationships/tags" Target="../tags/tag808.xml"/><Relationship Id="rId20" Type="http://schemas.openxmlformats.org/officeDocument/2006/relationships/tags" Target="../tags/tag812.xml"/><Relationship Id="rId29" Type="http://schemas.openxmlformats.org/officeDocument/2006/relationships/tags" Target="../tags/tag821.xml"/><Relationship Id="rId41" Type="http://schemas.openxmlformats.org/officeDocument/2006/relationships/tags" Target="../tags/tag833.xml"/><Relationship Id="rId1" Type="http://schemas.openxmlformats.org/officeDocument/2006/relationships/tags" Target="../tags/tag793.xml"/><Relationship Id="rId6" Type="http://schemas.openxmlformats.org/officeDocument/2006/relationships/tags" Target="../tags/tag798.xml"/><Relationship Id="rId11" Type="http://schemas.openxmlformats.org/officeDocument/2006/relationships/tags" Target="../tags/tag803.xml"/><Relationship Id="rId24" Type="http://schemas.openxmlformats.org/officeDocument/2006/relationships/tags" Target="../tags/tag816.xml"/><Relationship Id="rId32" Type="http://schemas.openxmlformats.org/officeDocument/2006/relationships/tags" Target="../tags/tag824.xml"/><Relationship Id="rId37" Type="http://schemas.openxmlformats.org/officeDocument/2006/relationships/tags" Target="../tags/tag829.xml"/><Relationship Id="rId40" Type="http://schemas.openxmlformats.org/officeDocument/2006/relationships/tags" Target="../tags/tag832.xml"/><Relationship Id="rId5" Type="http://schemas.openxmlformats.org/officeDocument/2006/relationships/tags" Target="../tags/tag797.xml"/><Relationship Id="rId15" Type="http://schemas.openxmlformats.org/officeDocument/2006/relationships/tags" Target="../tags/tag807.xml"/><Relationship Id="rId23" Type="http://schemas.openxmlformats.org/officeDocument/2006/relationships/tags" Target="../tags/tag815.xml"/><Relationship Id="rId28" Type="http://schemas.openxmlformats.org/officeDocument/2006/relationships/tags" Target="../tags/tag820.xml"/><Relationship Id="rId36" Type="http://schemas.openxmlformats.org/officeDocument/2006/relationships/tags" Target="../tags/tag828.xml"/><Relationship Id="rId10" Type="http://schemas.openxmlformats.org/officeDocument/2006/relationships/tags" Target="../tags/tag802.xml"/><Relationship Id="rId19" Type="http://schemas.openxmlformats.org/officeDocument/2006/relationships/tags" Target="../tags/tag811.xml"/><Relationship Id="rId31" Type="http://schemas.openxmlformats.org/officeDocument/2006/relationships/tags" Target="../tags/tag823.xml"/><Relationship Id="rId4" Type="http://schemas.openxmlformats.org/officeDocument/2006/relationships/tags" Target="../tags/tag796.xml"/><Relationship Id="rId9" Type="http://schemas.openxmlformats.org/officeDocument/2006/relationships/tags" Target="../tags/tag801.xml"/><Relationship Id="rId14" Type="http://schemas.openxmlformats.org/officeDocument/2006/relationships/tags" Target="../tags/tag806.xml"/><Relationship Id="rId22" Type="http://schemas.openxmlformats.org/officeDocument/2006/relationships/tags" Target="../tags/tag814.xml"/><Relationship Id="rId27" Type="http://schemas.openxmlformats.org/officeDocument/2006/relationships/tags" Target="../tags/tag819.xml"/><Relationship Id="rId30" Type="http://schemas.openxmlformats.org/officeDocument/2006/relationships/tags" Target="../tags/tag822.xml"/><Relationship Id="rId35" Type="http://schemas.openxmlformats.org/officeDocument/2006/relationships/tags" Target="../tags/tag827.xml"/><Relationship Id="rId4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8" Type="http://schemas.openxmlformats.org/officeDocument/2006/relationships/tags" Target="../tags/tag841.xml"/><Relationship Id="rId13" Type="http://schemas.openxmlformats.org/officeDocument/2006/relationships/tags" Target="../tags/tag846.xml"/><Relationship Id="rId18" Type="http://schemas.openxmlformats.org/officeDocument/2006/relationships/tags" Target="../tags/tag851.xml"/><Relationship Id="rId26" Type="http://schemas.openxmlformats.org/officeDocument/2006/relationships/tags" Target="../tags/tag859.xml"/><Relationship Id="rId3" Type="http://schemas.openxmlformats.org/officeDocument/2006/relationships/tags" Target="../tags/tag836.xml"/><Relationship Id="rId21" Type="http://schemas.openxmlformats.org/officeDocument/2006/relationships/tags" Target="../tags/tag854.xml"/><Relationship Id="rId34" Type="http://schemas.openxmlformats.org/officeDocument/2006/relationships/tags" Target="../tags/tag867.xml"/><Relationship Id="rId7" Type="http://schemas.openxmlformats.org/officeDocument/2006/relationships/tags" Target="../tags/tag840.xml"/><Relationship Id="rId12" Type="http://schemas.openxmlformats.org/officeDocument/2006/relationships/tags" Target="../tags/tag845.xml"/><Relationship Id="rId17" Type="http://schemas.openxmlformats.org/officeDocument/2006/relationships/tags" Target="../tags/tag850.xml"/><Relationship Id="rId25" Type="http://schemas.openxmlformats.org/officeDocument/2006/relationships/tags" Target="../tags/tag858.xml"/><Relationship Id="rId33" Type="http://schemas.openxmlformats.org/officeDocument/2006/relationships/tags" Target="../tags/tag866.xml"/><Relationship Id="rId2" Type="http://schemas.openxmlformats.org/officeDocument/2006/relationships/tags" Target="../tags/tag835.xml"/><Relationship Id="rId16" Type="http://schemas.openxmlformats.org/officeDocument/2006/relationships/tags" Target="../tags/tag849.xml"/><Relationship Id="rId20" Type="http://schemas.openxmlformats.org/officeDocument/2006/relationships/tags" Target="../tags/tag853.xml"/><Relationship Id="rId29" Type="http://schemas.openxmlformats.org/officeDocument/2006/relationships/tags" Target="../tags/tag862.xml"/><Relationship Id="rId1" Type="http://schemas.openxmlformats.org/officeDocument/2006/relationships/tags" Target="../tags/tag834.xml"/><Relationship Id="rId6" Type="http://schemas.openxmlformats.org/officeDocument/2006/relationships/tags" Target="../tags/tag839.xml"/><Relationship Id="rId11" Type="http://schemas.openxmlformats.org/officeDocument/2006/relationships/tags" Target="../tags/tag844.xml"/><Relationship Id="rId24" Type="http://schemas.openxmlformats.org/officeDocument/2006/relationships/tags" Target="../tags/tag857.xml"/><Relationship Id="rId32" Type="http://schemas.openxmlformats.org/officeDocument/2006/relationships/tags" Target="../tags/tag865.xml"/><Relationship Id="rId37" Type="http://schemas.openxmlformats.org/officeDocument/2006/relationships/image" Target="../media/image13.png"/><Relationship Id="rId5" Type="http://schemas.openxmlformats.org/officeDocument/2006/relationships/tags" Target="../tags/tag838.xml"/><Relationship Id="rId15" Type="http://schemas.openxmlformats.org/officeDocument/2006/relationships/tags" Target="../tags/tag848.xml"/><Relationship Id="rId23" Type="http://schemas.openxmlformats.org/officeDocument/2006/relationships/tags" Target="../tags/tag856.xml"/><Relationship Id="rId28" Type="http://schemas.openxmlformats.org/officeDocument/2006/relationships/tags" Target="../tags/tag861.xml"/><Relationship Id="rId36" Type="http://schemas.openxmlformats.org/officeDocument/2006/relationships/notesSlide" Target="../notesSlides/notesSlide29.xml"/><Relationship Id="rId10" Type="http://schemas.openxmlformats.org/officeDocument/2006/relationships/tags" Target="../tags/tag843.xml"/><Relationship Id="rId19" Type="http://schemas.openxmlformats.org/officeDocument/2006/relationships/tags" Target="../tags/tag852.xml"/><Relationship Id="rId31" Type="http://schemas.openxmlformats.org/officeDocument/2006/relationships/tags" Target="../tags/tag864.xml"/><Relationship Id="rId4" Type="http://schemas.openxmlformats.org/officeDocument/2006/relationships/tags" Target="../tags/tag837.xml"/><Relationship Id="rId9" Type="http://schemas.openxmlformats.org/officeDocument/2006/relationships/tags" Target="../tags/tag842.xml"/><Relationship Id="rId14" Type="http://schemas.openxmlformats.org/officeDocument/2006/relationships/tags" Target="../tags/tag847.xml"/><Relationship Id="rId22" Type="http://schemas.openxmlformats.org/officeDocument/2006/relationships/tags" Target="../tags/tag855.xml"/><Relationship Id="rId27" Type="http://schemas.openxmlformats.org/officeDocument/2006/relationships/tags" Target="../tags/tag860.xml"/><Relationship Id="rId30" Type="http://schemas.openxmlformats.org/officeDocument/2006/relationships/tags" Target="../tags/tag863.xml"/><Relationship Id="rId35"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8" Type="http://schemas.openxmlformats.org/officeDocument/2006/relationships/tags" Target="../tags/tag875.xml"/><Relationship Id="rId13" Type="http://schemas.openxmlformats.org/officeDocument/2006/relationships/tags" Target="../tags/tag880.xml"/><Relationship Id="rId18" Type="http://schemas.openxmlformats.org/officeDocument/2006/relationships/tags" Target="../tags/tag885.xml"/><Relationship Id="rId26" Type="http://schemas.openxmlformats.org/officeDocument/2006/relationships/notesSlide" Target="../notesSlides/notesSlide30.xml"/><Relationship Id="rId3" Type="http://schemas.openxmlformats.org/officeDocument/2006/relationships/tags" Target="../tags/tag870.xml"/><Relationship Id="rId21" Type="http://schemas.openxmlformats.org/officeDocument/2006/relationships/tags" Target="../tags/tag888.xml"/><Relationship Id="rId7" Type="http://schemas.openxmlformats.org/officeDocument/2006/relationships/tags" Target="../tags/tag874.xml"/><Relationship Id="rId12" Type="http://schemas.openxmlformats.org/officeDocument/2006/relationships/tags" Target="../tags/tag879.xml"/><Relationship Id="rId17" Type="http://schemas.openxmlformats.org/officeDocument/2006/relationships/tags" Target="../tags/tag884.xml"/><Relationship Id="rId25" Type="http://schemas.openxmlformats.org/officeDocument/2006/relationships/slideLayout" Target="../slideLayouts/slideLayout1.xml"/><Relationship Id="rId2" Type="http://schemas.openxmlformats.org/officeDocument/2006/relationships/tags" Target="../tags/tag869.xml"/><Relationship Id="rId16" Type="http://schemas.openxmlformats.org/officeDocument/2006/relationships/tags" Target="../tags/tag883.xml"/><Relationship Id="rId20" Type="http://schemas.openxmlformats.org/officeDocument/2006/relationships/tags" Target="../tags/tag887.xml"/><Relationship Id="rId1" Type="http://schemas.openxmlformats.org/officeDocument/2006/relationships/tags" Target="../tags/tag868.xml"/><Relationship Id="rId6" Type="http://schemas.openxmlformats.org/officeDocument/2006/relationships/tags" Target="../tags/tag873.xml"/><Relationship Id="rId11" Type="http://schemas.openxmlformats.org/officeDocument/2006/relationships/tags" Target="../tags/tag878.xml"/><Relationship Id="rId24" Type="http://schemas.openxmlformats.org/officeDocument/2006/relationships/tags" Target="../tags/tag891.xml"/><Relationship Id="rId5" Type="http://schemas.openxmlformats.org/officeDocument/2006/relationships/tags" Target="../tags/tag872.xml"/><Relationship Id="rId15" Type="http://schemas.openxmlformats.org/officeDocument/2006/relationships/tags" Target="../tags/tag882.xml"/><Relationship Id="rId23" Type="http://schemas.openxmlformats.org/officeDocument/2006/relationships/tags" Target="../tags/tag890.xml"/><Relationship Id="rId10" Type="http://schemas.openxmlformats.org/officeDocument/2006/relationships/tags" Target="../tags/tag877.xml"/><Relationship Id="rId19" Type="http://schemas.openxmlformats.org/officeDocument/2006/relationships/tags" Target="../tags/tag886.xml"/><Relationship Id="rId4" Type="http://schemas.openxmlformats.org/officeDocument/2006/relationships/tags" Target="../tags/tag871.xml"/><Relationship Id="rId9" Type="http://schemas.openxmlformats.org/officeDocument/2006/relationships/tags" Target="../tags/tag876.xml"/><Relationship Id="rId14" Type="http://schemas.openxmlformats.org/officeDocument/2006/relationships/tags" Target="../tags/tag881.xml"/><Relationship Id="rId22" Type="http://schemas.openxmlformats.org/officeDocument/2006/relationships/tags" Target="../tags/tag889.xml"/><Relationship Id="rId27" Type="http://schemas.openxmlformats.org/officeDocument/2006/relationships/image" Target="../media/image14.png"/></Relationships>
</file>

<file path=ppt/slides/_rels/slide31.xml.rels><?xml version="1.0" encoding="UTF-8" standalone="yes"?>
<Relationships xmlns="http://schemas.openxmlformats.org/package/2006/relationships"><Relationship Id="rId8" Type="http://schemas.openxmlformats.org/officeDocument/2006/relationships/tags" Target="../tags/tag899.xml"/><Relationship Id="rId13" Type="http://schemas.openxmlformats.org/officeDocument/2006/relationships/tags" Target="../tags/tag904.xml"/><Relationship Id="rId18" Type="http://schemas.openxmlformats.org/officeDocument/2006/relationships/tags" Target="../tags/tag909.xml"/><Relationship Id="rId26" Type="http://schemas.openxmlformats.org/officeDocument/2006/relationships/tags" Target="../tags/tag917.xml"/><Relationship Id="rId3" Type="http://schemas.openxmlformats.org/officeDocument/2006/relationships/tags" Target="../tags/tag894.xml"/><Relationship Id="rId21" Type="http://schemas.openxmlformats.org/officeDocument/2006/relationships/tags" Target="../tags/tag912.xml"/><Relationship Id="rId34" Type="http://schemas.openxmlformats.org/officeDocument/2006/relationships/slideLayout" Target="../slideLayouts/slideLayout1.xml"/><Relationship Id="rId7" Type="http://schemas.openxmlformats.org/officeDocument/2006/relationships/tags" Target="../tags/tag898.xml"/><Relationship Id="rId12" Type="http://schemas.openxmlformats.org/officeDocument/2006/relationships/tags" Target="../tags/tag903.xml"/><Relationship Id="rId17" Type="http://schemas.openxmlformats.org/officeDocument/2006/relationships/tags" Target="../tags/tag908.xml"/><Relationship Id="rId25" Type="http://schemas.openxmlformats.org/officeDocument/2006/relationships/tags" Target="../tags/tag916.xml"/><Relationship Id="rId33" Type="http://schemas.openxmlformats.org/officeDocument/2006/relationships/tags" Target="../tags/tag924.xml"/><Relationship Id="rId2" Type="http://schemas.openxmlformats.org/officeDocument/2006/relationships/tags" Target="../tags/tag893.xml"/><Relationship Id="rId16" Type="http://schemas.openxmlformats.org/officeDocument/2006/relationships/tags" Target="../tags/tag907.xml"/><Relationship Id="rId20" Type="http://schemas.openxmlformats.org/officeDocument/2006/relationships/tags" Target="../tags/tag911.xml"/><Relationship Id="rId29" Type="http://schemas.openxmlformats.org/officeDocument/2006/relationships/tags" Target="../tags/tag920.xml"/><Relationship Id="rId1" Type="http://schemas.openxmlformats.org/officeDocument/2006/relationships/tags" Target="../tags/tag892.xml"/><Relationship Id="rId6" Type="http://schemas.openxmlformats.org/officeDocument/2006/relationships/tags" Target="../tags/tag897.xml"/><Relationship Id="rId11" Type="http://schemas.openxmlformats.org/officeDocument/2006/relationships/tags" Target="../tags/tag902.xml"/><Relationship Id="rId24" Type="http://schemas.openxmlformats.org/officeDocument/2006/relationships/tags" Target="../tags/tag915.xml"/><Relationship Id="rId32" Type="http://schemas.openxmlformats.org/officeDocument/2006/relationships/tags" Target="../tags/tag923.xml"/><Relationship Id="rId5" Type="http://schemas.openxmlformats.org/officeDocument/2006/relationships/tags" Target="../tags/tag896.xml"/><Relationship Id="rId15" Type="http://schemas.openxmlformats.org/officeDocument/2006/relationships/tags" Target="../tags/tag906.xml"/><Relationship Id="rId23" Type="http://schemas.openxmlformats.org/officeDocument/2006/relationships/tags" Target="../tags/tag914.xml"/><Relationship Id="rId28" Type="http://schemas.openxmlformats.org/officeDocument/2006/relationships/tags" Target="../tags/tag919.xml"/><Relationship Id="rId10" Type="http://schemas.openxmlformats.org/officeDocument/2006/relationships/tags" Target="../tags/tag901.xml"/><Relationship Id="rId19" Type="http://schemas.openxmlformats.org/officeDocument/2006/relationships/tags" Target="../tags/tag910.xml"/><Relationship Id="rId31" Type="http://schemas.openxmlformats.org/officeDocument/2006/relationships/tags" Target="../tags/tag922.xml"/><Relationship Id="rId4" Type="http://schemas.openxmlformats.org/officeDocument/2006/relationships/tags" Target="../tags/tag895.xml"/><Relationship Id="rId9" Type="http://schemas.openxmlformats.org/officeDocument/2006/relationships/tags" Target="../tags/tag900.xml"/><Relationship Id="rId14" Type="http://schemas.openxmlformats.org/officeDocument/2006/relationships/tags" Target="../tags/tag905.xml"/><Relationship Id="rId22" Type="http://schemas.openxmlformats.org/officeDocument/2006/relationships/tags" Target="../tags/tag913.xml"/><Relationship Id="rId27" Type="http://schemas.openxmlformats.org/officeDocument/2006/relationships/tags" Target="../tags/tag918.xml"/><Relationship Id="rId30" Type="http://schemas.openxmlformats.org/officeDocument/2006/relationships/tags" Target="../tags/tag921.xml"/><Relationship Id="rId3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8" Type="http://schemas.openxmlformats.org/officeDocument/2006/relationships/tags" Target="../tags/tag932.xml"/><Relationship Id="rId13" Type="http://schemas.openxmlformats.org/officeDocument/2006/relationships/tags" Target="../tags/tag937.xml"/><Relationship Id="rId18" Type="http://schemas.openxmlformats.org/officeDocument/2006/relationships/slideLayout" Target="../slideLayouts/slideLayout1.xml"/><Relationship Id="rId3" Type="http://schemas.openxmlformats.org/officeDocument/2006/relationships/tags" Target="../tags/tag927.xml"/><Relationship Id="rId7" Type="http://schemas.openxmlformats.org/officeDocument/2006/relationships/tags" Target="../tags/tag931.xml"/><Relationship Id="rId12" Type="http://schemas.openxmlformats.org/officeDocument/2006/relationships/tags" Target="../tags/tag936.xml"/><Relationship Id="rId17" Type="http://schemas.openxmlformats.org/officeDocument/2006/relationships/tags" Target="../tags/tag941.xml"/><Relationship Id="rId2" Type="http://schemas.openxmlformats.org/officeDocument/2006/relationships/tags" Target="../tags/tag926.xml"/><Relationship Id="rId16" Type="http://schemas.openxmlformats.org/officeDocument/2006/relationships/tags" Target="../tags/tag940.xml"/><Relationship Id="rId1" Type="http://schemas.openxmlformats.org/officeDocument/2006/relationships/tags" Target="../tags/tag925.xml"/><Relationship Id="rId6" Type="http://schemas.openxmlformats.org/officeDocument/2006/relationships/tags" Target="../tags/tag930.xml"/><Relationship Id="rId11" Type="http://schemas.openxmlformats.org/officeDocument/2006/relationships/tags" Target="../tags/tag935.xml"/><Relationship Id="rId5" Type="http://schemas.openxmlformats.org/officeDocument/2006/relationships/tags" Target="../tags/tag929.xml"/><Relationship Id="rId15" Type="http://schemas.openxmlformats.org/officeDocument/2006/relationships/tags" Target="../tags/tag939.xml"/><Relationship Id="rId10" Type="http://schemas.openxmlformats.org/officeDocument/2006/relationships/tags" Target="../tags/tag934.xml"/><Relationship Id="rId19" Type="http://schemas.openxmlformats.org/officeDocument/2006/relationships/notesSlide" Target="../notesSlides/notesSlide32.xml"/><Relationship Id="rId4" Type="http://schemas.openxmlformats.org/officeDocument/2006/relationships/tags" Target="../tags/tag928.xml"/><Relationship Id="rId9" Type="http://schemas.openxmlformats.org/officeDocument/2006/relationships/tags" Target="../tags/tag933.xml"/><Relationship Id="rId14" Type="http://schemas.openxmlformats.org/officeDocument/2006/relationships/tags" Target="../tags/tag938.xml"/></Relationships>
</file>

<file path=ppt/slides/_rels/slide33.xml.rels><?xml version="1.0" encoding="UTF-8" standalone="yes"?>
<Relationships xmlns="http://schemas.openxmlformats.org/package/2006/relationships"><Relationship Id="rId8" Type="http://schemas.openxmlformats.org/officeDocument/2006/relationships/tags" Target="../tags/tag949.xml"/><Relationship Id="rId13" Type="http://schemas.openxmlformats.org/officeDocument/2006/relationships/tags" Target="../tags/tag954.xml"/><Relationship Id="rId18" Type="http://schemas.openxmlformats.org/officeDocument/2006/relationships/tags" Target="../tags/tag959.xml"/><Relationship Id="rId3" Type="http://schemas.openxmlformats.org/officeDocument/2006/relationships/tags" Target="../tags/tag944.xml"/><Relationship Id="rId21" Type="http://schemas.openxmlformats.org/officeDocument/2006/relationships/tags" Target="../tags/tag962.xml"/><Relationship Id="rId7" Type="http://schemas.openxmlformats.org/officeDocument/2006/relationships/tags" Target="../tags/tag948.xml"/><Relationship Id="rId12" Type="http://schemas.openxmlformats.org/officeDocument/2006/relationships/tags" Target="../tags/tag953.xml"/><Relationship Id="rId17" Type="http://schemas.openxmlformats.org/officeDocument/2006/relationships/tags" Target="../tags/tag958.xml"/><Relationship Id="rId2" Type="http://schemas.openxmlformats.org/officeDocument/2006/relationships/tags" Target="../tags/tag943.xml"/><Relationship Id="rId16" Type="http://schemas.openxmlformats.org/officeDocument/2006/relationships/tags" Target="../tags/tag957.xml"/><Relationship Id="rId20" Type="http://schemas.openxmlformats.org/officeDocument/2006/relationships/tags" Target="../tags/tag961.xml"/><Relationship Id="rId1" Type="http://schemas.openxmlformats.org/officeDocument/2006/relationships/tags" Target="../tags/tag942.xml"/><Relationship Id="rId6" Type="http://schemas.openxmlformats.org/officeDocument/2006/relationships/tags" Target="../tags/tag947.xml"/><Relationship Id="rId11" Type="http://schemas.openxmlformats.org/officeDocument/2006/relationships/tags" Target="../tags/tag952.xml"/><Relationship Id="rId5" Type="http://schemas.openxmlformats.org/officeDocument/2006/relationships/tags" Target="../tags/tag946.xml"/><Relationship Id="rId15" Type="http://schemas.openxmlformats.org/officeDocument/2006/relationships/tags" Target="../tags/tag956.xml"/><Relationship Id="rId23" Type="http://schemas.openxmlformats.org/officeDocument/2006/relationships/notesSlide" Target="../notesSlides/notesSlide33.xml"/><Relationship Id="rId10" Type="http://schemas.openxmlformats.org/officeDocument/2006/relationships/tags" Target="../tags/tag951.xml"/><Relationship Id="rId19" Type="http://schemas.openxmlformats.org/officeDocument/2006/relationships/tags" Target="../tags/tag960.xml"/><Relationship Id="rId4" Type="http://schemas.openxmlformats.org/officeDocument/2006/relationships/tags" Target="../tags/tag945.xml"/><Relationship Id="rId9" Type="http://schemas.openxmlformats.org/officeDocument/2006/relationships/tags" Target="../tags/tag950.xml"/><Relationship Id="rId14" Type="http://schemas.openxmlformats.org/officeDocument/2006/relationships/tags" Target="../tags/tag955.xml"/><Relationship Id="rId22"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8" Type="http://schemas.openxmlformats.org/officeDocument/2006/relationships/tags" Target="../tags/tag970.xml"/><Relationship Id="rId13" Type="http://schemas.openxmlformats.org/officeDocument/2006/relationships/tags" Target="../tags/tag975.xml"/><Relationship Id="rId18" Type="http://schemas.openxmlformats.org/officeDocument/2006/relationships/tags" Target="../tags/tag980.xml"/><Relationship Id="rId26" Type="http://schemas.openxmlformats.org/officeDocument/2006/relationships/tags" Target="../tags/tag988.xml"/><Relationship Id="rId3" Type="http://schemas.openxmlformats.org/officeDocument/2006/relationships/tags" Target="../tags/tag965.xml"/><Relationship Id="rId21" Type="http://schemas.openxmlformats.org/officeDocument/2006/relationships/tags" Target="../tags/tag983.xml"/><Relationship Id="rId7" Type="http://schemas.openxmlformats.org/officeDocument/2006/relationships/tags" Target="../tags/tag969.xml"/><Relationship Id="rId12" Type="http://schemas.openxmlformats.org/officeDocument/2006/relationships/tags" Target="../tags/tag974.xml"/><Relationship Id="rId17" Type="http://schemas.openxmlformats.org/officeDocument/2006/relationships/tags" Target="../tags/tag979.xml"/><Relationship Id="rId25" Type="http://schemas.openxmlformats.org/officeDocument/2006/relationships/tags" Target="../tags/tag987.xml"/><Relationship Id="rId2" Type="http://schemas.openxmlformats.org/officeDocument/2006/relationships/tags" Target="../tags/tag964.xml"/><Relationship Id="rId16" Type="http://schemas.openxmlformats.org/officeDocument/2006/relationships/tags" Target="../tags/tag978.xml"/><Relationship Id="rId20" Type="http://schemas.openxmlformats.org/officeDocument/2006/relationships/tags" Target="../tags/tag982.xml"/><Relationship Id="rId29" Type="http://schemas.openxmlformats.org/officeDocument/2006/relationships/slideLayout" Target="../slideLayouts/slideLayout1.xml"/><Relationship Id="rId1" Type="http://schemas.openxmlformats.org/officeDocument/2006/relationships/tags" Target="../tags/tag963.xml"/><Relationship Id="rId6" Type="http://schemas.openxmlformats.org/officeDocument/2006/relationships/tags" Target="../tags/tag968.xml"/><Relationship Id="rId11" Type="http://schemas.openxmlformats.org/officeDocument/2006/relationships/tags" Target="../tags/tag973.xml"/><Relationship Id="rId24" Type="http://schemas.openxmlformats.org/officeDocument/2006/relationships/tags" Target="../tags/tag986.xml"/><Relationship Id="rId5" Type="http://schemas.openxmlformats.org/officeDocument/2006/relationships/tags" Target="../tags/tag967.xml"/><Relationship Id="rId15" Type="http://schemas.openxmlformats.org/officeDocument/2006/relationships/tags" Target="../tags/tag977.xml"/><Relationship Id="rId23" Type="http://schemas.openxmlformats.org/officeDocument/2006/relationships/tags" Target="../tags/tag985.xml"/><Relationship Id="rId28" Type="http://schemas.openxmlformats.org/officeDocument/2006/relationships/tags" Target="../tags/tag990.xml"/><Relationship Id="rId10" Type="http://schemas.openxmlformats.org/officeDocument/2006/relationships/tags" Target="../tags/tag972.xml"/><Relationship Id="rId19" Type="http://schemas.openxmlformats.org/officeDocument/2006/relationships/tags" Target="../tags/tag981.xml"/><Relationship Id="rId4" Type="http://schemas.openxmlformats.org/officeDocument/2006/relationships/tags" Target="../tags/tag966.xml"/><Relationship Id="rId9" Type="http://schemas.openxmlformats.org/officeDocument/2006/relationships/tags" Target="../tags/tag971.xml"/><Relationship Id="rId14" Type="http://schemas.openxmlformats.org/officeDocument/2006/relationships/tags" Target="../tags/tag976.xml"/><Relationship Id="rId22" Type="http://schemas.openxmlformats.org/officeDocument/2006/relationships/tags" Target="../tags/tag984.xml"/><Relationship Id="rId27" Type="http://schemas.openxmlformats.org/officeDocument/2006/relationships/tags" Target="../tags/tag989.xml"/><Relationship Id="rId30"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8" Type="http://schemas.openxmlformats.org/officeDocument/2006/relationships/tags" Target="../tags/tag998.xml"/><Relationship Id="rId13" Type="http://schemas.openxmlformats.org/officeDocument/2006/relationships/tags" Target="../tags/tag1003.xml"/><Relationship Id="rId18" Type="http://schemas.openxmlformats.org/officeDocument/2006/relationships/tags" Target="../tags/tag1008.xml"/><Relationship Id="rId26" Type="http://schemas.openxmlformats.org/officeDocument/2006/relationships/tags" Target="../tags/tag1016.xml"/><Relationship Id="rId39" Type="http://schemas.openxmlformats.org/officeDocument/2006/relationships/tags" Target="../tags/tag1029.xml"/><Relationship Id="rId3" Type="http://schemas.openxmlformats.org/officeDocument/2006/relationships/tags" Target="../tags/tag993.xml"/><Relationship Id="rId21" Type="http://schemas.openxmlformats.org/officeDocument/2006/relationships/tags" Target="../tags/tag1011.xml"/><Relationship Id="rId34" Type="http://schemas.openxmlformats.org/officeDocument/2006/relationships/tags" Target="../tags/tag1024.xml"/><Relationship Id="rId42" Type="http://schemas.openxmlformats.org/officeDocument/2006/relationships/slideLayout" Target="../slideLayouts/slideLayout1.xml"/><Relationship Id="rId7" Type="http://schemas.openxmlformats.org/officeDocument/2006/relationships/tags" Target="../tags/tag997.xml"/><Relationship Id="rId12" Type="http://schemas.openxmlformats.org/officeDocument/2006/relationships/tags" Target="../tags/tag1002.xml"/><Relationship Id="rId17" Type="http://schemas.openxmlformats.org/officeDocument/2006/relationships/tags" Target="../tags/tag1007.xml"/><Relationship Id="rId25" Type="http://schemas.openxmlformats.org/officeDocument/2006/relationships/tags" Target="../tags/tag1015.xml"/><Relationship Id="rId33" Type="http://schemas.openxmlformats.org/officeDocument/2006/relationships/tags" Target="../tags/tag1023.xml"/><Relationship Id="rId38" Type="http://schemas.openxmlformats.org/officeDocument/2006/relationships/tags" Target="../tags/tag1028.xml"/><Relationship Id="rId2" Type="http://schemas.openxmlformats.org/officeDocument/2006/relationships/tags" Target="../tags/tag992.xml"/><Relationship Id="rId16" Type="http://schemas.openxmlformats.org/officeDocument/2006/relationships/tags" Target="../tags/tag1006.xml"/><Relationship Id="rId20" Type="http://schemas.openxmlformats.org/officeDocument/2006/relationships/tags" Target="../tags/tag1010.xml"/><Relationship Id="rId29" Type="http://schemas.openxmlformats.org/officeDocument/2006/relationships/tags" Target="../tags/tag1019.xml"/><Relationship Id="rId41" Type="http://schemas.openxmlformats.org/officeDocument/2006/relationships/tags" Target="../tags/tag1031.xml"/><Relationship Id="rId1" Type="http://schemas.openxmlformats.org/officeDocument/2006/relationships/tags" Target="../tags/tag991.xml"/><Relationship Id="rId6" Type="http://schemas.openxmlformats.org/officeDocument/2006/relationships/tags" Target="../tags/tag996.xml"/><Relationship Id="rId11" Type="http://schemas.openxmlformats.org/officeDocument/2006/relationships/tags" Target="../tags/tag1001.xml"/><Relationship Id="rId24" Type="http://schemas.openxmlformats.org/officeDocument/2006/relationships/tags" Target="../tags/tag1014.xml"/><Relationship Id="rId32" Type="http://schemas.openxmlformats.org/officeDocument/2006/relationships/tags" Target="../tags/tag1022.xml"/><Relationship Id="rId37" Type="http://schemas.openxmlformats.org/officeDocument/2006/relationships/tags" Target="../tags/tag1027.xml"/><Relationship Id="rId40" Type="http://schemas.openxmlformats.org/officeDocument/2006/relationships/tags" Target="../tags/tag1030.xml"/><Relationship Id="rId5" Type="http://schemas.openxmlformats.org/officeDocument/2006/relationships/tags" Target="../tags/tag995.xml"/><Relationship Id="rId15" Type="http://schemas.openxmlformats.org/officeDocument/2006/relationships/tags" Target="../tags/tag1005.xml"/><Relationship Id="rId23" Type="http://schemas.openxmlformats.org/officeDocument/2006/relationships/tags" Target="../tags/tag1013.xml"/><Relationship Id="rId28" Type="http://schemas.openxmlformats.org/officeDocument/2006/relationships/tags" Target="../tags/tag1018.xml"/><Relationship Id="rId36" Type="http://schemas.openxmlformats.org/officeDocument/2006/relationships/tags" Target="../tags/tag1026.xml"/><Relationship Id="rId10" Type="http://schemas.openxmlformats.org/officeDocument/2006/relationships/tags" Target="../tags/tag1000.xml"/><Relationship Id="rId19" Type="http://schemas.openxmlformats.org/officeDocument/2006/relationships/tags" Target="../tags/tag1009.xml"/><Relationship Id="rId31" Type="http://schemas.openxmlformats.org/officeDocument/2006/relationships/tags" Target="../tags/tag1021.xml"/><Relationship Id="rId4" Type="http://schemas.openxmlformats.org/officeDocument/2006/relationships/tags" Target="../tags/tag994.xml"/><Relationship Id="rId9" Type="http://schemas.openxmlformats.org/officeDocument/2006/relationships/tags" Target="../tags/tag999.xml"/><Relationship Id="rId14" Type="http://schemas.openxmlformats.org/officeDocument/2006/relationships/tags" Target="../tags/tag1004.xml"/><Relationship Id="rId22" Type="http://schemas.openxmlformats.org/officeDocument/2006/relationships/tags" Target="../tags/tag1012.xml"/><Relationship Id="rId27" Type="http://schemas.openxmlformats.org/officeDocument/2006/relationships/tags" Target="../tags/tag1017.xml"/><Relationship Id="rId30" Type="http://schemas.openxmlformats.org/officeDocument/2006/relationships/tags" Target="../tags/tag1020.xml"/><Relationship Id="rId35" Type="http://schemas.openxmlformats.org/officeDocument/2006/relationships/tags" Target="../tags/tag1025.xml"/><Relationship Id="rId4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8" Type="http://schemas.openxmlformats.org/officeDocument/2006/relationships/tags" Target="../tags/tag1039.xml"/><Relationship Id="rId13" Type="http://schemas.openxmlformats.org/officeDocument/2006/relationships/tags" Target="../tags/tag1044.xml"/><Relationship Id="rId18" Type="http://schemas.openxmlformats.org/officeDocument/2006/relationships/slideLayout" Target="../slideLayouts/slideLayout1.xml"/><Relationship Id="rId3" Type="http://schemas.openxmlformats.org/officeDocument/2006/relationships/tags" Target="../tags/tag1034.xml"/><Relationship Id="rId7" Type="http://schemas.openxmlformats.org/officeDocument/2006/relationships/tags" Target="../tags/tag1038.xml"/><Relationship Id="rId12" Type="http://schemas.openxmlformats.org/officeDocument/2006/relationships/tags" Target="../tags/tag1043.xml"/><Relationship Id="rId17" Type="http://schemas.openxmlformats.org/officeDocument/2006/relationships/tags" Target="../tags/tag1048.xml"/><Relationship Id="rId2" Type="http://schemas.openxmlformats.org/officeDocument/2006/relationships/tags" Target="../tags/tag1033.xml"/><Relationship Id="rId16" Type="http://schemas.openxmlformats.org/officeDocument/2006/relationships/tags" Target="../tags/tag1047.xml"/><Relationship Id="rId1" Type="http://schemas.openxmlformats.org/officeDocument/2006/relationships/tags" Target="../tags/tag1032.xml"/><Relationship Id="rId6" Type="http://schemas.openxmlformats.org/officeDocument/2006/relationships/tags" Target="../tags/tag1037.xml"/><Relationship Id="rId11" Type="http://schemas.openxmlformats.org/officeDocument/2006/relationships/tags" Target="../tags/tag1042.xml"/><Relationship Id="rId5" Type="http://schemas.openxmlformats.org/officeDocument/2006/relationships/tags" Target="../tags/tag1036.xml"/><Relationship Id="rId15" Type="http://schemas.openxmlformats.org/officeDocument/2006/relationships/tags" Target="../tags/tag1046.xml"/><Relationship Id="rId10" Type="http://schemas.openxmlformats.org/officeDocument/2006/relationships/tags" Target="../tags/tag1041.xml"/><Relationship Id="rId19" Type="http://schemas.openxmlformats.org/officeDocument/2006/relationships/notesSlide" Target="../notesSlides/notesSlide36.xml"/><Relationship Id="rId4" Type="http://schemas.openxmlformats.org/officeDocument/2006/relationships/tags" Target="../tags/tag1035.xml"/><Relationship Id="rId9" Type="http://schemas.openxmlformats.org/officeDocument/2006/relationships/tags" Target="../tags/tag1040.xml"/><Relationship Id="rId14" Type="http://schemas.openxmlformats.org/officeDocument/2006/relationships/tags" Target="../tags/tag1045.xml"/></Relationships>
</file>

<file path=ppt/slides/_rels/slide37.xml.rels><?xml version="1.0" encoding="UTF-8" standalone="yes"?>
<Relationships xmlns="http://schemas.openxmlformats.org/package/2006/relationships"><Relationship Id="rId8" Type="http://schemas.openxmlformats.org/officeDocument/2006/relationships/tags" Target="../tags/tag1056.xml"/><Relationship Id="rId13" Type="http://schemas.openxmlformats.org/officeDocument/2006/relationships/tags" Target="../tags/tag1061.xml"/><Relationship Id="rId18" Type="http://schemas.openxmlformats.org/officeDocument/2006/relationships/tags" Target="../tags/tag1066.xml"/><Relationship Id="rId26" Type="http://schemas.openxmlformats.org/officeDocument/2006/relationships/tags" Target="../tags/tag1074.xml"/><Relationship Id="rId3" Type="http://schemas.openxmlformats.org/officeDocument/2006/relationships/tags" Target="../tags/tag1051.xml"/><Relationship Id="rId21" Type="http://schemas.openxmlformats.org/officeDocument/2006/relationships/tags" Target="../tags/tag1069.xml"/><Relationship Id="rId7" Type="http://schemas.openxmlformats.org/officeDocument/2006/relationships/tags" Target="../tags/tag1055.xml"/><Relationship Id="rId12" Type="http://schemas.openxmlformats.org/officeDocument/2006/relationships/tags" Target="../tags/tag1060.xml"/><Relationship Id="rId17" Type="http://schemas.openxmlformats.org/officeDocument/2006/relationships/tags" Target="../tags/tag1065.xml"/><Relationship Id="rId25" Type="http://schemas.openxmlformats.org/officeDocument/2006/relationships/tags" Target="../tags/tag1073.xml"/><Relationship Id="rId2" Type="http://schemas.openxmlformats.org/officeDocument/2006/relationships/tags" Target="../tags/tag1050.xml"/><Relationship Id="rId16" Type="http://schemas.openxmlformats.org/officeDocument/2006/relationships/tags" Target="../tags/tag1064.xml"/><Relationship Id="rId20" Type="http://schemas.openxmlformats.org/officeDocument/2006/relationships/tags" Target="../tags/tag1068.xml"/><Relationship Id="rId29" Type="http://schemas.openxmlformats.org/officeDocument/2006/relationships/tags" Target="../tags/tag1077.xml"/><Relationship Id="rId1" Type="http://schemas.openxmlformats.org/officeDocument/2006/relationships/tags" Target="../tags/tag1049.xml"/><Relationship Id="rId6" Type="http://schemas.openxmlformats.org/officeDocument/2006/relationships/tags" Target="../tags/tag1054.xml"/><Relationship Id="rId11" Type="http://schemas.openxmlformats.org/officeDocument/2006/relationships/tags" Target="../tags/tag1059.xml"/><Relationship Id="rId24" Type="http://schemas.openxmlformats.org/officeDocument/2006/relationships/tags" Target="../tags/tag1072.xml"/><Relationship Id="rId5" Type="http://schemas.openxmlformats.org/officeDocument/2006/relationships/tags" Target="../tags/tag1053.xml"/><Relationship Id="rId15" Type="http://schemas.openxmlformats.org/officeDocument/2006/relationships/tags" Target="../tags/tag1063.xml"/><Relationship Id="rId23" Type="http://schemas.openxmlformats.org/officeDocument/2006/relationships/tags" Target="../tags/tag1071.xml"/><Relationship Id="rId28" Type="http://schemas.openxmlformats.org/officeDocument/2006/relationships/tags" Target="../tags/tag1076.xml"/><Relationship Id="rId10" Type="http://schemas.openxmlformats.org/officeDocument/2006/relationships/tags" Target="../tags/tag1058.xml"/><Relationship Id="rId19" Type="http://schemas.openxmlformats.org/officeDocument/2006/relationships/tags" Target="../tags/tag1067.xml"/><Relationship Id="rId31" Type="http://schemas.openxmlformats.org/officeDocument/2006/relationships/notesSlide" Target="../notesSlides/notesSlide37.xml"/><Relationship Id="rId4" Type="http://schemas.openxmlformats.org/officeDocument/2006/relationships/tags" Target="../tags/tag1052.xml"/><Relationship Id="rId9" Type="http://schemas.openxmlformats.org/officeDocument/2006/relationships/tags" Target="../tags/tag1057.xml"/><Relationship Id="rId14" Type="http://schemas.openxmlformats.org/officeDocument/2006/relationships/tags" Target="../tags/tag1062.xml"/><Relationship Id="rId22" Type="http://schemas.openxmlformats.org/officeDocument/2006/relationships/tags" Target="../tags/tag1070.xml"/><Relationship Id="rId27" Type="http://schemas.openxmlformats.org/officeDocument/2006/relationships/tags" Target="../tags/tag1075.xml"/><Relationship Id="rId30"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8" Type="http://schemas.openxmlformats.org/officeDocument/2006/relationships/tags" Target="../tags/tag1085.xml"/><Relationship Id="rId13" Type="http://schemas.openxmlformats.org/officeDocument/2006/relationships/tags" Target="../tags/tag1090.xml"/><Relationship Id="rId18" Type="http://schemas.openxmlformats.org/officeDocument/2006/relationships/tags" Target="../tags/tag1095.xml"/><Relationship Id="rId26" Type="http://schemas.openxmlformats.org/officeDocument/2006/relationships/slideLayout" Target="../slideLayouts/slideLayout1.xml"/><Relationship Id="rId3" Type="http://schemas.openxmlformats.org/officeDocument/2006/relationships/tags" Target="../tags/tag1080.xml"/><Relationship Id="rId21" Type="http://schemas.openxmlformats.org/officeDocument/2006/relationships/tags" Target="../tags/tag1098.xml"/><Relationship Id="rId7" Type="http://schemas.openxmlformats.org/officeDocument/2006/relationships/tags" Target="../tags/tag1084.xml"/><Relationship Id="rId12" Type="http://schemas.openxmlformats.org/officeDocument/2006/relationships/tags" Target="../tags/tag1089.xml"/><Relationship Id="rId17" Type="http://schemas.openxmlformats.org/officeDocument/2006/relationships/tags" Target="../tags/tag1094.xml"/><Relationship Id="rId25" Type="http://schemas.openxmlformats.org/officeDocument/2006/relationships/tags" Target="../tags/tag1102.xml"/><Relationship Id="rId2" Type="http://schemas.openxmlformats.org/officeDocument/2006/relationships/tags" Target="../tags/tag1079.xml"/><Relationship Id="rId16" Type="http://schemas.openxmlformats.org/officeDocument/2006/relationships/tags" Target="../tags/tag1093.xml"/><Relationship Id="rId20" Type="http://schemas.openxmlformats.org/officeDocument/2006/relationships/tags" Target="../tags/tag1097.xml"/><Relationship Id="rId1" Type="http://schemas.openxmlformats.org/officeDocument/2006/relationships/tags" Target="../tags/tag1078.xml"/><Relationship Id="rId6" Type="http://schemas.openxmlformats.org/officeDocument/2006/relationships/tags" Target="../tags/tag1083.xml"/><Relationship Id="rId11" Type="http://schemas.openxmlformats.org/officeDocument/2006/relationships/tags" Target="../tags/tag1088.xml"/><Relationship Id="rId24" Type="http://schemas.openxmlformats.org/officeDocument/2006/relationships/tags" Target="../tags/tag1101.xml"/><Relationship Id="rId5" Type="http://schemas.openxmlformats.org/officeDocument/2006/relationships/tags" Target="../tags/tag1082.xml"/><Relationship Id="rId15" Type="http://schemas.openxmlformats.org/officeDocument/2006/relationships/tags" Target="../tags/tag1092.xml"/><Relationship Id="rId23" Type="http://schemas.openxmlformats.org/officeDocument/2006/relationships/tags" Target="../tags/tag1100.xml"/><Relationship Id="rId28" Type="http://schemas.openxmlformats.org/officeDocument/2006/relationships/image" Target="../media/image4.png"/><Relationship Id="rId10" Type="http://schemas.openxmlformats.org/officeDocument/2006/relationships/tags" Target="../tags/tag1087.xml"/><Relationship Id="rId19" Type="http://schemas.openxmlformats.org/officeDocument/2006/relationships/tags" Target="../tags/tag1096.xml"/><Relationship Id="rId4" Type="http://schemas.openxmlformats.org/officeDocument/2006/relationships/tags" Target="../tags/tag1081.xml"/><Relationship Id="rId9" Type="http://schemas.openxmlformats.org/officeDocument/2006/relationships/tags" Target="../tags/tag1086.xml"/><Relationship Id="rId14" Type="http://schemas.openxmlformats.org/officeDocument/2006/relationships/tags" Target="../tags/tag1091.xml"/><Relationship Id="rId22" Type="http://schemas.openxmlformats.org/officeDocument/2006/relationships/tags" Target="../tags/tag1099.xml"/><Relationship Id="rId27"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8" Type="http://schemas.openxmlformats.org/officeDocument/2006/relationships/tags" Target="../tags/tag1110.xml"/><Relationship Id="rId13" Type="http://schemas.openxmlformats.org/officeDocument/2006/relationships/tags" Target="../tags/tag1115.xml"/><Relationship Id="rId18" Type="http://schemas.openxmlformats.org/officeDocument/2006/relationships/tags" Target="../tags/tag1120.xml"/><Relationship Id="rId3" Type="http://schemas.openxmlformats.org/officeDocument/2006/relationships/tags" Target="../tags/tag1105.xml"/><Relationship Id="rId21" Type="http://schemas.openxmlformats.org/officeDocument/2006/relationships/tags" Target="../tags/tag1123.xml"/><Relationship Id="rId7" Type="http://schemas.openxmlformats.org/officeDocument/2006/relationships/tags" Target="../tags/tag1109.xml"/><Relationship Id="rId12" Type="http://schemas.openxmlformats.org/officeDocument/2006/relationships/tags" Target="../tags/tag1114.xml"/><Relationship Id="rId17" Type="http://schemas.openxmlformats.org/officeDocument/2006/relationships/tags" Target="../tags/tag1119.xml"/><Relationship Id="rId25" Type="http://schemas.openxmlformats.org/officeDocument/2006/relationships/notesSlide" Target="../notesSlides/notesSlide39.xml"/><Relationship Id="rId2" Type="http://schemas.openxmlformats.org/officeDocument/2006/relationships/tags" Target="../tags/tag1104.xml"/><Relationship Id="rId16" Type="http://schemas.openxmlformats.org/officeDocument/2006/relationships/tags" Target="../tags/tag1118.xml"/><Relationship Id="rId20" Type="http://schemas.openxmlformats.org/officeDocument/2006/relationships/tags" Target="../tags/tag1122.xml"/><Relationship Id="rId1" Type="http://schemas.openxmlformats.org/officeDocument/2006/relationships/tags" Target="../tags/tag1103.xml"/><Relationship Id="rId6" Type="http://schemas.openxmlformats.org/officeDocument/2006/relationships/tags" Target="../tags/tag1108.xml"/><Relationship Id="rId11" Type="http://schemas.openxmlformats.org/officeDocument/2006/relationships/tags" Target="../tags/tag1113.xml"/><Relationship Id="rId24" Type="http://schemas.openxmlformats.org/officeDocument/2006/relationships/slideLayout" Target="../slideLayouts/slideLayout1.xml"/><Relationship Id="rId5" Type="http://schemas.openxmlformats.org/officeDocument/2006/relationships/tags" Target="../tags/tag1107.xml"/><Relationship Id="rId15" Type="http://schemas.openxmlformats.org/officeDocument/2006/relationships/tags" Target="../tags/tag1117.xml"/><Relationship Id="rId23" Type="http://schemas.openxmlformats.org/officeDocument/2006/relationships/tags" Target="../tags/tag1125.xml"/><Relationship Id="rId10" Type="http://schemas.openxmlformats.org/officeDocument/2006/relationships/tags" Target="../tags/tag1112.xml"/><Relationship Id="rId19" Type="http://schemas.openxmlformats.org/officeDocument/2006/relationships/tags" Target="../tags/tag1121.xml"/><Relationship Id="rId4" Type="http://schemas.openxmlformats.org/officeDocument/2006/relationships/tags" Target="../tags/tag1106.xml"/><Relationship Id="rId9" Type="http://schemas.openxmlformats.org/officeDocument/2006/relationships/tags" Target="../tags/tag1111.xml"/><Relationship Id="rId14" Type="http://schemas.openxmlformats.org/officeDocument/2006/relationships/tags" Target="../tags/tag1116.xml"/><Relationship Id="rId22" Type="http://schemas.openxmlformats.org/officeDocument/2006/relationships/tags" Target="../tags/tag1124.xml"/></Relationships>
</file>

<file path=ppt/slides/_rels/slide40.xml.rels><?xml version="1.0" encoding="UTF-8" standalone="yes"?>
<Relationships xmlns="http://schemas.openxmlformats.org/package/2006/relationships"><Relationship Id="rId8" Type="http://schemas.openxmlformats.org/officeDocument/2006/relationships/tags" Target="../tags/tag1133.xml"/><Relationship Id="rId13" Type="http://schemas.openxmlformats.org/officeDocument/2006/relationships/tags" Target="../tags/tag1138.xml"/><Relationship Id="rId18" Type="http://schemas.openxmlformats.org/officeDocument/2006/relationships/tags" Target="../tags/tag1143.xml"/><Relationship Id="rId26" Type="http://schemas.openxmlformats.org/officeDocument/2006/relationships/tags" Target="../tags/tag1151.xml"/><Relationship Id="rId3" Type="http://schemas.openxmlformats.org/officeDocument/2006/relationships/tags" Target="../tags/tag1128.xml"/><Relationship Id="rId21" Type="http://schemas.openxmlformats.org/officeDocument/2006/relationships/tags" Target="../tags/tag1146.xml"/><Relationship Id="rId34" Type="http://schemas.openxmlformats.org/officeDocument/2006/relationships/slideLayout" Target="../slideLayouts/slideLayout1.xml"/><Relationship Id="rId7" Type="http://schemas.openxmlformats.org/officeDocument/2006/relationships/tags" Target="../tags/tag1132.xml"/><Relationship Id="rId12" Type="http://schemas.openxmlformats.org/officeDocument/2006/relationships/tags" Target="../tags/tag1137.xml"/><Relationship Id="rId17" Type="http://schemas.openxmlformats.org/officeDocument/2006/relationships/tags" Target="../tags/tag1142.xml"/><Relationship Id="rId25" Type="http://schemas.openxmlformats.org/officeDocument/2006/relationships/tags" Target="../tags/tag1150.xml"/><Relationship Id="rId33" Type="http://schemas.openxmlformats.org/officeDocument/2006/relationships/tags" Target="../tags/tag1158.xml"/><Relationship Id="rId2" Type="http://schemas.openxmlformats.org/officeDocument/2006/relationships/tags" Target="../tags/tag1127.xml"/><Relationship Id="rId16" Type="http://schemas.openxmlformats.org/officeDocument/2006/relationships/tags" Target="../tags/tag1141.xml"/><Relationship Id="rId20" Type="http://schemas.openxmlformats.org/officeDocument/2006/relationships/tags" Target="../tags/tag1145.xml"/><Relationship Id="rId29" Type="http://schemas.openxmlformats.org/officeDocument/2006/relationships/tags" Target="../tags/tag1154.xml"/><Relationship Id="rId1" Type="http://schemas.openxmlformats.org/officeDocument/2006/relationships/tags" Target="../tags/tag1126.xml"/><Relationship Id="rId6" Type="http://schemas.openxmlformats.org/officeDocument/2006/relationships/tags" Target="../tags/tag1131.xml"/><Relationship Id="rId11" Type="http://schemas.openxmlformats.org/officeDocument/2006/relationships/tags" Target="../tags/tag1136.xml"/><Relationship Id="rId24" Type="http://schemas.openxmlformats.org/officeDocument/2006/relationships/tags" Target="../tags/tag1149.xml"/><Relationship Id="rId32" Type="http://schemas.openxmlformats.org/officeDocument/2006/relationships/tags" Target="../tags/tag1157.xml"/><Relationship Id="rId5" Type="http://schemas.openxmlformats.org/officeDocument/2006/relationships/tags" Target="../tags/tag1130.xml"/><Relationship Id="rId15" Type="http://schemas.openxmlformats.org/officeDocument/2006/relationships/tags" Target="../tags/tag1140.xml"/><Relationship Id="rId23" Type="http://schemas.openxmlformats.org/officeDocument/2006/relationships/tags" Target="../tags/tag1148.xml"/><Relationship Id="rId28" Type="http://schemas.openxmlformats.org/officeDocument/2006/relationships/tags" Target="../tags/tag1153.xml"/><Relationship Id="rId10" Type="http://schemas.openxmlformats.org/officeDocument/2006/relationships/tags" Target="../tags/tag1135.xml"/><Relationship Id="rId19" Type="http://schemas.openxmlformats.org/officeDocument/2006/relationships/tags" Target="../tags/tag1144.xml"/><Relationship Id="rId31" Type="http://schemas.openxmlformats.org/officeDocument/2006/relationships/tags" Target="../tags/tag1156.xml"/><Relationship Id="rId4" Type="http://schemas.openxmlformats.org/officeDocument/2006/relationships/tags" Target="../tags/tag1129.xml"/><Relationship Id="rId9" Type="http://schemas.openxmlformats.org/officeDocument/2006/relationships/tags" Target="../tags/tag1134.xml"/><Relationship Id="rId14" Type="http://schemas.openxmlformats.org/officeDocument/2006/relationships/tags" Target="../tags/tag1139.xml"/><Relationship Id="rId22" Type="http://schemas.openxmlformats.org/officeDocument/2006/relationships/tags" Target="../tags/tag1147.xml"/><Relationship Id="rId27" Type="http://schemas.openxmlformats.org/officeDocument/2006/relationships/tags" Target="../tags/tag1152.xml"/><Relationship Id="rId30" Type="http://schemas.openxmlformats.org/officeDocument/2006/relationships/tags" Target="../tags/tag1155.xml"/><Relationship Id="rId35"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8" Type="http://schemas.openxmlformats.org/officeDocument/2006/relationships/tags" Target="../tags/tag1166.xml"/><Relationship Id="rId13" Type="http://schemas.openxmlformats.org/officeDocument/2006/relationships/tags" Target="../tags/tag1171.xml"/><Relationship Id="rId18" Type="http://schemas.openxmlformats.org/officeDocument/2006/relationships/tags" Target="../tags/tag1176.xml"/><Relationship Id="rId26" Type="http://schemas.openxmlformats.org/officeDocument/2006/relationships/tags" Target="../tags/tag1184.xml"/><Relationship Id="rId39" Type="http://schemas.openxmlformats.org/officeDocument/2006/relationships/tags" Target="../tags/tag1197.xml"/><Relationship Id="rId3" Type="http://schemas.openxmlformats.org/officeDocument/2006/relationships/tags" Target="../tags/tag1161.xml"/><Relationship Id="rId21" Type="http://schemas.openxmlformats.org/officeDocument/2006/relationships/tags" Target="../tags/tag1179.xml"/><Relationship Id="rId34" Type="http://schemas.openxmlformats.org/officeDocument/2006/relationships/tags" Target="../tags/tag1192.xml"/><Relationship Id="rId7" Type="http://schemas.openxmlformats.org/officeDocument/2006/relationships/tags" Target="../tags/tag1165.xml"/><Relationship Id="rId12" Type="http://schemas.openxmlformats.org/officeDocument/2006/relationships/tags" Target="../tags/tag1170.xml"/><Relationship Id="rId17" Type="http://schemas.openxmlformats.org/officeDocument/2006/relationships/tags" Target="../tags/tag1175.xml"/><Relationship Id="rId25" Type="http://schemas.openxmlformats.org/officeDocument/2006/relationships/tags" Target="../tags/tag1183.xml"/><Relationship Id="rId33" Type="http://schemas.openxmlformats.org/officeDocument/2006/relationships/tags" Target="../tags/tag1191.xml"/><Relationship Id="rId38" Type="http://schemas.openxmlformats.org/officeDocument/2006/relationships/tags" Target="../tags/tag1196.xml"/><Relationship Id="rId2" Type="http://schemas.openxmlformats.org/officeDocument/2006/relationships/tags" Target="../tags/tag1160.xml"/><Relationship Id="rId16" Type="http://schemas.openxmlformats.org/officeDocument/2006/relationships/tags" Target="../tags/tag1174.xml"/><Relationship Id="rId20" Type="http://schemas.openxmlformats.org/officeDocument/2006/relationships/tags" Target="../tags/tag1178.xml"/><Relationship Id="rId29" Type="http://schemas.openxmlformats.org/officeDocument/2006/relationships/tags" Target="../tags/tag1187.xml"/><Relationship Id="rId41" Type="http://schemas.openxmlformats.org/officeDocument/2006/relationships/notesSlide" Target="../notesSlides/notesSlide41.xml"/><Relationship Id="rId1" Type="http://schemas.openxmlformats.org/officeDocument/2006/relationships/tags" Target="../tags/tag1159.xml"/><Relationship Id="rId6" Type="http://schemas.openxmlformats.org/officeDocument/2006/relationships/tags" Target="../tags/tag1164.xml"/><Relationship Id="rId11" Type="http://schemas.openxmlformats.org/officeDocument/2006/relationships/tags" Target="../tags/tag1169.xml"/><Relationship Id="rId24" Type="http://schemas.openxmlformats.org/officeDocument/2006/relationships/tags" Target="../tags/tag1182.xml"/><Relationship Id="rId32" Type="http://schemas.openxmlformats.org/officeDocument/2006/relationships/tags" Target="../tags/tag1190.xml"/><Relationship Id="rId37" Type="http://schemas.openxmlformats.org/officeDocument/2006/relationships/tags" Target="../tags/tag1195.xml"/><Relationship Id="rId40" Type="http://schemas.openxmlformats.org/officeDocument/2006/relationships/slideLayout" Target="../slideLayouts/slideLayout1.xml"/><Relationship Id="rId5" Type="http://schemas.openxmlformats.org/officeDocument/2006/relationships/tags" Target="../tags/tag1163.xml"/><Relationship Id="rId15" Type="http://schemas.openxmlformats.org/officeDocument/2006/relationships/tags" Target="../tags/tag1173.xml"/><Relationship Id="rId23" Type="http://schemas.openxmlformats.org/officeDocument/2006/relationships/tags" Target="../tags/tag1181.xml"/><Relationship Id="rId28" Type="http://schemas.openxmlformats.org/officeDocument/2006/relationships/tags" Target="../tags/tag1186.xml"/><Relationship Id="rId36" Type="http://schemas.openxmlformats.org/officeDocument/2006/relationships/tags" Target="../tags/tag1194.xml"/><Relationship Id="rId10" Type="http://schemas.openxmlformats.org/officeDocument/2006/relationships/tags" Target="../tags/tag1168.xml"/><Relationship Id="rId19" Type="http://schemas.openxmlformats.org/officeDocument/2006/relationships/tags" Target="../tags/tag1177.xml"/><Relationship Id="rId31" Type="http://schemas.openxmlformats.org/officeDocument/2006/relationships/tags" Target="../tags/tag1189.xml"/><Relationship Id="rId4" Type="http://schemas.openxmlformats.org/officeDocument/2006/relationships/tags" Target="../tags/tag1162.xml"/><Relationship Id="rId9" Type="http://schemas.openxmlformats.org/officeDocument/2006/relationships/tags" Target="../tags/tag1167.xml"/><Relationship Id="rId14" Type="http://schemas.openxmlformats.org/officeDocument/2006/relationships/tags" Target="../tags/tag1172.xml"/><Relationship Id="rId22" Type="http://schemas.openxmlformats.org/officeDocument/2006/relationships/tags" Target="../tags/tag1180.xml"/><Relationship Id="rId27" Type="http://schemas.openxmlformats.org/officeDocument/2006/relationships/tags" Target="../tags/tag1185.xml"/><Relationship Id="rId30" Type="http://schemas.openxmlformats.org/officeDocument/2006/relationships/tags" Target="../tags/tag1188.xml"/><Relationship Id="rId35" Type="http://schemas.openxmlformats.org/officeDocument/2006/relationships/tags" Target="../tags/tag1193.xml"/></Relationships>
</file>

<file path=ppt/slides/_rels/slide42.xml.rels><?xml version="1.0" encoding="UTF-8" standalone="yes"?>
<Relationships xmlns="http://schemas.openxmlformats.org/package/2006/relationships"><Relationship Id="rId8" Type="http://schemas.openxmlformats.org/officeDocument/2006/relationships/tags" Target="../tags/tag1205.xml"/><Relationship Id="rId13" Type="http://schemas.openxmlformats.org/officeDocument/2006/relationships/tags" Target="../tags/tag1210.xml"/><Relationship Id="rId18" Type="http://schemas.openxmlformats.org/officeDocument/2006/relationships/tags" Target="../tags/tag1215.xml"/><Relationship Id="rId26" Type="http://schemas.openxmlformats.org/officeDocument/2006/relationships/tags" Target="../tags/tag1223.xml"/><Relationship Id="rId3" Type="http://schemas.openxmlformats.org/officeDocument/2006/relationships/tags" Target="../tags/tag1200.xml"/><Relationship Id="rId21" Type="http://schemas.openxmlformats.org/officeDocument/2006/relationships/tags" Target="../tags/tag1218.xml"/><Relationship Id="rId34" Type="http://schemas.openxmlformats.org/officeDocument/2006/relationships/tags" Target="../tags/tag1231.xml"/><Relationship Id="rId7" Type="http://schemas.openxmlformats.org/officeDocument/2006/relationships/tags" Target="../tags/tag1204.xml"/><Relationship Id="rId12" Type="http://schemas.openxmlformats.org/officeDocument/2006/relationships/tags" Target="../tags/tag1209.xml"/><Relationship Id="rId17" Type="http://schemas.openxmlformats.org/officeDocument/2006/relationships/tags" Target="../tags/tag1214.xml"/><Relationship Id="rId25" Type="http://schemas.openxmlformats.org/officeDocument/2006/relationships/tags" Target="../tags/tag1222.xml"/><Relationship Id="rId33" Type="http://schemas.openxmlformats.org/officeDocument/2006/relationships/tags" Target="../tags/tag1230.xml"/><Relationship Id="rId2" Type="http://schemas.openxmlformats.org/officeDocument/2006/relationships/tags" Target="../tags/tag1199.xml"/><Relationship Id="rId16" Type="http://schemas.openxmlformats.org/officeDocument/2006/relationships/tags" Target="../tags/tag1213.xml"/><Relationship Id="rId20" Type="http://schemas.openxmlformats.org/officeDocument/2006/relationships/tags" Target="../tags/tag1217.xml"/><Relationship Id="rId29" Type="http://schemas.openxmlformats.org/officeDocument/2006/relationships/tags" Target="../tags/tag1226.xml"/><Relationship Id="rId1" Type="http://schemas.openxmlformats.org/officeDocument/2006/relationships/tags" Target="../tags/tag1198.xml"/><Relationship Id="rId6" Type="http://schemas.openxmlformats.org/officeDocument/2006/relationships/tags" Target="../tags/tag1203.xml"/><Relationship Id="rId11" Type="http://schemas.openxmlformats.org/officeDocument/2006/relationships/tags" Target="../tags/tag1208.xml"/><Relationship Id="rId24" Type="http://schemas.openxmlformats.org/officeDocument/2006/relationships/tags" Target="../tags/tag1221.xml"/><Relationship Id="rId32" Type="http://schemas.openxmlformats.org/officeDocument/2006/relationships/tags" Target="../tags/tag1229.xml"/><Relationship Id="rId37" Type="http://schemas.openxmlformats.org/officeDocument/2006/relationships/notesSlide" Target="../notesSlides/notesSlide42.xml"/><Relationship Id="rId5" Type="http://schemas.openxmlformats.org/officeDocument/2006/relationships/tags" Target="../tags/tag1202.xml"/><Relationship Id="rId15" Type="http://schemas.openxmlformats.org/officeDocument/2006/relationships/tags" Target="../tags/tag1212.xml"/><Relationship Id="rId23" Type="http://schemas.openxmlformats.org/officeDocument/2006/relationships/tags" Target="../tags/tag1220.xml"/><Relationship Id="rId28" Type="http://schemas.openxmlformats.org/officeDocument/2006/relationships/tags" Target="../tags/tag1225.xml"/><Relationship Id="rId36" Type="http://schemas.openxmlformats.org/officeDocument/2006/relationships/slideLayout" Target="../slideLayouts/slideLayout1.xml"/><Relationship Id="rId10" Type="http://schemas.openxmlformats.org/officeDocument/2006/relationships/tags" Target="../tags/tag1207.xml"/><Relationship Id="rId19" Type="http://schemas.openxmlformats.org/officeDocument/2006/relationships/tags" Target="../tags/tag1216.xml"/><Relationship Id="rId31" Type="http://schemas.openxmlformats.org/officeDocument/2006/relationships/tags" Target="../tags/tag1228.xml"/><Relationship Id="rId4" Type="http://schemas.openxmlformats.org/officeDocument/2006/relationships/tags" Target="../tags/tag1201.xml"/><Relationship Id="rId9" Type="http://schemas.openxmlformats.org/officeDocument/2006/relationships/tags" Target="../tags/tag1206.xml"/><Relationship Id="rId14" Type="http://schemas.openxmlformats.org/officeDocument/2006/relationships/tags" Target="../tags/tag1211.xml"/><Relationship Id="rId22" Type="http://schemas.openxmlformats.org/officeDocument/2006/relationships/tags" Target="../tags/tag1219.xml"/><Relationship Id="rId27" Type="http://schemas.openxmlformats.org/officeDocument/2006/relationships/tags" Target="../tags/tag1224.xml"/><Relationship Id="rId30" Type="http://schemas.openxmlformats.org/officeDocument/2006/relationships/tags" Target="../tags/tag1227.xml"/><Relationship Id="rId35" Type="http://schemas.openxmlformats.org/officeDocument/2006/relationships/tags" Target="../tags/tag1232.xml"/></Relationships>
</file>

<file path=ppt/slides/_rels/slide43.xml.rels><?xml version="1.0" encoding="UTF-8" standalone="yes"?>
<Relationships xmlns="http://schemas.openxmlformats.org/package/2006/relationships"><Relationship Id="rId8" Type="http://schemas.openxmlformats.org/officeDocument/2006/relationships/tags" Target="../tags/tag1240.xml"/><Relationship Id="rId3" Type="http://schemas.openxmlformats.org/officeDocument/2006/relationships/tags" Target="../tags/tag1235.xml"/><Relationship Id="rId7" Type="http://schemas.openxmlformats.org/officeDocument/2006/relationships/tags" Target="../tags/tag1239.xml"/><Relationship Id="rId2" Type="http://schemas.openxmlformats.org/officeDocument/2006/relationships/tags" Target="../tags/tag1234.xml"/><Relationship Id="rId1" Type="http://schemas.openxmlformats.org/officeDocument/2006/relationships/tags" Target="../tags/tag1233.xml"/><Relationship Id="rId6" Type="http://schemas.openxmlformats.org/officeDocument/2006/relationships/tags" Target="../tags/tag1238.xml"/><Relationship Id="rId11" Type="http://schemas.openxmlformats.org/officeDocument/2006/relationships/image" Target="../media/image15.png"/><Relationship Id="rId5" Type="http://schemas.openxmlformats.org/officeDocument/2006/relationships/tags" Target="../tags/tag1237.xml"/><Relationship Id="rId10" Type="http://schemas.openxmlformats.org/officeDocument/2006/relationships/notesSlide" Target="../notesSlides/notesSlide43.xml"/><Relationship Id="rId4" Type="http://schemas.openxmlformats.org/officeDocument/2006/relationships/tags" Target="../tags/tag1236.xml"/><Relationship Id="rId9"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8" Type="http://schemas.openxmlformats.org/officeDocument/2006/relationships/tags" Target="../tags/tag1248.xml"/><Relationship Id="rId13" Type="http://schemas.openxmlformats.org/officeDocument/2006/relationships/tags" Target="../tags/tag1253.xml"/><Relationship Id="rId18" Type="http://schemas.openxmlformats.org/officeDocument/2006/relationships/tags" Target="../tags/tag1258.xml"/><Relationship Id="rId26" Type="http://schemas.openxmlformats.org/officeDocument/2006/relationships/tags" Target="../tags/tag1266.xml"/><Relationship Id="rId39" Type="http://schemas.openxmlformats.org/officeDocument/2006/relationships/tags" Target="../tags/tag1279.xml"/><Relationship Id="rId3" Type="http://schemas.openxmlformats.org/officeDocument/2006/relationships/tags" Target="../tags/tag1243.xml"/><Relationship Id="rId21" Type="http://schemas.openxmlformats.org/officeDocument/2006/relationships/tags" Target="../tags/tag1261.xml"/><Relationship Id="rId34" Type="http://schemas.openxmlformats.org/officeDocument/2006/relationships/tags" Target="../tags/tag1274.xml"/><Relationship Id="rId7" Type="http://schemas.openxmlformats.org/officeDocument/2006/relationships/tags" Target="../tags/tag1247.xml"/><Relationship Id="rId12" Type="http://schemas.openxmlformats.org/officeDocument/2006/relationships/tags" Target="../tags/tag1252.xml"/><Relationship Id="rId17" Type="http://schemas.openxmlformats.org/officeDocument/2006/relationships/tags" Target="../tags/tag1257.xml"/><Relationship Id="rId25" Type="http://schemas.openxmlformats.org/officeDocument/2006/relationships/tags" Target="../tags/tag1265.xml"/><Relationship Id="rId33" Type="http://schemas.openxmlformats.org/officeDocument/2006/relationships/tags" Target="../tags/tag1273.xml"/><Relationship Id="rId38" Type="http://schemas.openxmlformats.org/officeDocument/2006/relationships/tags" Target="../tags/tag1278.xml"/><Relationship Id="rId2" Type="http://schemas.openxmlformats.org/officeDocument/2006/relationships/tags" Target="../tags/tag1242.xml"/><Relationship Id="rId16" Type="http://schemas.openxmlformats.org/officeDocument/2006/relationships/tags" Target="../tags/tag1256.xml"/><Relationship Id="rId20" Type="http://schemas.openxmlformats.org/officeDocument/2006/relationships/tags" Target="../tags/tag1260.xml"/><Relationship Id="rId29" Type="http://schemas.openxmlformats.org/officeDocument/2006/relationships/tags" Target="../tags/tag1269.xml"/><Relationship Id="rId41" Type="http://schemas.openxmlformats.org/officeDocument/2006/relationships/notesSlide" Target="../notesSlides/notesSlide44.xml"/><Relationship Id="rId1" Type="http://schemas.openxmlformats.org/officeDocument/2006/relationships/tags" Target="../tags/tag1241.xml"/><Relationship Id="rId6" Type="http://schemas.openxmlformats.org/officeDocument/2006/relationships/tags" Target="../tags/tag1246.xml"/><Relationship Id="rId11" Type="http://schemas.openxmlformats.org/officeDocument/2006/relationships/tags" Target="../tags/tag1251.xml"/><Relationship Id="rId24" Type="http://schemas.openxmlformats.org/officeDocument/2006/relationships/tags" Target="../tags/tag1264.xml"/><Relationship Id="rId32" Type="http://schemas.openxmlformats.org/officeDocument/2006/relationships/tags" Target="../tags/tag1272.xml"/><Relationship Id="rId37" Type="http://schemas.openxmlformats.org/officeDocument/2006/relationships/tags" Target="../tags/tag1277.xml"/><Relationship Id="rId40" Type="http://schemas.openxmlformats.org/officeDocument/2006/relationships/slideLayout" Target="../slideLayouts/slideLayout1.xml"/><Relationship Id="rId5" Type="http://schemas.openxmlformats.org/officeDocument/2006/relationships/tags" Target="../tags/tag1245.xml"/><Relationship Id="rId15" Type="http://schemas.openxmlformats.org/officeDocument/2006/relationships/tags" Target="../tags/tag1255.xml"/><Relationship Id="rId23" Type="http://schemas.openxmlformats.org/officeDocument/2006/relationships/tags" Target="../tags/tag1263.xml"/><Relationship Id="rId28" Type="http://schemas.openxmlformats.org/officeDocument/2006/relationships/tags" Target="../tags/tag1268.xml"/><Relationship Id="rId36" Type="http://schemas.openxmlformats.org/officeDocument/2006/relationships/tags" Target="../tags/tag1276.xml"/><Relationship Id="rId10" Type="http://schemas.openxmlformats.org/officeDocument/2006/relationships/tags" Target="../tags/tag1250.xml"/><Relationship Id="rId19" Type="http://schemas.openxmlformats.org/officeDocument/2006/relationships/tags" Target="../tags/tag1259.xml"/><Relationship Id="rId31" Type="http://schemas.openxmlformats.org/officeDocument/2006/relationships/tags" Target="../tags/tag1271.xml"/><Relationship Id="rId4" Type="http://schemas.openxmlformats.org/officeDocument/2006/relationships/tags" Target="../tags/tag1244.xml"/><Relationship Id="rId9" Type="http://schemas.openxmlformats.org/officeDocument/2006/relationships/tags" Target="../tags/tag1249.xml"/><Relationship Id="rId14" Type="http://schemas.openxmlformats.org/officeDocument/2006/relationships/tags" Target="../tags/tag1254.xml"/><Relationship Id="rId22" Type="http://schemas.openxmlformats.org/officeDocument/2006/relationships/tags" Target="../tags/tag1262.xml"/><Relationship Id="rId27" Type="http://schemas.openxmlformats.org/officeDocument/2006/relationships/tags" Target="../tags/tag1267.xml"/><Relationship Id="rId30" Type="http://schemas.openxmlformats.org/officeDocument/2006/relationships/tags" Target="../tags/tag1270.xml"/><Relationship Id="rId35" Type="http://schemas.openxmlformats.org/officeDocument/2006/relationships/tags" Target="../tags/tag127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031"/>
        </a:solidFill>
        <a:effectLst/>
      </p:bgPr>
    </p:bg>
    <p:spTree>
      <p:nvGrpSpPr>
        <p:cNvPr id="1" name=""/>
        <p:cNvGrpSpPr/>
        <p:nvPr/>
      </p:nvGrpSpPr>
      <p:grpSpPr>
        <a:xfrm>
          <a:off x="0" y="0"/>
          <a:ext cx="0" cy="0"/>
          <a:chOff x="0" y="0"/>
          <a:chExt cx="0" cy="0"/>
        </a:xfrm>
      </p:grpSpPr>
      <p:sp>
        <p:nvSpPr>
          <p:cNvPr id="2" name="Shape 0"/>
          <p:cNvSpPr/>
          <p:nvPr>
            <p:custDataLst>
              <p:tags r:id="rId1"/>
            </p:custDataLst>
          </p:nvPr>
        </p:nvSpPr>
        <p:spPr>
          <a:xfrm>
            <a:off x="530352" y="612648"/>
            <a:ext cx="1563624" cy="0"/>
          </a:xfrm>
          <a:prstGeom prst="line">
            <a:avLst/>
          </a:prstGeom>
          <a:noFill/>
          <a:ln w="25400">
            <a:solidFill>
              <a:srgbClr val="43B5D9"/>
            </a:solidFill>
            <a:prstDash val="solid"/>
          </a:ln>
        </p:spPr>
        <p:txBody>
          <a:bodyPr/>
          <a:lstStyle/>
          <a:p>
            <a:endParaRPr lang="fr-CA" noProof="0" dirty="0"/>
          </a:p>
        </p:txBody>
      </p:sp>
      <p:sp>
        <p:nvSpPr>
          <p:cNvPr id="3" name="Text 1"/>
          <p:cNvSpPr/>
          <p:nvPr>
            <p:custDataLst>
              <p:tags r:id="rId2"/>
            </p:custDataLst>
          </p:nvPr>
        </p:nvSpPr>
        <p:spPr>
          <a:xfrm>
            <a:off x="530352" y="832104"/>
            <a:ext cx="5835942" cy="438912"/>
          </a:xfrm>
          <a:prstGeom prst="rect">
            <a:avLst/>
          </a:prstGeom>
          <a:noFill/>
          <a:ln/>
        </p:spPr>
        <p:txBody>
          <a:bodyPr wrap="square" lIns="0" tIns="0" rIns="0" bIns="0" rtlCol="0" anchor="t">
            <a:normAutofit/>
          </a:bodyPr>
          <a:lstStyle/>
          <a:p>
            <a:pPr marL="0" indent="0">
              <a:buNone/>
            </a:pPr>
            <a:r>
              <a:rPr lang="fr-CA" sz="2300" b="1" noProof="0" dirty="0">
                <a:solidFill>
                  <a:srgbClr val="43B5D9"/>
                </a:solidFill>
                <a:latin typeface="Calibri" pitchFamily="34" charset="0"/>
                <a:ea typeface="Calibri" pitchFamily="34" charset="-122"/>
                <a:cs typeface="Calibri" pitchFamily="34" charset="-120"/>
              </a:rPr>
              <a:t>Traitement des flux et résilience EDA</a:t>
            </a:r>
            <a:endParaRPr lang="fr-CA" sz="2300" noProof="0" dirty="0"/>
          </a:p>
        </p:txBody>
      </p:sp>
      <p:sp>
        <p:nvSpPr>
          <p:cNvPr id="4" name="Text 2"/>
          <p:cNvSpPr/>
          <p:nvPr>
            <p:custDataLst>
              <p:tags r:id="rId3"/>
            </p:custDataLst>
          </p:nvPr>
        </p:nvSpPr>
        <p:spPr>
          <a:xfrm>
            <a:off x="530353" y="2139696"/>
            <a:ext cx="5835942" cy="786384"/>
          </a:xfrm>
          <a:prstGeom prst="rect">
            <a:avLst/>
          </a:prstGeom>
          <a:noFill/>
          <a:ln/>
        </p:spPr>
        <p:txBody>
          <a:bodyPr wrap="square" lIns="0" tIns="0" rIns="0" bIns="0" rtlCol="0" anchor="t">
            <a:normAutofit/>
          </a:bodyPr>
          <a:lstStyle/>
          <a:p>
            <a:pPr marL="0" indent="0">
              <a:buNone/>
            </a:pPr>
            <a:r>
              <a:rPr lang="fr-CA" sz="4350" b="1" noProof="0" dirty="0">
                <a:solidFill>
                  <a:srgbClr val="FFFFFF"/>
                </a:solidFill>
                <a:latin typeface="Calibri" pitchFamily="34" charset="0"/>
                <a:ea typeface="Calibri" pitchFamily="34" charset="-122"/>
                <a:cs typeface="Calibri" pitchFamily="34" charset="-120"/>
              </a:rPr>
              <a:t>Guide d'ingénierie Kafka</a:t>
            </a:r>
            <a:endParaRPr lang="fr-CA" sz="4350" noProof="0" dirty="0"/>
          </a:p>
        </p:txBody>
      </p:sp>
      <p:sp>
        <p:nvSpPr>
          <p:cNvPr id="5" name="Text 3"/>
          <p:cNvSpPr/>
          <p:nvPr>
            <p:custDataLst>
              <p:tags r:id="rId4"/>
            </p:custDataLst>
          </p:nvPr>
        </p:nvSpPr>
        <p:spPr>
          <a:xfrm>
            <a:off x="557785" y="3182112"/>
            <a:ext cx="5808510" cy="1042416"/>
          </a:xfrm>
          <a:prstGeom prst="rect">
            <a:avLst/>
          </a:prstGeom>
          <a:noFill/>
          <a:ln/>
        </p:spPr>
        <p:txBody>
          <a:bodyPr wrap="square" lIns="0" tIns="0" rIns="0" bIns="0" rtlCol="0" anchor="t">
            <a:normAutofit/>
          </a:bodyPr>
          <a:lstStyle/>
          <a:p>
            <a:pPr marL="0" indent="0">
              <a:buNone/>
            </a:pPr>
            <a:r>
              <a:rPr lang="fr-CA" sz="2900" noProof="0" dirty="0">
                <a:solidFill>
                  <a:srgbClr val="FFFFFF"/>
                </a:solidFill>
                <a:latin typeface="Calibri" pitchFamily="34" charset="0"/>
                <a:ea typeface="Calibri" pitchFamily="34" charset="-122"/>
                <a:cs typeface="Calibri" pitchFamily="34" charset="-120"/>
              </a:rPr>
              <a:t>Du premier message publié</a:t>
            </a:r>
            <a:r>
              <a:rPr lang="fr-CA" sz="2900" noProof="0" dirty="0"/>
              <a:t> </a:t>
            </a:r>
          </a:p>
          <a:p>
            <a:pPr marL="0" indent="0">
              <a:buNone/>
            </a:pPr>
            <a:r>
              <a:rPr lang="fr-CA" sz="2900" noProof="0" dirty="0">
                <a:solidFill>
                  <a:srgbClr val="FFFFFF"/>
                </a:solidFill>
                <a:latin typeface="Calibri" pitchFamily="34" charset="0"/>
                <a:ea typeface="Calibri" pitchFamily="34" charset="-122"/>
                <a:cs typeface="Calibri" pitchFamily="34" charset="-120"/>
              </a:rPr>
              <a:t>à la résilience EDA</a:t>
            </a:r>
            <a:endParaRPr lang="fr-CA" sz="2900" noProof="0" dirty="0"/>
          </a:p>
        </p:txBody>
      </p:sp>
      <p:sp>
        <p:nvSpPr>
          <p:cNvPr id="6" name="Text 4"/>
          <p:cNvSpPr/>
          <p:nvPr>
            <p:custDataLst>
              <p:tags r:id="rId5"/>
            </p:custDataLst>
          </p:nvPr>
        </p:nvSpPr>
        <p:spPr>
          <a:xfrm>
            <a:off x="566928" y="4690871"/>
            <a:ext cx="5835943" cy="563813"/>
          </a:xfrm>
          <a:prstGeom prst="rect">
            <a:avLst/>
          </a:prstGeom>
          <a:noFill/>
          <a:ln/>
        </p:spPr>
        <p:txBody>
          <a:bodyPr wrap="square" lIns="0" tIns="0" rIns="0" bIns="0" rtlCol="0" anchor="t">
            <a:normAutofit lnSpcReduction="10000"/>
          </a:bodyPr>
          <a:lstStyle/>
          <a:p>
            <a:pPr marL="0" indent="0">
              <a:buNone/>
            </a:pPr>
            <a:r>
              <a:rPr lang="fr-CA" sz="1850" noProof="0" dirty="0">
                <a:solidFill>
                  <a:srgbClr val="43B5D9"/>
                </a:solidFill>
                <a:latin typeface="Calibri" pitchFamily="34" charset="0"/>
                <a:ea typeface="Calibri" pitchFamily="34" charset="-122"/>
                <a:cs typeface="Calibri" pitchFamily="34" charset="-120"/>
              </a:rPr>
              <a:t>Un Sandbox d’apprentissage …</a:t>
            </a:r>
          </a:p>
          <a:p>
            <a:pPr marL="0" indent="0">
              <a:buNone/>
            </a:pPr>
            <a:r>
              <a:rPr lang="fr-CA" sz="1850" noProof="0" dirty="0">
                <a:solidFill>
                  <a:srgbClr val="43B5D9"/>
                </a:solidFill>
                <a:latin typeface="Calibri" pitchFamily="34" charset="0"/>
                <a:ea typeface="Calibri" pitchFamily="34" charset="-122"/>
                <a:cs typeface="Calibri" pitchFamily="34" charset="-120"/>
              </a:rPr>
              <a:t>Spring Boot  ·  Nuxt  ·  Kafka  ·  Flink  ·  Hazelcast</a:t>
            </a:r>
            <a:endParaRPr lang="fr-CA" sz="1850" noProof="0" dirty="0"/>
          </a:p>
        </p:txBody>
      </p:sp>
      <p:sp>
        <p:nvSpPr>
          <p:cNvPr id="9" name="Text 6"/>
          <p:cNvSpPr/>
          <p:nvPr>
            <p:custDataLst>
              <p:tags r:id="rId6"/>
            </p:custDataLst>
          </p:nvPr>
        </p:nvSpPr>
        <p:spPr>
          <a:xfrm>
            <a:off x="112143" y="6616461"/>
            <a:ext cx="11982091" cy="228588"/>
          </a:xfrm>
          <a:prstGeom prst="rect">
            <a:avLst/>
          </a:prstGeom>
          <a:noFill/>
          <a:ln/>
        </p:spPr>
        <p:txBody>
          <a:bodyPr wrap="square" lIns="0" tIns="0" rIns="0" bIns="0" rtlCol="0" anchor="t">
            <a:normAutofit/>
          </a:bodyPr>
          <a:lstStyle/>
          <a:p>
            <a:pPr marL="0" indent="0">
              <a:buNone/>
            </a:pPr>
            <a:r>
              <a:rPr lang="fr-CA" sz="1100" noProof="0" dirty="0">
                <a:solidFill>
                  <a:srgbClr val="829AB1"/>
                </a:solidFill>
                <a:latin typeface="Calibri" pitchFamily="34" charset="0"/>
                <a:ea typeface="Calibri" pitchFamily="34" charset="-122"/>
                <a:cs typeface="Calibri" pitchFamily="34" charset="-120"/>
              </a:rPr>
              <a:t>Parcours pédagogique en français  |  Octobre 2026</a:t>
            </a:r>
            <a:endParaRPr lang="fr-CA" sz="1100" noProof="0" dirty="0"/>
          </a:p>
        </p:txBody>
      </p:sp>
      <p:pic>
        <p:nvPicPr>
          <p:cNvPr id="11" name="Image 10">
            <a:extLst>
              <a:ext uri="{FF2B5EF4-FFF2-40B4-BE49-F238E27FC236}">
                <a16:creationId xmlns:a16="http://schemas.microsoft.com/office/drawing/2014/main" id="{6F82DC8C-F688-63BC-5BB7-1903CDEF6564}"/>
              </a:ext>
            </a:extLst>
          </p:cNvPr>
          <p:cNvPicPr>
            <a:picLocks noChangeAspect="1"/>
          </p:cNvPicPr>
          <p:nvPr>
            <p:custDataLst>
              <p:tags r:id="rId7"/>
            </p:custDataLst>
          </p:nvPr>
        </p:nvPicPr>
        <p:blipFill>
          <a:blip r:embed="rId10"/>
          <a:stretch>
            <a:fillRect/>
          </a:stretch>
        </p:blipFill>
        <p:spPr>
          <a:xfrm>
            <a:off x="6402871" y="1603315"/>
            <a:ext cx="5477055" cy="365137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5580C286-3608-C72F-1533-A976B156011E}"/>
              </a:ext>
            </a:extLst>
          </p:cNvPr>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fr-CA" dirty="0"/>
          </a:p>
        </p:txBody>
      </p:sp>
      <p:sp>
        <p:nvSpPr>
          <p:cNvPr id="6" name="Text 1">
            <a:extLst>
              <a:ext uri="{FF2B5EF4-FFF2-40B4-BE49-F238E27FC236}">
                <a16:creationId xmlns:a16="http://schemas.microsoft.com/office/drawing/2014/main" id="{EAC51406-6535-BB8B-4CDF-AFB09A8C51F4}"/>
              </a:ext>
            </a:extLst>
          </p:cNvPr>
          <p:cNvSpPr/>
          <p:nvPr>
            <p:custDataLst>
              <p:tags r:id="rId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fr-CA" sz="1100" b="1" kern="0" spc="50" dirty="0">
                <a:solidFill>
                  <a:srgbClr val="1F6FEB"/>
                </a:solidFill>
                <a:latin typeface="Calibri" pitchFamily="34" charset="0"/>
                <a:ea typeface="Calibri" pitchFamily="34" charset="-122"/>
                <a:cs typeface="Calibri" pitchFamily="34" charset="-120"/>
              </a:rPr>
              <a:t>INTRODUCTION</a:t>
            </a:r>
            <a:endParaRPr lang="fr-CA" sz="1100" dirty="0"/>
          </a:p>
        </p:txBody>
      </p:sp>
      <p:sp>
        <p:nvSpPr>
          <p:cNvPr id="10" name="Text 2">
            <a:extLst>
              <a:ext uri="{FF2B5EF4-FFF2-40B4-BE49-F238E27FC236}">
                <a16:creationId xmlns:a16="http://schemas.microsoft.com/office/drawing/2014/main" id="{D123474B-7FE5-C573-C6E4-7A967BEEB9E0}"/>
              </a:ext>
            </a:extLst>
          </p:cNvPr>
          <p:cNvSpPr/>
          <p:nvPr>
            <p:custDataLst>
              <p:tags r:id="rId3"/>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fr-CA" sz="1000" b="1" dirty="0">
                <a:solidFill>
                  <a:srgbClr val="829AB1"/>
                </a:solidFill>
                <a:latin typeface="Calibri" pitchFamily="34" charset="0"/>
                <a:ea typeface="Calibri" pitchFamily="34" charset="-122"/>
                <a:cs typeface="Calibri" pitchFamily="34" charset="-120"/>
              </a:rPr>
              <a:t>GUIDE D’INGÉNIRIE KAFKA</a:t>
            </a:r>
            <a:endParaRPr lang="fr-CA" sz="1000" dirty="0"/>
          </a:p>
        </p:txBody>
      </p:sp>
      <p:sp>
        <p:nvSpPr>
          <p:cNvPr id="13" name="Text 4">
            <a:extLst>
              <a:ext uri="{FF2B5EF4-FFF2-40B4-BE49-F238E27FC236}">
                <a16:creationId xmlns:a16="http://schemas.microsoft.com/office/drawing/2014/main" id="{4E5FE9E5-F93C-EE24-AF5C-27C8E7ECCD44}"/>
              </a:ext>
            </a:extLst>
          </p:cNvPr>
          <p:cNvSpPr/>
          <p:nvPr>
            <p:custDataLst>
              <p:tags r:id="rId4"/>
            </p:custDataLst>
          </p:nvPr>
        </p:nvSpPr>
        <p:spPr>
          <a:xfrm>
            <a:off x="530352" y="1508760"/>
            <a:ext cx="11018520" cy="603504"/>
          </a:xfrm>
          <a:prstGeom prst="rect">
            <a:avLst/>
          </a:prstGeom>
          <a:noFill/>
          <a:ln/>
        </p:spPr>
        <p:txBody>
          <a:bodyPr wrap="square" lIns="0" tIns="0" rIns="0" bIns="0" rtlCol="0" anchor="t">
            <a:normAutofit/>
          </a:bodyPr>
          <a:lstStyle/>
          <a:p>
            <a:r>
              <a:rPr lang="fr-CA" sz="1650" dirty="0">
                <a:solidFill>
                  <a:srgbClr val="486581"/>
                </a:solidFill>
                <a:latin typeface="Calibri" pitchFamily="34" charset="0"/>
                <a:ea typeface="Calibri" pitchFamily="34" charset="-122"/>
                <a:cs typeface="Calibri" pitchFamily="34" charset="-120"/>
              </a:rPr>
              <a:t>Ce guide présente un projet concret (avec implémentation de style Sandbox) qui intègre les meilleures pratiques.</a:t>
            </a:r>
          </a:p>
        </p:txBody>
      </p:sp>
      <p:sp>
        <p:nvSpPr>
          <p:cNvPr id="15" name="Text 3">
            <a:extLst>
              <a:ext uri="{FF2B5EF4-FFF2-40B4-BE49-F238E27FC236}">
                <a16:creationId xmlns:a16="http://schemas.microsoft.com/office/drawing/2014/main" id="{BAF0F25B-3BFB-F462-580C-291D0E6992FA}"/>
              </a:ext>
            </a:extLst>
          </p:cNvPr>
          <p:cNvSpPr/>
          <p:nvPr>
            <p:custDataLst>
              <p:tags r:id="rId5"/>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fr-CA" sz="2700" b="1" noProof="0" dirty="0">
                <a:solidFill>
                  <a:srgbClr val="102A43"/>
                </a:solidFill>
                <a:latin typeface="Calibri" pitchFamily="34" charset="0"/>
                <a:ea typeface="Calibri" pitchFamily="34" charset="-122"/>
                <a:cs typeface="Calibri" pitchFamily="34" charset="-120"/>
              </a:rPr>
              <a:t>Les meilleures pratiques de l’architecture EDA </a:t>
            </a:r>
            <a:endParaRPr lang="fr-CA" sz="2700" noProof="0" dirty="0"/>
          </a:p>
        </p:txBody>
      </p:sp>
      <p:sp>
        <p:nvSpPr>
          <p:cNvPr id="19" name="Shape 31">
            <a:extLst>
              <a:ext uri="{FF2B5EF4-FFF2-40B4-BE49-F238E27FC236}">
                <a16:creationId xmlns:a16="http://schemas.microsoft.com/office/drawing/2014/main" id="{BDB6DE00-34CD-CF21-24AB-8FDE03134E43}"/>
              </a:ext>
            </a:extLst>
          </p:cNvPr>
          <p:cNvSpPr/>
          <p:nvPr>
            <p:custDataLst>
              <p:tags r:id="rId6"/>
            </p:custDataLst>
          </p:nvPr>
        </p:nvSpPr>
        <p:spPr>
          <a:xfrm>
            <a:off x="530352" y="5704367"/>
            <a:ext cx="11128248" cy="448056"/>
          </a:xfrm>
          <a:prstGeom prst="roundRect">
            <a:avLst>
              <a:gd name="adj" fmla="val 20408"/>
            </a:avLst>
          </a:prstGeom>
          <a:solidFill>
            <a:srgbClr val="EFF6FF"/>
          </a:solidFill>
          <a:ln w="8890">
            <a:solidFill>
              <a:srgbClr val="EFF6FF"/>
            </a:solidFill>
            <a:prstDash val="solid"/>
          </a:ln>
        </p:spPr>
        <p:txBody>
          <a:bodyPr/>
          <a:lstStyle/>
          <a:p>
            <a:endParaRPr lang="fr-CA" dirty="0"/>
          </a:p>
        </p:txBody>
      </p:sp>
      <p:sp>
        <p:nvSpPr>
          <p:cNvPr id="21" name="Text 32">
            <a:extLst>
              <a:ext uri="{FF2B5EF4-FFF2-40B4-BE49-F238E27FC236}">
                <a16:creationId xmlns:a16="http://schemas.microsoft.com/office/drawing/2014/main" id="{786EA66F-4D54-5F84-63D7-01D703362066}"/>
              </a:ext>
            </a:extLst>
          </p:cNvPr>
          <p:cNvSpPr/>
          <p:nvPr>
            <p:custDataLst>
              <p:tags r:id="rId7"/>
            </p:custDataLst>
          </p:nvPr>
        </p:nvSpPr>
        <p:spPr>
          <a:xfrm>
            <a:off x="731520" y="5820156"/>
            <a:ext cx="10716768" cy="274320"/>
          </a:xfrm>
          <a:prstGeom prst="rect">
            <a:avLst/>
          </a:prstGeom>
          <a:noFill/>
          <a:ln/>
        </p:spPr>
        <p:txBody>
          <a:bodyPr wrap="square" lIns="0" tIns="0" rIns="0" bIns="0" rtlCol="0" anchor="t">
            <a:normAutofit/>
          </a:bodyPr>
          <a:lstStyle/>
          <a:p>
            <a:pPr marL="0" indent="0">
              <a:buNone/>
            </a:pPr>
            <a:r>
              <a:rPr lang="fr-CA" sz="1550" b="1" noProof="0" dirty="0">
                <a:solidFill>
                  <a:srgbClr val="102A43"/>
                </a:solidFill>
                <a:latin typeface="Calibri" pitchFamily="34" charset="0"/>
                <a:ea typeface="Calibri" pitchFamily="34" charset="-122"/>
                <a:cs typeface="Calibri" pitchFamily="34" charset="-120"/>
              </a:rPr>
              <a:t>Plus de 40 diapositives de parcours + quelques annexes de repérage et d'approfondissement</a:t>
            </a:r>
            <a:r>
              <a:rPr lang="fr-CA" sz="1550" b="1" dirty="0">
                <a:solidFill>
                  <a:srgbClr val="102A43"/>
                </a:solidFill>
                <a:latin typeface="Calibri" pitchFamily="34" charset="0"/>
                <a:ea typeface="Calibri" pitchFamily="34" charset="-122"/>
                <a:cs typeface="Calibri" pitchFamily="34" charset="-120"/>
              </a:rPr>
              <a:t>.</a:t>
            </a:r>
            <a:endParaRPr lang="fr-CA" sz="1550" dirty="0"/>
          </a:p>
        </p:txBody>
      </p:sp>
      <p:sp>
        <p:nvSpPr>
          <p:cNvPr id="23" name="Text 5">
            <a:extLst>
              <a:ext uri="{FF2B5EF4-FFF2-40B4-BE49-F238E27FC236}">
                <a16:creationId xmlns:a16="http://schemas.microsoft.com/office/drawing/2014/main" id="{E61D3D18-26B7-3B85-7F72-8BFAAA8D07A8}"/>
              </a:ext>
            </a:extLst>
          </p:cNvPr>
          <p:cNvSpPr/>
          <p:nvPr>
            <p:custDataLst>
              <p:tags r:id="rId8"/>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fr-CA" sz="900" dirty="0">
                <a:solidFill>
                  <a:srgbClr val="486581"/>
                </a:solidFill>
                <a:latin typeface="Calibri" pitchFamily="34" charset="0"/>
                <a:ea typeface="Calibri" pitchFamily="34" charset="-122"/>
                <a:cs typeface="Calibri" pitchFamily="34" charset="-120"/>
              </a:rPr>
              <a:t>Guide d'ingénierie Kafka · Projet EDA</a:t>
            </a:r>
            <a:endParaRPr lang="fr-CA" sz="900" dirty="0"/>
          </a:p>
        </p:txBody>
      </p:sp>
      <p:sp>
        <p:nvSpPr>
          <p:cNvPr id="25" name="Shape 7">
            <a:extLst>
              <a:ext uri="{FF2B5EF4-FFF2-40B4-BE49-F238E27FC236}">
                <a16:creationId xmlns:a16="http://schemas.microsoft.com/office/drawing/2014/main" id="{4E85BD33-D128-9EE1-8C93-98287030FA11}"/>
              </a:ext>
            </a:extLst>
          </p:cNvPr>
          <p:cNvSpPr/>
          <p:nvPr>
            <p:custDataLst>
              <p:tags r:id="rId9"/>
            </p:custDataLst>
          </p:nvPr>
        </p:nvSpPr>
        <p:spPr>
          <a:xfrm>
            <a:off x="530352" y="1999649"/>
            <a:ext cx="3575304" cy="1444752"/>
          </a:xfrm>
          <a:prstGeom prst="roundRect">
            <a:avLst>
              <a:gd name="adj" fmla="val 6329"/>
            </a:avLst>
          </a:prstGeom>
          <a:solidFill>
            <a:srgbClr val="FFFFFF"/>
          </a:solidFill>
          <a:ln w="8890">
            <a:solidFill>
              <a:srgbClr val="D9E2EC"/>
            </a:solidFill>
            <a:prstDash val="solid"/>
          </a:ln>
        </p:spPr>
        <p:txBody>
          <a:bodyPr/>
          <a:lstStyle/>
          <a:p>
            <a:endParaRPr lang="fr-CA" dirty="0"/>
          </a:p>
        </p:txBody>
      </p:sp>
      <p:sp>
        <p:nvSpPr>
          <p:cNvPr id="27" name="Text 8">
            <a:extLst>
              <a:ext uri="{FF2B5EF4-FFF2-40B4-BE49-F238E27FC236}">
                <a16:creationId xmlns:a16="http://schemas.microsoft.com/office/drawing/2014/main" id="{64AAC67C-B0A2-DBBE-BDFE-F82CF7D51FFF}"/>
              </a:ext>
            </a:extLst>
          </p:cNvPr>
          <p:cNvSpPr/>
          <p:nvPr>
            <p:custDataLst>
              <p:tags r:id="rId10"/>
            </p:custDataLst>
          </p:nvPr>
        </p:nvSpPr>
        <p:spPr>
          <a:xfrm>
            <a:off x="713232" y="2164241"/>
            <a:ext cx="475488" cy="429768"/>
          </a:xfrm>
          <a:prstGeom prst="rect">
            <a:avLst/>
          </a:prstGeom>
          <a:noFill/>
          <a:ln/>
        </p:spPr>
        <p:txBody>
          <a:bodyPr wrap="square" lIns="0" tIns="0" rIns="0" bIns="0" rtlCol="0" anchor="t">
            <a:normAutofit/>
          </a:bodyPr>
          <a:lstStyle/>
          <a:p>
            <a:pPr marL="0" indent="0">
              <a:buNone/>
            </a:pPr>
            <a:r>
              <a:rPr lang="fr-CA" sz="2600" b="1" dirty="0">
                <a:solidFill>
                  <a:srgbClr val="1F6FEB"/>
                </a:solidFill>
                <a:latin typeface="Calibri" pitchFamily="34" charset="0"/>
                <a:ea typeface="Calibri" pitchFamily="34" charset="-122"/>
                <a:cs typeface="Calibri" pitchFamily="34" charset="-120"/>
              </a:rPr>
              <a:t>01</a:t>
            </a:r>
            <a:endParaRPr lang="fr-CA" sz="2600" dirty="0"/>
          </a:p>
        </p:txBody>
      </p:sp>
      <p:sp>
        <p:nvSpPr>
          <p:cNvPr id="29" name="Text 9">
            <a:extLst>
              <a:ext uri="{FF2B5EF4-FFF2-40B4-BE49-F238E27FC236}">
                <a16:creationId xmlns:a16="http://schemas.microsoft.com/office/drawing/2014/main" id="{13163387-A371-30AC-D65A-BA93EB9888FB}"/>
              </a:ext>
            </a:extLst>
          </p:cNvPr>
          <p:cNvSpPr/>
          <p:nvPr>
            <p:custDataLst>
              <p:tags r:id="rId11"/>
            </p:custDataLst>
          </p:nvPr>
        </p:nvSpPr>
        <p:spPr>
          <a:xfrm>
            <a:off x="1298448" y="2200817"/>
            <a:ext cx="2615184" cy="347472"/>
          </a:xfrm>
          <a:prstGeom prst="rect">
            <a:avLst/>
          </a:prstGeom>
          <a:noFill/>
          <a:ln/>
        </p:spPr>
        <p:txBody>
          <a:bodyPr wrap="square" lIns="0" tIns="0" rIns="0" bIns="0" rtlCol="0" anchor="t">
            <a:normAutofit/>
          </a:bodyPr>
          <a:lstStyle/>
          <a:p>
            <a:pPr marL="0" indent="0">
              <a:buNone/>
            </a:pPr>
            <a:r>
              <a:rPr lang="fr-CA" sz="1900" b="1" noProof="0" dirty="0">
                <a:solidFill>
                  <a:srgbClr val="102A43"/>
                </a:solidFill>
                <a:latin typeface="Calibri" pitchFamily="34" charset="0"/>
                <a:ea typeface="Calibri" pitchFamily="34" charset="-122"/>
                <a:cs typeface="Calibri" pitchFamily="34" charset="-120"/>
              </a:rPr>
              <a:t>Sous-évaluation</a:t>
            </a:r>
            <a:endParaRPr lang="fr-CA" sz="1900" noProof="0" dirty="0"/>
          </a:p>
        </p:txBody>
      </p:sp>
      <p:sp>
        <p:nvSpPr>
          <p:cNvPr id="31" name="Text 10">
            <a:extLst>
              <a:ext uri="{FF2B5EF4-FFF2-40B4-BE49-F238E27FC236}">
                <a16:creationId xmlns:a16="http://schemas.microsoft.com/office/drawing/2014/main" id="{EB154527-87C6-B271-7B77-C1184B0698F9}"/>
              </a:ext>
            </a:extLst>
          </p:cNvPr>
          <p:cNvSpPr/>
          <p:nvPr>
            <p:custDataLst>
              <p:tags r:id="rId12"/>
            </p:custDataLst>
          </p:nvPr>
        </p:nvSpPr>
        <p:spPr>
          <a:xfrm>
            <a:off x="740664" y="2731169"/>
            <a:ext cx="3163824" cy="521208"/>
          </a:xfrm>
          <a:prstGeom prst="rect">
            <a:avLst/>
          </a:prstGeom>
          <a:noFill/>
          <a:ln/>
        </p:spPr>
        <p:txBody>
          <a:bodyPr wrap="square" lIns="0" tIns="0" rIns="0" bIns="0" rtlCol="0" anchor="t">
            <a:normAutofit fontScale="85000" lnSpcReduction="20000"/>
          </a:bodyPr>
          <a:lstStyle/>
          <a:p>
            <a:r>
              <a:rPr lang="fr-CA" sz="1620" dirty="0">
                <a:solidFill>
                  <a:srgbClr val="486581"/>
                </a:solidFill>
                <a:latin typeface="Calibri" pitchFamily="34" charset="0"/>
                <a:ea typeface="Calibri" pitchFamily="34" charset="-122"/>
                <a:cs typeface="Calibri" pitchFamily="34" charset="-120"/>
              </a:rPr>
              <a:t>Les équipes de réalisation sous-évalue généralement la complexité d’intégration avec EDA.</a:t>
            </a:r>
            <a:endParaRPr lang="fr-CA" sz="1620" dirty="0"/>
          </a:p>
        </p:txBody>
      </p:sp>
      <p:sp>
        <p:nvSpPr>
          <p:cNvPr id="33" name="Shape 11">
            <a:extLst>
              <a:ext uri="{FF2B5EF4-FFF2-40B4-BE49-F238E27FC236}">
                <a16:creationId xmlns:a16="http://schemas.microsoft.com/office/drawing/2014/main" id="{55A06A6D-3238-0CB8-9CEC-46C5D2FE4425}"/>
              </a:ext>
            </a:extLst>
          </p:cNvPr>
          <p:cNvSpPr/>
          <p:nvPr>
            <p:custDataLst>
              <p:tags r:id="rId13"/>
            </p:custDataLst>
          </p:nvPr>
        </p:nvSpPr>
        <p:spPr>
          <a:xfrm>
            <a:off x="4306824" y="1999649"/>
            <a:ext cx="3575304" cy="1444752"/>
          </a:xfrm>
          <a:prstGeom prst="roundRect">
            <a:avLst>
              <a:gd name="adj" fmla="val 6329"/>
            </a:avLst>
          </a:prstGeom>
          <a:solidFill>
            <a:srgbClr val="FFFFFF"/>
          </a:solidFill>
          <a:ln w="8890">
            <a:solidFill>
              <a:srgbClr val="D9E2EC"/>
            </a:solidFill>
            <a:prstDash val="solid"/>
          </a:ln>
        </p:spPr>
        <p:txBody>
          <a:bodyPr/>
          <a:lstStyle/>
          <a:p>
            <a:endParaRPr lang="fr-CA" dirty="0"/>
          </a:p>
        </p:txBody>
      </p:sp>
      <p:sp>
        <p:nvSpPr>
          <p:cNvPr id="35" name="Text 12">
            <a:extLst>
              <a:ext uri="{FF2B5EF4-FFF2-40B4-BE49-F238E27FC236}">
                <a16:creationId xmlns:a16="http://schemas.microsoft.com/office/drawing/2014/main" id="{EEC48BF4-2818-597D-8E0A-A13B4A72AF6E}"/>
              </a:ext>
            </a:extLst>
          </p:cNvPr>
          <p:cNvSpPr/>
          <p:nvPr>
            <p:custDataLst>
              <p:tags r:id="rId14"/>
            </p:custDataLst>
          </p:nvPr>
        </p:nvSpPr>
        <p:spPr>
          <a:xfrm>
            <a:off x="4489704" y="2164241"/>
            <a:ext cx="475488" cy="429768"/>
          </a:xfrm>
          <a:prstGeom prst="rect">
            <a:avLst/>
          </a:prstGeom>
          <a:noFill/>
          <a:ln/>
        </p:spPr>
        <p:txBody>
          <a:bodyPr wrap="square" lIns="0" tIns="0" rIns="0" bIns="0" rtlCol="0" anchor="t">
            <a:normAutofit/>
          </a:bodyPr>
          <a:lstStyle/>
          <a:p>
            <a:pPr marL="0" indent="0">
              <a:buNone/>
            </a:pPr>
            <a:r>
              <a:rPr lang="fr-CA" sz="2600" b="1" dirty="0">
                <a:solidFill>
                  <a:srgbClr val="1F6FEB"/>
                </a:solidFill>
                <a:latin typeface="Calibri" pitchFamily="34" charset="0"/>
                <a:ea typeface="Calibri" pitchFamily="34" charset="-122"/>
                <a:cs typeface="Calibri" pitchFamily="34" charset="-120"/>
              </a:rPr>
              <a:t>02</a:t>
            </a:r>
            <a:endParaRPr lang="fr-CA" sz="2600" dirty="0"/>
          </a:p>
        </p:txBody>
      </p:sp>
      <p:sp>
        <p:nvSpPr>
          <p:cNvPr id="37" name="Text 13">
            <a:extLst>
              <a:ext uri="{FF2B5EF4-FFF2-40B4-BE49-F238E27FC236}">
                <a16:creationId xmlns:a16="http://schemas.microsoft.com/office/drawing/2014/main" id="{E1D67CE5-B6F9-BACC-6104-436608C4B218}"/>
              </a:ext>
            </a:extLst>
          </p:cNvPr>
          <p:cNvSpPr/>
          <p:nvPr>
            <p:custDataLst>
              <p:tags r:id="rId15"/>
            </p:custDataLst>
          </p:nvPr>
        </p:nvSpPr>
        <p:spPr>
          <a:xfrm>
            <a:off x="5074920" y="2200817"/>
            <a:ext cx="2615184" cy="347472"/>
          </a:xfrm>
          <a:prstGeom prst="rect">
            <a:avLst/>
          </a:prstGeom>
          <a:noFill/>
          <a:ln/>
        </p:spPr>
        <p:txBody>
          <a:bodyPr wrap="square" lIns="0" tIns="0" rIns="0" bIns="0" rtlCol="0" anchor="t">
            <a:normAutofit/>
          </a:bodyPr>
          <a:lstStyle/>
          <a:p>
            <a:pPr marL="0" indent="0">
              <a:buNone/>
            </a:pPr>
            <a:r>
              <a:rPr lang="fr-CA" sz="1900" b="1" noProof="0" dirty="0">
                <a:solidFill>
                  <a:srgbClr val="102A43"/>
                </a:solidFill>
                <a:latin typeface="Calibri" pitchFamily="34" charset="0"/>
                <a:ea typeface="Calibri" pitchFamily="34" charset="-122"/>
                <a:cs typeface="Calibri" pitchFamily="34" charset="-120"/>
              </a:rPr>
              <a:t>Kafka distribuée</a:t>
            </a:r>
            <a:endParaRPr lang="fr-CA" sz="1900" noProof="0" dirty="0"/>
          </a:p>
        </p:txBody>
      </p:sp>
      <p:sp>
        <p:nvSpPr>
          <p:cNvPr id="39" name="Text 14">
            <a:extLst>
              <a:ext uri="{FF2B5EF4-FFF2-40B4-BE49-F238E27FC236}">
                <a16:creationId xmlns:a16="http://schemas.microsoft.com/office/drawing/2014/main" id="{8733DD53-4B50-5C94-2910-59126FD396B4}"/>
              </a:ext>
            </a:extLst>
          </p:cNvPr>
          <p:cNvSpPr/>
          <p:nvPr>
            <p:custDataLst>
              <p:tags r:id="rId16"/>
            </p:custDataLst>
          </p:nvPr>
        </p:nvSpPr>
        <p:spPr>
          <a:xfrm>
            <a:off x="4517136" y="2731169"/>
            <a:ext cx="3163824" cy="521208"/>
          </a:xfrm>
          <a:prstGeom prst="rect">
            <a:avLst/>
          </a:prstGeom>
          <a:noFill/>
          <a:ln/>
        </p:spPr>
        <p:txBody>
          <a:bodyPr wrap="square" lIns="0" tIns="0" rIns="0" bIns="0" rtlCol="0" anchor="t">
            <a:normAutofit/>
          </a:bodyPr>
          <a:lstStyle/>
          <a:p>
            <a:r>
              <a:rPr lang="fr-CA" sz="1620" dirty="0">
                <a:solidFill>
                  <a:srgbClr val="486581"/>
                </a:solidFill>
                <a:latin typeface="Calibri" pitchFamily="34" charset="0"/>
                <a:ea typeface="Calibri" pitchFamily="34" charset="-122"/>
                <a:cs typeface="Calibri" pitchFamily="34" charset="-120"/>
              </a:rPr>
              <a:t>La nature distribuée de l’architecture Kafka doit être prise en considération.</a:t>
            </a:r>
            <a:endParaRPr lang="fr-CA" sz="1620" dirty="0"/>
          </a:p>
        </p:txBody>
      </p:sp>
      <p:sp>
        <p:nvSpPr>
          <p:cNvPr id="41" name="Shape 15">
            <a:extLst>
              <a:ext uri="{FF2B5EF4-FFF2-40B4-BE49-F238E27FC236}">
                <a16:creationId xmlns:a16="http://schemas.microsoft.com/office/drawing/2014/main" id="{8187969E-3F17-6FAA-FABD-60180EE429F1}"/>
              </a:ext>
            </a:extLst>
          </p:cNvPr>
          <p:cNvSpPr/>
          <p:nvPr>
            <p:custDataLst>
              <p:tags r:id="rId17"/>
            </p:custDataLst>
          </p:nvPr>
        </p:nvSpPr>
        <p:spPr>
          <a:xfrm>
            <a:off x="8083296" y="1999649"/>
            <a:ext cx="3575304" cy="1444752"/>
          </a:xfrm>
          <a:prstGeom prst="roundRect">
            <a:avLst>
              <a:gd name="adj" fmla="val 6329"/>
            </a:avLst>
          </a:prstGeom>
          <a:solidFill>
            <a:srgbClr val="FFFFFF"/>
          </a:solidFill>
          <a:ln w="8890">
            <a:solidFill>
              <a:srgbClr val="D9E2EC"/>
            </a:solidFill>
            <a:prstDash val="solid"/>
          </a:ln>
        </p:spPr>
        <p:txBody>
          <a:bodyPr/>
          <a:lstStyle/>
          <a:p>
            <a:endParaRPr lang="fr-CA" dirty="0"/>
          </a:p>
        </p:txBody>
      </p:sp>
      <p:sp>
        <p:nvSpPr>
          <p:cNvPr id="43" name="Text 16">
            <a:extLst>
              <a:ext uri="{FF2B5EF4-FFF2-40B4-BE49-F238E27FC236}">
                <a16:creationId xmlns:a16="http://schemas.microsoft.com/office/drawing/2014/main" id="{C6EF0CD5-D5F0-F720-5A81-524C63A4C37D}"/>
              </a:ext>
            </a:extLst>
          </p:cNvPr>
          <p:cNvSpPr/>
          <p:nvPr>
            <p:custDataLst>
              <p:tags r:id="rId18"/>
            </p:custDataLst>
          </p:nvPr>
        </p:nvSpPr>
        <p:spPr>
          <a:xfrm>
            <a:off x="8266176" y="2164241"/>
            <a:ext cx="475488" cy="429768"/>
          </a:xfrm>
          <a:prstGeom prst="rect">
            <a:avLst/>
          </a:prstGeom>
          <a:noFill/>
          <a:ln/>
        </p:spPr>
        <p:txBody>
          <a:bodyPr wrap="square" lIns="0" tIns="0" rIns="0" bIns="0" rtlCol="0" anchor="t">
            <a:normAutofit/>
          </a:bodyPr>
          <a:lstStyle/>
          <a:p>
            <a:pPr marL="0" indent="0">
              <a:buNone/>
            </a:pPr>
            <a:r>
              <a:rPr lang="fr-CA" sz="2600" b="1" dirty="0">
                <a:solidFill>
                  <a:srgbClr val="1F6FEB"/>
                </a:solidFill>
                <a:latin typeface="Calibri" pitchFamily="34" charset="0"/>
                <a:ea typeface="Calibri" pitchFamily="34" charset="-122"/>
                <a:cs typeface="Calibri" pitchFamily="34" charset="-120"/>
              </a:rPr>
              <a:t>03</a:t>
            </a:r>
            <a:endParaRPr lang="fr-CA" sz="2600" dirty="0"/>
          </a:p>
        </p:txBody>
      </p:sp>
      <p:sp>
        <p:nvSpPr>
          <p:cNvPr id="45" name="Text 17">
            <a:extLst>
              <a:ext uri="{FF2B5EF4-FFF2-40B4-BE49-F238E27FC236}">
                <a16:creationId xmlns:a16="http://schemas.microsoft.com/office/drawing/2014/main" id="{A7CF8B24-1116-2690-8619-ABD2E9A34929}"/>
              </a:ext>
            </a:extLst>
          </p:cNvPr>
          <p:cNvSpPr/>
          <p:nvPr>
            <p:custDataLst>
              <p:tags r:id="rId19"/>
            </p:custDataLst>
          </p:nvPr>
        </p:nvSpPr>
        <p:spPr>
          <a:xfrm>
            <a:off x="8851392" y="2200817"/>
            <a:ext cx="2615184" cy="347472"/>
          </a:xfrm>
          <a:prstGeom prst="rect">
            <a:avLst/>
          </a:prstGeom>
          <a:noFill/>
          <a:ln/>
        </p:spPr>
        <p:txBody>
          <a:bodyPr wrap="square" lIns="0" tIns="0" rIns="0" bIns="0" rtlCol="0" anchor="t">
            <a:normAutofit/>
          </a:bodyPr>
          <a:lstStyle/>
          <a:p>
            <a:pPr marL="0" indent="0">
              <a:buNone/>
            </a:pPr>
            <a:r>
              <a:rPr lang="fr-CA" sz="1900" b="1" noProof="0" dirty="0">
                <a:solidFill>
                  <a:srgbClr val="102A43"/>
                </a:solidFill>
                <a:latin typeface="Calibri" pitchFamily="34" charset="0"/>
                <a:ea typeface="Calibri" pitchFamily="34" charset="-122"/>
                <a:cs typeface="Calibri" pitchFamily="34" charset="-120"/>
              </a:rPr>
              <a:t>Partenaires externes</a:t>
            </a:r>
            <a:endParaRPr lang="fr-CA" sz="1900" noProof="0" dirty="0"/>
          </a:p>
        </p:txBody>
      </p:sp>
      <p:sp>
        <p:nvSpPr>
          <p:cNvPr id="47" name="Text 18">
            <a:extLst>
              <a:ext uri="{FF2B5EF4-FFF2-40B4-BE49-F238E27FC236}">
                <a16:creationId xmlns:a16="http://schemas.microsoft.com/office/drawing/2014/main" id="{65125CCB-7A60-2380-A61A-AEB3F701B489}"/>
              </a:ext>
            </a:extLst>
          </p:cNvPr>
          <p:cNvSpPr/>
          <p:nvPr>
            <p:custDataLst>
              <p:tags r:id="rId20"/>
            </p:custDataLst>
          </p:nvPr>
        </p:nvSpPr>
        <p:spPr>
          <a:xfrm>
            <a:off x="8293608" y="2731169"/>
            <a:ext cx="3163824" cy="521208"/>
          </a:xfrm>
          <a:prstGeom prst="rect">
            <a:avLst/>
          </a:prstGeom>
          <a:noFill/>
          <a:ln/>
        </p:spPr>
        <p:txBody>
          <a:bodyPr wrap="square" lIns="0" tIns="0" rIns="0" bIns="0" rtlCol="0" anchor="t">
            <a:normAutofit fontScale="85000" lnSpcReduction="20000"/>
          </a:bodyPr>
          <a:lstStyle/>
          <a:p>
            <a:r>
              <a:rPr lang="fr-CA" sz="1620" dirty="0">
                <a:solidFill>
                  <a:srgbClr val="486581"/>
                </a:solidFill>
                <a:latin typeface="Calibri" pitchFamily="34" charset="0"/>
                <a:ea typeface="Calibri" pitchFamily="34" charset="-122"/>
                <a:cs typeface="Calibri" pitchFamily="34" charset="-120"/>
              </a:rPr>
              <a:t>Nos partenaires ont très peu d’expertise dans ce domaine – C’est simplement un constat.</a:t>
            </a:r>
            <a:endParaRPr lang="fr-CA" sz="1620" dirty="0"/>
          </a:p>
        </p:txBody>
      </p:sp>
      <p:sp>
        <p:nvSpPr>
          <p:cNvPr id="49" name="Shape 19">
            <a:extLst>
              <a:ext uri="{FF2B5EF4-FFF2-40B4-BE49-F238E27FC236}">
                <a16:creationId xmlns:a16="http://schemas.microsoft.com/office/drawing/2014/main" id="{0959BBA3-ACB1-F4C2-C99F-14B72AA29AE3}"/>
              </a:ext>
            </a:extLst>
          </p:cNvPr>
          <p:cNvSpPr/>
          <p:nvPr>
            <p:custDataLst>
              <p:tags r:id="rId21"/>
            </p:custDataLst>
          </p:nvPr>
        </p:nvSpPr>
        <p:spPr>
          <a:xfrm>
            <a:off x="530352" y="3673001"/>
            <a:ext cx="3575304" cy="1444752"/>
          </a:xfrm>
          <a:prstGeom prst="roundRect">
            <a:avLst>
              <a:gd name="adj" fmla="val 6329"/>
            </a:avLst>
          </a:prstGeom>
          <a:solidFill>
            <a:srgbClr val="FFFFFF"/>
          </a:solidFill>
          <a:ln w="8890">
            <a:solidFill>
              <a:srgbClr val="D9E2EC"/>
            </a:solidFill>
            <a:prstDash val="solid"/>
          </a:ln>
        </p:spPr>
        <p:txBody>
          <a:bodyPr/>
          <a:lstStyle/>
          <a:p>
            <a:endParaRPr lang="fr-CA" dirty="0"/>
          </a:p>
        </p:txBody>
      </p:sp>
      <p:sp>
        <p:nvSpPr>
          <p:cNvPr id="51" name="Text 20">
            <a:extLst>
              <a:ext uri="{FF2B5EF4-FFF2-40B4-BE49-F238E27FC236}">
                <a16:creationId xmlns:a16="http://schemas.microsoft.com/office/drawing/2014/main" id="{A63A4A3C-BA10-5A5F-FB83-6BA9FFF090DD}"/>
              </a:ext>
            </a:extLst>
          </p:cNvPr>
          <p:cNvSpPr/>
          <p:nvPr>
            <p:custDataLst>
              <p:tags r:id="rId22"/>
            </p:custDataLst>
          </p:nvPr>
        </p:nvSpPr>
        <p:spPr>
          <a:xfrm>
            <a:off x="713232" y="3837593"/>
            <a:ext cx="475488" cy="429768"/>
          </a:xfrm>
          <a:prstGeom prst="rect">
            <a:avLst/>
          </a:prstGeom>
          <a:noFill/>
          <a:ln/>
        </p:spPr>
        <p:txBody>
          <a:bodyPr wrap="square" lIns="0" tIns="0" rIns="0" bIns="0" rtlCol="0" anchor="t">
            <a:normAutofit/>
          </a:bodyPr>
          <a:lstStyle/>
          <a:p>
            <a:pPr marL="0" indent="0">
              <a:buNone/>
            </a:pPr>
            <a:r>
              <a:rPr lang="fr-CA" sz="2600" b="1" dirty="0">
                <a:solidFill>
                  <a:srgbClr val="1F6FEB"/>
                </a:solidFill>
                <a:latin typeface="Calibri" pitchFamily="34" charset="0"/>
                <a:ea typeface="Calibri" pitchFamily="34" charset="-122"/>
                <a:cs typeface="Calibri" pitchFamily="34" charset="-120"/>
              </a:rPr>
              <a:t>04</a:t>
            </a:r>
            <a:endParaRPr lang="fr-CA" sz="2600" dirty="0"/>
          </a:p>
        </p:txBody>
      </p:sp>
      <p:sp>
        <p:nvSpPr>
          <p:cNvPr id="53" name="Text 21">
            <a:extLst>
              <a:ext uri="{FF2B5EF4-FFF2-40B4-BE49-F238E27FC236}">
                <a16:creationId xmlns:a16="http://schemas.microsoft.com/office/drawing/2014/main" id="{EA149610-BA6C-B7E5-3D59-DD5F1C155821}"/>
              </a:ext>
            </a:extLst>
          </p:cNvPr>
          <p:cNvSpPr/>
          <p:nvPr>
            <p:custDataLst>
              <p:tags r:id="rId23"/>
            </p:custDataLst>
          </p:nvPr>
        </p:nvSpPr>
        <p:spPr>
          <a:xfrm>
            <a:off x="1298448" y="3874169"/>
            <a:ext cx="2615184" cy="347472"/>
          </a:xfrm>
          <a:prstGeom prst="rect">
            <a:avLst/>
          </a:prstGeom>
          <a:noFill/>
          <a:ln/>
        </p:spPr>
        <p:txBody>
          <a:bodyPr wrap="square" lIns="0" tIns="0" rIns="0" bIns="0" rtlCol="0" anchor="t">
            <a:normAutofit/>
          </a:bodyPr>
          <a:lstStyle/>
          <a:p>
            <a:pPr marL="0" indent="0">
              <a:buNone/>
            </a:pPr>
            <a:r>
              <a:rPr lang="fr-CA" sz="1900" b="1" noProof="0" dirty="0">
                <a:solidFill>
                  <a:srgbClr val="102A43"/>
                </a:solidFill>
                <a:latin typeface="Calibri" pitchFamily="34" charset="0"/>
                <a:ea typeface="Calibri" pitchFamily="34" charset="-122"/>
                <a:cs typeface="Calibri" pitchFamily="34" charset="-120"/>
              </a:rPr>
              <a:t>Projet style Sandbox</a:t>
            </a:r>
            <a:endParaRPr lang="fr-CA" sz="1900" dirty="0"/>
          </a:p>
        </p:txBody>
      </p:sp>
      <p:sp>
        <p:nvSpPr>
          <p:cNvPr id="55" name="Text 22">
            <a:extLst>
              <a:ext uri="{FF2B5EF4-FFF2-40B4-BE49-F238E27FC236}">
                <a16:creationId xmlns:a16="http://schemas.microsoft.com/office/drawing/2014/main" id="{20A366C3-D25E-B495-422E-73911949672D}"/>
              </a:ext>
            </a:extLst>
          </p:cNvPr>
          <p:cNvSpPr/>
          <p:nvPr>
            <p:custDataLst>
              <p:tags r:id="rId24"/>
            </p:custDataLst>
          </p:nvPr>
        </p:nvSpPr>
        <p:spPr>
          <a:xfrm>
            <a:off x="740664" y="4404521"/>
            <a:ext cx="3163824" cy="521208"/>
          </a:xfrm>
          <a:prstGeom prst="rect">
            <a:avLst/>
          </a:prstGeom>
          <a:noFill/>
          <a:ln/>
        </p:spPr>
        <p:txBody>
          <a:bodyPr wrap="square" lIns="0" tIns="0" rIns="0" bIns="0" rtlCol="0" anchor="t">
            <a:normAutofit/>
          </a:bodyPr>
          <a:lstStyle/>
          <a:p>
            <a:pPr marL="0" indent="0">
              <a:buNone/>
            </a:pPr>
            <a:r>
              <a:rPr lang="fr-CA" sz="1620" noProof="0" dirty="0">
                <a:solidFill>
                  <a:srgbClr val="486581"/>
                </a:solidFill>
                <a:latin typeface="Calibri" pitchFamily="34" charset="0"/>
                <a:ea typeface="Calibri" pitchFamily="34" charset="-122"/>
                <a:cs typeface="Calibri" pitchFamily="34" charset="-120"/>
              </a:rPr>
              <a:t>Un projet concret qui démontre une implémentation d’architecture EDA.</a:t>
            </a:r>
            <a:endParaRPr lang="fr-CA" sz="1620" noProof="0" dirty="0"/>
          </a:p>
        </p:txBody>
      </p:sp>
      <p:sp>
        <p:nvSpPr>
          <p:cNvPr id="57" name="Shape 23">
            <a:extLst>
              <a:ext uri="{FF2B5EF4-FFF2-40B4-BE49-F238E27FC236}">
                <a16:creationId xmlns:a16="http://schemas.microsoft.com/office/drawing/2014/main" id="{737EB29B-80FC-1CDE-D55C-48EB0F8490E4}"/>
              </a:ext>
            </a:extLst>
          </p:cNvPr>
          <p:cNvSpPr/>
          <p:nvPr>
            <p:custDataLst>
              <p:tags r:id="rId25"/>
            </p:custDataLst>
          </p:nvPr>
        </p:nvSpPr>
        <p:spPr>
          <a:xfrm>
            <a:off x="4306824" y="3673001"/>
            <a:ext cx="7351776" cy="1444752"/>
          </a:xfrm>
          <a:prstGeom prst="roundRect">
            <a:avLst>
              <a:gd name="adj" fmla="val 6329"/>
            </a:avLst>
          </a:prstGeom>
          <a:solidFill>
            <a:srgbClr val="FFFFFF"/>
          </a:solidFill>
          <a:ln w="8890">
            <a:solidFill>
              <a:srgbClr val="D9E2EC"/>
            </a:solidFill>
            <a:prstDash val="solid"/>
          </a:ln>
        </p:spPr>
        <p:txBody>
          <a:bodyPr/>
          <a:lstStyle/>
          <a:p>
            <a:endParaRPr lang="fr-CA" dirty="0"/>
          </a:p>
        </p:txBody>
      </p:sp>
      <p:sp>
        <p:nvSpPr>
          <p:cNvPr id="59" name="Text 24">
            <a:extLst>
              <a:ext uri="{FF2B5EF4-FFF2-40B4-BE49-F238E27FC236}">
                <a16:creationId xmlns:a16="http://schemas.microsoft.com/office/drawing/2014/main" id="{9547F66B-A046-7B7A-40C4-AB322F1D54A1}"/>
              </a:ext>
            </a:extLst>
          </p:cNvPr>
          <p:cNvSpPr/>
          <p:nvPr>
            <p:custDataLst>
              <p:tags r:id="rId26"/>
            </p:custDataLst>
          </p:nvPr>
        </p:nvSpPr>
        <p:spPr>
          <a:xfrm>
            <a:off x="4489704" y="3837593"/>
            <a:ext cx="475488" cy="429768"/>
          </a:xfrm>
          <a:prstGeom prst="rect">
            <a:avLst/>
          </a:prstGeom>
          <a:noFill/>
          <a:ln/>
        </p:spPr>
        <p:txBody>
          <a:bodyPr wrap="square" lIns="0" tIns="0" rIns="0" bIns="0" rtlCol="0" anchor="t">
            <a:normAutofit/>
          </a:bodyPr>
          <a:lstStyle/>
          <a:p>
            <a:pPr marL="0" indent="0">
              <a:buNone/>
            </a:pPr>
            <a:r>
              <a:rPr lang="fr-CA" sz="2600" b="1" dirty="0">
                <a:solidFill>
                  <a:srgbClr val="1F6FEB"/>
                </a:solidFill>
                <a:latin typeface="Calibri" pitchFamily="34" charset="0"/>
                <a:ea typeface="Calibri" pitchFamily="34" charset="-122"/>
                <a:cs typeface="Calibri" pitchFamily="34" charset="-120"/>
              </a:rPr>
              <a:t>05</a:t>
            </a:r>
            <a:endParaRPr lang="fr-CA" sz="2600" dirty="0"/>
          </a:p>
        </p:txBody>
      </p:sp>
      <p:sp>
        <p:nvSpPr>
          <p:cNvPr id="61" name="Text 25">
            <a:extLst>
              <a:ext uri="{FF2B5EF4-FFF2-40B4-BE49-F238E27FC236}">
                <a16:creationId xmlns:a16="http://schemas.microsoft.com/office/drawing/2014/main" id="{7FC71866-40C5-70C3-7D90-A1FD1861969C}"/>
              </a:ext>
            </a:extLst>
          </p:cNvPr>
          <p:cNvSpPr/>
          <p:nvPr>
            <p:custDataLst>
              <p:tags r:id="rId27"/>
            </p:custDataLst>
          </p:nvPr>
        </p:nvSpPr>
        <p:spPr>
          <a:xfrm>
            <a:off x="5074920" y="3874169"/>
            <a:ext cx="6403848" cy="338328"/>
          </a:xfrm>
          <a:prstGeom prst="rect">
            <a:avLst/>
          </a:prstGeom>
          <a:noFill/>
          <a:ln/>
        </p:spPr>
        <p:txBody>
          <a:bodyPr wrap="square" lIns="0" tIns="0" rIns="0" bIns="0" rtlCol="0" anchor="t">
            <a:normAutofit/>
          </a:bodyPr>
          <a:lstStyle/>
          <a:p>
            <a:pPr marL="0" indent="0">
              <a:buNone/>
            </a:pPr>
            <a:r>
              <a:rPr lang="fr-CA" sz="1900" b="1" noProof="0" dirty="0">
                <a:solidFill>
                  <a:srgbClr val="C00000"/>
                </a:solidFill>
                <a:latin typeface="Calibri" pitchFamily="34" charset="0"/>
                <a:ea typeface="Calibri" pitchFamily="34" charset="-122"/>
                <a:cs typeface="Calibri" pitchFamily="34" charset="-120"/>
              </a:rPr>
              <a:t>Introduction et présentation des concepts avec implémentation</a:t>
            </a:r>
            <a:endParaRPr lang="fr-CA" sz="1900" noProof="0" dirty="0">
              <a:solidFill>
                <a:srgbClr val="C00000"/>
              </a:solidFill>
            </a:endParaRPr>
          </a:p>
        </p:txBody>
      </p:sp>
      <p:sp>
        <p:nvSpPr>
          <p:cNvPr id="63" name="Text 26">
            <a:extLst>
              <a:ext uri="{FF2B5EF4-FFF2-40B4-BE49-F238E27FC236}">
                <a16:creationId xmlns:a16="http://schemas.microsoft.com/office/drawing/2014/main" id="{AA4C0D46-7DE3-A095-B255-DE15F11CD5B0}"/>
              </a:ext>
            </a:extLst>
          </p:cNvPr>
          <p:cNvSpPr/>
          <p:nvPr>
            <p:custDataLst>
              <p:tags r:id="rId28"/>
            </p:custDataLst>
          </p:nvPr>
        </p:nvSpPr>
        <p:spPr>
          <a:xfrm>
            <a:off x="4517136" y="4404521"/>
            <a:ext cx="6961632" cy="521208"/>
          </a:xfrm>
          <a:prstGeom prst="rect">
            <a:avLst/>
          </a:prstGeom>
          <a:noFill/>
          <a:ln/>
        </p:spPr>
        <p:txBody>
          <a:bodyPr wrap="square" lIns="0" tIns="0" rIns="0" bIns="0" rtlCol="0" anchor="t">
            <a:normAutofit fontScale="92500"/>
          </a:bodyPr>
          <a:lstStyle/>
          <a:p>
            <a:r>
              <a:rPr lang="fr-CA" sz="1620" dirty="0">
                <a:solidFill>
                  <a:srgbClr val="486581"/>
                </a:solidFill>
                <a:latin typeface="Calibri" pitchFamily="34" charset="0"/>
                <a:ea typeface="Calibri" pitchFamily="34" charset="-122"/>
                <a:cs typeface="Calibri" pitchFamily="34" charset="-120"/>
              </a:rPr>
              <a:t>Nous allons présenter les meilleures pratiques pour mettre en place une architecture résiliente avec des exemples concrets – Via le Sandbox d’apprentissage.</a:t>
            </a:r>
            <a:endParaRPr lang="fr-CA" sz="1620" dirty="0"/>
          </a:p>
        </p:txBody>
      </p:sp>
      <p:sp>
        <p:nvSpPr>
          <p:cNvPr id="75" name="Text 6">
            <a:extLst>
              <a:ext uri="{FF2B5EF4-FFF2-40B4-BE49-F238E27FC236}">
                <a16:creationId xmlns:a16="http://schemas.microsoft.com/office/drawing/2014/main" id="{C20D65E6-D2F4-E7F6-231E-093FB41904F4}"/>
              </a:ext>
            </a:extLst>
          </p:cNvPr>
          <p:cNvSpPr/>
          <p:nvPr>
            <p:custDataLst>
              <p:tags r:id="rId29"/>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fr-CA" sz="900" dirty="0">
                <a:solidFill>
                  <a:srgbClr val="486581"/>
                </a:solidFill>
                <a:latin typeface="Calibri" pitchFamily="34" charset="0"/>
                <a:ea typeface="Calibri" pitchFamily="34" charset="-122"/>
                <a:cs typeface="Calibri" pitchFamily="34" charset="-120"/>
              </a:rPr>
              <a:t>02</a:t>
            </a:r>
            <a:endParaRPr lang="fr-CA" sz="900" dirty="0"/>
          </a:p>
        </p:txBody>
      </p:sp>
    </p:spTree>
    <p:extLst>
      <p:ext uri="{BB962C8B-B14F-4D97-AF65-F5344CB8AC3E}">
        <p14:creationId xmlns:p14="http://schemas.microsoft.com/office/powerpoint/2010/main" val="20937832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fr-CA" noProof="0" dirty="0"/>
          </a:p>
        </p:txBody>
      </p:sp>
      <p:sp>
        <p:nvSpPr>
          <p:cNvPr id="3" name="Text 1"/>
          <p:cNvSpPr/>
          <p:nvPr>
            <p:custDataLst>
              <p:tags r:id="rId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fr-CA" sz="1100" b="1" kern="0" spc="50" noProof="0" dirty="0">
                <a:solidFill>
                  <a:srgbClr val="1F6FEB"/>
                </a:solidFill>
                <a:latin typeface="Calibri" pitchFamily="34" charset="0"/>
                <a:ea typeface="Calibri" pitchFamily="34" charset="-122"/>
                <a:cs typeface="Calibri" pitchFamily="34" charset="-120"/>
              </a:rPr>
              <a:t>PARCOURS</a:t>
            </a:r>
            <a:endParaRPr lang="fr-CA" sz="1100" noProof="0" dirty="0"/>
          </a:p>
        </p:txBody>
      </p:sp>
      <p:sp>
        <p:nvSpPr>
          <p:cNvPr id="4" name="Text 2"/>
          <p:cNvSpPr/>
          <p:nvPr>
            <p:custDataLst>
              <p:tags r:id="rId3"/>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fr-CA" sz="1000" b="1" noProof="0" dirty="0">
                <a:solidFill>
                  <a:srgbClr val="829AB1"/>
                </a:solidFill>
                <a:latin typeface="Calibri" pitchFamily="34" charset="0"/>
                <a:ea typeface="Calibri" pitchFamily="34" charset="-122"/>
                <a:cs typeface="Calibri" pitchFamily="34" charset="-120"/>
              </a:rPr>
              <a:t>DU CONCRET VERS LES GARANTIES</a:t>
            </a:r>
            <a:endParaRPr lang="fr-CA" sz="1000" noProof="0" dirty="0"/>
          </a:p>
        </p:txBody>
      </p:sp>
      <p:sp>
        <p:nvSpPr>
          <p:cNvPr id="5" name="Text 3"/>
          <p:cNvSpPr/>
          <p:nvPr>
            <p:custDataLst>
              <p:tags r:id="rId4"/>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fr-CA" sz="2700" b="1" noProof="0" dirty="0">
                <a:solidFill>
                  <a:srgbClr val="102A43"/>
                </a:solidFill>
                <a:latin typeface="Calibri" pitchFamily="34" charset="0"/>
                <a:ea typeface="Calibri" pitchFamily="34" charset="-122"/>
                <a:cs typeface="Calibri" pitchFamily="34" charset="-120"/>
              </a:rPr>
              <a:t>Six étapes pour le transfert des connaissances</a:t>
            </a:r>
            <a:endParaRPr lang="fr-CA" sz="2700" noProof="0" dirty="0"/>
          </a:p>
        </p:txBody>
      </p:sp>
      <p:sp>
        <p:nvSpPr>
          <p:cNvPr id="6" name="Text 4"/>
          <p:cNvSpPr/>
          <p:nvPr>
            <p:custDataLst>
              <p:tags r:id="rId5"/>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fr-CA" sz="1650" noProof="0" dirty="0">
                <a:solidFill>
                  <a:srgbClr val="486581"/>
                </a:solidFill>
                <a:latin typeface="Calibri" pitchFamily="34" charset="0"/>
                <a:ea typeface="Calibri" pitchFamily="34" charset="-122"/>
                <a:cs typeface="Calibri" pitchFamily="34" charset="-120"/>
              </a:rPr>
              <a:t>Un même fil conducteur : publier une requête, produire un effet métier, puis contrôler/corroborer cet effet.</a:t>
            </a:r>
            <a:endParaRPr lang="fr-CA" sz="1650" noProof="0" dirty="0"/>
          </a:p>
        </p:txBody>
      </p:sp>
      <p:sp>
        <p:nvSpPr>
          <p:cNvPr id="7" name="Text 5"/>
          <p:cNvSpPr/>
          <p:nvPr>
            <p:custDataLst>
              <p:tags r:id="rId6"/>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fr-CA" sz="900" noProof="0" dirty="0">
                <a:solidFill>
                  <a:srgbClr val="486581"/>
                </a:solidFill>
                <a:latin typeface="Calibri" pitchFamily="34" charset="0"/>
                <a:ea typeface="Calibri" pitchFamily="34" charset="-122"/>
                <a:cs typeface="Calibri" pitchFamily="34" charset="-120"/>
              </a:rPr>
              <a:t>Guide d'ingénierie Kafka · Projet EDA</a:t>
            </a:r>
            <a:endParaRPr lang="fr-CA" sz="900" noProof="0" dirty="0"/>
          </a:p>
        </p:txBody>
      </p:sp>
      <p:sp>
        <p:nvSpPr>
          <p:cNvPr id="8" name="Text 6"/>
          <p:cNvSpPr/>
          <p:nvPr>
            <p:custDataLst>
              <p:tags r:id="rId7"/>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fr-CA" sz="900" noProof="0" dirty="0">
                <a:solidFill>
                  <a:srgbClr val="486581"/>
                </a:solidFill>
                <a:latin typeface="Calibri" pitchFamily="34" charset="0"/>
                <a:ea typeface="Calibri" pitchFamily="34" charset="-122"/>
                <a:cs typeface="Calibri" pitchFamily="34" charset="-120"/>
              </a:rPr>
              <a:t>03</a:t>
            </a:r>
            <a:endParaRPr lang="fr-CA" sz="900" noProof="0" dirty="0"/>
          </a:p>
        </p:txBody>
      </p:sp>
      <p:sp>
        <p:nvSpPr>
          <p:cNvPr id="9" name="Shape 7"/>
          <p:cNvSpPr/>
          <p:nvPr>
            <p:custDataLst>
              <p:tags r:id="rId8"/>
            </p:custDataLst>
          </p:nvPr>
        </p:nvSpPr>
        <p:spPr>
          <a:xfrm>
            <a:off x="530352" y="1999650"/>
            <a:ext cx="3575304" cy="1444752"/>
          </a:xfrm>
          <a:prstGeom prst="roundRect">
            <a:avLst>
              <a:gd name="adj" fmla="val 6329"/>
            </a:avLst>
          </a:prstGeom>
          <a:solidFill>
            <a:srgbClr val="FFFFFF"/>
          </a:solidFill>
          <a:ln w="8890">
            <a:solidFill>
              <a:srgbClr val="D9E2EC"/>
            </a:solidFill>
            <a:prstDash val="solid"/>
          </a:ln>
        </p:spPr>
        <p:txBody>
          <a:bodyPr/>
          <a:lstStyle/>
          <a:p>
            <a:endParaRPr lang="fr-CA" noProof="0" dirty="0"/>
          </a:p>
        </p:txBody>
      </p:sp>
      <p:sp>
        <p:nvSpPr>
          <p:cNvPr id="10" name="Text 8"/>
          <p:cNvSpPr/>
          <p:nvPr>
            <p:custDataLst>
              <p:tags r:id="rId9"/>
            </p:custDataLst>
          </p:nvPr>
        </p:nvSpPr>
        <p:spPr>
          <a:xfrm>
            <a:off x="713232" y="2164242"/>
            <a:ext cx="475488" cy="429768"/>
          </a:xfrm>
          <a:prstGeom prst="rect">
            <a:avLst/>
          </a:prstGeom>
          <a:noFill/>
          <a:ln/>
        </p:spPr>
        <p:txBody>
          <a:bodyPr wrap="square" lIns="0" tIns="0" rIns="0" bIns="0" rtlCol="0" anchor="t">
            <a:normAutofit/>
          </a:bodyPr>
          <a:lstStyle/>
          <a:p>
            <a:pPr marL="0" indent="0">
              <a:buNone/>
            </a:pPr>
            <a:r>
              <a:rPr lang="fr-CA" sz="2600" b="1" noProof="0" dirty="0">
                <a:solidFill>
                  <a:srgbClr val="1F6FEB"/>
                </a:solidFill>
                <a:latin typeface="Calibri" pitchFamily="34" charset="0"/>
                <a:ea typeface="Calibri" pitchFamily="34" charset="-122"/>
                <a:cs typeface="Calibri" pitchFamily="34" charset="-120"/>
              </a:rPr>
              <a:t>01</a:t>
            </a:r>
            <a:endParaRPr lang="fr-CA" sz="2600" noProof="0" dirty="0"/>
          </a:p>
        </p:txBody>
      </p:sp>
      <p:sp>
        <p:nvSpPr>
          <p:cNvPr id="11" name="Text 9"/>
          <p:cNvSpPr/>
          <p:nvPr>
            <p:custDataLst>
              <p:tags r:id="rId10"/>
            </p:custDataLst>
          </p:nvPr>
        </p:nvSpPr>
        <p:spPr>
          <a:xfrm>
            <a:off x="1298448" y="2200818"/>
            <a:ext cx="2615184" cy="347472"/>
          </a:xfrm>
          <a:prstGeom prst="rect">
            <a:avLst/>
          </a:prstGeom>
          <a:noFill/>
          <a:ln/>
        </p:spPr>
        <p:txBody>
          <a:bodyPr wrap="square" lIns="0" tIns="0" rIns="0" bIns="0" rtlCol="0" anchor="t">
            <a:normAutofit/>
          </a:bodyPr>
          <a:lstStyle/>
          <a:p>
            <a:pPr marL="0" indent="0">
              <a:buNone/>
            </a:pPr>
            <a:r>
              <a:rPr lang="fr-CA" sz="1900" b="1" noProof="0" dirty="0">
                <a:solidFill>
                  <a:srgbClr val="102A43"/>
                </a:solidFill>
                <a:latin typeface="Calibri" pitchFamily="34" charset="0"/>
                <a:ea typeface="Calibri" pitchFamily="34" charset="-122"/>
                <a:cs typeface="Calibri" pitchFamily="34" charset="-120"/>
              </a:rPr>
              <a:t>Découvrir le Sandbox</a:t>
            </a:r>
            <a:endParaRPr lang="fr-CA" sz="1900" noProof="0" dirty="0"/>
          </a:p>
        </p:txBody>
      </p:sp>
      <p:sp>
        <p:nvSpPr>
          <p:cNvPr id="12" name="Text 10"/>
          <p:cNvSpPr/>
          <p:nvPr>
            <p:custDataLst>
              <p:tags r:id="rId11"/>
            </p:custDataLst>
          </p:nvPr>
        </p:nvSpPr>
        <p:spPr>
          <a:xfrm>
            <a:off x="740664" y="2731170"/>
            <a:ext cx="3163824" cy="521208"/>
          </a:xfrm>
          <a:prstGeom prst="rect">
            <a:avLst/>
          </a:prstGeom>
          <a:noFill/>
          <a:ln/>
        </p:spPr>
        <p:txBody>
          <a:bodyPr wrap="square" lIns="0" tIns="0" rIns="0" bIns="0" rtlCol="0" anchor="t">
            <a:normAutofit/>
          </a:bodyPr>
          <a:lstStyle/>
          <a:p>
            <a:pPr marL="0" indent="0">
              <a:buNone/>
            </a:pPr>
            <a:r>
              <a:rPr lang="fr-CA" sz="1620" noProof="0" dirty="0">
                <a:solidFill>
                  <a:srgbClr val="486581"/>
                </a:solidFill>
                <a:latin typeface="Calibri" pitchFamily="34" charset="0"/>
                <a:ea typeface="Calibri" pitchFamily="34" charset="-122"/>
                <a:cs typeface="Calibri" pitchFamily="34" charset="-120"/>
              </a:rPr>
              <a:t>Application, données et parcours d'une requête (message).</a:t>
            </a:r>
            <a:endParaRPr lang="fr-CA" sz="1620" noProof="0" dirty="0"/>
          </a:p>
        </p:txBody>
      </p:sp>
      <p:sp>
        <p:nvSpPr>
          <p:cNvPr id="13" name="Shape 11"/>
          <p:cNvSpPr/>
          <p:nvPr>
            <p:custDataLst>
              <p:tags r:id="rId12"/>
            </p:custDataLst>
          </p:nvPr>
        </p:nvSpPr>
        <p:spPr>
          <a:xfrm>
            <a:off x="4306824" y="1999650"/>
            <a:ext cx="3575304" cy="1444752"/>
          </a:xfrm>
          <a:prstGeom prst="roundRect">
            <a:avLst>
              <a:gd name="adj" fmla="val 6329"/>
            </a:avLst>
          </a:prstGeom>
          <a:solidFill>
            <a:srgbClr val="FFFFFF"/>
          </a:solidFill>
          <a:ln w="8890">
            <a:solidFill>
              <a:srgbClr val="D9E2EC"/>
            </a:solidFill>
            <a:prstDash val="solid"/>
          </a:ln>
        </p:spPr>
        <p:txBody>
          <a:bodyPr/>
          <a:lstStyle/>
          <a:p>
            <a:endParaRPr lang="fr-CA" noProof="0" dirty="0"/>
          </a:p>
        </p:txBody>
      </p:sp>
      <p:sp>
        <p:nvSpPr>
          <p:cNvPr id="14" name="Text 12"/>
          <p:cNvSpPr/>
          <p:nvPr>
            <p:custDataLst>
              <p:tags r:id="rId13"/>
            </p:custDataLst>
          </p:nvPr>
        </p:nvSpPr>
        <p:spPr>
          <a:xfrm>
            <a:off x="4489704" y="2164242"/>
            <a:ext cx="475488" cy="429768"/>
          </a:xfrm>
          <a:prstGeom prst="rect">
            <a:avLst/>
          </a:prstGeom>
          <a:noFill/>
          <a:ln/>
        </p:spPr>
        <p:txBody>
          <a:bodyPr wrap="square" lIns="0" tIns="0" rIns="0" bIns="0" rtlCol="0" anchor="t">
            <a:normAutofit/>
          </a:bodyPr>
          <a:lstStyle/>
          <a:p>
            <a:pPr marL="0" indent="0">
              <a:buNone/>
            </a:pPr>
            <a:r>
              <a:rPr lang="fr-CA" sz="2600" b="1" noProof="0" dirty="0">
                <a:solidFill>
                  <a:srgbClr val="1F6FEB"/>
                </a:solidFill>
                <a:latin typeface="Calibri" pitchFamily="34" charset="0"/>
                <a:ea typeface="Calibri" pitchFamily="34" charset="-122"/>
                <a:cs typeface="Calibri" pitchFamily="34" charset="-120"/>
              </a:rPr>
              <a:t>02</a:t>
            </a:r>
            <a:endParaRPr lang="fr-CA" sz="2600" noProof="0" dirty="0"/>
          </a:p>
        </p:txBody>
      </p:sp>
      <p:sp>
        <p:nvSpPr>
          <p:cNvPr id="15" name="Text 13"/>
          <p:cNvSpPr/>
          <p:nvPr>
            <p:custDataLst>
              <p:tags r:id="rId14"/>
            </p:custDataLst>
          </p:nvPr>
        </p:nvSpPr>
        <p:spPr>
          <a:xfrm>
            <a:off x="5074920" y="2200818"/>
            <a:ext cx="2615184" cy="347472"/>
          </a:xfrm>
          <a:prstGeom prst="rect">
            <a:avLst/>
          </a:prstGeom>
          <a:noFill/>
          <a:ln/>
        </p:spPr>
        <p:txBody>
          <a:bodyPr wrap="square" lIns="0" tIns="0" rIns="0" bIns="0" rtlCol="0" anchor="t">
            <a:normAutofit/>
          </a:bodyPr>
          <a:lstStyle/>
          <a:p>
            <a:pPr marL="0" indent="0">
              <a:buNone/>
            </a:pPr>
            <a:r>
              <a:rPr lang="fr-CA" sz="1900" b="1" noProof="0" dirty="0">
                <a:solidFill>
                  <a:srgbClr val="102A43"/>
                </a:solidFill>
                <a:latin typeface="Calibri" pitchFamily="34" charset="0"/>
                <a:ea typeface="Calibri" pitchFamily="34" charset="-122"/>
                <a:cs typeface="Calibri" pitchFamily="34" charset="-120"/>
              </a:rPr>
              <a:t>Comprendre EDA/Kafka</a:t>
            </a:r>
            <a:endParaRPr lang="fr-CA" sz="1900" noProof="0" dirty="0"/>
          </a:p>
        </p:txBody>
      </p:sp>
      <p:sp>
        <p:nvSpPr>
          <p:cNvPr id="16" name="Text 14"/>
          <p:cNvSpPr/>
          <p:nvPr>
            <p:custDataLst>
              <p:tags r:id="rId15"/>
            </p:custDataLst>
          </p:nvPr>
        </p:nvSpPr>
        <p:spPr>
          <a:xfrm>
            <a:off x="4517136" y="2731170"/>
            <a:ext cx="3163824" cy="521208"/>
          </a:xfrm>
          <a:prstGeom prst="rect">
            <a:avLst/>
          </a:prstGeom>
          <a:noFill/>
          <a:ln/>
        </p:spPr>
        <p:txBody>
          <a:bodyPr wrap="square" lIns="0" tIns="0" rIns="0" bIns="0" rtlCol="0" anchor="t">
            <a:normAutofit/>
          </a:bodyPr>
          <a:lstStyle/>
          <a:p>
            <a:pPr marL="0" indent="0">
              <a:buNone/>
            </a:pPr>
            <a:r>
              <a:rPr lang="fr-CA" sz="1620" noProof="0" dirty="0">
                <a:solidFill>
                  <a:srgbClr val="486581"/>
                </a:solidFill>
                <a:latin typeface="Calibri" pitchFamily="34" charset="0"/>
                <a:ea typeface="Calibri" pitchFamily="34" charset="-122"/>
                <a:cs typeface="Calibri" pitchFamily="34" charset="-120"/>
              </a:rPr>
              <a:t>Topics, partitions, clés et ordre métier.</a:t>
            </a:r>
            <a:endParaRPr lang="fr-CA" sz="1620" noProof="0" dirty="0"/>
          </a:p>
        </p:txBody>
      </p:sp>
      <p:sp>
        <p:nvSpPr>
          <p:cNvPr id="17" name="Shape 15"/>
          <p:cNvSpPr/>
          <p:nvPr>
            <p:custDataLst>
              <p:tags r:id="rId16"/>
            </p:custDataLst>
          </p:nvPr>
        </p:nvSpPr>
        <p:spPr>
          <a:xfrm>
            <a:off x="8083296" y="1999650"/>
            <a:ext cx="3575304" cy="1444752"/>
          </a:xfrm>
          <a:prstGeom prst="roundRect">
            <a:avLst>
              <a:gd name="adj" fmla="val 6329"/>
            </a:avLst>
          </a:prstGeom>
          <a:solidFill>
            <a:srgbClr val="FFFFFF"/>
          </a:solidFill>
          <a:ln w="8890">
            <a:solidFill>
              <a:srgbClr val="D9E2EC"/>
            </a:solidFill>
            <a:prstDash val="solid"/>
          </a:ln>
        </p:spPr>
        <p:txBody>
          <a:bodyPr/>
          <a:lstStyle/>
          <a:p>
            <a:endParaRPr lang="fr-CA" noProof="0" dirty="0"/>
          </a:p>
        </p:txBody>
      </p:sp>
      <p:sp>
        <p:nvSpPr>
          <p:cNvPr id="18" name="Text 16"/>
          <p:cNvSpPr/>
          <p:nvPr>
            <p:custDataLst>
              <p:tags r:id="rId17"/>
            </p:custDataLst>
          </p:nvPr>
        </p:nvSpPr>
        <p:spPr>
          <a:xfrm>
            <a:off x="8266176" y="2164242"/>
            <a:ext cx="475488" cy="429768"/>
          </a:xfrm>
          <a:prstGeom prst="rect">
            <a:avLst/>
          </a:prstGeom>
          <a:noFill/>
          <a:ln/>
        </p:spPr>
        <p:txBody>
          <a:bodyPr wrap="square" lIns="0" tIns="0" rIns="0" bIns="0" rtlCol="0" anchor="t">
            <a:normAutofit/>
          </a:bodyPr>
          <a:lstStyle/>
          <a:p>
            <a:pPr marL="0" indent="0">
              <a:buNone/>
            </a:pPr>
            <a:r>
              <a:rPr lang="fr-CA" sz="2600" b="1" noProof="0" dirty="0">
                <a:solidFill>
                  <a:srgbClr val="1F6FEB"/>
                </a:solidFill>
                <a:latin typeface="Calibri" pitchFamily="34" charset="0"/>
                <a:ea typeface="Calibri" pitchFamily="34" charset="-122"/>
                <a:cs typeface="Calibri" pitchFamily="34" charset="-120"/>
              </a:rPr>
              <a:t>03</a:t>
            </a:r>
            <a:endParaRPr lang="fr-CA" sz="2600" noProof="0" dirty="0"/>
          </a:p>
        </p:txBody>
      </p:sp>
      <p:sp>
        <p:nvSpPr>
          <p:cNvPr id="19" name="Text 17"/>
          <p:cNvSpPr/>
          <p:nvPr>
            <p:custDataLst>
              <p:tags r:id="rId18"/>
            </p:custDataLst>
          </p:nvPr>
        </p:nvSpPr>
        <p:spPr>
          <a:xfrm>
            <a:off x="8851392" y="2200818"/>
            <a:ext cx="2615184" cy="347472"/>
          </a:xfrm>
          <a:prstGeom prst="rect">
            <a:avLst/>
          </a:prstGeom>
          <a:noFill/>
          <a:ln/>
        </p:spPr>
        <p:txBody>
          <a:bodyPr wrap="square" lIns="0" tIns="0" rIns="0" bIns="0" rtlCol="0" anchor="t">
            <a:normAutofit/>
          </a:bodyPr>
          <a:lstStyle/>
          <a:p>
            <a:pPr marL="0" indent="0">
              <a:buNone/>
            </a:pPr>
            <a:r>
              <a:rPr lang="fr-CA" sz="1900" b="1" noProof="0" dirty="0">
                <a:solidFill>
                  <a:srgbClr val="102A43"/>
                </a:solidFill>
                <a:latin typeface="Calibri" pitchFamily="34" charset="0"/>
                <a:ea typeface="Calibri" pitchFamily="34" charset="-122"/>
                <a:cs typeface="Calibri" pitchFamily="34" charset="-120"/>
              </a:rPr>
              <a:t>Fiabiliser les effets</a:t>
            </a:r>
            <a:endParaRPr lang="fr-CA" sz="1900" noProof="0" dirty="0"/>
          </a:p>
        </p:txBody>
      </p:sp>
      <p:sp>
        <p:nvSpPr>
          <p:cNvPr id="20" name="Text 18"/>
          <p:cNvSpPr/>
          <p:nvPr>
            <p:custDataLst>
              <p:tags r:id="rId19"/>
            </p:custDataLst>
          </p:nvPr>
        </p:nvSpPr>
        <p:spPr>
          <a:xfrm>
            <a:off x="8293608" y="2731170"/>
            <a:ext cx="3163824" cy="521208"/>
          </a:xfrm>
          <a:prstGeom prst="rect">
            <a:avLst/>
          </a:prstGeom>
          <a:noFill/>
          <a:ln/>
        </p:spPr>
        <p:txBody>
          <a:bodyPr wrap="square" lIns="0" tIns="0" rIns="0" bIns="0" rtlCol="0" anchor="t">
            <a:normAutofit/>
          </a:bodyPr>
          <a:lstStyle/>
          <a:p>
            <a:pPr marL="0" indent="0">
              <a:buNone/>
            </a:pPr>
            <a:r>
              <a:rPr lang="fr-CA" sz="1620" noProof="0" dirty="0">
                <a:solidFill>
                  <a:srgbClr val="486581"/>
                </a:solidFill>
                <a:latin typeface="Calibri" pitchFamily="34" charset="0"/>
                <a:ea typeface="Calibri" pitchFamily="34" charset="-122"/>
                <a:cs typeface="Calibri" pitchFamily="34" charset="-120"/>
              </a:rPr>
              <a:t>Livraison, transactions, idempotence, DLT et Outbox.</a:t>
            </a:r>
            <a:endParaRPr lang="fr-CA" sz="1620" noProof="0" dirty="0"/>
          </a:p>
        </p:txBody>
      </p:sp>
      <p:sp>
        <p:nvSpPr>
          <p:cNvPr id="21" name="Shape 19"/>
          <p:cNvSpPr/>
          <p:nvPr>
            <p:custDataLst>
              <p:tags r:id="rId20"/>
            </p:custDataLst>
          </p:nvPr>
        </p:nvSpPr>
        <p:spPr>
          <a:xfrm>
            <a:off x="530352" y="3673002"/>
            <a:ext cx="3575304" cy="1444752"/>
          </a:xfrm>
          <a:prstGeom prst="roundRect">
            <a:avLst>
              <a:gd name="adj" fmla="val 6329"/>
            </a:avLst>
          </a:prstGeom>
          <a:solidFill>
            <a:srgbClr val="FFFFFF"/>
          </a:solidFill>
          <a:ln w="8890">
            <a:solidFill>
              <a:srgbClr val="D9E2EC"/>
            </a:solidFill>
            <a:prstDash val="solid"/>
          </a:ln>
        </p:spPr>
        <p:txBody>
          <a:bodyPr/>
          <a:lstStyle/>
          <a:p>
            <a:endParaRPr lang="fr-CA" noProof="0" dirty="0"/>
          </a:p>
        </p:txBody>
      </p:sp>
      <p:sp>
        <p:nvSpPr>
          <p:cNvPr id="22" name="Text 20"/>
          <p:cNvSpPr/>
          <p:nvPr>
            <p:custDataLst>
              <p:tags r:id="rId21"/>
            </p:custDataLst>
          </p:nvPr>
        </p:nvSpPr>
        <p:spPr>
          <a:xfrm>
            <a:off x="713232" y="3837594"/>
            <a:ext cx="475488" cy="429768"/>
          </a:xfrm>
          <a:prstGeom prst="rect">
            <a:avLst/>
          </a:prstGeom>
          <a:noFill/>
          <a:ln/>
        </p:spPr>
        <p:txBody>
          <a:bodyPr wrap="square" lIns="0" tIns="0" rIns="0" bIns="0" rtlCol="0" anchor="t">
            <a:normAutofit/>
          </a:bodyPr>
          <a:lstStyle/>
          <a:p>
            <a:pPr marL="0" indent="0">
              <a:buNone/>
            </a:pPr>
            <a:r>
              <a:rPr lang="fr-CA" sz="2600" b="1" noProof="0" dirty="0">
                <a:solidFill>
                  <a:srgbClr val="1F6FEB"/>
                </a:solidFill>
                <a:latin typeface="Calibri" pitchFamily="34" charset="0"/>
                <a:ea typeface="Calibri" pitchFamily="34" charset="-122"/>
                <a:cs typeface="Calibri" pitchFamily="34" charset="-120"/>
              </a:rPr>
              <a:t>04</a:t>
            </a:r>
            <a:endParaRPr lang="fr-CA" sz="2600" noProof="0" dirty="0"/>
          </a:p>
        </p:txBody>
      </p:sp>
      <p:sp>
        <p:nvSpPr>
          <p:cNvPr id="23" name="Text 21"/>
          <p:cNvSpPr/>
          <p:nvPr>
            <p:custDataLst>
              <p:tags r:id="rId22"/>
            </p:custDataLst>
          </p:nvPr>
        </p:nvSpPr>
        <p:spPr>
          <a:xfrm>
            <a:off x="1298448" y="3874170"/>
            <a:ext cx="2615184" cy="347472"/>
          </a:xfrm>
          <a:prstGeom prst="rect">
            <a:avLst/>
          </a:prstGeom>
          <a:noFill/>
          <a:ln/>
        </p:spPr>
        <p:txBody>
          <a:bodyPr wrap="square" lIns="0" tIns="0" rIns="0" bIns="0" rtlCol="0" anchor="t">
            <a:normAutofit/>
          </a:bodyPr>
          <a:lstStyle/>
          <a:p>
            <a:pPr marL="0" indent="0">
              <a:buNone/>
            </a:pPr>
            <a:r>
              <a:rPr lang="fr-CA" sz="1900" b="1" noProof="0" dirty="0">
                <a:solidFill>
                  <a:srgbClr val="102A43"/>
                </a:solidFill>
                <a:latin typeface="Calibri" pitchFamily="34" charset="0"/>
                <a:ea typeface="Calibri" pitchFamily="34" charset="-122"/>
                <a:cs typeface="Calibri" pitchFamily="34" charset="-120"/>
              </a:rPr>
              <a:t>Explorer Flink</a:t>
            </a:r>
            <a:endParaRPr lang="fr-CA" sz="1900" noProof="0" dirty="0"/>
          </a:p>
        </p:txBody>
      </p:sp>
      <p:sp>
        <p:nvSpPr>
          <p:cNvPr id="24" name="Text 22"/>
          <p:cNvSpPr/>
          <p:nvPr>
            <p:custDataLst>
              <p:tags r:id="rId23"/>
            </p:custDataLst>
          </p:nvPr>
        </p:nvSpPr>
        <p:spPr>
          <a:xfrm>
            <a:off x="740664" y="4404522"/>
            <a:ext cx="3163824" cy="521208"/>
          </a:xfrm>
          <a:prstGeom prst="rect">
            <a:avLst/>
          </a:prstGeom>
          <a:noFill/>
          <a:ln/>
        </p:spPr>
        <p:txBody>
          <a:bodyPr wrap="square" lIns="0" tIns="0" rIns="0" bIns="0" rtlCol="0" anchor="t">
            <a:normAutofit/>
          </a:bodyPr>
          <a:lstStyle/>
          <a:p>
            <a:pPr marL="0" indent="0">
              <a:buNone/>
            </a:pPr>
            <a:r>
              <a:rPr lang="fr-CA" sz="1620" noProof="0" dirty="0">
                <a:solidFill>
                  <a:srgbClr val="486581"/>
                </a:solidFill>
                <a:latin typeface="Calibri" pitchFamily="34" charset="0"/>
                <a:ea typeface="Calibri" pitchFamily="34" charset="-122"/>
                <a:cs typeface="Calibri" pitchFamily="34" charset="-120"/>
              </a:rPr>
              <a:t>Checkpoint, savepoint et frontières de runtime.</a:t>
            </a:r>
            <a:endParaRPr lang="fr-CA" sz="1620" noProof="0" dirty="0"/>
          </a:p>
        </p:txBody>
      </p:sp>
      <p:sp>
        <p:nvSpPr>
          <p:cNvPr id="25" name="Shape 23"/>
          <p:cNvSpPr/>
          <p:nvPr>
            <p:custDataLst>
              <p:tags r:id="rId24"/>
            </p:custDataLst>
          </p:nvPr>
        </p:nvSpPr>
        <p:spPr>
          <a:xfrm>
            <a:off x="4306824" y="3673002"/>
            <a:ext cx="3575304" cy="1444752"/>
          </a:xfrm>
          <a:prstGeom prst="roundRect">
            <a:avLst>
              <a:gd name="adj" fmla="val 6329"/>
            </a:avLst>
          </a:prstGeom>
          <a:solidFill>
            <a:srgbClr val="FFFFFF"/>
          </a:solidFill>
          <a:ln w="8890">
            <a:solidFill>
              <a:srgbClr val="D9E2EC"/>
            </a:solidFill>
            <a:prstDash val="solid"/>
          </a:ln>
        </p:spPr>
        <p:txBody>
          <a:bodyPr/>
          <a:lstStyle/>
          <a:p>
            <a:endParaRPr lang="fr-CA" noProof="0" dirty="0"/>
          </a:p>
        </p:txBody>
      </p:sp>
      <p:sp>
        <p:nvSpPr>
          <p:cNvPr id="26" name="Text 24"/>
          <p:cNvSpPr/>
          <p:nvPr>
            <p:custDataLst>
              <p:tags r:id="rId25"/>
            </p:custDataLst>
          </p:nvPr>
        </p:nvSpPr>
        <p:spPr>
          <a:xfrm>
            <a:off x="4489704" y="3837594"/>
            <a:ext cx="475488" cy="429768"/>
          </a:xfrm>
          <a:prstGeom prst="rect">
            <a:avLst/>
          </a:prstGeom>
          <a:noFill/>
          <a:ln/>
        </p:spPr>
        <p:txBody>
          <a:bodyPr wrap="square" lIns="0" tIns="0" rIns="0" bIns="0" rtlCol="0" anchor="t">
            <a:normAutofit/>
          </a:bodyPr>
          <a:lstStyle/>
          <a:p>
            <a:pPr marL="0" indent="0">
              <a:buNone/>
            </a:pPr>
            <a:r>
              <a:rPr lang="fr-CA" sz="2600" b="1" noProof="0" dirty="0">
                <a:solidFill>
                  <a:srgbClr val="1F6FEB"/>
                </a:solidFill>
                <a:latin typeface="Calibri" pitchFamily="34" charset="0"/>
                <a:ea typeface="Calibri" pitchFamily="34" charset="-122"/>
                <a:cs typeface="Calibri" pitchFamily="34" charset="-120"/>
              </a:rPr>
              <a:t>05</a:t>
            </a:r>
            <a:endParaRPr lang="fr-CA" sz="2600" noProof="0" dirty="0"/>
          </a:p>
        </p:txBody>
      </p:sp>
      <p:sp>
        <p:nvSpPr>
          <p:cNvPr id="27" name="Text 25"/>
          <p:cNvSpPr/>
          <p:nvPr>
            <p:custDataLst>
              <p:tags r:id="rId26"/>
            </p:custDataLst>
          </p:nvPr>
        </p:nvSpPr>
        <p:spPr>
          <a:xfrm>
            <a:off x="5074920" y="3874170"/>
            <a:ext cx="2615184" cy="347472"/>
          </a:xfrm>
          <a:prstGeom prst="rect">
            <a:avLst/>
          </a:prstGeom>
          <a:noFill/>
          <a:ln/>
        </p:spPr>
        <p:txBody>
          <a:bodyPr wrap="square" lIns="0" tIns="0" rIns="0" bIns="0" rtlCol="0" anchor="t">
            <a:normAutofit/>
          </a:bodyPr>
          <a:lstStyle/>
          <a:p>
            <a:pPr marL="0" indent="0">
              <a:buNone/>
            </a:pPr>
            <a:r>
              <a:rPr lang="fr-CA" sz="1900" b="1" noProof="0" dirty="0">
                <a:solidFill>
                  <a:srgbClr val="102A43"/>
                </a:solidFill>
                <a:latin typeface="Calibri" pitchFamily="34" charset="0"/>
                <a:ea typeface="Calibri" pitchFamily="34" charset="-122"/>
                <a:cs typeface="Calibri" pitchFamily="34" charset="-120"/>
              </a:rPr>
              <a:t>Exploiter et distribuer</a:t>
            </a:r>
            <a:endParaRPr lang="fr-CA" sz="1900" noProof="0" dirty="0"/>
          </a:p>
        </p:txBody>
      </p:sp>
      <p:sp>
        <p:nvSpPr>
          <p:cNvPr id="28" name="Text 26"/>
          <p:cNvSpPr/>
          <p:nvPr>
            <p:custDataLst>
              <p:tags r:id="rId27"/>
            </p:custDataLst>
          </p:nvPr>
        </p:nvSpPr>
        <p:spPr>
          <a:xfrm>
            <a:off x="4517136" y="4404522"/>
            <a:ext cx="3163824" cy="521208"/>
          </a:xfrm>
          <a:prstGeom prst="rect">
            <a:avLst/>
          </a:prstGeom>
          <a:noFill/>
          <a:ln/>
        </p:spPr>
        <p:txBody>
          <a:bodyPr wrap="square" lIns="0" tIns="0" rIns="0" bIns="0" rtlCol="0" anchor="t">
            <a:normAutofit/>
          </a:bodyPr>
          <a:lstStyle/>
          <a:p>
            <a:pPr marL="0" indent="0">
              <a:buNone/>
            </a:pPr>
            <a:r>
              <a:rPr lang="fr-CA" sz="1620" noProof="0" dirty="0">
                <a:solidFill>
                  <a:srgbClr val="486581"/>
                </a:solidFill>
                <a:latin typeface="Calibri" pitchFamily="34" charset="0"/>
                <a:ea typeface="Calibri" pitchFamily="34" charset="-122"/>
                <a:cs typeface="Calibri" pitchFamily="34" charset="-120"/>
              </a:rPr>
              <a:t>Parallélisme, arrêt, sondes et élasticité.</a:t>
            </a:r>
            <a:endParaRPr lang="fr-CA" sz="1620" noProof="0" dirty="0"/>
          </a:p>
        </p:txBody>
      </p:sp>
      <p:sp>
        <p:nvSpPr>
          <p:cNvPr id="29" name="Shape 27"/>
          <p:cNvSpPr/>
          <p:nvPr>
            <p:custDataLst>
              <p:tags r:id="rId28"/>
            </p:custDataLst>
          </p:nvPr>
        </p:nvSpPr>
        <p:spPr>
          <a:xfrm>
            <a:off x="8083296" y="3673002"/>
            <a:ext cx="3575304" cy="1444752"/>
          </a:xfrm>
          <a:prstGeom prst="roundRect">
            <a:avLst>
              <a:gd name="adj" fmla="val 6329"/>
            </a:avLst>
          </a:prstGeom>
          <a:solidFill>
            <a:srgbClr val="FFFFFF"/>
          </a:solidFill>
          <a:ln w="8890">
            <a:solidFill>
              <a:srgbClr val="D9E2EC"/>
            </a:solidFill>
            <a:prstDash val="solid"/>
          </a:ln>
        </p:spPr>
        <p:txBody>
          <a:bodyPr/>
          <a:lstStyle/>
          <a:p>
            <a:endParaRPr lang="fr-CA" noProof="0" dirty="0"/>
          </a:p>
        </p:txBody>
      </p:sp>
      <p:sp>
        <p:nvSpPr>
          <p:cNvPr id="30" name="Text 28"/>
          <p:cNvSpPr/>
          <p:nvPr>
            <p:custDataLst>
              <p:tags r:id="rId29"/>
            </p:custDataLst>
          </p:nvPr>
        </p:nvSpPr>
        <p:spPr>
          <a:xfrm>
            <a:off x="8266176" y="3837594"/>
            <a:ext cx="475488" cy="429768"/>
          </a:xfrm>
          <a:prstGeom prst="rect">
            <a:avLst/>
          </a:prstGeom>
          <a:noFill/>
          <a:ln/>
        </p:spPr>
        <p:txBody>
          <a:bodyPr wrap="square" lIns="0" tIns="0" rIns="0" bIns="0" rtlCol="0" anchor="t">
            <a:normAutofit/>
          </a:bodyPr>
          <a:lstStyle/>
          <a:p>
            <a:pPr marL="0" indent="0">
              <a:buNone/>
            </a:pPr>
            <a:r>
              <a:rPr lang="fr-CA" sz="2600" b="1" noProof="0" dirty="0">
                <a:solidFill>
                  <a:srgbClr val="1F6FEB"/>
                </a:solidFill>
                <a:latin typeface="Calibri" pitchFamily="34" charset="0"/>
                <a:ea typeface="Calibri" pitchFamily="34" charset="-122"/>
                <a:cs typeface="Calibri" pitchFamily="34" charset="-120"/>
              </a:rPr>
              <a:t>06</a:t>
            </a:r>
            <a:endParaRPr lang="fr-CA" sz="2600" noProof="0" dirty="0"/>
          </a:p>
        </p:txBody>
      </p:sp>
      <p:sp>
        <p:nvSpPr>
          <p:cNvPr id="31" name="Text 29"/>
          <p:cNvSpPr/>
          <p:nvPr>
            <p:custDataLst>
              <p:tags r:id="rId30"/>
            </p:custDataLst>
          </p:nvPr>
        </p:nvSpPr>
        <p:spPr>
          <a:xfrm>
            <a:off x="8851392" y="3874170"/>
            <a:ext cx="2615184" cy="347472"/>
          </a:xfrm>
          <a:prstGeom prst="rect">
            <a:avLst/>
          </a:prstGeom>
          <a:noFill/>
          <a:ln/>
        </p:spPr>
        <p:txBody>
          <a:bodyPr wrap="square" lIns="0" tIns="0" rIns="0" bIns="0" rtlCol="0" anchor="t">
            <a:normAutofit/>
          </a:bodyPr>
          <a:lstStyle/>
          <a:p>
            <a:pPr marL="0" indent="0">
              <a:buNone/>
            </a:pPr>
            <a:r>
              <a:rPr lang="fr-CA" sz="1900" b="1" noProof="0" dirty="0">
                <a:solidFill>
                  <a:srgbClr val="102A43"/>
                </a:solidFill>
                <a:latin typeface="Calibri" pitchFamily="34" charset="0"/>
                <a:ea typeface="Calibri" pitchFamily="34" charset="-122"/>
                <a:cs typeface="Calibri" pitchFamily="34" charset="-120"/>
              </a:rPr>
              <a:t>Prouver et choisir</a:t>
            </a:r>
            <a:endParaRPr lang="fr-CA" sz="1900" noProof="0" dirty="0"/>
          </a:p>
        </p:txBody>
      </p:sp>
      <p:sp>
        <p:nvSpPr>
          <p:cNvPr id="32" name="Text 30"/>
          <p:cNvSpPr/>
          <p:nvPr>
            <p:custDataLst>
              <p:tags r:id="rId31"/>
            </p:custDataLst>
          </p:nvPr>
        </p:nvSpPr>
        <p:spPr>
          <a:xfrm>
            <a:off x="8293608" y="4404522"/>
            <a:ext cx="3163824" cy="521208"/>
          </a:xfrm>
          <a:prstGeom prst="rect">
            <a:avLst/>
          </a:prstGeom>
          <a:noFill/>
          <a:ln/>
        </p:spPr>
        <p:txBody>
          <a:bodyPr wrap="square" lIns="0" tIns="0" rIns="0" bIns="0" rtlCol="0" anchor="t">
            <a:normAutofit/>
          </a:bodyPr>
          <a:lstStyle/>
          <a:p>
            <a:pPr marL="0" indent="0">
              <a:buNone/>
            </a:pPr>
            <a:r>
              <a:rPr lang="fr-CA" sz="1620" noProof="0" dirty="0">
                <a:solidFill>
                  <a:srgbClr val="486581"/>
                </a:solidFill>
                <a:latin typeface="Calibri" pitchFamily="34" charset="0"/>
                <a:ea typeface="Calibri" pitchFamily="34" charset="-122"/>
                <a:cs typeface="Calibri" pitchFamily="34" charset="-120"/>
              </a:rPr>
              <a:t>Observabilité, gouvernance, corroboration et TCO/ROI.</a:t>
            </a:r>
            <a:endParaRPr lang="fr-CA" sz="1620" noProof="0" dirty="0"/>
          </a:p>
        </p:txBody>
      </p:sp>
      <p:sp>
        <p:nvSpPr>
          <p:cNvPr id="33" name="Shape 31"/>
          <p:cNvSpPr/>
          <p:nvPr>
            <p:custDataLst>
              <p:tags r:id="rId32"/>
            </p:custDataLst>
          </p:nvPr>
        </p:nvSpPr>
        <p:spPr>
          <a:xfrm>
            <a:off x="530352" y="5704367"/>
            <a:ext cx="11128248" cy="448056"/>
          </a:xfrm>
          <a:prstGeom prst="roundRect">
            <a:avLst>
              <a:gd name="adj" fmla="val 20408"/>
            </a:avLst>
          </a:prstGeom>
          <a:solidFill>
            <a:srgbClr val="EFF6FF"/>
          </a:solidFill>
          <a:ln w="8890">
            <a:solidFill>
              <a:srgbClr val="EFF6FF"/>
            </a:solidFill>
            <a:prstDash val="solid"/>
          </a:ln>
        </p:spPr>
        <p:txBody>
          <a:bodyPr/>
          <a:lstStyle/>
          <a:p>
            <a:endParaRPr lang="fr-CA" noProof="0" dirty="0"/>
          </a:p>
        </p:txBody>
      </p:sp>
      <p:sp>
        <p:nvSpPr>
          <p:cNvPr id="34" name="Text 32"/>
          <p:cNvSpPr/>
          <p:nvPr>
            <p:custDataLst>
              <p:tags r:id="rId33"/>
            </p:custDataLst>
          </p:nvPr>
        </p:nvSpPr>
        <p:spPr>
          <a:xfrm>
            <a:off x="731520" y="5820156"/>
            <a:ext cx="10716768" cy="274320"/>
          </a:xfrm>
          <a:prstGeom prst="rect">
            <a:avLst/>
          </a:prstGeom>
          <a:noFill/>
          <a:ln/>
        </p:spPr>
        <p:txBody>
          <a:bodyPr wrap="square" lIns="0" tIns="0" rIns="0" bIns="0" rtlCol="0" anchor="t">
            <a:normAutofit/>
          </a:bodyPr>
          <a:lstStyle/>
          <a:p>
            <a:r>
              <a:rPr lang="fr-CA" sz="1550" b="1" noProof="0" dirty="0">
                <a:solidFill>
                  <a:srgbClr val="102A43"/>
                </a:solidFill>
                <a:latin typeface="Calibri" pitchFamily="34" charset="0"/>
                <a:ea typeface="Calibri" pitchFamily="34" charset="-122"/>
                <a:cs typeface="Calibri" pitchFamily="34" charset="-120"/>
              </a:rPr>
              <a:t>Projet GITHUB : https://github.com/rdemers/org-rd-fullstack-springboot-eda</a:t>
            </a:r>
            <a:endParaRPr lang="fr-CA" sz="1550" noProof="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fr-CA" noProof="0" dirty="0"/>
          </a:p>
        </p:txBody>
      </p:sp>
      <p:sp>
        <p:nvSpPr>
          <p:cNvPr id="3" name="Text 1"/>
          <p:cNvSpPr/>
          <p:nvPr>
            <p:custDataLst>
              <p:tags r:id="rId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fr-CA" sz="1100" b="1" kern="0" spc="50" noProof="0" dirty="0">
                <a:solidFill>
                  <a:srgbClr val="1F6FEB"/>
                </a:solidFill>
                <a:latin typeface="Calibri" pitchFamily="34" charset="0"/>
                <a:ea typeface="Calibri" pitchFamily="34" charset="-122"/>
                <a:cs typeface="Calibri" pitchFamily="34" charset="-120"/>
              </a:rPr>
              <a:t>01 / DÉCOUVRIR</a:t>
            </a:r>
            <a:endParaRPr lang="fr-CA" sz="1100" noProof="0" dirty="0"/>
          </a:p>
        </p:txBody>
      </p:sp>
      <p:sp>
        <p:nvSpPr>
          <p:cNvPr id="4" name="Text 2"/>
          <p:cNvSpPr/>
          <p:nvPr>
            <p:custDataLst>
              <p:tags r:id="rId3"/>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fr-CA" sz="1000" b="1" noProof="0" dirty="0">
                <a:solidFill>
                  <a:srgbClr val="829AB1"/>
                </a:solidFill>
                <a:latin typeface="Calibri" pitchFamily="34" charset="0"/>
                <a:ea typeface="Calibri" pitchFamily="34" charset="-122"/>
                <a:cs typeface="Calibri" pitchFamily="34" charset="-120"/>
              </a:rPr>
              <a:t>CADRAGE DU GUIDE</a:t>
            </a:r>
            <a:endParaRPr lang="fr-CA" sz="1000" noProof="0" dirty="0"/>
          </a:p>
        </p:txBody>
      </p:sp>
      <p:sp>
        <p:nvSpPr>
          <p:cNvPr id="5" name="Text 3"/>
          <p:cNvSpPr/>
          <p:nvPr>
            <p:custDataLst>
              <p:tags r:id="rId4"/>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fr-CA" sz="2700" b="1" noProof="0" dirty="0">
                <a:solidFill>
                  <a:srgbClr val="102A43"/>
                </a:solidFill>
                <a:latin typeface="Calibri" pitchFamily="34" charset="0"/>
                <a:ea typeface="Calibri" pitchFamily="34" charset="-122"/>
                <a:cs typeface="Calibri" pitchFamily="34" charset="-120"/>
              </a:rPr>
              <a:t>Publier un message ne suffit pas à construire une plateforme EDA</a:t>
            </a:r>
            <a:endParaRPr lang="fr-CA" sz="2700" noProof="0" dirty="0"/>
          </a:p>
        </p:txBody>
      </p:sp>
      <p:sp>
        <p:nvSpPr>
          <p:cNvPr id="6" name="Text 4"/>
          <p:cNvSpPr/>
          <p:nvPr>
            <p:custDataLst>
              <p:tags r:id="rId5"/>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fr-CA" sz="1650" noProof="0" dirty="0">
                <a:solidFill>
                  <a:srgbClr val="486581"/>
                </a:solidFill>
                <a:latin typeface="Calibri" pitchFamily="34" charset="0"/>
                <a:ea typeface="Calibri" pitchFamily="34" charset="-122"/>
                <a:cs typeface="Calibri" pitchFamily="34" charset="-120"/>
              </a:rPr>
              <a:t>EDA : architecture événementielle. Le transport rend l'échange possible; il ne garantit pas, seul, la fiabilité des effets.</a:t>
            </a:r>
            <a:endParaRPr lang="fr-CA" sz="1650" noProof="0" dirty="0"/>
          </a:p>
        </p:txBody>
      </p:sp>
      <p:sp>
        <p:nvSpPr>
          <p:cNvPr id="7" name="Text 5"/>
          <p:cNvSpPr/>
          <p:nvPr>
            <p:custDataLst>
              <p:tags r:id="rId6"/>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fr-CA" sz="900" noProof="0" dirty="0">
                <a:solidFill>
                  <a:srgbClr val="486581"/>
                </a:solidFill>
                <a:latin typeface="Calibri" pitchFamily="34" charset="0"/>
                <a:ea typeface="Calibri" pitchFamily="34" charset="-122"/>
                <a:cs typeface="Calibri" pitchFamily="34" charset="-120"/>
              </a:rPr>
              <a:t>Guide d'ingénierie Kafka · Projet EDA</a:t>
            </a:r>
            <a:endParaRPr lang="fr-CA" sz="900" noProof="0" dirty="0"/>
          </a:p>
        </p:txBody>
      </p:sp>
      <p:sp>
        <p:nvSpPr>
          <p:cNvPr id="8" name="Text 6"/>
          <p:cNvSpPr/>
          <p:nvPr>
            <p:custDataLst>
              <p:tags r:id="rId7"/>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fr-CA" sz="900" noProof="0" dirty="0">
                <a:solidFill>
                  <a:srgbClr val="486581"/>
                </a:solidFill>
                <a:latin typeface="Calibri" pitchFamily="34" charset="0"/>
                <a:ea typeface="Calibri" pitchFamily="34" charset="-122"/>
                <a:cs typeface="Calibri" pitchFamily="34" charset="-120"/>
              </a:rPr>
              <a:t>04</a:t>
            </a:r>
            <a:endParaRPr lang="fr-CA" sz="900" noProof="0" dirty="0"/>
          </a:p>
        </p:txBody>
      </p:sp>
      <p:sp>
        <p:nvSpPr>
          <p:cNvPr id="10" name="Text 7"/>
          <p:cNvSpPr/>
          <p:nvPr>
            <p:custDataLst>
              <p:tags r:id="rId8"/>
            </p:custDataLst>
          </p:nvPr>
        </p:nvSpPr>
        <p:spPr>
          <a:xfrm>
            <a:off x="576682" y="2013914"/>
            <a:ext cx="493776" cy="438912"/>
          </a:xfrm>
          <a:prstGeom prst="rect">
            <a:avLst/>
          </a:prstGeom>
          <a:noFill/>
          <a:ln/>
        </p:spPr>
        <p:txBody>
          <a:bodyPr wrap="square" lIns="0" tIns="0" rIns="0" bIns="0" rtlCol="0" anchor="t">
            <a:normAutofit/>
          </a:bodyPr>
          <a:lstStyle/>
          <a:p>
            <a:pPr marL="0" indent="0">
              <a:buNone/>
            </a:pPr>
            <a:r>
              <a:rPr lang="fr-CA" sz="2500" b="1" noProof="0" dirty="0">
                <a:solidFill>
                  <a:srgbClr val="1F6FEB"/>
                </a:solidFill>
                <a:latin typeface="Calibri" pitchFamily="34" charset="0"/>
                <a:ea typeface="Calibri" pitchFamily="34" charset="-122"/>
                <a:cs typeface="Calibri" pitchFamily="34" charset="-120"/>
              </a:rPr>
              <a:t>01</a:t>
            </a:r>
            <a:endParaRPr lang="fr-CA" sz="2500" noProof="0" dirty="0"/>
          </a:p>
        </p:txBody>
      </p:sp>
      <p:sp>
        <p:nvSpPr>
          <p:cNvPr id="11" name="Text 8"/>
          <p:cNvSpPr/>
          <p:nvPr>
            <p:custDataLst>
              <p:tags r:id="rId9"/>
            </p:custDataLst>
          </p:nvPr>
        </p:nvSpPr>
        <p:spPr>
          <a:xfrm>
            <a:off x="1280770" y="2023058"/>
            <a:ext cx="3017520" cy="365760"/>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Transport</a:t>
            </a:r>
            <a:endParaRPr lang="fr-CA" sz="2000" noProof="0" dirty="0"/>
          </a:p>
        </p:txBody>
      </p:sp>
      <p:sp>
        <p:nvSpPr>
          <p:cNvPr id="12" name="Text 9"/>
          <p:cNvSpPr/>
          <p:nvPr>
            <p:custDataLst>
              <p:tags r:id="rId10"/>
            </p:custDataLst>
          </p:nvPr>
        </p:nvSpPr>
        <p:spPr>
          <a:xfrm>
            <a:off x="1280769" y="2416995"/>
            <a:ext cx="3897518" cy="658368"/>
          </a:xfrm>
          <a:prstGeom prst="rect">
            <a:avLst/>
          </a:prstGeom>
          <a:noFill/>
          <a:ln/>
        </p:spPr>
        <p:txBody>
          <a:bodyPr wrap="square" lIns="0" tIns="0" rIns="0" bIns="0" rtlCol="0" anchor="t">
            <a:normAutofit/>
          </a:bodyPr>
          <a:lstStyle/>
          <a:p>
            <a:pPr marL="0" indent="0">
              <a:buNone/>
            </a:pPr>
            <a:r>
              <a:rPr lang="fr-CA" sz="1720" noProof="0" dirty="0">
                <a:solidFill>
                  <a:srgbClr val="486581"/>
                </a:solidFill>
                <a:latin typeface="Calibri" pitchFamily="34" charset="0"/>
                <a:ea typeface="Calibri" pitchFamily="34" charset="-122"/>
                <a:cs typeface="Calibri" pitchFamily="34" charset="-120"/>
              </a:rPr>
              <a:t>Publier, conserver et consommer les messages normalisés.</a:t>
            </a:r>
            <a:endParaRPr lang="fr-CA" sz="1720" noProof="0" dirty="0"/>
          </a:p>
        </p:txBody>
      </p:sp>
      <p:sp>
        <p:nvSpPr>
          <p:cNvPr id="13" name="Text 10"/>
          <p:cNvSpPr/>
          <p:nvPr>
            <p:custDataLst>
              <p:tags r:id="rId11"/>
            </p:custDataLst>
          </p:nvPr>
        </p:nvSpPr>
        <p:spPr>
          <a:xfrm>
            <a:off x="594968" y="3176469"/>
            <a:ext cx="493776" cy="438912"/>
          </a:xfrm>
          <a:prstGeom prst="rect">
            <a:avLst/>
          </a:prstGeom>
          <a:noFill/>
          <a:ln/>
        </p:spPr>
        <p:txBody>
          <a:bodyPr wrap="square" lIns="0" tIns="0" rIns="0" bIns="0" rtlCol="0" anchor="t">
            <a:normAutofit/>
          </a:bodyPr>
          <a:lstStyle/>
          <a:p>
            <a:pPr marL="0" indent="0">
              <a:buNone/>
            </a:pPr>
            <a:r>
              <a:rPr lang="fr-CA" sz="2500" b="1" noProof="0" dirty="0">
                <a:solidFill>
                  <a:srgbClr val="0F766E"/>
                </a:solidFill>
                <a:latin typeface="Calibri" pitchFamily="34" charset="0"/>
                <a:ea typeface="Calibri" pitchFamily="34" charset="-122"/>
                <a:cs typeface="Calibri" pitchFamily="34" charset="-120"/>
              </a:rPr>
              <a:t>02</a:t>
            </a:r>
            <a:endParaRPr lang="fr-CA" sz="2500" noProof="0" dirty="0"/>
          </a:p>
        </p:txBody>
      </p:sp>
      <p:sp>
        <p:nvSpPr>
          <p:cNvPr id="14" name="Text 11"/>
          <p:cNvSpPr/>
          <p:nvPr>
            <p:custDataLst>
              <p:tags r:id="rId12"/>
            </p:custDataLst>
          </p:nvPr>
        </p:nvSpPr>
        <p:spPr>
          <a:xfrm>
            <a:off x="1299056" y="3185613"/>
            <a:ext cx="3017520" cy="365760"/>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Exactitude</a:t>
            </a:r>
            <a:endParaRPr lang="fr-CA" sz="2000" noProof="0" dirty="0"/>
          </a:p>
        </p:txBody>
      </p:sp>
      <p:sp>
        <p:nvSpPr>
          <p:cNvPr id="15" name="Text 12"/>
          <p:cNvSpPr/>
          <p:nvPr>
            <p:custDataLst>
              <p:tags r:id="rId13"/>
            </p:custDataLst>
          </p:nvPr>
        </p:nvSpPr>
        <p:spPr>
          <a:xfrm>
            <a:off x="1299055" y="3638066"/>
            <a:ext cx="3879232" cy="658368"/>
          </a:xfrm>
          <a:prstGeom prst="rect">
            <a:avLst/>
          </a:prstGeom>
          <a:noFill/>
          <a:ln/>
        </p:spPr>
        <p:txBody>
          <a:bodyPr wrap="square" lIns="0" tIns="0" rIns="0" bIns="0" rtlCol="0" anchor="t">
            <a:normAutofit/>
          </a:bodyPr>
          <a:lstStyle/>
          <a:p>
            <a:pPr marL="0" indent="0">
              <a:buNone/>
            </a:pPr>
            <a:r>
              <a:rPr lang="fr-CA" sz="1720" noProof="0" dirty="0">
                <a:solidFill>
                  <a:srgbClr val="486581"/>
                </a:solidFill>
                <a:latin typeface="Calibri" pitchFamily="34" charset="0"/>
                <a:ea typeface="Calibri" pitchFamily="34" charset="-122"/>
                <a:cs typeface="Calibri" pitchFamily="34" charset="-120"/>
              </a:rPr>
              <a:t>Ordonner, dédupliquer et valider les effets (idempotence).</a:t>
            </a:r>
            <a:endParaRPr lang="fr-CA" sz="1720" noProof="0" dirty="0"/>
          </a:p>
        </p:txBody>
      </p:sp>
      <p:sp>
        <p:nvSpPr>
          <p:cNvPr id="16" name="Text 13"/>
          <p:cNvSpPr/>
          <p:nvPr>
            <p:custDataLst>
              <p:tags r:id="rId14"/>
            </p:custDataLst>
          </p:nvPr>
        </p:nvSpPr>
        <p:spPr>
          <a:xfrm>
            <a:off x="576682" y="4393827"/>
            <a:ext cx="493776" cy="438912"/>
          </a:xfrm>
          <a:prstGeom prst="rect">
            <a:avLst/>
          </a:prstGeom>
          <a:noFill/>
          <a:ln/>
        </p:spPr>
        <p:txBody>
          <a:bodyPr wrap="square" lIns="0" tIns="0" rIns="0" bIns="0" rtlCol="0" anchor="t">
            <a:normAutofit/>
          </a:bodyPr>
          <a:lstStyle/>
          <a:p>
            <a:pPr marL="0" indent="0">
              <a:buNone/>
            </a:pPr>
            <a:r>
              <a:rPr lang="fr-CA" sz="2500" b="1" noProof="0" dirty="0">
                <a:solidFill>
                  <a:srgbClr val="B45309"/>
                </a:solidFill>
                <a:latin typeface="Calibri" pitchFamily="34" charset="0"/>
                <a:ea typeface="Calibri" pitchFamily="34" charset="-122"/>
                <a:cs typeface="Calibri" pitchFamily="34" charset="-120"/>
              </a:rPr>
              <a:t>03</a:t>
            </a:r>
            <a:endParaRPr lang="fr-CA" sz="2500" noProof="0" dirty="0"/>
          </a:p>
        </p:txBody>
      </p:sp>
      <p:sp>
        <p:nvSpPr>
          <p:cNvPr id="17" name="Text 14"/>
          <p:cNvSpPr/>
          <p:nvPr>
            <p:custDataLst>
              <p:tags r:id="rId15"/>
            </p:custDataLst>
          </p:nvPr>
        </p:nvSpPr>
        <p:spPr>
          <a:xfrm>
            <a:off x="1280770" y="4402971"/>
            <a:ext cx="3017520" cy="365760"/>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Confiance</a:t>
            </a:r>
            <a:endParaRPr lang="fr-CA" sz="2000" noProof="0" dirty="0"/>
          </a:p>
        </p:txBody>
      </p:sp>
      <p:sp>
        <p:nvSpPr>
          <p:cNvPr id="18" name="Text 15"/>
          <p:cNvSpPr/>
          <p:nvPr>
            <p:custDataLst>
              <p:tags r:id="rId16"/>
            </p:custDataLst>
          </p:nvPr>
        </p:nvSpPr>
        <p:spPr>
          <a:xfrm>
            <a:off x="1280770" y="4806422"/>
            <a:ext cx="3897518" cy="658368"/>
          </a:xfrm>
          <a:prstGeom prst="rect">
            <a:avLst/>
          </a:prstGeom>
          <a:noFill/>
          <a:ln/>
        </p:spPr>
        <p:txBody>
          <a:bodyPr wrap="square" lIns="0" tIns="0" rIns="0" bIns="0" rtlCol="0" anchor="t">
            <a:normAutofit/>
          </a:bodyPr>
          <a:lstStyle/>
          <a:p>
            <a:pPr marL="0" indent="0">
              <a:buNone/>
            </a:pPr>
            <a:r>
              <a:rPr lang="fr-CA" sz="1720" noProof="0" dirty="0">
                <a:solidFill>
                  <a:srgbClr val="486581"/>
                </a:solidFill>
                <a:latin typeface="Calibri" pitchFamily="34" charset="0"/>
                <a:ea typeface="Calibri" pitchFamily="34" charset="-122"/>
                <a:cs typeface="Calibri" pitchFamily="34" charset="-120"/>
              </a:rPr>
              <a:t>Observer, gouverner, contrôler et corroborer les données.</a:t>
            </a:r>
            <a:endParaRPr lang="fr-CA" sz="1720" noProof="0" dirty="0"/>
          </a:p>
        </p:txBody>
      </p:sp>
      <p:pic>
        <p:nvPicPr>
          <p:cNvPr id="19" name="Image 18">
            <a:extLst>
              <a:ext uri="{FF2B5EF4-FFF2-40B4-BE49-F238E27FC236}">
                <a16:creationId xmlns:a16="http://schemas.microsoft.com/office/drawing/2014/main" id="{6DC6EA1E-0A01-2CC6-8341-DB49C2F5899D}"/>
              </a:ext>
            </a:extLst>
          </p:cNvPr>
          <p:cNvPicPr>
            <a:picLocks noChangeAspect="1"/>
          </p:cNvPicPr>
          <p:nvPr>
            <p:custDataLst>
              <p:tags r:id="rId17"/>
            </p:custDataLst>
          </p:nvPr>
        </p:nvPicPr>
        <p:blipFill>
          <a:blip r:embed="rId22"/>
          <a:srcRect l="9539" r="9539"/>
          <a:stretch>
            <a:fillRect/>
          </a:stretch>
        </p:blipFill>
        <p:spPr>
          <a:xfrm>
            <a:off x="6651056" y="2013608"/>
            <a:ext cx="5007543" cy="3484213"/>
          </a:xfrm>
          <a:prstGeom prst="roundRect">
            <a:avLst>
              <a:gd name="adj" fmla="val 3721"/>
            </a:avLst>
          </a:prstGeom>
        </p:spPr>
      </p:pic>
      <p:sp>
        <p:nvSpPr>
          <p:cNvPr id="20" name="Shape 31">
            <a:extLst>
              <a:ext uri="{FF2B5EF4-FFF2-40B4-BE49-F238E27FC236}">
                <a16:creationId xmlns:a16="http://schemas.microsoft.com/office/drawing/2014/main" id="{ED228EF7-76A2-F62F-B7D4-01CC0D44090C}"/>
              </a:ext>
            </a:extLst>
          </p:cNvPr>
          <p:cNvSpPr/>
          <p:nvPr>
            <p:custDataLst>
              <p:tags r:id="rId18"/>
            </p:custDataLst>
          </p:nvPr>
        </p:nvSpPr>
        <p:spPr>
          <a:xfrm>
            <a:off x="530352" y="5704367"/>
            <a:ext cx="11128248" cy="448056"/>
          </a:xfrm>
          <a:prstGeom prst="roundRect">
            <a:avLst>
              <a:gd name="adj" fmla="val 20408"/>
            </a:avLst>
          </a:prstGeom>
          <a:solidFill>
            <a:srgbClr val="EFF6FF"/>
          </a:solidFill>
          <a:ln w="8890">
            <a:solidFill>
              <a:srgbClr val="EFF6FF"/>
            </a:solidFill>
            <a:prstDash val="solid"/>
          </a:ln>
        </p:spPr>
        <p:txBody>
          <a:bodyPr/>
          <a:lstStyle/>
          <a:p>
            <a:endParaRPr lang="fr-CA" noProof="0" dirty="0"/>
          </a:p>
        </p:txBody>
      </p:sp>
      <p:sp>
        <p:nvSpPr>
          <p:cNvPr id="22" name="Text 32">
            <a:extLst>
              <a:ext uri="{FF2B5EF4-FFF2-40B4-BE49-F238E27FC236}">
                <a16:creationId xmlns:a16="http://schemas.microsoft.com/office/drawing/2014/main" id="{006DB43F-A2D9-E45D-6248-670830B5EBFD}"/>
              </a:ext>
            </a:extLst>
          </p:cNvPr>
          <p:cNvSpPr/>
          <p:nvPr>
            <p:custDataLst>
              <p:tags r:id="rId19"/>
            </p:custDataLst>
          </p:nvPr>
        </p:nvSpPr>
        <p:spPr>
          <a:xfrm>
            <a:off x="731520" y="5820156"/>
            <a:ext cx="10716768" cy="274320"/>
          </a:xfrm>
          <a:prstGeom prst="rect">
            <a:avLst/>
          </a:prstGeom>
          <a:noFill/>
          <a:ln/>
        </p:spPr>
        <p:txBody>
          <a:bodyPr wrap="square" lIns="0" tIns="0" rIns="0" bIns="0" rtlCol="0" anchor="t">
            <a:normAutofit/>
          </a:bodyPr>
          <a:lstStyle/>
          <a:p>
            <a:r>
              <a:rPr lang="fr-CA" sz="1550" b="1" noProof="0" dirty="0">
                <a:solidFill>
                  <a:srgbClr val="102A43"/>
                </a:solidFill>
                <a:latin typeface="Calibri" pitchFamily="34" charset="0"/>
                <a:ea typeface="Calibri" pitchFamily="34" charset="-122"/>
                <a:cs typeface="Calibri" pitchFamily="34" charset="-120"/>
              </a:rPr>
              <a:t>Nos requins : Bronze, argent et or – Nos spécialistes de l’architecture médaillon.</a:t>
            </a:r>
            <a:endParaRPr lang="fr-CA" sz="1550" noProof="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fr-CA" noProof="0" dirty="0"/>
          </a:p>
        </p:txBody>
      </p:sp>
      <p:sp>
        <p:nvSpPr>
          <p:cNvPr id="3" name="Text 1"/>
          <p:cNvSpPr/>
          <p:nvPr>
            <p:custDataLst>
              <p:tags r:id="rId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fr-CA" sz="1100" b="1" kern="0" spc="50" noProof="0" dirty="0">
                <a:solidFill>
                  <a:srgbClr val="1F6FEB"/>
                </a:solidFill>
                <a:latin typeface="Calibri" pitchFamily="34" charset="0"/>
                <a:ea typeface="Calibri" pitchFamily="34" charset="-122"/>
                <a:cs typeface="Calibri" pitchFamily="34" charset="-120"/>
              </a:rPr>
              <a:t>01 / DÉCOUVRIR</a:t>
            </a:r>
            <a:endParaRPr lang="fr-CA" sz="1100" noProof="0" dirty="0"/>
          </a:p>
        </p:txBody>
      </p:sp>
      <p:sp>
        <p:nvSpPr>
          <p:cNvPr id="4" name="Text 2"/>
          <p:cNvSpPr/>
          <p:nvPr>
            <p:custDataLst>
              <p:tags r:id="rId3"/>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fr-CA" sz="1000" b="1" noProof="0" dirty="0">
                <a:solidFill>
                  <a:srgbClr val="829AB1"/>
                </a:solidFill>
                <a:latin typeface="Calibri" pitchFamily="34" charset="0"/>
                <a:ea typeface="Calibri" pitchFamily="34" charset="-122"/>
                <a:cs typeface="Calibri" pitchFamily="34" charset="-120"/>
              </a:rPr>
              <a:t>DANS LE SANDBOX</a:t>
            </a:r>
            <a:endParaRPr lang="fr-CA" sz="1000" noProof="0" dirty="0"/>
          </a:p>
        </p:txBody>
      </p:sp>
      <p:sp>
        <p:nvSpPr>
          <p:cNvPr id="5" name="Text 3"/>
          <p:cNvSpPr/>
          <p:nvPr>
            <p:custDataLst>
              <p:tags r:id="rId4"/>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fr-CA" sz="2700" b="1" noProof="0" dirty="0">
                <a:solidFill>
                  <a:srgbClr val="102A43"/>
                </a:solidFill>
                <a:latin typeface="Calibri" pitchFamily="34" charset="0"/>
                <a:ea typeface="Calibri" pitchFamily="34" charset="-122"/>
                <a:cs typeface="Calibri" pitchFamily="34" charset="-120"/>
              </a:rPr>
              <a:t>Une application autonome pour observer les effets/compromis/décisions</a:t>
            </a:r>
            <a:endParaRPr lang="fr-CA" sz="2700" noProof="0" dirty="0"/>
          </a:p>
        </p:txBody>
      </p:sp>
      <p:sp>
        <p:nvSpPr>
          <p:cNvPr id="6" name="Text 4"/>
          <p:cNvSpPr/>
          <p:nvPr>
            <p:custDataLst>
              <p:tags r:id="rId5"/>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fr-CA" sz="1650" noProof="0" dirty="0">
                <a:solidFill>
                  <a:srgbClr val="486581"/>
                </a:solidFill>
                <a:latin typeface="Calibri" pitchFamily="34" charset="0"/>
                <a:ea typeface="Calibri" pitchFamily="34" charset="-122"/>
                <a:cs typeface="Calibri" pitchFamily="34" charset="-120"/>
              </a:rPr>
              <a:t>Le frontend statique Nuxt et le backend Spring Boot sont regroupés dans un seul artefact déployable.</a:t>
            </a:r>
            <a:endParaRPr lang="fr-CA" sz="1650" noProof="0" dirty="0"/>
          </a:p>
        </p:txBody>
      </p:sp>
      <p:sp>
        <p:nvSpPr>
          <p:cNvPr id="7" name="Text 5"/>
          <p:cNvSpPr/>
          <p:nvPr>
            <p:custDataLst>
              <p:tags r:id="rId6"/>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fr-CA" sz="900" noProof="0" dirty="0">
                <a:solidFill>
                  <a:srgbClr val="486581"/>
                </a:solidFill>
                <a:latin typeface="Calibri" pitchFamily="34" charset="0"/>
                <a:ea typeface="Calibri" pitchFamily="34" charset="-122"/>
                <a:cs typeface="Calibri" pitchFamily="34" charset="-120"/>
              </a:rPr>
              <a:t>Guide d'ingénierie Kafka · Projet EDA</a:t>
            </a:r>
            <a:endParaRPr lang="fr-CA" sz="900" noProof="0" dirty="0"/>
          </a:p>
        </p:txBody>
      </p:sp>
      <p:sp>
        <p:nvSpPr>
          <p:cNvPr id="8" name="Text 6"/>
          <p:cNvSpPr/>
          <p:nvPr>
            <p:custDataLst>
              <p:tags r:id="rId7"/>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fr-CA" sz="900" noProof="0" dirty="0">
                <a:solidFill>
                  <a:srgbClr val="486581"/>
                </a:solidFill>
                <a:latin typeface="Calibri" pitchFamily="34" charset="0"/>
                <a:ea typeface="Calibri" pitchFamily="34" charset="-122"/>
                <a:cs typeface="Calibri" pitchFamily="34" charset="-120"/>
              </a:rPr>
              <a:t>05</a:t>
            </a:r>
            <a:endParaRPr lang="fr-CA" sz="900" noProof="0" dirty="0"/>
          </a:p>
        </p:txBody>
      </p:sp>
      <p:sp>
        <p:nvSpPr>
          <p:cNvPr id="9" name="Shape 7"/>
          <p:cNvSpPr/>
          <p:nvPr>
            <p:custDataLst>
              <p:tags r:id="rId8"/>
            </p:custDataLst>
          </p:nvPr>
        </p:nvSpPr>
        <p:spPr>
          <a:xfrm>
            <a:off x="1269896" y="2009276"/>
            <a:ext cx="1566814" cy="1033272"/>
          </a:xfrm>
          <a:prstGeom prst="roundRect">
            <a:avLst>
              <a:gd name="adj" fmla="val 6849"/>
            </a:avLst>
          </a:prstGeom>
          <a:solidFill>
            <a:srgbClr val="EFF6FF"/>
          </a:solidFill>
          <a:ln w="8890">
            <a:solidFill>
              <a:srgbClr val="1F6FEB"/>
            </a:solidFill>
            <a:prstDash val="solid"/>
          </a:ln>
        </p:spPr>
        <p:txBody>
          <a:bodyPr/>
          <a:lstStyle/>
          <a:p>
            <a:endParaRPr lang="fr-CA" noProof="0" dirty="0"/>
          </a:p>
        </p:txBody>
      </p:sp>
      <p:sp>
        <p:nvSpPr>
          <p:cNvPr id="10" name="Text 8"/>
          <p:cNvSpPr/>
          <p:nvPr>
            <p:custDataLst>
              <p:tags r:id="rId9"/>
            </p:custDataLst>
          </p:nvPr>
        </p:nvSpPr>
        <p:spPr>
          <a:xfrm>
            <a:off x="1254796" y="2210444"/>
            <a:ext cx="1581914" cy="475488"/>
          </a:xfrm>
          <a:prstGeom prst="rect">
            <a:avLst/>
          </a:prstGeom>
          <a:noFill/>
          <a:ln/>
        </p:spPr>
        <p:txBody>
          <a:bodyPr wrap="square" lIns="0" tIns="0" rIns="0" bIns="0" rtlCol="0" anchor="t">
            <a:normAutofit/>
          </a:bodyPr>
          <a:lstStyle/>
          <a:p>
            <a:pPr marL="0" indent="0" algn="ctr">
              <a:buNone/>
            </a:pPr>
            <a:r>
              <a:rPr lang="fr-CA" sz="1850" b="1" noProof="0" dirty="0">
                <a:solidFill>
                  <a:srgbClr val="1F6FEB"/>
                </a:solidFill>
                <a:latin typeface="Calibri" pitchFamily="34" charset="0"/>
                <a:ea typeface="Calibri" pitchFamily="34" charset="-122"/>
                <a:cs typeface="Calibri" pitchFamily="34" charset="-120"/>
              </a:rPr>
              <a:t>Navigateur</a:t>
            </a:r>
            <a:endParaRPr lang="fr-CA" sz="1850" noProof="0" dirty="0"/>
          </a:p>
        </p:txBody>
      </p:sp>
      <p:sp>
        <p:nvSpPr>
          <p:cNvPr id="11" name="Text 9"/>
          <p:cNvSpPr/>
          <p:nvPr>
            <p:custDataLst>
              <p:tags r:id="rId10"/>
            </p:custDataLst>
          </p:nvPr>
        </p:nvSpPr>
        <p:spPr>
          <a:xfrm>
            <a:off x="1254796" y="2722509"/>
            <a:ext cx="1597014" cy="429768"/>
          </a:xfrm>
          <a:prstGeom prst="rect">
            <a:avLst/>
          </a:prstGeom>
          <a:noFill/>
          <a:ln/>
        </p:spPr>
        <p:txBody>
          <a:bodyPr wrap="square" lIns="0" tIns="0" rIns="0" bIns="0" rtlCol="0" anchor="t">
            <a:normAutofit/>
          </a:bodyPr>
          <a:lstStyle/>
          <a:p>
            <a:pPr marL="0" indent="0" algn="ctr">
              <a:buNone/>
            </a:pPr>
            <a:r>
              <a:rPr lang="fr-CA" sz="1620" noProof="0" dirty="0">
                <a:solidFill>
                  <a:srgbClr val="486581"/>
                </a:solidFill>
                <a:latin typeface="Calibri" pitchFamily="34" charset="0"/>
                <a:ea typeface="Calibri" pitchFamily="34" charset="-122"/>
                <a:cs typeface="Calibri" pitchFamily="34" charset="-120"/>
              </a:rPr>
              <a:t>Interface Nuxt</a:t>
            </a:r>
            <a:endParaRPr lang="fr-CA" sz="1620" noProof="0" dirty="0"/>
          </a:p>
        </p:txBody>
      </p:sp>
      <p:sp>
        <p:nvSpPr>
          <p:cNvPr id="12" name="Shape 10"/>
          <p:cNvSpPr/>
          <p:nvPr>
            <p:custDataLst>
              <p:tags r:id="rId11"/>
            </p:custDataLst>
          </p:nvPr>
        </p:nvSpPr>
        <p:spPr>
          <a:xfrm>
            <a:off x="3870250" y="2009276"/>
            <a:ext cx="7788350" cy="3264408"/>
          </a:xfrm>
          <a:prstGeom prst="roundRect">
            <a:avLst>
              <a:gd name="adj" fmla="val 2801"/>
            </a:avLst>
          </a:prstGeom>
          <a:solidFill>
            <a:srgbClr val="F5F8FC"/>
          </a:solidFill>
          <a:ln w="8890">
            <a:solidFill>
              <a:srgbClr val="D9E2EC"/>
            </a:solidFill>
            <a:prstDash val="solid"/>
          </a:ln>
        </p:spPr>
        <p:txBody>
          <a:bodyPr/>
          <a:lstStyle/>
          <a:p>
            <a:endParaRPr lang="fr-CA" noProof="0" dirty="0"/>
          </a:p>
        </p:txBody>
      </p:sp>
      <p:sp>
        <p:nvSpPr>
          <p:cNvPr id="13" name="Text 11"/>
          <p:cNvSpPr/>
          <p:nvPr>
            <p:custDataLst>
              <p:tags r:id="rId12"/>
            </p:custDataLst>
          </p:nvPr>
        </p:nvSpPr>
        <p:spPr>
          <a:xfrm>
            <a:off x="3870250" y="2210444"/>
            <a:ext cx="7754820" cy="251460"/>
          </a:xfrm>
          <a:prstGeom prst="rect">
            <a:avLst/>
          </a:prstGeom>
          <a:noFill/>
          <a:ln/>
        </p:spPr>
        <p:txBody>
          <a:bodyPr wrap="square" lIns="0" tIns="0" rIns="0" bIns="0" rtlCol="0" anchor="t">
            <a:normAutofit fontScale="62500" lnSpcReduction="20000"/>
          </a:bodyPr>
          <a:lstStyle/>
          <a:p>
            <a:pPr marL="0" indent="0">
              <a:buNone/>
            </a:pPr>
            <a:r>
              <a:rPr lang="fr-CA" sz="1100" b="1" kern="0" spc="50" noProof="0" dirty="0">
                <a:solidFill>
                  <a:srgbClr val="1F6FEB"/>
                </a:solidFill>
                <a:latin typeface="Calibri" pitchFamily="34" charset="0"/>
                <a:ea typeface="Calibri" pitchFamily="34" charset="-122"/>
                <a:cs typeface="Calibri" pitchFamily="34" charset="-120"/>
              </a:rPr>
              <a:t> </a:t>
            </a:r>
            <a:r>
              <a:rPr lang="fr-CA" sz="3200" b="1" kern="0" spc="50" noProof="0" dirty="0">
                <a:solidFill>
                  <a:srgbClr val="1F6FEB"/>
                </a:solidFill>
                <a:latin typeface="Calibri" pitchFamily="34" charset="0"/>
                <a:ea typeface="Calibri" pitchFamily="34" charset="-122"/>
                <a:cs typeface="Calibri" pitchFamily="34" charset="-120"/>
              </a:rPr>
              <a:t> ARTEFACT APPLICATIF AUTONOME</a:t>
            </a:r>
            <a:endParaRPr lang="fr-CA" sz="3200" noProof="0" dirty="0"/>
          </a:p>
        </p:txBody>
      </p:sp>
      <p:sp>
        <p:nvSpPr>
          <p:cNvPr id="14" name="Shape 12"/>
          <p:cNvSpPr/>
          <p:nvPr>
            <p:custDataLst>
              <p:tags r:id="rId13"/>
            </p:custDataLst>
          </p:nvPr>
        </p:nvSpPr>
        <p:spPr>
          <a:xfrm>
            <a:off x="4141465" y="2832236"/>
            <a:ext cx="3703320" cy="1033272"/>
          </a:xfrm>
          <a:prstGeom prst="roundRect">
            <a:avLst>
              <a:gd name="adj" fmla="val 6944"/>
            </a:avLst>
          </a:prstGeom>
          <a:solidFill>
            <a:srgbClr val="FFFFFF"/>
          </a:solidFill>
          <a:ln w="8890">
            <a:solidFill>
              <a:srgbClr val="1F6FEB"/>
            </a:solidFill>
            <a:prstDash val="solid"/>
          </a:ln>
        </p:spPr>
        <p:txBody>
          <a:bodyPr/>
          <a:lstStyle/>
          <a:p>
            <a:endParaRPr lang="fr-CA" noProof="0" dirty="0"/>
          </a:p>
        </p:txBody>
      </p:sp>
      <p:sp>
        <p:nvSpPr>
          <p:cNvPr id="15" name="Text 13"/>
          <p:cNvSpPr/>
          <p:nvPr>
            <p:custDataLst>
              <p:tags r:id="rId14"/>
            </p:custDataLst>
          </p:nvPr>
        </p:nvSpPr>
        <p:spPr>
          <a:xfrm>
            <a:off x="4287769" y="3033404"/>
            <a:ext cx="3410712" cy="475488"/>
          </a:xfrm>
          <a:prstGeom prst="rect">
            <a:avLst/>
          </a:prstGeom>
          <a:noFill/>
          <a:ln/>
        </p:spPr>
        <p:txBody>
          <a:bodyPr wrap="square" lIns="0" tIns="0" rIns="0" bIns="0" rtlCol="0" anchor="t">
            <a:normAutofit/>
          </a:bodyPr>
          <a:lstStyle/>
          <a:p>
            <a:pPr marL="0" indent="0" algn="ctr">
              <a:buNone/>
            </a:pPr>
            <a:r>
              <a:rPr lang="fr-CA" sz="1850" b="1" noProof="0" dirty="0">
                <a:solidFill>
                  <a:srgbClr val="1F6FEB"/>
                </a:solidFill>
                <a:latin typeface="Calibri" pitchFamily="34" charset="0"/>
                <a:ea typeface="Calibri" pitchFamily="34" charset="-122"/>
                <a:cs typeface="Calibri" pitchFamily="34" charset="-120"/>
              </a:rPr>
              <a:t>Spring Boot + Nuxt</a:t>
            </a:r>
            <a:endParaRPr lang="fr-CA" sz="1850" noProof="0" dirty="0"/>
          </a:p>
        </p:txBody>
      </p:sp>
      <p:sp>
        <p:nvSpPr>
          <p:cNvPr id="16" name="Text 14"/>
          <p:cNvSpPr/>
          <p:nvPr>
            <p:custDataLst>
              <p:tags r:id="rId15"/>
            </p:custDataLst>
          </p:nvPr>
        </p:nvSpPr>
        <p:spPr>
          <a:xfrm>
            <a:off x="4324345" y="3449456"/>
            <a:ext cx="3374136" cy="411480"/>
          </a:xfrm>
          <a:prstGeom prst="rect">
            <a:avLst/>
          </a:prstGeom>
          <a:noFill/>
          <a:ln/>
        </p:spPr>
        <p:txBody>
          <a:bodyPr wrap="square" lIns="0" tIns="0" rIns="0" bIns="0" rtlCol="0" anchor="t">
            <a:normAutofit/>
          </a:bodyPr>
          <a:lstStyle/>
          <a:p>
            <a:pPr marL="0" indent="0" algn="ctr">
              <a:buNone/>
            </a:pPr>
            <a:r>
              <a:rPr lang="fr-CA" sz="1620" noProof="0" dirty="0">
                <a:solidFill>
                  <a:srgbClr val="486581"/>
                </a:solidFill>
                <a:latin typeface="Calibri" pitchFamily="34" charset="0"/>
                <a:ea typeface="Calibri" pitchFamily="34" charset="-122"/>
                <a:cs typeface="Calibri" pitchFamily="34" charset="-120"/>
              </a:rPr>
              <a:t>API BFF et ressources statiques</a:t>
            </a:r>
            <a:endParaRPr lang="fr-CA" sz="1620" noProof="0" dirty="0"/>
          </a:p>
        </p:txBody>
      </p:sp>
      <p:sp>
        <p:nvSpPr>
          <p:cNvPr id="18" name="Shape 16"/>
          <p:cNvSpPr/>
          <p:nvPr>
            <p:custDataLst>
              <p:tags r:id="rId16"/>
            </p:custDataLst>
          </p:nvPr>
        </p:nvSpPr>
        <p:spPr>
          <a:xfrm>
            <a:off x="8031475" y="2818520"/>
            <a:ext cx="1581913" cy="1033272"/>
          </a:xfrm>
          <a:prstGeom prst="roundRect">
            <a:avLst>
              <a:gd name="adj" fmla="val 8850"/>
            </a:avLst>
          </a:prstGeom>
          <a:solidFill>
            <a:srgbClr val="EFF6FF"/>
          </a:solidFill>
          <a:ln w="8890">
            <a:solidFill>
              <a:srgbClr val="1F6FEB"/>
            </a:solidFill>
            <a:prstDash val="solid"/>
          </a:ln>
        </p:spPr>
        <p:txBody>
          <a:bodyPr/>
          <a:lstStyle/>
          <a:p>
            <a:endParaRPr lang="fr-CA" noProof="0" dirty="0"/>
          </a:p>
        </p:txBody>
      </p:sp>
      <p:sp>
        <p:nvSpPr>
          <p:cNvPr id="19" name="Text 17"/>
          <p:cNvSpPr/>
          <p:nvPr>
            <p:custDataLst>
              <p:tags r:id="rId17"/>
            </p:custDataLst>
          </p:nvPr>
        </p:nvSpPr>
        <p:spPr>
          <a:xfrm>
            <a:off x="8031474" y="3019688"/>
            <a:ext cx="1581912" cy="475488"/>
          </a:xfrm>
          <a:prstGeom prst="rect">
            <a:avLst/>
          </a:prstGeom>
          <a:noFill/>
          <a:ln/>
        </p:spPr>
        <p:txBody>
          <a:bodyPr wrap="square" lIns="0" tIns="0" rIns="0" bIns="0" rtlCol="0" anchor="t">
            <a:normAutofit/>
          </a:bodyPr>
          <a:lstStyle/>
          <a:p>
            <a:pPr marL="0" indent="0" algn="ctr">
              <a:buNone/>
            </a:pPr>
            <a:r>
              <a:rPr lang="fr-CA" sz="1850" b="1" noProof="0" dirty="0">
                <a:solidFill>
                  <a:srgbClr val="1F6FEB"/>
                </a:solidFill>
                <a:latin typeface="Calibri" pitchFamily="34" charset="0"/>
                <a:ea typeface="Calibri" pitchFamily="34" charset="-122"/>
                <a:cs typeface="Calibri" pitchFamily="34" charset="-120"/>
              </a:rPr>
              <a:t>Kafka</a:t>
            </a:r>
            <a:endParaRPr lang="fr-CA" sz="1850" noProof="0" dirty="0"/>
          </a:p>
        </p:txBody>
      </p:sp>
      <p:sp>
        <p:nvSpPr>
          <p:cNvPr id="20" name="Shape 18"/>
          <p:cNvSpPr/>
          <p:nvPr>
            <p:custDataLst>
              <p:tags r:id="rId18"/>
            </p:custDataLst>
          </p:nvPr>
        </p:nvSpPr>
        <p:spPr>
          <a:xfrm>
            <a:off x="9779507" y="2800232"/>
            <a:ext cx="1581913" cy="1033272"/>
          </a:xfrm>
          <a:prstGeom prst="roundRect">
            <a:avLst>
              <a:gd name="adj" fmla="val 8850"/>
            </a:avLst>
          </a:prstGeom>
          <a:solidFill>
            <a:schemeClr val="bg1">
              <a:lumMod val="85000"/>
            </a:schemeClr>
          </a:solidFill>
          <a:ln w="8890">
            <a:solidFill>
              <a:srgbClr val="0F766E"/>
            </a:solidFill>
            <a:prstDash val="solid"/>
          </a:ln>
        </p:spPr>
        <p:txBody>
          <a:bodyPr/>
          <a:lstStyle/>
          <a:p>
            <a:endParaRPr lang="fr-CA" noProof="0" dirty="0">
              <a:solidFill>
                <a:srgbClr val="FF7C80"/>
              </a:solidFill>
            </a:endParaRPr>
          </a:p>
        </p:txBody>
      </p:sp>
      <p:sp>
        <p:nvSpPr>
          <p:cNvPr id="21" name="Text 19"/>
          <p:cNvSpPr/>
          <p:nvPr>
            <p:custDataLst>
              <p:tags r:id="rId19"/>
            </p:custDataLst>
          </p:nvPr>
        </p:nvSpPr>
        <p:spPr>
          <a:xfrm>
            <a:off x="9779507" y="3001400"/>
            <a:ext cx="1581914" cy="475488"/>
          </a:xfrm>
          <a:prstGeom prst="rect">
            <a:avLst/>
          </a:prstGeom>
          <a:noFill/>
          <a:ln/>
        </p:spPr>
        <p:txBody>
          <a:bodyPr wrap="square" lIns="0" tIns="0" rIns="0" bIns="0" rtlCol="0" anchor="t">
            <a:normAutofit/>
          </a:bodyPr>
          <a:lstStyle/>
          <a:p>
            <a:pPr marL="0" indent="0" algn="ctr">
              <a:buNone/>
            </a:pPr>
            <a:r>
              <a:rPr lang="fr-CA" sz="1850" b="1" noProof="0" dirty="0">
                <a:solidFill>
                  <a:schemeClr val="tx1">
                    <a:lumMod val="65000"/>
                    <a:lumOff val="35000"/>
                  </a:schemeClr>
                </a:solidFill>
                <a:latin typeface="Calibri" pitchFamily="34" charset="0"/>
                <a:ea typeface="Calibri" pitchFamily="34" charset="-122"/>
                <a:cs typeface="Calibri" pitchFamily="34" charset="-120"/>
              </a:rPr>
              <a:t>Flink</a:t>
            </a:r>
            <a:endParaRPr lang="fr-CA" sz="1850" noProof="0" dirty="0">
              <a:solidFill>
                <a:schemeClr val="tx1">
                  <a:lumMod val="65000"/>
                  <a:lumOff val="35000"/>
                </a:schemeClr>
              </a:solidFill>
            </a:endParaRPr>
          </a:p>
        </p:txBody>
      </p:sp>
      <p:sp>
        <p:nvSpPr>
          <p:cNvPr id="22" name="Shape 20"/>
          <p:cNvSpPr/>
          <p:nvPr>
            <p:custDataLst>
              <p:tags r:id="rId20"/>
            </p:custDataLst>
          </p:nvPr>
        </p:nvSpPr>
        <p:spPr>
          <a:xfrm>
            <a:off x="8031472" y="3984380"/>
            <a:ext cx="1581913" cy="1033272"/>
          </a:xfrm>
          <a:prstGeom prst="roundRect">
            <a:avLst>
              <a:gd name="adj" fmla="val 8850"/>
            </a:avLst>
          </a:prstGeom>
          <a:solidFill>
            <a:srgbClr val="EFFAF8"/>
          </a:solidFill>
          <a:ln w="8890">
            <a:solidFill>
              <a:srgbClr val="0F766E"/>
            </a:solidFill>
            <a:prstDash val="solid"/>
          </a:ln>
        </p:spPr>
        <p:txBody>
          <a:bodyPr/>
          <a:lstStyle/>
          <a:p>
            <a:endParaRPr lang="fr-CA" noProof="0" dirty="0"/>
          </a:p>
        </p:txBody>
      </p:sp>
      <p:sp>
        <p:nvSpPr>
          <p:cNvPr id="23" name="Text 21"/>
          <p:cNvSpPr/>
          <p:nvPr>
            <p:custDataLst>
              <p:tags r:id="rId21"/>
            </p:custDataLst>
          </p:nvPr>
        </p:nvSpPr>
        <p:spPr>
          <a:xfrm>
            <a:off x="8031471" y="4185548"/>
            <a:ext cx="1581913" cy="475488"/>
          </a:xfrm>
          <a:prstGeom prst="rect">
            <a:avLst/>
          </a:prstGeom>
          <a:noFill/>
          <a:ln/>
        </p:spPr>
        <p:txBody>
          <a:bodyPr wrap="square" lIns="0" tIns="0" rIns="0" bIns="0" rtlCol="0" anchor="t">
            <a:normAutofit/>
          </a:bodyPr>
          <a:lstStyle/>
          <a:p>
            <a:pPr marL="0" indent="0" algn="ctr">
              <a:buNone/>
            </a:pPr>
            <a:r>
              <a:rPr lang="fr-CA" sz="1850" b="1" noProof="0" dirty="0">
                <a:solidFill>
                  <a:srgbClr val="0F766E"/>
                </a:solidFill>
                <a:latin typeface="Calibri" pitchFamily="34" charset="0"/>
                <a:ea typeface="Calibri" pitchFamily="34" charset="-122"/>
                <a:cs typeface="Calibri" pitchFamily="34" charset="-120"/>
              </a:rPr>
              <a:t>Hazelcast</a:t>
            </a:r>
            <a:endParaRPr lang="fr-CA" sz="1850" noProof="0" dirty="0"/>
          </a:p>
        </p:txBody>
      </p:sp>
      <p:sp>
        <p:nvSpPr>
          <p:cNvPr id="24" name="Shape 22"/>
          <p:cNvSpPr/>
          <p:nvPr>
            <p:custDataLst>
              <p:tags r:id="rId22"/>
            </p:custDataLst>
          </p:nvPr>
        </p:nvSpPr>
        <p:spPr>
          <a:xfrm>
            <a:off x="9779507" y="3984380"/>
            <a:ext cx="1586485" cy="1033272"/>
          </a:xfrm>
          <a:prstGeom prst="roundRect">
            <a:avLst>
              <a:gd name="adj" fmla="val 8850"/>
            </a:avLst>
          </a:prstGeom>
          <a:solidFill>
            <a:srgbClr val="FFF7ED"/>
          </a:solidFill>
          <a:ln w="8890">
            <a:solidFill>
              <a:srgbClr val="B45309"/>
            </a:solidFill>
            <a:prstDash val="solid"/>
          </a:ln>
        </p:spPr>
        <p:txBody>
          <a:bodyPr/>
          <a:lstStyle/>
          <a:p>
            <a:endParaRPr lang="fr-CA" noProof="0" dirty="0"/>
          </a:p>
        </p:txBody>
      </p:sp>
      <p:sp>
        <p:nvSpPr>
          <p:cNvPr id="25" name="Text 23"/>
          <p:cNvSpPr/>
          <p:nvPr>
            <p:custDataLst>
              <p:tags r:id="rId23"/>
            </p:custDataLst>
          </p:nvPr>
        </p:nvSpPr>
        <p:spPr>
          <a:xfrm>
            <a:off x="9779506" y="4185548"/>
            <a:ext cx="1581913" cy="475488"/>
          </a:xfrm>
          <a:prstGeom prst="rect">
            <a:avLst/>
          </a:prstGeom>
          <a:noFill/>
          <a:ln/>
        </p:spPr>
        <p:txBody>
          <a:bodyPr wrap="square" lIns="0" tIns="0" rIns="0" bIns="0" rtlCol="0" anchor="t">
            <a:normAutofit/>
          </a:bodyPr>
          <a:lstStyle/>
          <a:p>
            <a:pPr marL="0" indent="0" algn="ctr">
              <a:buNone/>
            </a:pPr>
            <a:r>
              <a:rPr lang="fr-CA" sz="1850" b="1" noProof="0" dirty="0">
                <a:solidFill>
                  <a:srgbClr val="B45309"/>
                </a:solidFill>
                <a:latin typeface="Calibri" pitchFamily="34" charset="0"/>
                <a:ea typeface="Calibri" pitchFamily="34" charset="-122"/>
                <a:cs typeface="Calibri" pitchFamily="34" charset="-120"/>
              </a:rPr>
              <a:t>HSQLDB</a:t>
            </a:r>
            <a:endParaRPr lang="fr-CA" sz="1850" noProof="0" dirty="0"/>
          </a:p>
        </p:txBody>
      </p:sp>
      <p:sp>
        <p:nvSpPr>
          <p:cNvPr id="26" name="Text 24"/>
          <p:cNvSpPr/>
          <p:nvPr>
            <p:custDataLst>
              <p:tags r:id="rId24"/>
            </p:custDataLst>
          </p:nvPr>
        </p:nvSpPr>
        <p:spPr>
          <a:xfrm>
            <a:off x="4439412" y="4217552"/>
            <a:ext cx="3200400" cy="566928"/>
          </a:xfrm>
          <a:prstGeom prst="rect">
            <a:avLst/>
          </a:prstGeom>
          <a:noFill/>
          <a:ln/>
        </p:spPr>
        <p:txBody>
          <a:bodyPr wrap="square" lIns="0" tIns="0" rIns="0" bIns="0" rtlCol="0" anchor="t">
            <a:normAutofit/>
          </a:bodyPr>
          <a:lstStyle/>
          <a:p>
            <a:pPr marL="0" indent="0" algn="ctr">
              <a:buNone/>
            </a:pPr>
            <a:r>
              <a:rPr lang="fr-CA" sz="1700" noProof="0" dirty="0">
                <a:solidFill>
                  <a:srgbClr val="486581"/>
                </a:solidFill>
                <a:latin typeface="Calibri" pitchFamily="34" charset="0"/>
                <a:ea typeface="Calibri" pitchFamily="34" charset="-122"/>
                <a:cs typeface="Calibri" pitchFamily="34" charset="-120"/>
              </a:rPr>
              <a:t>Configuration, transactions</a:t>
            </a:r>
            <a:endParaRPr lang="fr-CA" sz="1700" noProof="0" dirty="0"/>
          </a:p>
          <a:p>
            <a:pPr marL="0" indent="0" algn="ctr">
              <a:buNone/>
            </a:pPr>
            <a:r>
              <a:rPr lang="fr-CA" sz="1700" noProof="0" dirty="0">
                <a:solidFill>
                  <a:srgbClr val="486581"/>
                </a:solidFill>
                <a:latin typeface="Calibri" pitchFamily="34" charset="0"/>
                <a:ea typeface="Calibri" pitchFamily="34" charset="-122"/>
                <a:cs typeface="Calibri" pitchFamily="34" charset="-120"/>
              </a:rPr>
              <a:t>et logique métier</a:t>
            </a:r>
            <a:endParaRPr lang="fr-CA" sz="1700" noProof="0" dirty="0"/>
          </a:p>
        </p:txBody>
      </p:sp>
      <p:sp>
        <p:nvSpPr>
          <p:cNvPr id="27" name="Shape 25"/>
          <p:cNvSpPr/>
          <p:nvPr>
            <p:custDataLst>
              <p:tags r:id="rId25"/>
            </p:custDataLst>
          </p:nvPr>
        </p:nvSpPr>
        <p:spPr>
          <a:xfrm>
            <a:off x="530352" y="5715000"/>
            <a:ext cx="11128248" cy="448056"/>
          </a:xfrm>
          <a:prstGeom prst="roundRect">
            <a:avLst>
              <a:gd name="adj" fmla="val 20408"/>
            </a:avLst>
          </a:prstGeom>
          <a:solidFill>
            <a:srgbClr val="FFF7ED"/>
          </a:solidFill>
          <a:ln w="8890">
            <a:solidFill>
              <a:srgbClr val="FFF7ED"/>
            </a:solidFill>
            <a:prstDash val="solid"/>
          </a:ln>
        </p:spPr>
        <p:txBody>
          <a:bodyPr/>
          <a:lstStyle/>
          <a:p>
            <a:endParaRPr lang="fr-CA" noProof="0" dirty="0"/>
          </a:p>
        </p:txBody>
      </p:sp>
      <p:sp>
        <p:nvSpPr>
          <p:cNvPr id="28" name="Text 26"/>
          <p:cNvSpPr/>
          <p:nvPr>
            <p:custDataLst>
              <p:tags r:id="rId26"/>
            </p:custDataLst>
          </p:nvPr>
        </p:nvSpPr>
        <p:spPr>
          <a:xfrm>
            <a:off x="731520" y="5820156"/>
            <a:ext cx="10716768" cy="274320"/>
          </a:xfrm>
          <a:prstGeom prst="rect">
            <a:avLst/>
          </a:prstGeom>
          <a:noFill/>
          <a:ln/>
        </p:spPr>
        <p:txBody>
          <a:bodyPr wrap="square" lIns="0" tIns="0" rIns="0" bIns="0" rtlCol="0" anchor="t">
            <a:normAutofit/>
          </a:bodyPr>
          <a:lstStyle/>
          <a:p>
            <a:pPr marL="0" indent="0">
              <a:buNone/>
            </a:pPr>
            <a:r>
              <a:rPr lang="fr-CA" sz="1550" b="1" noProof="0" dirty="0">
                <a:solidFill>
                  <a:srgbClr val="B45309"/>
                </a:solidFill>
                <a:latin typeface="Calibri" pitchFamily="34" charset="0"/>
                <a:ea typeface="Calibri" pitchFamily="34" charset="-122"/>
                <a:cs typeface="Calibri" pitchFamily="34" charset="-120"/>
              </a:rPr>
              <a:t>Sandbox éducatif : une commodité d'exécution, pas une topologie de production.</a:t>
            </a:r>
            <a:endParaRPr lang="fr-CA" sz="1550" noProof="0" dirty="0"/>
          </a:p>
        </p:txBody>
      </p:sp>
      <p:cxnSp>
        <p:nvCxnSpPr>
          <p:cNvPr id="30" name="Connecteur : en angle 29">
            <a:extLst>
              <a:ext uri="{FF2B5EF4-FFF2-40B4-BE49-F238E27FC236}">
                <a16:creationId xmlns:a16="http://schemas.microsoft.com/office/drawing/2014/main" id="{5066686F-1E9C-30B7-4694-F34D2C0B7365}"/>
              </a:ext>
            </a:extLst>
          </p:cNvPr>
          <p:cNvCxnSpPr>
            <a:cxnSpLocks/>
            <a:stCxn id="9" idx="3"/>
          </p:cNvCxnSpPr>
          <p:nvPr>
            <p:custDataLst>
              <p:tags r:id="rId27"/>
            </p:custDataLst>
          </p:nvPr>
        </p:nvCxnSpPr>
        <p:spPr>
          <a:xfrm>
            <a:off x="2836710" y="2525912"/>
            <a:ext cx="998622" cy="448056"/>
          </a:xfrm>
          <a:prstGeom prst="bentConnector3">
            <a:avLst>
              <a:gd name="adj1" fmla="val 50000"/>
            </a:avLst>
          </a:prstGeom>
          <a:ln w="28575">
            <a:tailEnd type="triangle"/>
          </a:ln>
        </p:spPr>
        <p:style>
          <a:lnRef idx="1">
            <a:schemeClr val="accent1"/>
          </a:lnRef>
          <a:fillRef idx="0">
            <a:schemeClr val="accent1"/>
          </a:fillRef>
          <a:effectRef idx="0">
            <a:schemeClr val="accent1"/>
          </a:effectRef>
          <a:fontRef idx="minor">
            <a:schemeClr val="tx1"/>
          </a:fontRef>
        </p:style>
      </p:cxnSp>
      <p:pic>
        <p:nvPicPr>
          <p:cNvPr id="43" name="Image 42">
            <a:extLst>
              <a:ext uri="{FF2B5EF4-FFF2-40B4-BE49-F238E27FC236}">
                <a16:creationId xmlns:a16="http://schemas.microsoft.com/office/drawing/2014/main" id="{0945E455-78AC-C662-4C49-EA4EA3D11C61}"/>
              </a:ext>
            </a:extLst>
          </p:cNvPr>
          <p:cNvPicPr>
            <a:picLocks noChangeAspect="1"/>
          </p:cNvPicPr>
          <p:nvPr>
            <p:custDataLst>
              <p:tags r:id="rId28"/>
            </p:custDataLst>
          </p:nvPr>
        </p:nvPicPr>
        <p:blipFill>
          <a:blip r:embed="rId31"/>
          <a:stretch>
            <a:fillRect/>
          </a:stretch>
        </p:blipFill>
        <p:spPr>
          <a:xfrm>
            <a:off x="566929" y="3313680"/>
            <a:ext cx="3137199" cy="196728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fr-CA" dirty="0"/>
          </a:p>
        </p:txBody>
      </p:sp>
      <p:sp>
        <p:nvSpPr>
          <p:cNvPr id="3" name="Text 1"/>
          <p:cNvSpPr/>
          <p:nvPr>
            <p:custDataLst>
              <p:tags r:id="rId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fr-CA" sz="1100" b="1" kern="0" spc="50" dirty="0">
                <a:solidFill>
                  <a:srgbClr val="1F6FEB"/>
                </a:solidFill>
                <a:latin typeface="Calibri" pitchFamily="34" charset="0"/>
                <a:ea typeface="Calibri" pitchFamily="34" charset="-122"/>
                <a:cs typeface="Calibri" pitchFamily="34" charset="-120"/>
              </a:rPr>
              <a:t>01 / DÉCOUVRIR</a:t>
            </a:r>
            <a:endParaRPr lang="fr-CA" sz="1100" dirty="0"/>
          </a:p>
        </p:txBody>
      </p:sp>
      <p:sp>
        <p:nvSpPr>
          <p:cNvPr id="4" name="Text 2"/>
          <p:cNvSpPr/>
          <p:nvPr>
            <p:custDataLst>
              <p:tags r:id="rId3"/>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fr-CA" sz="1000" b="1" dirty="0">
                <a:solidFill>
                  <a:srgbClr val="829AB1"/>
                </a:solidFill>
                <a:latin typeface="Calibri" pitchFamily="34" charset="0"/>
                <a:ea typeface="Calibri" pitchFamily="34" charset="-122"/>
                <a:cs typeface="Calibri" pitchFamily="34" charset="-120"/>
              </a:rPr>
              <a:t>LE FIL ROUGE MÉTIER</a:t>
            </a:r>
            <a:endParaRPr lang="fr-CA" sz="1000" dirty="0"/>
          </a:p>
        </p:txBody>
      </p:sp>
      <p:sp>
        <p:nvSpPr>
          <p:cNvPr id="5" name="Text 3"/>
          <p:cNvSpPr/>
          <p:nvPr>
            <p:custDataLst>
              <p:tags r:id="rId4"/>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fr-CA" sz="2700" b="1" dirty="0">
                <a:solidFill>
                  <a:srgbClr val="102A43"/>
                </a:solidFill>
                <a:latin typeface="Calibri" pitchFamily="34" charset="0"/>
                <a:ea typeface="Calibri" pitchFamily="34" charset="-122"/>
                <a:cs typeface="Calibri" pitchFamily="34" charset="-120"/>
              </a:rPr>
              <a:t>Une requête relie une personne, un produit et </a:t>
            </a:r>
            <a:r>
              <a:rPr lang="fr-CA" sz="2700" b="1" noProof="0" dirty="0">
                <a:solidFill>
                  <a:srgbClr val="102A43"/>
                </a:solidFill>
                <a:latin typeface="Calibri" pitchFamily="34" charset="0"/>
                <a:ea typeface="Calibri" pitchFamily="34" charset="-122"/>
                <a:cs typeface="Calibri" pitchFamily="34" charset="-120"/>
              </a:rPr>
              <a:t>un inventaire</a:t>
            </a:r>
            <a:endParaRPr lang="fr-CA" sz="2700" dirty="0"/>
          </a:p>
        </p:txBody>
      </p:sp>
      <p:sp>
        <p:nvSpPr>
          <p:cNvPr id="6" name="Text 4"/>
          <p:cNvSpPr/>
          <p:nvPr>
            <p:custDataLst>
              <p:tags r:id="rId5"/>
            </p:custDataLst>
          </p:nvPr>
        </p:nvSpPr>
        <p:spPr>
          <a:xfrm>
            <a:off x="530352" y="1508761"/>
            <a:ext cx="11018520" cy="490716"/>
          </a:xfrm>
          <a:prstGeom prst="rect">
            <a:avLst/>
          </a:prstGeom>
          <a:noFill/>
          <a:ln/>
        </p:spPr>
        <p:txBody>
          <a:bodyPr wrap="square" lIns="0" tIns="0" rIns="0" bIns="0" rtlCol="0" anchor="t">
            <a:normAutofit/>
          </a:bodyPr>
          <a:lstStyle/>
          <a:p>
            <a:pPr marL="0" indent="0">
              <a:buNone/>
            </a:pPr>
            <a:r>
              <a:rPr lang="fr-CA" sz="1650" dirty="0">
                <a:solidFill>
                  <a:srgbClr val="486581"/>
                </a:solidFill>
                <a:latin typeface="Calibri" pitchFamily="34" charset="0"/>
                <a:ea typeface="Calibri" pitchFamily="34" charset="-122"/>
                <a:cs typeface="Calibri" pitchFamily="34" charset="-120"/>
              </a:rPr>
              <a:t>Le traitement doit faire évoluer le solde, l'inventaire et le résultat de la requête de façon cohérente.</a:t>
            </a:r>
            <a:endParaRPr lang="fr-CA" sz="1650" dirty="0"/>
          </a:p>
        </p:txBody>
      </p:sp>
      <p:sp>
        <p:nvSpPr>
          <p:cNvPr id="7" name="Text 5"/>
          <p:cNvSpPr/>
          <p:nvPr>
            <p:custDataLst>
              <p:tags r:id="rId6"/>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fr-CA" sz="900" dirty="0">
                <a:solidFill>
                  <a:srgbClr val="486581"/>
                </a:solidFill>
                <a:latin typeface="Calibri" pitchFamily="34" charset="0"/>
                <a:ea typeface="Calibri" pitchFamily="34" charset="-122"/>
                <a:cs typeface="Calibri" pitchFamily="34" charset="-120"/>
              </a:rPr>
              <a:t>Guide d'ingénierie Kafka · Projet EDA</a:t>
            </a:r>
            <a:endParaRPr lang="fr-CA" sz="900" dirty="0"/>
          </a:p>
        </p:txBody>
      </p:sp>
      <p:sp>
        <p:nvSpPr>
          <p:cNvPr id="8" name="Text 6"/>
          <p:cNvSpPr/>
          <p:nvPr>
            <p:custDataLst>
              <p:tags r:id="rId7"/>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fr-CA" sz="900" dirty="0">
                <a:solidFill>
                  <a:srgbClr val="486581"/>
                </a:solidFill>
                <a:latin typeface="Calibri" pitchFamily="34" charset="0"/>
                <a:ea typeface="Calibri" pitchFamily="34" charset="-122"/>
                <a:cs typeface="Calibri" pitchFamily="34" charset="-120"/>
              </a:rPr>
              <a:t>06</a:t>
            </a:r>
            <a:endParaRPr lang="fr-CA" sz="900" dirty="0"/>
          </a:p>
        </p:txBody>
      </p:sp>
      <p:sp>
        <p:nvSpPr>
          <p:cNvPr id="9" name="Shape 7"/>
          <p:cNvSpPr/>
          <p:nvPr>
            <p:custDataLst>
              <p:tags r:id="rId8"/>
            </p:custDataLst>
          </p:nvPr>
        </p:nvSpPr>
        <p:spPr>
          <a:xfrm>
            <a:off x="8165053" y="1985573"/>
            <a:ext cx="1692380" cy="1070682"/>
          </a:xfrm>
          <a:prstGeom prst="roundRect">
            <a:avLst>
              <a:gd name="adj" fmla="val 6757"/>
            </a:avLst>
          </a:prstGeom>
          <a:solidFill>
            <a:srgbClr val="EFF6FF"/>
          </a:solidFill>
          <a:ln w="8890">
            <a:solidFill>
              <a:srgbClr val="1F6FEB"/>
            </a:solidFill>
            <a:prstDash val="solid"/>
          </a:ln>
        </p:spPr>
        <p:txBody>
          <a:bodyPr/>
          <a:lstStyle/>
          <a:p>
            <a:endParaRPr lang="fr-CA" dirty="0"/>
          </a:p>
        </p:txBody>
      </p:sp>
      <p:sp>
        <p:nvSpPr>
          <p:cNvPr id="10" name="Text 8"/>
          <p:cNvSpPr/>
          <p:nvPr>
            <p:custDataLst>
              <p:tags r:id="rId9"/>
            </p:custDataLst>
          </p:nvPr>
        </p:nvSpPr>
        <p:spPr>
          <a:xfrm>
            <a:off x="8133794" y="2119151"/>
            <a:ext cx="1710670" cy="475488"/>
          </a:xfrm>
          <a:prstGeom prst="rect">
            <a:avLst/>
          </a:prstGeom>
          <a:noFill/>
          <a:ln/>
        </p:spPr>
        <p:txBody>
          <a:bodyPr wrap="square" lIns="0" tIns="0" rIns="0" bIns="0" rtlCol="0" anchor="t">
            <a:normAutofit/>
          </a:bodyPr>
          <a:lstStyle/>
          <a:p>
            <a:pPr marL="0" indent="0" algn="ctr">
              <a:buNone/>
            </a:pPr>
            <a:r>
              <a:rPr lang="fr-CA" sz="1850" b="1" dirty="0">
                <a:solidFill>
                  <a:srgbClr val="1F6FEB"/>
                </a:solidFill>
                <a:latin typeface="Calibri" pitchFamily="34" charset="0"/>
                <a:ea typeface="Calibri" pitchFamily="34" charset="-122"/>
                <a:cs typeface="Calibri" pitchFamily="34" charset="-120"/>
              </a:rPr>
              <a:t>PERSON</a:t>
            </a:r>
            <a:endParaRPr lang="fr-CA" sz="1850" dirty="0"/>
          </a:p>
        </p:txBody>
      </p:sp>
      <p:sp>
        <p:nvSpPr>
          <p:cNvPr id="11" name="Text 9"/>
          <p:cNvSpPr/>
          <p:nvPr>
            <p:custDataLst>
              <p:tags r:id="rId10"/>
            </p:custDataLst>
          </p:nvPr>
        </p:nvSpPr>
        <p:spPr>
          <a:xfrm>
            <a:off x="8165053" y="2493065"/>
            <a:ext cx="1679410" cy="448056"/>
          </a:xfrm>
          <a:prstGeom prst="rect">
            <a:avLst/>
          </a:prstGeom>
          <a:noFill/>
          <a:ln/>
        </p:spPr>
        <p:txBody>
          <a:bodyPr wrap="square" lIns="0" tIns="0" rIns="0" bIns="0" rtlCol="0" anchor="t">
            <a:normAutofit lnSpcReduction="10000"/>
          </a:bodyPr>
          <a:lstStyle/>
          <a:p>
            <a:pPr marL="0" indent="0" algn="ctr">
              <a:buNone/>
            </a:pPr>
            <a:r>
              <a:rPr lang="fr-CA" sz="1620" noProof="0" dirty="0">
                <a:solidFill>
                  <a:srgbClr val="486581"/>
                </a:solidFill>
                <a:latin typeface="Calibri" pitchFamily="34" charset="0"/>
                <a:ea typeface="Calibri" pitchFamily="34" charset="-122"/>
                <a:cs typeface="Calibri" pitchFamily="34" charset="-120"/>
              </a:rPr>
              <a:t>L’acheteur et </a:t>
            </a:r>
          </a:p>
          <a:p>
            <a:pPr marL="0" indent="0" algn="ctr">
              <a:buNone/>
            </a:pPr>
            <a:r>
              <a:rPr lang="fr-CA" sz="1620" noProof="0" dirty="0">
                <a:solidFill>
                  <a:srgbClr val="486581"/>
                </a:solidFill>
                <a:latin typeface="Calibri" pitchFamily="34" charset="0"/>
                <a:ea typeface="Calibri" pitchFamily="34" charset="-122"/>
                <a:cs typeface="Calibri" pitchFamily="34" charset="-120"/>
              </a:rPr>
              <a:t>son solde</a:t>
            </a:r>
            <a:endParaRPr lang="fr-CA" sz="1620" noProof="0" dirty="0"/>
          </a:p>
        </p:txBody>
      </p:sp>
      <p:sp>
        <p:nvSpPr>
          <p:cNvPr id="12" name="Shape 10"/>
          <p:cNvSpPr/>
          <p:nvPr>
            <p:custDataLst>
              <p:tags r:id="rId11"/>
            </p:custDataLst>
          </p:nvPr>
        </p:nvSpPr>
        <p:spPr>
          <a:xfrm>
            <a:off x="8133794" y="3209676"/>
            <a:ext cx="1692381" cy="1014984"/>
          </a:xfrm>
          <a:prstGeom prst="roundRect">
            <a:avLst>
              <a:gd name="adj" fmla="val 6757"/>
            </a:avLst>
          </a:prstGeom>
          <a:solidFill>
            <a:srgbClr val="F5F8FC"/>
          </a:solidFill>
          <a:ln w="8890">
            <a:solidFill>
              <a:srgbClr val="102A43"/>
            </a:solidFill>
            <a:prstDash val="solid"/>
          </a:ln>
        </p:spPr>
        <p:txBody>
          <a:bodyPr/>
          <a:lstStyle/>
          <a:p>
            <a:endParaRPr lang="fr-CA" dirty="0"/>
          </a:p>
        </p:txBody>
      </p:sp>
      <p:sp>
        <p:nvSpPr>
          <p:cNvPr id="13" name="Text 11"/>
          <p:cNvSpPr/>
          <p:nvPr>
            <p:custDataLst>
              <p:tags r:id="rId12"/>
            </p:custDataLst>
          </p:nvPr>
        </p:nvSpPr>
        <p:spPr>
          <a:xfrm>
            <a:off x="8133794" y="3286656"/>
            <a:ext cx="1692381" cy="475488"/>
          </a:xfrm>
          <a:prstGeom prst="rect">
            <a:avLst/>
          </a:prstGeom>
          <a:noFill/>
          <a:ln/>
        </p:spPr>
        <p:txBody>
          <a:bodyPr wrap="square" lIns="0" tIns="0" rIns="0" bIns="0" rtlCol="0" anchor="t">
            <a:normAutofit/>
          </a:bodyPr>
          <a:lstStyle/>
          <a:p>
            <a:pPr marL="0" indent="0" algn="ctr">
              <a:buNone/>
            </a:pPr>
            <a:r>
              <a:rPr lang="fr-CA" sz="1850" b="1" dirty="0">
                <a:solidFill>
                  <a:srgbClr val="102A43"/>
                </a:solidFill>
                <a:latin typeface="Calibri" pitchFamily="34" charset="0"/>
                <a:ea typeface="Calibri" pitchFamily="34" charset="-122"/>
                <a:cs typeface="Calibri" pitchFamily="34" charset="-120"/>
              </a:rPr>
              <a:t>REQUEST</a:t>
            </a:r>
            <a:endParaRPr lang="fr-CA" sz="1850" dirty="0"/>
          </a:p>
        </p:txBody>
      </p:sp>
      <p:sp>
        <p:nvSpPr>
          <p:cNvPr id="14" name="Text 12"/>
          <p:cNvSpPr/>
          <p:nvPr>
            <p:custDataLst>
              <p:tags r:id="rId13"/>
            </p:custDataLst>
          </p:nvPr>
        </p:nvSpPr>
        <p:spPr>
          <a:xfrm>
            <a:off x="8124543" y="3666479"/>
            <a:ext cx="1710671" cy="448056"/>
          </a:xfrm>
          <a:prstGeom prst="rect">
            <a:avLst/>
          </a:prstGeom>
          <a:noFill/>
          <a:ln/>
        </p:spPr>
        <p:txBody>
          <a:bodyPr wrap="square" lIns="0" tIns="0" rIns="0" bIns="0" rtlCol="0" anchor="t">
            <a:normAutofit lnSpcReduction="10000"/>
          </a:bodyPr>
          <a:lstStyle/>
          <a:p>
            <a:pPr marL="0" indent="0" algn="ctr">
              <a:buNone/>
            </a:pPr>
            <a:r>
              <a:rPr lang="fr-CA" sz="1620" noProof="0" dirty="0">
                <a:solidFill>
                  <a:srgbClr val="486581"/>
                </a:solidFill>
                <a:latin typeface="Calibri" pitchFamily="34" charset="0"/>
                <a:ea typeface="Calibri" pitchFamily="34" charset="-122"/>
                <a:cs typeface="Calibri" pitchFamily="34" charset="-120"/>
              </a:rPr>
              <a:t>Opérations </a:t>
            </a:r>
          </a:p>
          <a:p>
            <a:pPr marL="0" indent="0" algn="ctr">
              <a:buNone/>
            </a:pPr>
            <a:r>
              <a:rPr lang="fr-CA" sz="1620" noProof="0" dirty="0">
                <a:solidFill>
                  <a:srgbClr val="486581"/>
                </a:solidFill>
                <a:latin typeface="Calibri" pitchFamily="34" charset="0"/>
                <a:ea typeface="Calibri" pitchFamily="34" charset="-122"/>
                <a:cs typeface="Calibri" pitchFamily="34" charset="-120"/>
              </a:rPr>
              <a:t>à effectuer</a:t>
            </a:r>
            <a:endParaRPr lang="fr-CA" sz="1620" dirty="0"/>
          </a:p>
        </p:txBody>
      </p:sp>
      <p:sp>
        <p:nvSpPr>
          <p:cNvPr id="15" name="Shape 13"/>
          <p:cNvSpPr/>
          <p:nvPr>
            <p:custDataLst>
              <p:tags r:id="rId14"/>
            </p:custDataLst>
          </p:nvPr>
        </p:nvSpPr>
        <p:spPr>
          <a:xfrm>
            <a:off x="10014747" y="1999476"/>
            <a:ext cx="1633583" cy="1048424"/>
          </a:xfrm>
          <a:prstGeom prst="roundRect">
            <a:avLst>
              <a:gd name="adj" fmla="val 6757"/>
            </a:avLst>
          </a:prstGeom>
          <a:solidFill>
            <a:srgbClr val="EFFAF8"/>
          </a:solidFill>
          <a:ln w="8890">
            <a:solidFill>
              <a:srgbClr val="0F766E"/>
            </a:solidFill>
            <a:prstDash val="solid"/>
          </a:ln>
        </p:spPr>
        <p:txBody>
          <a:bodyPr/>
          <a:lstStyle/>
          <a:p>
            <a:endParaRPr lang="fr-CA" dirty="0"/>
          </a:p>
        </p:txBody>
      </p:sp>
      <p:sp>
        <p:nvSpPr>
          <p:cNvPr id="16" name="Text 14"/>
          <p:cNvSpPr/>
          <p:nvPr>
            <p:custDataLst>
              <p:tags r:id="rId15"/>
            </p:custDataLst>
          </p:nvPr>
        </p:nvSpPr>
        <p:spPr>
          <a:xfrm>
            <a:off x="10014747" y="2104947"/>
            <a:ext cx="1651871" cy="475488"/>
          </a:xfrm>
          <a:prstGeom prst="rect">
            <a:avLst/>
          </a:prstGeom>
          <a:noFill/>
          <a:ln/>
        </p:spPr>
        <p:txBody>
          <a:bodyPr wrap="square" lIns="0" tIns="0" rIns="0" bIns="0" rtlCol="0" anchor="t">
            <a:normAutofit/>
          </a:bodyPr>
          <a:lstStyle/>
          <a:p>
            <a:pPr marL="0" indent="0" algn="ctr">
              <a:buNone/>
            </a:pPr>
            <a:r>
              <a:rPr lang="fr-CA" sz="1850" b="1" dirty="0">
                <a:solidFill>
                  <a:srgbClr val="0F766E"/>
                </a:solidFill>
                <a:latin typeface="Calibri" pitchFamily="34" charset="0"/>
                <a:ea typeface="Calibri" pitchFamily="34" charset="-122"/>
                <a:cs typeface="Calibri" pitchFamily="34" charset="-120"/>
              </a:rPr>
              <a:t>PRODUCT</a:t>
            </a:r>
            <a:endParaRPr lang="fr-CA" sz="1850" dirty="0"/>
          </a:p>
        </p:txBody>
      </p:sp>
      <p:sp>
        <p:nvSpPr>
          <p:cNvPr id="17" name="Text 15"/>
          <p:cNvSpPr/>
          <p:nvPr>
            <p:custDataLst>
              <p:tags r:id="rId16"/>
            </p:custDataLst>
          </p:nvPr>
        </p:nvSpPr>
        <p:spPr>
          <a:xfrm>
            <a:off x="10014747" y="2491813"/>
            <a:ext cx="1651872" cy="448056"/>
          </a:xfrm>
          <a:prstGeom prst="rect">
            <a:avLst/>
          </a:prstGeom>
          <a:noFill/>
          <a:ln/>
        </p:spPr>
        <p:txBody>
          <a:bodyPr wrap="square" lIns="0" tIns="0" rIns="0" bIns="0" rtlCol="0" anchor="t">
            <a:normAutofit lnSpcReduction="10000"/>
          </a:bodyPr>
          <a:lstStyle/>
          <a:p>
            <a:pPr marL="0" indent="0" algn="ctr">
              <a:buNone/>
            </a:pPr>
            <a:r>
              <a:rPr lang="fr-CA" sz="1620" noProof="0" dirty="0">
                <a:solidFill>
                  <a:srgbClr val="486581"/>
                </a:solidFill>
                <a:latin typeface="Calibri" pitchFamily="34" charset="0"/>
                <a:ea typeface="Calibri" pitchFamily="34" charset="-122"/>
                <a:cs typeface="Calibri" pitchFamily="34" charset="-120"/>
              </a:rPr>
              <a:t>Le produit et </a:t>
            </a:r>
          </a:p>
          <a:p>
            <a:pPr marL="0" indent="0" algn="ctr">
              <a:buNone/>
            </a:pPr>
            <a:r>
              <a:rPr lang="fr-CA" sz="1620" noProof="0" dirty="0">
                <a:solidFill>
                  <a:srgbClr val="486581"/>
                </a:solidFill>
                <a:latin typeface="Calibri" pitchFamily="34" charset="0"/>
                <a:ea typeface="Calibri" pitchFamily="34" charset="-122"/>
                <a:cs typeface="Calibri" pitchFamily="34" charset="-120"/>
              </a:rPr>
              <a:t>son prix unitaire</a:t>
            </a:r>
            <a:endParaRPr lang="fr-CA" sz="1620" noProof="0" dirty="0"/>
          </a:p>
        </p:txBody>
      </p:sp>
      <p:sp>
        <p:nvSpPr>
          <p:cNvPr id="18" name="Shape 16"/>
          <p:cNvSpPr/>
          <p:nvPr>
            <p:custDataLst>
              <p:tags r:id="rId17"/>
            </p:custDataLst>
          </p:nvPr>
        </p:nvSpPr>
        <p:spPr>
          <a:xfrm>
            <a:off x="10014745" y="3200478"/>
            <a:ext cx="1651873" cy="1032768"/>
          </a:xfrm>
          <a:prstGeom prst="roundRect">
            <a:avLst>
              <a:gd name="adj" fmla="val 6757"/>
            </a:avLst>
          </a:prstGeom>
          <a:solidFill>
            <a:srgbClr val="FFF7ED"/>
          </a:solidFill>
          <a:ln w="8890">
            <a:solidFill>
              <a:srgbClr val="B45309"/>
            </a:solidFill>
            <a:prstDash val="solid"/>
          </a:ln>
        </p:spPr>
        <p:txBody>
          <a:bodyPr/>
          <a:lstStyle/>
          <a:p>
            <a:endParaRPr lang="fr-CA" dirty="0"/>
          </a:p>
        </p:txBody>
      </p:sp>
      <p:sp>
        <p:nvSpPr>
          <p:cNvPr id="19" name="Text 17"/>
          <p:cNvSpPr/>
          <p:nvPr>
            <p:custDataLst>
              <p:tags r:id="rId18"/>
            </p:custDataLst>
          </p:nvPr>
        </p:nvSpPr>
        <p:spPr>
          <a:xfrm>
            <a:off x="10014747" y="3303215"/>
            <a:ext cx="1633583" cy="475488"/>
          </a:xfrm>
          <a:prstGeom prst="rect">
            <a:avLst/>
          </a:prstGeom>
          <a:noFill/>
          <a:ln/>
        </p:spPr>
        <p:txBody>
          <a:bodyPr wrap="square" lIns="0" tIns="0" rIns="0" bIns="0" rtlCol="0" anchor="t">
            <a:normAutofit/>
          </a:bodyPr>
          <a:lstStyle/>
          <a:p>
            <a:pPr marL="0" indent="0" algn="ctr">
              <a:buNone/>
            </a:pPr>
            <a:r>
              <a:rPr lang="fr-CA" sz="1850" b="1" dirty="0">
                <a:solidFill>
                  <a:srgbClr val="B45309"/>
                </a:solidFill>
                <a:latin typeface="Calibri" pitchFamily="34" charset="0"/>
                <a:ea typeface="Calibri" pitchFamily="34" charset="-122"/>
                <a:cs typeface="Calibri" pitchFamily="34" charset="-120"/>
              </a:rPr>
              <a:t>INVENTORY</a:t>
            </a:r>
            <a:endParaRPr lang="fr-CA" sz="1850" dirty="0"/>
          </a:p>
        </p:txBody>
      </p:sp>
      <p:sp>
        <p:nvSpPr>
          <p:cNvPr id="20" name="Text 18"/>
          <p:cNvSpPr/>
          <p:nvPr>
            <p:custDataLst>
              <p:tags r:id="rId19"/>
            </p:custDataLst>
          </p:nvPr>
        </p:nvSpPr>
        <p:spPr>
          <a:xfrm>
            <a:off x="10014745" y="3678860"/>
            <a:ext cx="1651874" cy="448056"/>
          </a:xfrm>
          <a:prstGeom prst="rect">
            <a:avLst/>
          </a:prstGeom>
          <a:noFill/>
          <a:ln/>
        </p:spPr>
        <p:txBody>
          <a:bodyPr wrap="square" lIns="0" tIns="0" rIns="0" bIns="0" rtlCol="0" anchor="t">
            <a:normAutofit lnSpcReduction="10000"/>
          </a:bodyPr>
          <a:lstStyle/>
          <a:p>
            <a:pPr marL="0" indent="0" algn="ctr">
              <a:buNone/>
            </a:pPr>
            <a:r>
              <a:rPr lang="fr-CA" sz="1620" noProof="0" dirty="0">
                <a:solidFill>
                  <a:srgbClr val="486581"/>
                </a:solidFill>
                <a:latin typeface="Calibri" pitchFamily="34" charset="0"/>
                <a:ea typeface="Calibri" pitchFamily="34" charset="-122"/>
                <a:cs typeface="Calibri" pitchFamily="34" charset="-120"/>
              </a:rPr>
              <a:t>L’inventaire</a:t>
            </a:r>
          </a:p>
          <a:p>
            <a:pPr marL="0" indent="0" algn="ctr">
              <a:buNone/>
            </a:pPr>
            <a:r>
              <a:rPr lang="fr-CA" sz="1620" noProof="0" dirty="0">
                <a:solidFill>
                  <a:srgbClr val="486581"/>
                </a:solidFill>
                <a:latin typeface="Calibri" pitchFamily="34" charset="0"/>
                <a:ea typeface="Calibri" pitchFamily="34" charset="-122"/>
                <a:cs typeface="Calibri" pitchFamily="34" charset="-120"/>
              </a:rPr>
              <a:t>disponible</a:t>
            </a:r>
            <a:endParaRPr lang="fr-CA" sz="1620" noProof="0" dirty="0"/>
          </a:p>
        </p:txBody>
      </p:sp>
      <p:sp>
        <p:nvSpPr>
          <p:cNvPr id="30" name="Shape 28"/>
          <p:cNvSpPr/>
          <p:nvPr>
            <p:custDataLst>
              <p:tags r:id="rId20"/>
            </p:custDataLst>
          </p:nvPr>
        </p:nvSpPr>
        <p:spPr>
          <a:xfrm>
            <a:off x="530351" y="5715000"/>
            <a:ext cx="11136267" cy="448056"/>
          </a:xfrm>
          <a:prstGeom prst="roundRect">
            <a:avLst>
              <a:gd name="adj" fmla="val 20408"/>
            </a:avLst>
          </a:prstGeom>
          <a:solidFill>
            <a:srgbClr val="EFF6FF"/>
          </a:solidFill>
          <a:ln w="8890">
            <a:solidFill>
              <a:srgbClr val="EFF6FF"/>
            </a:solidFill>
            <a:prstDash val="solid"/>
          </a:ln>
        </p:spPr>
        <p:txBody>
          <a:bodyPr/>
          <a:lstStyle/>
          <a:p>
            <a:endParaRPr lang="fr-CA" dirty="0"/>
          </a:p>
        </p:txBody>
      </p:sp>
      <p:sp>
        <p:nvSpPr>
          <p:cNvPr id="31" name="Text 29"/>
          <p:cNvSpPr/>
          <p:nvPr>
            <p:custDataLst>
              <p:tags r:id="rId21"/>
            </p:custDataLst>
          </p:nvPr>
        </p:nvSpPr>
        <p:spPr>
          <a:xfrm>
            <a:off x="731520" y="5820156"/>
            <a:ext cx="10716768" cy="274320"/>
          </a:xfrm>
          <a:prstGeom prst="rect">
            <a:avLst/>
          </a:prstGeom>
          <a:noFill/>
          <a:ln/>
        </p:spPr>
        <p:txBody>
          <a:bodyPr wrap="square" lIns="0" tIns="0" rIns="0" bIns="0" rtlCol="0" anchor="t">
            <a:normAutofit/>
          </a:bodyPr>
          <a:lstStyle/>
          <a:p>
            <a:r>
              <a:rPr lang="fr-CA" sz="1550" b="1" noProof="0" dirty="0">
                <a:solidFill>
                  <a:srgbClr val="102A43"/>
                </a:solidFill>
                <a:latin typeface="Calibri" pitchFamily="34" charset="0"/>
                <a:ea typeface="Calibri" pitchFamily="34" charset="-122"/>
                <a:cs typeface="Calibri" pitchFamily="34" charset="-120"/>
              </a:rPr>
              <a:t>Invariant du parcours : l'inventaire ne doit jamais devenir négatif. L'écran des opérations est le poste d'expérimentation.</a:t>
            </a:r>
            <a:endParaRPr lang="fr-CA" sz="1550" dirty="0"/>
          </a:p>
        </p:txBody>
      </p:sp>
      <p:sp>
        <p:nvSpPr>
          <p:cNvPr id="39" name="Shape 13">
            <a:extLst>
              <a:ext uri="{FF2B5EF4-FFF2-40B4-BE49-F238E27FC236}">
                <a16:creationId xmlns:a16="http://schemas.microsoft.com/office/drawing/2014/main" id="{1208A941-7898-A7AD-524E-682D55257D08}"/>
              </a:ext>
            </a:extLst>
          </p:cNvPr>
          <p:cNvSpPr/>
          <p:nvPr>
            <p:custDataLst>
              <p:tags r:id="rId22"/>
            </p:custDataLst>
          </p:nvPr>
        </p:nvSpPr>
        <p:spPr>
          <a:xfrm>
            <a:off x="8124542" y="4383240"/>
            <a:ext cx="3523787" cy="1014984"/>
          </a:xfrm>
          <a:prstGeom prst="roundRect">
            <a:avLst>
              <a:gd name="adj" fmla="val 6757"/>
            </a:avLst>
          </a:prstGeom>
          <a:solidFill>
            <a:schemeClr val="bg1">
              <a:lumMod val="85000"/>
            </a:schemeClr>
          </a:solidFill>
          <a:ln w="8890">
            <a:solidFill>
              <a:srgbClr val="0F766E"/>
            </a:solidFill>
            <a:prstDash val="solid"/>
          </a:ln>
        </p:spPr>
        <p:txBody>
          <a:bodyPr/>
          <a:lstStyle/>
          <a:p>
            <a:endParaRPr lang="fr-CA" dirty="0"/>
          </a:p>
        </p:txBody>
      </p:sp>
      <p:sp>
        <p:nvSpPr>
          <p:cNvPr id="41" name="Text 14">
            <a:extLst>
              <a:ext uri="{FF2B5EF4-FFF2-40B4-BE49-F238E27FC236}">
                <a16:creationId xmlns:a16="http://schemas.microsoft.com/office/drawing/2014/main" id="{AF2ADF54-692F-A6D2-6D9B-3061407109B5}"/>
              </a:ext>
            </a:extLst>
          </p:cNvPr>
          <p:cNvSpPr/>
          <p:nvPr>
            <p:custDataLst>
              <p:tags r:id="rId23"/>
            </p:custDataLst>
          </p:nvPr>
        </p:nvSpPr>
        <p:spPr>
          <a:xfrm>
            <a:off x="8124542" y="4446653"/>
            <a:ext cx="3523788" cy="475488"/>
          </a:xfrm>
          <a:prstGeom prst="rect">
            <a:avLst/>
          </a:prstGeom>
          <a:noFill/>
          <a:ln/>
        </p:spPr>
        <p:txBody>
          <a:bodyPr wrap="square" lIns="0" tIns="0" rIns="0" bIns="0" rtlCol="0" anchor="t">
            <a:normAutofit/>
          </a:bodyPr>
          <a:lstStyle/>
          <a:p>
            <a:pPr marL="0" indent="0" algn="ctr">
              <a:buNone/>
            </a:pPr>
            <a:r>
              <a:rPr lang="fr-CA" sz="1850" b="1" dirty="0">
                <a:solidFill>
                  <a:schemeClr val="tx1">
                    <a:lumMod val="65000"/>
                    <a:lumOff val="35000"/>
                  </a:schemeClr>
                </a:solidFill>
                <a:latin typeface="Calibri" pitchFamily="34" charset="0"/>
                <a:ea typeface="Calibri" pitchFamily="34" charset="-122"/>
                <a:cs typeface="Calibri" pitchFamily="34" charset="-120"/>
              </a:rPr>
              <a:t>JRN_EVENT</a:t>
            </a:r>
            <a:endParaRPr lang="fr-CA" sz="1850" dirty="0">
              <a:solidFill>
                <a:schemeClr val="tx1">
                  <a:lumMod val="65000"/>
                  <a:lumOff val="35000"/>
                </a:schemeClr>
              </a:solidFill>
            </a:endParaRPr>
          </a:p>
        </p:txBody>
      </p:sp>
      <p:sp>
        <p:nvSpPr>
          <p:cNvPr id="43" name="Text 15">
            <a:extLst>
              <a:ext uri="{FF2B5EF4-FFF2-40B4-BE49-F238E27FC236}">
                <a16:creationId xmlns:a16="http://schemas.microsoft.com/office/drawing/2014/main" id="{B7DF36A1-EEDA-B4C9-2662-0B53CBDC2F6B}"/>
              </a:ext>
            </a:extLst>
          </p:cNvPr>
          <p:cNvSpPr/>
          <p:nvPr>
            <p:custDataLst>
              <p:tags r:id="rId24"/>
            </p:custDataLst>
          </p:nvPr>
        </p:nvSpPr>
        <p:spPr>
          <a:xfrm>
            <a:off x="8124541" y="4811300"/>
            <a:ext cx="3542078" cy="448056"/>
          </a:xfrm>
          <a:prstGeom prst="rect">
            <a:avLst/>
          </a:prstGeom>
          <a:noFill/>
          <a:ln/>
        </p:spPr>
        <p:txBody>
          <a:bodyPr wrap="square" lIns="0" tIns="0" rIns="0" bIns="0" rtlCol="0" anchor="t">
            <a:normAutofit lnSpcReduction="10000"/>
          </a:bodyPr>
          <a:lstStyle/>
          <a:p>
            <a:pPr marL="0" indent="0" algn="ctr">
              <a:buNone/>
            </a:pPr>
            <a:r>
              <a:rPr lang="fr-CA" sz="1620" noProof="0" dirty="0">
                <a:solidFill>
                  <a:srgbClr val="486581"/>
                </a:solidFill>
                <a:latin typeface="Calibri" pitchFamily="34" charset="0"/>
                <a:ea typeface="Calibri" pitchFamily="34" charset="-122"/>
                <a:cs typeface="Calibri" pitchFamily="34" charset="-120"/>
              </a:rPr>
              <a:t>Consommation</a:t>
            </a:r>
          </a:p>
          <a:p>
            <a:pPr marL="0" indent="0" algn="ctr">
              <a:buNone/>
            </a:pPr>
            <a:r>
              <a:rPr lang="fr-CA" sz="1620" noProof="0" dirty="0">
                <a:solidFill>
                  <a:srgbClr val="486581"/>
                </a:solidFill>
                <a:latin typeface="Calibri" pitchFamily="34" charset="0"/>
                <a:ea typeface="Calibri" pitchFamily="34" charset="-122"/>
                <a:cs typeface="Calibri" pitchFamily="34" charset="-120"/>
              </a:rPr>
              <a:t>Des évènements (idempotence)</a:t>
            </a:r>
            <a:endParaRPr lang="fr-CA" sz="1620" noProof="0" dirty="0"/>
          </a:p>
        </p:txBody>
      </p:sp>
      <p:sp>
        <p:nvSpPr>
          <p:cNvPr id="53" name="Text 7">
            <a:extLst>
              <a:ext uri="{FF2B5EF4-FFF2-40B4-BE49-F238E27FC236}">
                <a16:creationId xmlns:a16="http://schemas.microsoft.com/office/drawing/2014/main" id="{F7640485-F12C-A6C0-294C-473C59F76B65}"/>
              </a:ext>
            </a:extLst>
          </p:cNvPr>
          <p:cNvSpPr/>
          <p:nvPr>
            <p:custDataLst>
              <p:tags r:id="rId25"/>
            </p:custDataLst>
          </p:nvPr>
        </p:nvSpPr>
        <p:spPr>
          <a:xfrm>
            <a:off x="503734" y="1973077"/>
            <a:ext cx="493776" cy="438912"/>
          </a:xfrm>
          <a:prstGeom prst="rect">
            <a:avLst/>
          </a:prstGeom>
          <a:noFill/>
          <a:ln/>
        </p:spPr>
        <p:txBody>
          <a:bodyPr wrap="square" lIns="0" tIns="0" rIns="0" bIns="0" rtlCol="0" anchor="t">
            <a:normAutofit/>
          </a:bodyPr>
          <a:lstStyle/>
          <a:p>
            <a:pPr marL="0" indent="0">
              <a:buNone/>
            </a:pPr>
            <a:r>
              <a:rPr lang="fr-CA" sz="2500" b="1" dirty="0">
                <a:solidFill>
                  <a:srgbClr val="1F6FEB"/>
                </a:solidFill>
                <a:latin typeface="Calibri" pitchFamily="34" charset="0"/>
                <a:ea typeface="Calibri" pitchFamily="34" charset="-122"/>
                <a:cs typeface="Calibri" pitchFamily="34" charset="-120"/>
              </a:rPr>
              <a:t>01</a:t>
            </a:r>
            <a:endParaRPr lang="fr-CA" sz="2500" dirty="0"/>
          </a:p>
        </p:txBody>
      </p:sp>
      <p:sp>
        <p:nvSpPr>
          <p:cNvPr id="55" name="Text 8">
            <a:extLst>
              <a:ext uri="{FF2B5EF4-FFF2-40B4-BE49-F238E27FC236}">
                <a16:creationId xmlns:a16="http://schemas.microsoft.com/office/drawing/2014/main" id="{182EB3B2-C02F-010F-B4D0-75D5D4852792}"/>
              </a:ext>
            </a:extLst>
          </p:cNvPr>
          <p:cNvSpPr/>
          <p:nvPr>
            <p:custDataLst>
              <p:tags r:id="rId26"/>
            </p:custDataLst>
          </p:nvPr>
        </p:nvSpPr>
        <p:spPr>
          <a:xfrm>
            <a:off x="910110" y="2025185"/>
            <a:ext cx="2163898" cy="334274"/>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Clé</a:t>
            </a:r>
            <a:r>
              <a:rPr lang="fr-CA" sz="2000" b="1" dirty="0">
                <a:solidFill>
                  <a:srgbClr val="102A43"/>
                </a:solidFill>
                <a:latin typeface="Calibri" pitchFamily="34" charset="0"/>
                <a:ea typeface="Calibri" pitchFamily="34" charset="-122"/>
                <a:cs typeface="Calibri" pitchFamily="34" charset="-120"/>
              </a:rPr>
              <a:t>, </a:t>
            </a:r>
            <a:r>
              <a:rPr lang="fr-CA" sz="2000" b="1" noProof="0" dirty="0">
                <a:solidFill>
                  <a:srgbClr val="102A43"/>
                </a:solidFill>
                <a:latin typeface="Calibri" pitchFamily="34" charset="0"/>
                <a:ea typeface="Calibri" pitchFamily="34" charset="-122"/>
                <a:cs typeface="Calibri" pitchFamily="34" charset="-120"/>
              </a:rPr>
              <a:t>Latence, verrou</a:t>
            </a:r>
            <a:endParaRPr lang="fr-CA" sz="2000" noProof="0" dirty="0"/>
          </a:p>
        </p:txBody>
      </p:sp>
      <p:sp>
        <p:nvSpPr>
          <p:cNvPr id="57" name="Text 9">
            <a:extLst>
              <a:ext uri="{FF2B5EF4-FFF2-40B4-BE49-F238E27FC236}">
                <a16:creationId xmlns:a16="http://schemas.microsoft.com/office/drawing/2014/main" id="{940CBE00-298F-58DC-E8E3-834826692EEC}"/>
              </a:ext>
            </a:extLst>
          </p:cNvPr>
          <p:cNvSpPr/>
          <p:nvPr>
            <p:custDataLst>
              <p:tags r:id="rId27"/>
            </p:custDataLst>
          </p:nvPr>
        </p:nvSpPr>
        <p:spPr>
          <a:xfrm>
            <a:off x="910110" y="2417836"/>
            <a:ext cx="2014657" cy="658368"/>
          </a:xfrm>
          <a:prstGeom prst="rect">
            <a:avLst/>
          </a:prstGeom>
          <a:noFill/>
          <a:ln/>
        </p:spPr>
        <p:txBody>
          <a:bodyPr wrap="square" lIns="0" tIns="0" rIns="0" bIns="0" rtlCol="0" anchor="t">
            <a:normAutofit/>
          </a:bodyPr>
          <a:lstStyle/>
          <a:p>
            <a:pPr marL="0" indent="0">
              <a:buNone/>
            </a:pPr>
            <a:r>
              <a:rPr lang="fr-CA" sz="1720" dirty="0">
                <a:solidFill>
                  <a:srgbClr val="486581"/>
                </a:solidFill>
                <a:latin typeface="Calibri" pitchFamily="34" charset="0"/>
                <a:ea typeface="Calibri" pitchFamily="34" charset="-122"/>
                <a:cs typeface="Calibri" pitchFamily="34" charset="-120"/>
              </a:rPr>
              <a:t>Rendre visible l'effet du parallélisme.</a:t>
            </a:r>
            <a:endParaRPr lang="fr-CA" sz="1720" dirty="0"/>
          </a:p>
        </p:txBody>
      </p:sp>
      <p:sp>
        <p:nvSpPr>
          <p:cNvPr id="59" name="Text 10">
            <a:extLst>
              <a:ext uri="{FF2B5EF4-FFF2-40B4-BE49-F238E27FC236}">
                <a16:creationId xmlns:a16="http://schemas.microsoft.com/office/drawing/2014/main" id="{99145F6A-9FFA-D8C7-6700-F1791687451A}"/>
              </a:ext>
            </a:extLst>
          </p:cNvPr>
          <p:cNvSpPr/>
          <p:nvPr>
            <p:custDataLst>
              <p:tags r:id="rId28"/>
            </p:custDataLst>
          </p:nvPr>
        </p:nvSpPr>
        <p:spPr>
          <a:xfrm>
            <a:off x="503734" y="3175408"/>
            <a:ext cx="493776" cy="438912"/>
          </a:xfrm>
          <a:prstGeom prst="rect">
            <a:avLst/>
          </a:prstGeom>
          <a:noFill/>
          <a:ln/>
        </p:spPr>
        <p:txBody>
          <a:bodyPr wrap="square" lIns="0" tIns="0" rIns="0" bIns="0" rtlCol="0" anchor="t">
            <a:normAutofit/>
          </a:bodyPr>
          <a:lstStyle/>
          <a:p>
            <a:pPr marL="0" indent="0">
              <a:buNone/>
            </a:pPr>
            <a:r>
              <a:rPr lang="fr-CA" sz="2500" b="1" dirty="0">
                <a:solidFill>
                  <a:srgbClr val="0F766E"/>
                </a:solidFill>
                <a:latin typeface="Calibri" pitchFamily="34" charset="0"/>
                <a:ea typeface="Calibri" pitchFamily="34" charset="-122"/>
                <a:cs typeface="Calibri" pitchFamily="34" charset="-120"/>
              </a:rPr>
              <a:t>02</a:t>
            </a:r>
            <a:endParaRPr lang="fr-CA" sz="2500" dirty="0"/>
          </a:p>
        </p:txBody>
      </p:sp>
      <p:sp>
        <p:nvSpPr>
          <p:cNvPr id="61" name="Text 11">
            <a:extLst>
              <a:ext uri="{FF2B5EF4-FFF2-40B4-BE49-F238E27FC236}">
                <a16:creationId xmlns:a16="http://schemas.microsoft.com/office/drawing/2014/main" id="{9BD9A9F0-1757-EAD2-7433-E8300DD8F3EB}"/>
              </a:ext>
            </a:extLst>
          </p:cNvPr>
          <p:cNvSpPr/>
          <p:nvPr>
            <p:custDataLst>
              <p:tags r:id="rId29"/>
            </p:custDataLst>
          </p:nvPr>
        </p:nvSpPr>
        <p:spPr>
          <a:xfrm>
            <a:off x="910110" y="3236747"/>
            <a:ext cx="2023907" cy="345464"/>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Pause, Rejeu</a:t>
            </a:r>
            <a:endParaRPr lang="fr-CA" sz="2000" noProof="0" dirty="0"/>
          </a:p>
        </p:txBody>
      </p:sp>
      <p:sp>
        <p:nvSpPr>
          <p:cNvPr id="63" name="Text 12">
            <a:extLst>
              <a:ext uri="{FF2B5EF4-FFF2-40B4-BE49-F238E27FC236}">
                <a16:creationId xmlns:a16="http://schemas.microsoft.com/office/drawing/2014/main" id="{3E908D0D-22BA-0168-A32A-26402E709D1A}"/>
              </a:ext>
            </a:extLst>
          </p:cNvPr>
          <p:cNvSpPr/>
          <p:nvPr>
            <p:custDataLst>
              <p:tags r:id="rId30"/>
            </p:custDataLst>
          </p:nvPr>
        </p:nvSpPr>
        <p:spPr>
          <a:xfrm>
            <a:off x="919361" y="3651201"/>
            <a:ext cx="2014656" cy="658368"/>
          </a:xfrm>
          <a:prstGeom prst="rect">
            <a:avLst/>
          </a:prstGeom>
          <a:noFill/>
          <a:ln/>
        </p:spPr>
        <p:txBody>
          <a:bodyPr wrap="square" lIns="0" tIns="0" rIns="0" bIns="0" rtlCol="0" anchor="t">
            <a:normAutofit/>
          </a:bodyPr>
          <a:lstStyle/>
          <a:p>
            <a:pPr marL="0" indent="0">
              <a:buNone/>
            </a:pPr>
            <a:r>
              <a:rPr lang="fr-CA" sz="1720" dirty="0">
                <a:solidFill>
                  <a:srgbClr val="486581"/>
                </a:solidFill>
                <a:latin typeface="Calibri" pitchFamily="34" charset="0"/>
                <a:ea typeface="Calibri" pitchFamily="34" charset="-122"/>
                <a:cs typeface="Calibri" pitchFamily="34" charset="-120"/>
              </a:rPr>
              <a:t>Voir la progression et la reprise.</a:t>
            </a:r>
            <a:endParaRPr lang="fr-CA" sz="1720" dirty="0"/>
          </a:p>
        </p:txBody>
      </p:sp>
      <p:sp>
        <p:nvSpPr>
          <p:cNvPr id="65" name="Text 13">
            <a:extLst>
              <a:ext uri="{FF2B5EF4-FFF2-40B4-BE49-F238E27FC236}">
                <a16:creationId xmlns:a16="http://schemas.microsoft.com/office/drawing/2014/main" id="{0EF8083F-A433-C2B8-3123-9518BD43E18D}"/>
              </a:ext>
            </a:extLst>
          </p:cNvPr>
          <p:cNvSpPr/>
          <p:nvPr>
            <p:custDataLst>
              <p:tags r:id="rId31"/>
            </p:custDataLst>
          </p:nvPr>
        </p:nvSpPr>
        <p:spPr>
          <a:xfrm>
            <a:off x="503734" y="4356473"/>
            <a:ext cx="493776" cy="438912"/>
          </a:xfrm>
          <a:prstGeom prst="rect">
            <a:avLst/>
          </a:prstGeom>
          <a:noFill/>
          <a:ln/>
        </p:spPr>
        <p:txBody>
          <a:bodyPr wrap="square" lIns="0" tIns="0" rIns="0" bIns="0" rtlCol="0" anchor="t">
            <a:normAutofit/>
          </a:bodyPr>
          <a:lstStyle/>
          <a:p>
            <a:pPr marL="0" indent="0">
              <a:buNone/>
            </a:pPr>
            <a:r>
              <a:rPr lang="fr-CA" sz="2500" b="1" dirty="0">
                <a:solidFill>
                  <a:srgbClr val="B45309"/>
                </a:solidFill>
                <a:latin typeface="Calibri" pitchFamily="34" charset="0"/>
                <a:ea typeface="Calibri" pitchFamily="34" charset="-122"/>
                <a:cs typeface="Calibri" pitchFamily="34" charset="-120"/>
              </a:rPr>
              <a:t>03</a:t>
            </a:r>
            <a:endParaRPr lang="fr-CA" sz="2500" dirty="0"/>
          </a:p>
        </p:txBody>
      </p:sp>
      <p:sp>
        <p:nvSpPr>
          <p:cNvPr id="67" name="Text 14">
            <a:extLst>
              <a:ext uri="{FF2B5EF4-FFF2-40B4-BE49-F238E27FC236}">
                <a16:creationId xmlns:a16="http://schemas.microsoft.com/office/drawing/2014/main" id="{D6905712-D464-5155-A824-D412E3C299A0}"/>
              </a:ext>
            </a:extLst>
          </p:cNvPr>
          <p:cNvSpPr/>
          <p:nvPr>
            <p:custDataLst>
              <p:tags r:id="rId32"/>
            </p:custDataLst>
          </p:nvPr>
        </p:nvSpPr>
        <p:spPr>
          <a:xfrm>
            <a:off x="910111" y="4418369"/>
            <a:ext cx="2014656" cy="334274"/>
          </a:xfrm>
          <a:prstGeom prst="rect">
            <a:avLst/>
          </a:prstGeom>
          <a:noFill/>
          <a:ln/>
        </p:spPr>
        <p:txBody>
          <a:bodyPr wrap="square" lIns="0" tIns="0" rIns="0" bIns="0" rtlCol="0" anchor="t">
            <a:normAutofit/>
          </a:bodyPr>
          <a:lstStyle/>
          <a:p>
            <a:pPr marL="0" indent="0">
              <a:buNone/>
            </a:pPr>
            <a:r>
              <a:rPr lang="fr-CA" sz="2000" b="1" dirty="0">
                <a:solidFill>
                  <a:srgbClr val="102A43"/>
                </a:solidFill>
                <a:latin typeface="Calibri" pitchFamily="34" charset="0"/>
                <a:ea typeface="Calibri" pitchFamily="34" charset="-122"/>
                <a:cs typeface="Calibri" pitchFamily="34" charset="-120"/>
              </a:rPr>
              <a:t>Option Flink</a:t>
            </a:r>
            <a:endParaRPr lang="fr-CA" sz="2000" dirty="0"/>
          </a:p>
        </p:txBody>
      </p:sp>
      <p:sp>
        <p:nvSpPr>
          <p:cNvPr id="69" name="Text 15">
            <a:extLst>
              <a:ext uri="{FF2B5EF4-FFF2-40B4-BE49-F238E27FC236}">
                <a16:creationId xmlns:a16="http://schemas.microsoft.com/office/drawing/2014/main" id="{B156AC13-30B4-2E87-6CF8-6BA9AD48F6ED}"/>
              </a:ext>
            </a:extLst>
          </p:cNvPr>
          <p:cNvSpPr/>
          <p:nvPr>
            <p:custDataLst>
              <p:tags r:id="rId33"/>
            </p:custDataLst>
          </p:nvPr>
        </p:nvSpPr>
        <p:spPr>
          <a:xfrm>
            <a:off x="910111" y="4851168"/>
            <a:ext cx="2032946" cy="658368"/>
          </a:xfrm>
          <a:prstGeom prst="rect">
            <a:avLst/>
          </a:prstGeom>
          <a:noFill/>
          <a:ln/>
        </p:spPr>
        <p:txBody>
          <a:bodyPr wrap="square" lIns="0" tIns="0" rIns="0" bIns="0" rtlCol="0" anchor="t">
            <a:normAutofit/>
          </a:bodyPr>
          <a:lstStyle/>
          <a:p>
            <a:pPr marL="0" indent="0">
              <a:buNone/>
            </a:pPr>
            <a:r>
              <a:rPr lang="fr-CA" sz="1720" dirty="0">
                <a:solidFill>
                  <a:srgbClr val="486581"/>
                </a:solidFill>
                <a:latin typeface="Calibri" pitchFamily="34" charset="0"/>
                <a:ea typeface="Calibri" pitchFamily="34" charset="-122"/>
                <a:cs typeface="Calibri" pitchFamily="34" charset="-120"/>
              </a:rPr>
              <a:t>Alternative Flink pour le traitement.</a:t>
            </a:r>
            <a:endParaRPr lang="fr-CA" sz="1720" dirty="0"/>
          </a:p>
        </p:txBody>
      </p:sp>
      <p:pic>
        <p:nvPicPr>
          <p:cNvPr id="24" name="Image 23">
            <a:extLst>
              <a:ext uri="{FF2B5EF4-FFF2-40B4-BE49-F238E27FC236}">
                <a16:creationId xmlns:a16="http://schemas.microsoft.com/office/drawing/2014/main" id="{DA8AF2A7-165F-2CA5-622B-B0F40B0715E3}"/>
              </a:ext>
            </a:extLst>
          </p:cNvPr>
          <p:cNvPicPr>
            <a:picLocks noChangeAspect="1"/>
          </p:cNvPicPr>
          <p:nvPr/>
        </p:nvPicPr>
        <p:blipFill>
          <a:blip r:embed="rId36"/>
          <a:stretch>
            <a:fillRect/>
          </a:stretch>
        </p:blipFill>
        <p:spPr>
          <a:xfrm>
            <a:off x="3074008" y="2098316"/>
            <a:ext cx="4870968" cy="325092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fr-CA" dirty="0"/>
          </a:p>
        </p:txBody>
      </p:sp>
      <p:sp>
        <p:nvSpPr>
          <p:cNvPr id="3" name="Text 1"/>
          <p:cNvSpPr/>
          <p:nvPr>
            <p:custDataLst>
              <p:tags r:id="rId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fr-CA" sz="1100" b="1" kern="0" spc="50" dirty="0">
                <a:solidFill>
                  <a:srgbClr val="1F6FEB"/>
                </a:solidFill>
                <a:latin typeface="Calibri" pitchFamily="34" charset="0"/>
                <a:ea typeface="Calibri" pitchFamily="34" charset="-122"/>
                <a:cs typeface="Calibri" pitchFamily="34" charset="-120"/>
              </a:rPr>
              <a:t>01 / DÉCOUVRIR</a:t>
            </a:r>
            <a:endParaRPr lang="fr-CA" sz="1100" dirty="0"/>
          </a:p>
        </p:txBody>
      </p:sp>
      <p:sp>
        <p:nvSpPr>
          <p:cNvPr id="4" name="Text 2"/>
          <p:cNvSpPr/>
          <p:nvPr>
            <p:custDataLst>
              <p:tags r:id="rId3"/>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fr-CA" sz="1000" b="1" dirty="0">
                <a:solidFill>
                  <a:srgbClr val="829AB1"/>
                </a:solidFill>
                <a:latin typeface="Calibri" pitchFamily="34" charset="0"/>
                <a:ea typeface="Calibri" pitchFamily="34" charset="-122"/>
                <a:cs typeface="Calibri" pitchFamily="34" charset="-120"/>
              </a:rPr>
              <a:t>CHEMIN KAFKA</a:t>
            </a:r>
            <a:endParaRPr lang="fr-CA" sz="1000" dirty="0"/>
          </a:p>
        </p:txBody>
      </p:sp>
      <p:sp>
        <p:nvSpPr>
          <p:cNvPr id="5" name="Text 3"/>
          <p:cNvSpPr/>
          <p:nvPr>
            <p:custDataLst>
              <p:tags r:id="rId4"/>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fr-CA" sz="2700" b="1" dirty="0">
                <a:solidFill>
                  <a:srgbClr val="102A43"/>
                </a:solidFill>
                <a:latin typeface="Calibri" pitchFamily="34" charset="0"/>
                <a:ea typeface="Calibri" pitchFamily="34" charset="-122"/>
                <a:cs typeface="Calibri" pitchFamily="34" charset="-120"/>
              </a:rPr>
              <a:t>Suivre une requête(message) de bout en bout</a:t>
            </a:r>
            <a:endParaRPr lang="fr-CA" sz="2700" dirty="0"/>
          </a:p>
        </p:txBody>
      </p:sp>
      <p:sp>
        <p:nvSpPr>
          <p:cNvPr id="6" name="Text 4"/>
          <p:cNvSpPr/>
          <p:nvPr>
            <p:custDataLst>
              <p:tags r:id="rId5"/>
            </p:custDataLst>
          </p:nvPr>
        </p:nvSpPr>
        <p:spPr>
          <a:xfrm>
            <a:off x="530352" y="1508760"/>
            <a:ext cx="11018520" cy="475376"/>
          </a:xfrm>
          <a:prstGeom prst="rect">
            <a:avLst/>
          </a:prstGeom>
          <a:noFill/>
          <a:ln/>
        </p:spPr>
        <p:txBody>
          <a:bodyPr wrap="square" lIns="0" tIns="0" rIns="0" bIns="0" rtlCol="0" anchor="t">
            <a:normAutofit/>
          </a:bodyPr>
          <a:lstStyle/>
          <a:p>
            <a:pPr marL="0" indent="0">
              <a:buNone/>
            </a:pPr>
            <a:r>
              <a:rPr lang="fr-CA" sz="1650" noProof="0" dirty="0">
                <a:solidFill>
                  <a:srgbClr val="486581"/>
                </a:solidFill>
                <a:latin typeface="Calibri" pitchFamily="34" charset="0"/>
                <a:ea typeface="Calibri" pitchFamily="34" charset="-122"/>
                <a:cs typeface="Calibri" pitchFamily="34" charset="-120"/>
              </a:rPr>
              <a:t>Chaque composante porte une responsabilité distincte; les frontières de validation viendront ensuite.</a:t>
            </a:r>
            <a:endParaRPr lang="fr-CA" sz="1650" dirty="0"/>
          </a:p>
        </p:txBody>
      </p:sp>
      <p:sp>
        <p:nvSpPr>
          <p:cNvPr id="7" name="Text 5"/>
          <p:cNvSpPr/>
          <p:nvPr>
            <p:custDataLst>
              <p:tags r:id="rId6"/>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fr-CA" sz="900" dirty="0">
                <a:solidFill>
                  <a:srgbClr val="486581"/>
                </a:solidFill>
                <a:latin typeface="Calibri" pitchFamily="34" charset="0"/>
                <a:ea typeface="Calibri" pitchFamily="34" charset="-122"/>
                <a:cs typeface="Calibri" pitchFamily="34" charset="-120"/>
              </a:rPr>
              <a:t>Guide d'ingénierie Kafka · Projet EDA</a:t>
            </a:r>
            <a:endParaRPr lang="fr-CA" sz="900" dirty="0"/>
          </a:p>
        </p:txBody>
      </p:sp>
      <p:sp>
        <p:nvSpPr>
          <p:cNvPr id="8" name="Text 6"/>
          <p:cNvSpPr/>
          <p:nvPr>
            <p:custDataLst>
              <p:tags r:id="rId7"/>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fr-CA" sz="900" dirty="0">
                <a:solidFill>
                  <a:srgbClr val="486581"/>
                </a:solidFill>
                <a:latin typeface="Calibri" pitchFamily="34" charset="0"/>
                <a:ea typeface="Calibri" pitchFamily="34" charset="-122"/>
                <a:cs typeface="Calibri" pitchFamily="34" charset="-120"/>
              </a:rPr>
              <a:t>07</a:t>
            </a:r>
            <a:endParaRPr lang="fr-CA" sz="900" dirty="0"/>
          </a:p>
        </p:txBody>
      </p:sp>
      <p:sp>
        <p:nvSpPr>
          <p:cNvPr id="9" name="Shape 7"/>
          <p:cNvSpPr/>
          <p:nvPr>
            <p:custDataLst>
              <p:tags r:id="rId8"/>
            </p:custDataLst>
          </p:nvPr>
        </p:nvSpPr>
        <p:spPr>
          <a:xfrm>
            <a:off x="531876" y="2994493"/>
            <a:ext cx="1984248" cy="1499671"/>
          </a:xfrm>
          <a:prstGeom prst="roundRect">
            <a:avLst>
              <a:gd name="adj" fmla="val 5747"/>
            </a:avLst>
          </a:prstGeom>
          <a:solidFill>
            <a:srgbClr val="EFF6FF"/>
          </a:solidFill>
          <a:ln w="8890">
            <a:solidFill>
              <a:srgbClr val="1F6FEB"/>
            </a:solidFill>
            <a:prstDash val="solid"/>
          </a:ln>
        </p:spPr>
        <p:txBody>
          <a:bodyPr/>
          <a:lstStyle/>
          <a:p>
            <a:endParaRPr lang="fr-CA" dirty="0"/>
          </a:p>
        </p:txBody>
      </p:sp>
      <p:sp>
        <p:nvSpPr>
          <p:cNvPr id="10" name="Text 8"/>
          <p:cNvSpPr/>
          <p:nvPr>
            <p:custDataLst>
              <p:tags r:id="rId9"/>
            </p:custDataLst>
          </p:nvPr>
        </p:nvSpPr>
        <p:spPr>
          <a:xfrm>
            <a:off x="678180" y="3195661"/>
            <a:ext cx="1691640" cy="475488"/>
          </a:xfrm>
          <a:prstGeom prst="rect">
            <a:avLst/>
          </a:prstGeom>
          <a:noFill/>
          <a:ln/>
        </p:spPr>
        <p:txBody>
          <a:bodyPr wrap="square" lIns="0" tIns="0" rIns="0" bIns="0" rtlCol="0" anchor="t">
            <a:normAutofit/>
          </a:bodyPr>
          <a:lstStyle/>
          <a:p>
            <a:pPr marL="0" indent="0" algn="ctr">
              <a:buNone/>
            </a:pPr>
            <a:r>
              <a:rPr lang="fr-CA" sz="1850" b="1" dirty="0">
                <a:solidFill>
                  <a:srgbClr val="1F6FEB"/>
                </a:solidFill>
                <a:latin typeface="Calibri" pitchFamily="34" charset="0"/>
                <a:ea typeface="Calibri" pitchFamily="34" charset="-122"/>
                <a:cs typeface="Calibri" pitchFamily="34" charset="-120"/>
              </a:rPr>
              <a:t>Nuxt</a:t>
            </a:r>
            <a:endParaRPr lang="fr-CA" sz="1850" dirty="0"/>
          </a:p>
        </p:txBody>
      </p:sp>
      <p:sp>
        <p:nvSpPr>
          <p:cNvPr id="11" name="Text 9"/>
          <p:cNvSpPr/>
          <p:nvPr>
            <p:custDataLst>
              <p:tags r:id="rId10"/>
            </p:custDataLst>
          </p:nvPr>
        </p:nvSpPr>
        <p:spPr>
          <a:xfrm>
            <a:off x="696468" y="3762589"/>
            <a:ext cx="1655064" cy="685800"/>
          </a:xfrm>
          <a:prstGeom prst="rect">
            <a:avLst/>
          </a:prstGeom>
          <a:noFill/>
          <a:ln/>
        </p:spPr>
        <p:txBody>
          <a:bodyPr wrap="square" lIns="0" tIns="0" rIns="0" bIns="0" rtlCol="0" anchor="t">
            <a:normAutofit/>
          </a:bodyPr>
          <a:lstStyle/>
          <a:p>
            <a:pPr marL="0" indent="0" algn="ctr">
              <a:buNone/>
            </a:pPr>
            <a:r>
              <a:rPr lang="fr-CA" sz="1620" dirty="0">
                <a:solidFill>
                  <a:srgbClr val="486581"/>
                </a:solidFill>
                <a:latin typeface="Calibri" pitchFamily="34" charset="0"/>
                <a:ea typeface="Calibri" pitchFamily="34" charset="-122"/>
                <a:cs typeface="Calibri" pitchFamily="34" charset="-120"/>
              </a:rPr>
              <a:t>Démarrer</a:t>
            </a:r>
            <a:endParaRPr lang="fr-CA" sz="1620" dirty="0"/>
          </a:p>
          <a:p>
            <a:pPr marL="0" indent="0" algn="ctr">
              <a:buNone/>
            </a:pPr>
            <a:r>
              <a:rPr lang="fr-CA" sz="1620" dirty="0">
                <a:solidFill>
                  <a:srgbClr val="486581"/>
                </a:solidFill>
                <a:latin typeface="Calibri" pitchFamily="34" charset="0"/>
                <a:ea typeface="Calibri" pitchFamily="34" charset="-122"/>
                <a:cs typeface="Calibri" pitchFamily="34" charset="-120"/>
              </a:rPr>
              <a:t>le pipeline</a:t>
            </a:r>
            <a:endParaRPr lang="fr-CA" sz="1620" dirty="0"/>
          </a:p>
        </p:txBody>
      </p:sp>
      <p:sp>
        <p:nvSpPr>
          <p:cNvPr id="12" name="Shape 10"/>
          <p:cNvSpPr/>
          <p:nvPr>
            <p:custDataLst>
              <p:tags r:id="rId11"/>
            </p:custDataLst>
          </p:nvPr>
        </p:nvSpPr>
        <p:spPr>
          <a:xfrm>
            <a:off x="2516124" y="3762589"/>
            <a:ext cx="301752" cy="0"/>
          </a:xfrm>
          <a:prstGeom prst="line">
            <a:avLst/>
          </a:prstGeom>
          <a:noFill/>
          <a:ln w="28575">
            <a:solidFill>
              <a:srgbClr val="1F6FEB"/>
            </a:solidFill>
            <a:prstDash val="solid"/>
            <a:headEnd type="none"/>
            <a:tailEnd type="triangle"/>
          </a:ln>
        </p:spPr>
        <p:txBody>
          <a:bodyPr/>
          <a:lstStyle/>
          <a:p>
            <a:endParaRPr lang="fr-CA" dirty="0"/>
          </a:p>
        </p:txBody>
      </p:sp>
      <p:sp>
        <p:nvSpPr>
          <p:cNvPr id="16" name="Shape 14"/>
          <p:cNvSpPr/>
          <p:nvPr>
            <p:custDataLst>
              <p:tags r:id="rId12"/>
            </p:custDataLst>
          </p:nvPr>
        </p:nvSpPr>
        <p:spPr>
          <a:xfrm>
            <a:off x="4802124" y="3762589"/>
            <a:ext cx="301752" cy="0"/>
          </a:xfrm>
          <a:prstGeom prst="line">
            <a:avLst/>
          </a:prstGeom>
          <a:noFill/>
          <a:ln w="28575">
            <a:solidFill>
              <a:srgbClr val="1F6FEB"/>
            </a:solidFill>
            <a:prstDash val="solid"/>
            <a:headEnd type="none"/>
            <a:tailEnd type="triangle"/>
          </a:ln>
        </p:spPr>
        <p:txBody>
          <a:bodyPr/>
          <a:lstStyle/>
          <a:p>
            <a:endParaRPr lang="fr-CA" dirty="0"/>
          </a:p>
        </p:txBody>
      </p:sp>
      <p:sp>
        <p:nvSpPr>
          <p:cNvPr id="17" name="Shape 15"/>
          <p:cNvSpPr/>
          <p:nvPr>
            <p:custDataLst>
              <p:tags r:id="rId13"/>
            </p:custDataLst>
          </p:nvPr>
        </p:nvSpPr>
        <p:spPr>
          <a:xfrm>
            <a:off x="5103876" y="2994493"/>
            <a:ext cx="1984248" cy="1513780"/>
          </a:xfrm>
          <a:prstGeom prst="roundRect">
            <a:avLst>
              <a:gd name="adj" fmla="val 5747"/>
            </a:avLst>
          </a:prstGeom>
          <a:solidFill>
            <a:schemeClr val="accent4">
              <a:lumMod val="40000"/>
              <a:lumOff val="60000"/>
            </a:schemeClr>
          </a:solidFill>
          <a:ln w="8890">
            <a:solidFill>
              <a:srgbClr val="1F6FEB"/>
            </a:solidFill>
            <a:prstDash val="solid"/>
          </a:ln>
        </p:spPr>
        <p:txBody>
          <a:bodyPr/>
          <a:lstStyle/>
          <a:p>
            <a:endParaRPr lang="fr-CA" dirty="0"/>
          </a:p>
        </p:txBody>
      </p:sp>
      <p:sp>
        <p:nvSpPr>
          <p:cNvPr id="18" name="Text 16"/>
          <p:cNvSpPr/>
          <p:nvPr>
            <p:custDataLst>
              <p:tags r:id="rId14"/>
            </p:custDataLst>
          </p:nvPr>
        </p:nvSpPr>
        <p:spPr>
          <a:xfrm>
            <a:off x="5250180" y="3195661"/>
            <a:ext cx="1691640" cy="475488"/>
          </a:xfrm>
          <a:prstGeom prst="rect">
            <a:avLst/>
          </a:prstGeom>
          <a:noFill/>
          <a:ln/>
        </p:spPr>
        <p:txBody>
          <a:bodyPr wrap="square" lIns="0" tIns="0" rIns="0" bIns="0" rtlCol="0" anchor="t">
            <a:normAutofit/>
          </a:bodyPr>
          <a:lstStyle/>
          <a:p>
            <a:pPr marL="0" indent="0" algn="ctr">
              <a:buNone/>
            </a:pPr>
            <a:r>
              <a:rPr lang="fr-CA" sz="1850" b="1" dirty="0">
                <a:solidFill>
                  <a:schemeClr val="accent4">
                    <a:lumMod val="50000"/>
                  </a:schemeClr>
                </a:solidFill>
                <a:latin typeface="Calibri" pitchFamily="34" charset="0"/>
                <a:ea typeface="Calibri" pitchFamily="34" charset="-122"/>
                <a:cs typeface="Calibri" pitchFamily="34" charset="-120"/>
              </a:rPr>
              <a:t>Kafka/Flink</a:t>
            </a:r>
            <a:endParaRPr lang="fr-CA" sz="1850" dirty="0">
              <a:solidFill>
                <a:schemeClr val="accent4">
                  <a:lumMod val="50000"/>
                </a:schemeClr>
              </a:solidFill>
            </a:endParaRPr>
          </a:p>
        </p:txBody>
      </p:sp>
      <p:sp>
        <p:nvSpPr>
          <p:cNvPr id="19" name="Text 17"/>
          <p:cNvSpPr/>
          <p:nvPr>
            <p:custDataLst>
              <p:tags r:id="rId15"/>
            </p:custDataLst>
          </p:nvPr>
        </p:nvSpPr>
        <p:spPr>
          <a:xfrm>
            <a:off x="5268468" y="3762589"/>
            <a:ext cx="1655064" cy="685800"/>
          </a:xfrm>
          <a:prstGeom prst="rect">
            <a:avLst/>
          </a:prstGeom>
          <a:noFill/>
          <a:ln/>
        </p:spPr>
        <p:txBody>
          <a:bodyPr wrap="square" lIns="0" tIns="0" rIns="0" bIns="0" rtlCol="0" anchor="t">
            <a:normAutofit/>
          </a:bodyPr>
          <a:lstStyle/>
          <a:p>
            <a:pPr marL="0" indent="0" algn="ctr">
              <a:buNone/>
            </a:pPr>
            <a:r>
              <a:rPr lang="fr-CA" sz="1620" dirty="0">
                <a:solidFill>
                  <a:srgbClr val="486581"/>
                </a:solidFill>
                <a:latin typeface="Calibri" pitchFamily="34" charset="0"/>
                <a:ea typeface="Calibri" pitchFamily="34" charset="-122"/>
                <a:cs typeface="Calibri" pitchFamily="34" charset="-120"/>
              </a:rPr>
              <a:t>Conserver</a:t>
            </a:r>
            <a:endParaRPr lang="fr-CA" sz="1620" dirty="0"/>
          </a:p>
          <a:p>
            <a:pPr marL="0" indent="0" algn="ctr">
              <a:buNone/>
            </a:pPr>
            <a:r>
              <a:rPr lang="fr-CA" sz="1620" dirty="0">
                <a:solidFill>
                  <a:srgbClr val="486581"/>
                </a:solidFill>
                <a:latin typeface="Calibri" pitchFamily="34" charset="0"/>
                <a:ea typeface="Calibri" pitchFamily="34" charset="-122"/>
                <a:cs typeface="Calibri" pitchFamily="34" charset="-120"/>
              </a:rPr>
              <a:t>les messages</a:t>
            </a:r>
            <a:endParaRPr lang="fr-CA" sz="1620" dirty="0"/>
          </a:p>
        </p:txBody>
      </p:sp>
      <p:sp>
        <p:nvSpPr>
          <p:cNvPr id="20" name="Shape 18"/>
          <p:cNvSpPr/>
          <p:nvPr>
            <p:custDataLst>
              <p:tags r:id="rId16"/>
            </p:custDataLst>
          </p:nvPr>
        </p:nvSpPr>
        <p:spPr>
          <a:xfrm>
            <a:off x="7088124" y="3762589"/>
            <a:ext cx="301752" cy="0"/>
          </a:xfrm>
          <a:prstGeom prst="line">
            <a:avLst/>
          </a:prstGeom>
          <a:noFill/>
          <a:ln w="28575">
            <a:solidFill>
              <a:srgbClr val="1F6FEB"/>
            </a:solidFill>
            <a:prstDash val="solid"/>
            <a:headEnd type="none"/>
            <a:tailEnd type="triangle"/>
          </a:ln>
        </p:spPr>
        <p:txBody>
          <a:bodyPr/>
          <a:lstStyle/>
          <a:p>
            <a:endParaRPr lang="fr-CA" dirty="0"/>
          </a:p>
        </p:txBody>
      </p:sp>
      <p:sp>
        <p:nvSpPr>
          <p:cNvPr id="21" name="Shape 19"/>
          <p:cNvSpPr/>
          <p:nvPr>
            <p:custDataLst>
              <p:tags r:id="rId17"/>
            </p:custDataLst>
          </p:nvPr>
        </p:nvSpPr>
        <p:spPr>
          <a:xfrm>
            <a:off x="7389876" y="2994493"/>
            <a:ext cx="1984248" cy="1513780"/>
          </a:xfrm>
          <a:prstGeom prst="roundRect">
            <a:avLst>
              <a:gd name="adj" fmla="val 5747"/>
            </a:avLst>
          </a:prstGeom>
          <a:solidFill>
            <a:srgbClr val="EFFAF8"/>
          </a:solidFill>
          <a:ln w="8890">
            <a:solidFill>
              <a:srgbClr val="0F766E"/>
            </a:solidFill>
            <a:prstDash val="solid"/>
          </a:ln>
        </p:spPr>
        <p:txBody>
          <a:bodyPr/>
          <a:lstStyle/>
          <a:p>
            <a:endParaRPr lang="fr-CA" dirty="0"/>
          </a:p>
        </p:txBody>
      </p:sp>
      <p:sp>
        <p:nvSpPr>
          <p:cNvPr id="22" name="Text 20"/>
          <p:cNvSpPr/>
          <p:nvPr>
            <p:custDataLst>
              <p:tags r:id="rId18"/>
            </p:custDataLst>
          </p:nvPr>
        </p:nvSpPr>
        <p:spPr>
          <a:xfrm>
            <a:off x="7536180" y="3195661"/>
            <a:ext cx="1691640" cy="475488"/>
          </a:xfrm>
          <a:prstGeom prst="rect">
            <a:avLst/>
          </a:prstGeom>
          <a:noFill/>
          <a:ln/>
        </p:spPr>
        <p:txBody>
          <a:bodyPr wrap="square" lIns="0" tIns="0" rIns="0" bIns="0" rtlCol="0" anchor="t">
            <a:normAutofit/>
          </a:bodyPr>
          <a:lstStyle/>
          <a:p>
            <a:pPr marL="0" indent="0" algn="ctr">
              <a:buNone/>
            </a:pPr>
            <a:r>
              <a:rPr lang="fr-CA" sz="1850" b="1" dirty="0">
                <a:solidFill>
                  <a:srgbClr val="0F766E"/>
                </a:solidFill>
                <a:latin typeface="Calibri" pitchFamily="34" charset="0"/>
                <a:ea typeface="Calibri" pitchFamily="34" charset="-122"/>
                <a:cs typeface="Calibri" pitchFamily="34" charset="-120"/>
              </a:rPr>
              <a:t>Listener</a:t>
            </a:r>
            <a:endParaRPr lang="fr-CA" sz="1850" dirty="0"/>
          </a:p>
        </p:txBody>
      </p:sp>
      <p:sp>
        <p:nvSpPr>
          <p:cNvPr id="23" name="Text 21"/>
          <p:cNvSpPr/>
          <p:nvPr>
            <p:custDataLst>
              <p:tags r:id="rId19"/>
            </p:custDataLst>
          </p:nvPr>
        </p:nvSpPr>
        <p:spPr>
          <a:xfrm>
            <a:off x="7554468" y="3762589"/>
            <a:ext cx="1655064" cy="685800"/>
          </a:xfrm>
          <a:prstGeom prst="rect">
            <a:avLst/>
          </a:prstGeom>
          <a:noFill/>
          <a:ln/>
        </p:spPr>
        <p:txBody>
          <a:bodyPr wrap="square" lIns="0" tIns="0" rIns="0" bIns="0" rtlCol="0" anchor="t">
            <a:normAutofit/>
          </a:bodyPr>
          <a:lstStyle/>
          <a:p>
            <a:pPr marL="0" indent="0" algn="ctr">
              <a:buNone/>
            </a:pPr>
            <a:r>
              <a:rPr lang="fr-CA" sz="1620" dirty="0">
                <a:solidFill>
                  <a:srgbClr val="486581"/>
                </a:solidFill>
                <a:latin typeface="Calibri" pitchFamily="34" charset="0"/>
                <a:ea typeface="Calibri" pitchFamily="34" charset="-122"/>
                <a:cs typeface="Calibri" pitchFamily="34" charset="-120"/>
              </a:rPr>
              <a:t>Recevoir</a:t>
            </a:r>
            <a:endParaRPr lang="fr-CA" sz="1620" dirty="0"/>
          </a:p>
          <a:p>
            <a:pPr marL="0" indent="0" algn="ctr">
              <a:buNone/>
            </a:pPr>
            <a:r>
              <a:rPr lang="fr-CA" sz="1620" dirty="0">
                <a:solidFill>
                  <a:srgbClr val="486581"/>
                </a:solidFill>
                <a:latin typeface="Calibri" pitchFamily="34" charset="0"/>
                <a:ea typeface="Calibri" pitchFamily="34" charset="-122"/>
                <a:cs typeface="Calibri" pitchFamily="34" charset="-120"/>
              </a:rPr>
              <a:t>et déléguer</a:t>
            </a:r>
            <a:endParaRPr lang="fr-CA" sz="1620" dirty="0"/>
          </a:p>
        </p:txBody>
      </p:sp>
      <p:sp>
        <p:nvSpPr>
          <p:cNvPr id="24" name="Shape 22"/>
          <p:cNvSpPr/>
          <p:nvPr>
            <p:custDataLst>
              <p:tags r:id="rId20"/>
            </p:custDataLst>
          </p:nvPr>
        </p:nvSpPr>
        <p:spPr>
          <a:xfrm>
            <a:off x="9374124" y="3762589"/>
            <a:ext cx="301752" cy="0"/>
          </a:xfrm>
          <a:prstGeom prst="line">
            <a:avLst/>
          </a:prstGeom>
          <a:noFill/>
          <a:ln w="28575">
            <a:solidFill>
              <a:srgbClr val="1F6FEB"/>
            </a:solidFill>
            <a:prstDash val="solid"/>
            <a:headEnd type="none"/>
            <a:tailEnd type="triangle"/>
          </a:ln>
        </p:spPr>
        <p:txBody>
          <a:bodyPr/>
          <a:lstStyle/>
          <a:p>
            <a:endParaRPr lang="fr-CA" dirty="0"/>
          </a:p>
        </p:txBody>
      </p:sp>
      <p:sp>
        <p:nvSpPr>
          <p:cNvPr id="25" name="Shape 23"/>
          <p:cNvSpPr/>
          <p:nvPr>
            <p:custDataLst>
              <p:tags r:id="rId21"/>
            </p:custDataLst>
          </p:nvPr>
        </p:nvSpPr>
        <p:spPr>
          <a:xfrm>
            <a:off x="9675876" y="2994493"/>
            <a:ext cx="1984248" cy="1513780"/>
          </a:xfrm>
          <a:prstGeom prst="roundRect">
            <a:avLst>
              <a:gd name="adj" fmla="val 5747"/>
            </a:avLst>
          </a:prstGeom>
          <a:solidFill>
            <a:srgbClr val="EFFAF8"/>
          </a:solidFill>
          <a:ln w="8890">
            <a:solidFill>
              <a:srgbClr val="0F766E"/>
            </a:solidFill>
            <a:prstDash val="solid"/>
          </a:ln>
        </p:spPr>
        <p:txBody>
          <a:bodyPr/>
          <a:lstStyle/>
          <a:p>
            <a:endParaRPr lang="fr-CA" dirty="0"/>
          </a:p>
        </p:txBody>
      </p:sp>
      <p:sp>
        <p:nvSpPr>
          <p:cNvPr id="26" name="Text 24"/>
          <p:cNvSpPr/>
          <p:nvPr>
            <p:custDataLst>
              <p:tags r:id="rId22"/>
            </p:custDataLst>
          </p:nvPr>
        </p:nvSpPr>
        <p:spPr>
          <a:xfrm>
            <a:off x="9822180" y="3195661"/>
            <a:ext cx="1691640" cy="475488"/>
          </a:xfrm>
          <a:prstGeom prst="rect">
            <a:avLst/>
          </a:prstGeom>
          <a:noFill/>
          <a:ln/>
        </p:spPr>
        <p:txBody>
          <a:bodyPr wrap="square" lIns="0" tIns="0" rIns="0" bIns="0" rtlCol="0" anchor="t">
            <a:normAutofit/>
          </a:bodyPr>
          <a:lstStyle/>
          <a:p>
            <a:pPr marL="0" indent="0" algn="ctr">
              <a:buNone/>
            </a:pPr>
            <a:r>
              <a:rPr lang="fr-CA" sz="1850" b="1" dirty="0">
                <a:solidFill>
                  <a:srgbClr val="0F766E"/>
                </a:solidFill>
                <a:latin typeface="Calibri" pitchFamily="34" charset="0"/>
                <a:ea typeface="Calibri" pitchFamily="34" charset="-122"/>
                <a:cs typeface="Calibri" pitchFamily="34" charset="-120"/>
              </a:rPr>
              <a:t>ProcessorSrv</a:t>
            </a:r>
            <a:endParaRPr lang="fr-CA" sz="1850" dirty="0"/>
          </a:p>
        </p:txBody>
      </p:sp>
      <p:sp>
        <p:nvSpPr>
          <p:cNvPr id="27" name="Text 25"/>
          <p:cNvSpPr/>
          <p:nvPr>
            <p:custDataLst>
              <p:tags r:id="rId23"/>
            </p:custDataLst>
          </p:nvPr>
        </p:nvSpPr>
        <p:spPr>
          <a:xfrm>
            <a:off x="9840468" y="3762589"/>
            <a:ext cx="1655064" cy="685800"/>
          </a:xfrm>
          <a:prstGeom prst="rect">
            <a:avLst/>
          </a:prstGeom>
          <a:noFill/>
          <a:ln/>
        </p:spPr>
        <p:txBody>
          <a:bodyPr wrap="square" lIns="0" tIns="0" rIns="0" bIns="0" rtlCol="0" anchor="t">
            <a:normAutofit/>
          </a:bodyPr>
          <a:lstStyle/>
          <a:p>
            <a:pPr marL="0" indent="0" algn="ctr">
              <a:buNone/>
            </a:pPr>
            <a:r>
              <a:rPr lang="fr-CA" sz="1620" dirty="0">
                <a:solidFill>
                  <a:srgbClr val="486581"/>
                </a:solidFill>
                <a:latin typeface="Calibri" pitchFamily="34" charset="0"/>
                <a:ea typeface="Calibri" pitchFamily="34" charset="-122"/>
                <a:cs typeface="Calibri" pitchFamily="34" charset="-120"/>
              </a:rPr>
              <a:t>Traiter</a:t>
            </a:r>
            <a:endParaRPr lang="fr-CA" sz="1620" dirty="0"/>
          </a:p>
          <a:p>
            <a:pPr marL="0" indent="0" algn="ctr">
              <a:buNone/>
            </a:pPr>
            <a:r>
              <a:rPr lang="fr-CA" sz="1620" dirty="0">
                <a:solidFill>
                  <a:srgbClr val="486581"/>
                </a:solidFill>
                <a:latin typeface="Calibri" pitchFamily="34" charset="0"/>
                <a:ea typeface="Calibri" pitchFamily="34" charset="-122"/>
                <a:cs typeface="Calibri" pitchFamily="34" charset="-120"/>
              </a:rPr>
              <a:t>en transaction</a:t>
            </a:r>
            <a:endParaRPr lang="fr-CA" sz="1620" dirty="0"/>
          </a:p>
        </p:txBody>
      </p:sp>
      <p:sp>
        <p:nvSpPr>
          <p:cNvPr id="37" name="Shape 7">
            <a:extLst>
              <a:ext uri="{FF2B5EF4-FFF2-40B4-BE49-F238E27FC236}">
                <a16:creationId xmlns:a16="http://schemas.microsoft.com/office/drawing/2014/main" id="{5B618DCF-AC04-DCB2-6F18-C0D6DC0E02AB}"/>
              </a:ext>
            </a:extLst>
          </p:cNvPr>
          <p:cNvSpPr/>
          <p:nvPr>
            <p:custDataLst>
              <p:tags r:id="rId24"/>
            </p:custDataLst>
          </p:nvPr>
        </p:nvSpPr>
        <p:spPr>
          <a:xfrm>
            <a:off x="531876" y="4668236"/>
            <a:ext cx="4270248" cy="809301"/>
          </a:xfrm>
          <a:prstGeom prst="roundRect">
            <a:avLst>
              <a:gd name="adj" fmla="val 5747"/>
            </a:avLst>
          </a:prstGeom>
          <a:solidFill>
            <a:srgbClr val="EFF6FF"/>
          </a:solidFill>
          <a:ln w="8890">
            <a:solidFill>
              <a:srgbClr val="1F6FEB"/>
            </a:solidFill>
            <a:prstDash val="solid"/>
          </a:ln>
        </p:spPr>
        <p:txBody>
          <a:bodyPr/>
          <a:lstStyle/>
          <a:p>
            <a:endParaRPr lang="fr-CA" dirty="0"/>
          </a:p>
        </p:txBody>
      </p:sp>
      <p:sp>
        <p:nvSpPr>
          <p:cNvPr id="29" name="Text 27"/>
          <p:cNvSpPr/>
          <p:nvPr>
            <p:custDataLst>
              <p:tags r:id="rId25"/>
            </p:custDataLst>
          </p:nvPr>
        </p:nvSpPr>
        <p:spPr>
          <a:xfrm>
            <a:off x="531876" y="4668236"/>
            <a:ext cx="4270248" cy="795417"/>
          </a:xfrm>
          <a:prstGeom prst="rect">
            <a:avLst/>
          </a:prstGeom>
          <a:noFill/>
          <a:ln/>
        </p:spPr>
        <p:txBody>
          <a:bodyPr wrap="square" lIns="0" tIns="0" rIns="0" bIns="0" rtlCol="0" anchor="t">
            <a:normAutofit/>
          </a:bodyPr>
          <a:lstStyle/>
          <a:p>
            <a:r>
              <a:rPr lang="fr-CA" b="1" dirty="0">
                <a:solidFill>
                  <a:srgbClr val="0F766E"/>
                </a:solidFill>
                <a:latin typeface="Calibri" pitchFamily="34" charset="0"/>
                <a:ea typeface="Calibri" pitchFamily="34" charset="-122"/>
                <a:cs typeface="Calibri" pitchFamily="34" charset="-120"/>
              </a:rPr>
              <a:t>  </a:t>
            </a:r>
            <a:r>
              <a:rPr lang="fr-CA" b="1" noProof="0" dirty="0">
                <a:solidFill>
                  <a:schemeClr val="accent1"/>
                </a:solidFill>
                <a:latin typeface="Calibri" pitchFamily="34" charset="0"/>
                <a:ea typeface="Calibri" pitchFamily="34" charset="-122"/>
                <a:cs typeface="Calibri" pitchFamily="34" charset="-120"/>
              </a:rPr>
              <a:t>Producteur</a:t>
            </a:r>
            <a:endParaRPr lang="fr-CA" b="1" dirty="0">
              <a:solidFill>
                <a:schemeClr val="accent1"/>
              </a:solidFill>
              <a:latin typeface="Calibri" pitchFamily="34" charset="0"/>
              <a:ea typeface="Calibri" pitchFamily="34" charset="-122"/>
              <a:cs typeface="Calibri" pitchFamily="34" charset="-120"/>
            </a:endParaRPr>
          </a:p>
          <a:p>
            <a:r>
              <a:rPr lang="fr-CA" b="1" dirty="0">
                <a:solidFill>
                  <a:schemeClr val="accent1"/>
                </a:solidFill>
                <a:latin typeface="Calibri" pitchFamily="34" charset="0"/>
                <a:ea typeface="Calibri" pitchFamily="34" charset="-122"/>
                <a:cs typeface="Calibri" pitchFamily="34" charset="-120"/>
              </a:rPr>
              <a:t>  Publication : REQUEST.</a:t>
            </a:r>
            <a:endParaRPr lang="fr-CA" sz="1800" dirty="0">
              <a:solidFill>
                <a:schemeClr val="accent1"/>
              </a:solidFill>
            </a:endParaRPr>
          </a:p>
        </p:txBody>
      </p:sp>
      <p:sp>
        <p:nvSpPr>
          <p:cNvPr id="30" name="Shape 28"/>
          <p:cNvSpPr/>
          <p:nvPr>
            <p:custDataLst>
              <p:tags r:id="rId26"/>
            </p:custDataLst>
          </p:nvPr>
        </p:nvSpPr>
        <p:spPr>
          <a:xfrm>
            <a:off x="7389876" y="4659093"/>
            <a:ext cx="4270248" cy="818444"/>
          </a:xfrm>
          <a:prstGeom prst="roundRect">
            <a:avLst>
              <a:gd name="adj" fmla="val 11236"/>
            </a:avLst>
          </a:prstGeom>
          <a:solidFill>
            <a:srgbClr val="EFFAF8"/>
          </a:solidFill>
          <a:ln w="8890">
            <a:solidFill>
              <a:srgbClr val="0F766E"/>
            </a:solidFill>
            <a:prstDash val="solid"/>
          </a:ln>
        </p:spPr>
        <p:txBody>
          <a:bodyPr/>
          <a:lstStyle/>
          <a:p>
            <a:endParaRPr lang="fr-CA" dirty="0"/>
          </a:p>
        </p:txBody>
      </p:sp>
      <p:sp>
        <p:nvSpPr>
          <p:cNvPr id="31" name="Text 29"/>
          <p:cNvSpPr/>
          <p:nvPr>
            <p:custDataLst>
              <p:tags r:id="rId27"/>
            </p:custDataLst>
          </p:nvPr>
        </p:nvSpPr>
        <p:spPr>
          <a:xfrm>
            <a:off x="7389876" y="4654353"/>
            <a:ext cx="4270248" cy="823183"/>
          </a:xfrm>
          <a:prstGeom prst="rect">
            <a:avLst/>
          </a:prstGeom>
          <a:noFill/>
          <a:ln/>
        </p:spPr>
        <p:txBody>
          <a:bodyPr wrap="square" lIns="0" tIns="0" rIns="0" bIns="0" rtlCol="0" anchor="t">
            <a:normAutofit/>
          </a:bodyPr>
          <a:lstStyle/>
          <a:p>
            <a:pPr marL="0" indent="0">
              <a:buNone/>
            </a:pPr>
            <a:r>
              <a:rPr lang="fr-CA" b="1" dirty="0">
                <a:solidFill>
                  <a:srgbClr val="0F766E"/>
                </a:solidFill>
                <a:latin typeface="Calibri" pitchFamily="34" charset="0"/>
                <a:ea typeface="Calibri" pitchFamily="34" charset="-122"/>
                <a:cs typeface="Calibri" pitchFamily="34" charset="-120"/>
              </a:rPr>
              <a:t>  </a:t>
            </a:r>
            <a:r>
              <a:rPr lang="fr-CA" b="1" noProof="0" dirty="0">
                <a:solidFill>
                  <a:srgbClr val="0F766E"/>
                </a:solidFill>
                <a:latin typeface="Calibri" pitchFamily="34" charset="0"/>
                <a:ea typeface="Calibri" pitchFamily="34" charset="-122"/>
                <a:cs typeface="Calibri" pitchFamily="34" charset="-120"/>
              </a:rPr>
              <a:t>Consommateur</a:t>
            </a:r>
            <a:endParaRPr lang="fr-CA" b="1" dirty="0">
              <a:solidFill>
                <a:srgbClr val="0F766E"/>
              </a:solidFill>
              <a:latin typeface="Calibri" pitchFamily="34" charset="0"/>
              <a:ea typeface="Calibri" pitchFamily="34" charset="-122"/>
              <a:cs typeface="Calibri" pitchFamily="34" charset="-120"/>
            </a:endParaRPr>
          </a:p>
          <a:p>
            <a:pPr marL="0" indent="0">
              <a:buNone/>
            </a:pPr>
            <a:r>
              <a:rPr lang="fr-CA" b="1" dirty="0">
                <a:solidFill>
                  <a:srgbClr val="0F766E"/>
                </a:solidFill>
                <a:latin typeface="Calibri" pitchFamily="34" charset="0"/>
                <a:ea typeface="Calibri" pitchFamily="34" charset="-122"/>
                <a:cs typeface="Calibri" pitchFamily="34" charset="-120"/>
              </a:rPr>
              <a:t>  MAJ: REQUEST, INVENTORY, PERSON.</a:t>
            </a:r>
            <a:endParaRPr lang="fr-CA" dirty="0"/>
          </a:p>
        </p:txBody>
      </p:sp>
      <p:sp>
        <p:nvSpPr>
          <p:cNvPr id="32" name="Shape 30"/>
          <p:cNvSpPr/>
          <p:nvPr>
            <p:custDataLst>
              <p:tags r:id="rId28"/>
            </p:custDataLst>
          </p:nvPr>
        </p:nvSpPr>
        <p:spPr>
          <a:xfrm>
            <a:off x="530352" y="5715000"/>
            <a:ext cx="11128248" cy="448056"/>
          </a:xfrm>
          <a:prstGeom prst="roundRect">
            <a:avLst>
              <a:gd name="adj" fmla="val 20408"/>
            </a:avLst>
          </a:prstGeom>
          <a:solidFill>
            <a:srgbClr val="EFF6FF"/>
          </a:solidFill>
          <a:ln w="8890">
            <a:solidFill>
              <a:srgbClr val="EFF6FF"/>
            </a:solidFill>
            <a:prstDash val="solid"/>
          </a:ln>
        </p:spPr>
        <p:txBody>
          <a:bodyPr/>
          <a:lstStyle/>
          <a:p>
            <a:endParaRPr lang="fr-CA" dirty="0"/>
          </a:p>
        </p:txBody>
      </p:sp>
      <p:sp>
        <p:nvSpPr>
          <p:cNvPr id="33" name="Text 31"/>
          <p:cNvSpPr/>
          <p:nvPr>
            <p:custDataLst>
              <p:tags r:id="rId29"/>
            </p:custDataLst>
          </p:nvPr>
        </p:nvSpPr>
        <p:spPr>
          <a:xfrm>
            <a:off x="731520" y="5820156"/>
            <a:ext cx="10716768" cy="274320"/>
          </a:xfrm>
          <a:prstGeom prst="rect">
            <a:avLst/>
          </a:prstGeom>
          <a:noFill/>
          <a:ln/>
        </p:spPr>
        <p:txBody>
          <a:bodyPr wrap="square" lIns="0" tIns="0" rIns="0" bIns="0" rtlCol="0" anchor="t">
            <a:normAutofit/>
          </a:bodyPr>
          <a:lstStyle/>
          <a:p>
            <a:pPr marL="0" indent="0">
              <a:buNone/>
            </a:pPr>
            <a:r>
              <a:rPr lang="fr-CA" sz="1550" b="1" noProof="0" dirty="0">
                <a:solidFill>
                  <a:srgbClr val="102A43"/>
                </a:solidFill>
                <a:latin typeface="Calibri" pitchFamily="34" charset="0"/>
                <a:ea typeface="Calibri" pitchFamily="34" charset="-122"/>
                <a:cs typeface="Calibri" pitchFamily="34" charset="-120"/>
              </a:rPr>
              <a:t>Une requête reçue n'est pas immédiatement un effet métier validé.</a:t>
            </a:r>
            <a:endParaRPr lang="fr-CA" sz="1550" noProof="0" dirty="0"/>
          </a:p>
        </p:txBody>
      </p:sp>
      <p:sp>
        <p:nvSpPr>
          <p:cNvPr id="39" name="Shape 15">
            <a:extLst>
              <a:ext uri="{FF2B5EF4-FFF2-40B4-BE49-F238E27FC236}">
                <a16:creationId xmlns:a16="http://schemas.microsoft.com/office/drawing/2014/main" id="{3BE5A621-0E0A-D39C-95CE-408BEA368CF1}"/>
              </a:ext>
            </a:extLst>
          </p:cNvPr>
          <p:cNvSpPr/>
          <p:nvPr>
            <p:custDataLst>
              <p:tags r:id="rId30"/>
            </p:custDataLst>
          </p:nvPr>
        </p:nvSpPr>
        <p:spPr>
          <a:xfrm>
            <a:off x="5103876" y="4654353"/>
            <a:ext cx="1984248" cy="809301"/>
          </a:xfrm>
          <a:prstGeom prst="roundRect">
            <a:avLst>
              <a:gd name="adj" fmla="val 5747"/>
            </a:avLst>
          </a:prstGeom>
          <a:solidFill>
            <a:schemeClr val="accent4">
              <a:lumMod val="40000"/>
              <a:lumOff val="60000"/>
            </a:schemeClr>
          </a:solidFill>
          <a:ln w="8890">
            <a:solidFill>
              <a:srgbClr val="1F6FEB"/>
            </a:solidFill>
            <a:prstDash val="solid"/>
          </a:ln>
        </p:spPr>
        <p:txBody>
          <a:bodyPr/>
          <a:lstStyle/>
          <a:p>
            <a:endParaRPr lang="fr-CA" dirty="0"/>
          </a:p>
        </p:txBody>
      </p:sp>
      <p:sp>
        <p:nvSpPr>
          <p:cNvPr id="41" name="Text 16">
            <a:extLst>
              <a:ext uri="{FF2B5EF4-FFF2-40B4-BE49-F238E27FC236}">
                <a16:creationId xmlns:a16="http://schemas.microsoft.com/office/drawing/2014/main" id="{1BC94A50-A155-21B4-E181-535EE13DFA2F}"/>
              </a:ext>
            </a:extLst>
          </p:cNvPr>
          <p:cNvSpPr/>
          <p:nvPr>
            <p:custDataLst>
              <p:tags r:id="rId31"/>
            </p:custDataLst>
          </p:nvPr>
        </p:nvSpPr>
        <p:spPr>
          <a:xfrm>
            <a:off x="5103876" y="4791737"/>
            <a:ext cx="1984248" cy="475488"/>
          </a:xfrm>
          <a:prstGeom prst="rect">
            <a:avLst/>
          </a:prstGeom>
          <a:noFill/>
          <a:ln/>
        </p:spPr>
        <p:txBody>
          <a:bodyPr wrap="square" lIns="0" tIns="0" rIns="0" bIns="0" rtlCol="0" anchor="t">
            <a:normAutofit fontScale="92500" lnSpcReduction="10000"/>
          </a:bodyPr>
          <a:lstStyle/>
          <a:p>
            <a:pPr marL="0" indent="0" algn="ctr">
              <a:buNone/>
            </a:pPr>
            <a:r>
              <a:rPr lang="fr-CA" sz="1850" b="1" dirty="0">
                <a:solidFill>
                  <a:schemeClr val="accent4">
                    <a:lumMod val="50000"/>
                  </a:schemeClr>
                </a:solidFill>
                <a:latin typeface="Calibri" pitchFamily="34" charset="0"/>
                <a:ea typeface="Calibri" pitchFamily="34" charset="-122"/>
                <a:cs typeface="Calibri" pitchFamily="34" charset="-120"/>
              </a:rPr>
              <a:t>Topic/Partitions</a:t>
            </a:r>
          </a:p>
          <a:p>
            <a:pPr marL="0" indent="0" algn="ctr">
              <a:buNone/>
            </a:pPr>
            <a:r>
              <a:rPr lang="fr-CA" sz="1850" b="1" dirty="0">
                <a:solidFill>
                  <a:schemeClr val="accent4">
                    <a:lumMod val="50000"/>
                  </a:schemeClr>
                </a:solidFill>
                <a:latin typeface="Calibri" pitchFamily="34" charset="0"/>
                <a:ea typeface="Calibri" pitchFamily="34" charset="-122"/>
                <a:cs typeface="Calibri" pitchFamily="34" charset="-120"/>
              </a:rPr>
              <a:t>Message</a:t>
            </a:r>
            <a:endParaRPr lang="fr-CA" sz="1850" dirty="0">
              <a:solidFill>
                <a:schemeClr val="accent4">
                  <a:lumMod val="50000"/>
                </a:schemeClr>
              </a:solidFill>
            </a:endParaRPr>
          </a:p>
        </p:txBody>
      </p:sp>
      <p:sp>
        <p:nvSpPr>
          <p:cNvPr id="40" name="Shape 14">
            <a:extLst>
              <a:ext uri="{FF2B5EF4-FFF2-40B4-BE49-F238E27FC236}">
                <a16:creationId xmlns:a16="http://schemas.microsoft.com/office/drawing/2014/main" id="{3CC74398-C654-DD18-5A46-51BCCE91CFD4}"/>
              </a:ext>
            </a:extLst>
          </p:cNvPr>
          <p:cNvSpPr/>
          <p:nvPr>
            <p:custDataLst>
              <p:tags r:id="rId32"/>
            </p:custDataLst>
          </p:nvPr>
        </p:nvSpPr>
        <p:spPr>
          <a:xfrm flipV="1">
            <a:off x="3822854" y="2800350"/>
            <a:ext cx="0" cy="216885"/>
          </a:xfrm>
          <a:prstGeom prst="line">
            <a:avLst/>
          </a:prstGeom>
          <a:noFill/>
          <a:ln w="28575">
            <a:solidFill>
              <a:srgbClr val="1F6FEB"/>
            </a:solidFill>
            <a:prstDash val="solid"/>
            <a:headEnd type="none"/>
            <a:tailEnd type="triangle"/>
          </a:ln>
        </p:spPr>
        <p:txBody>
          <a:bodyPr/>
          <a:lstStyle/>
          <a:p>
            <a:endParaRPr lang="fr-CA" dirty="0"/>
          </a:p>
        </p:txBody>
      </p:sp>
      <p:sp>
        <p:nvSpPr>
          <p:cNvPr id="13" name="Shape 11"/>
          <p:cNvSpPr/>
          <p:nvPr>
            <p:custDataLst>
              <p:tags r:id="rId33"/>
            </p:custDataLst>
          </p:nvPr>
        </p:nvSpPr>
        <p:spPr>
          <a:xfrm>
            <a:off x="2817876" y="2994493"/>
            <a:ext cx="1984248" cy="1513780"/>
          </a:xfrm>
          <a:prstGeom prst="roundRect">
            <a:avLst>
              <a:gd name="adj" fmla="val 5747"/>
            </a:avLst>
          </a:prstGeom>
          <a:solidFill>
            <a:srgbClr val="EFF6FF"/>
          </a:solidFill>
          <a:ln w="8890">
            <a:solidFill>
              <a:srgbClr val="1F6FEB"/>
            </a:solidFill>
            <a:prstDash val="solid"/>
          </a:ln>
        </p:spPr>
        <p:txBody>
          <a:bodyPr/>
          <a:lstStyle/>
          <a:p>
            <a:endParaRPr lang="fr-CA" dirty="0"/>
          </a:p>
        </p:txBody>
      </p:sp>
      <p:sp>
        <p:nvSpPr>
          <p:cNvPr id="14" name="Text 12"/>
          <p:cNvSpPr/>
          <p:nvPr>
            <p:custDataLst>
              <p:tags r:id="rId34"/>
            </p:custDataLst>
          </p:nvPr>
        </p:nvSpPr>
        <p:spPr>
          <a:xfrm>
            <a:off x="2964180" y="3195661"/>
            <a:ext cx="1691640" cy="475488"/>
          </a:xfrm>
          <a:prstGeom prst="rect">
            <a:avLst/>
          </a:prstGeom>
          <a:noFill/>
          <a:ln/>
        </p:spPr>
        <p:txBody>
          <a:bodyPr wrap="square" lIns="0" tIns="0" rIns="0" bIns="0" rtlCol="0" anchor="t">
            <a:normAutofit/>
          </a:bodyPr>
          <a:lstStyle/>
          <a:p>
            <a:pPr marL="0" indent="0" algn="ctr">
              <a:buNone/>
            </a:pPr>
            <a:r>
              <a:rPr lang="fr-CA" sz="1850" b="1" dirty="0">
                <a:solidFill>
                  <a:srgbClr val="1F6FEB"/>
                </a:solidFill>
                <a:latin typeface="Calibri" pitchFamily="34" charset="0"/>
                <a:ea typeface="Calibri" pitchFamily="34" charset="-122"/>
                <a:cs typeface="Calibri" pitchFamily="34" charset="-120"/>
              </a:rPr>
              <a:t>PipelineSrv</a:t>
            </a:r>
            <a:endParaRPr lang="fr-CA" sz="1850" dirty="0"/>
          </a:p>
        </p:txBody>
      </p:sp>
      <p:sp>
        <p:nvSpPr>
          <p:cNvPr id="15" name="Text 13"/>
          <p:cNvSpPr/>
          <p:nvPr>
            <p:custDataLst>
              <p:tags r:id="rId35"/>
            </p:custDataLst>
          </p:nvPr>
        </p:nvSpPr>
        <p:spPr>
          <a:xfrm>
            <a:off x="2982468" y="3762589"/>
            <a:ext cx="1655064" cy="685800"/>
          </a:xfrm>
          <a:prstGeom prst="rect">
            <a:avLst/>
          </a:prstGeom>
          <a:noFill/>
          <a:ln/>
        </p:spPr>
        <p:txBody>
          <a:bodyPr wrap="square" lIns="0" tIns="0" rIns="0" bIns="0" rtlCol="0" anchor="t">
            <a:normAutofit/>
          </a:bodyPr>
          <a:lstStyle/>
          <a:p>
            <a:pPr marL="0" indent="0" algn="ctr">
              <a:buNone/>
            </a:pPr>
            <a:r>
              <a:rPr lang="fr-CA" sz="1620" dirty="0">
                <a:solidFill>
                  <a:srgbClr val="486581"/>
                </a:solidFill>
                <a:latin typeface="Calibri" pitchFamily="34" charset="0"/>
                <a:ea typeface="Calibri" pitchFamily="34" charset="-122"/>
                <a:cs typeface="Calibri" pitchFamily="34" charset="-120"/>
              </a:rPr>
              <a:t>Publier</a:t>
            </a:r>
            <a:endParaRPr lang="fr-CA" sz="1620" dirty="0"/>
          </a:p>
          <a:p>
            <a:pPr marL="0" indent="0" algn="ctr">
              <a:buNone/>
            </a:pPr>
            <a:r>
              <a:rPr lang="fr-CA" sz="1620" dirty="0">
                <a:solidFill>
                  <a:srgbClr val="486581"/>
                </a:solidFill>
                <a:latin typeface="Calibri" pitchFamily="34" charset="0"/>
                <a:ea typeface="Calibri" pitchFamily="34" charset="-122"/>
                <a:cs typeface="Calibri" pitchFamily="34" charset="-120"/>
              </a:rPr>
              <a:t>les requêtes</a:t>
            </a:r>
            <a:endParaRPr lang="fr-CA" sz="1620" dirty="0"/>
          </a:p>
        </p:txBody>
      </p:sp>
      <p:sp>
        <p:nvSpPr>
          <p:cNvPr id="45" name="Shape 7">
            <a:extLst>
              <a:ext uri="{FF2B5EF4-FFF2-40B4-BE49-F238E27FC236}">
                <a16:creationId xmlns:a16="http://schemas.microsoft.com/office/drawing/2014/main" id="{81B2FEAC-DB51-46D4-5F3C-F794E423FB6B}"/>
              </a:ext>
            </a:extLst>
          </p:cNvPr>
          <p:cNvSpPr/>
          <p:nvPr>
            <p:custDataLst>
              <p:tags r:id="rId36"/>
            </p:custDataLst>
          </p:nvPr>
        </p:nvSpPr>
        <p:spPr>
          <a:xfrm>
            <a:off x="2836164" y="1991050"/>
            <a:ext cx="1984248" cy="809301"/>
          </a:xfrm>
          <a:prstGeom prst="roundRect">
            <a:avLst>
              <a:gd name="adj" fmla="val 5747"/>
            </a:avLst>
          </a:prstGeom>
          <a:solidFill>
            <a:srgbClr val="EFF6FF"/>
          </a:solidFill>
          <a:ln w="8890">
            <a:solidFill>
              <a:srgbClr val="1F6FEB"/>
            </a:solidFill>
            <a:prstDash val="solid"/>
          </a:ln>
        </p:spPr>
        <p:txBody>
          <a:bodyPr/>
          <a:lstStyle/>
          <a:p>
            <a:endParaRPr lang="fr-CA" dirty="0"/>
          </a:p>
        </p:txBody>
      </p:sp>
      <p:sp>
        <p:nvSpPr>
          <p:cNvPr id="47" name="Text 8">
            <a:extLst>
              <a:ext uri="{FF2B5EF4-FFF2-40B4-BE49-F238E27FC236}">
                <a16:creationId xmlns:a16="http://schemas.microsoft.com/office/drawing/2014/main" id="{DF90AC12-1B18-857B-0546-BE5A166DA4C1}"/>
              </a:ext>
            </a:extLst>
          </p:cNvPr>
          <p:cNvSpPr/>
          <p:nvPr>
            <p:custDataLst>
              <p:tags r:id="rId37"/>
            </p:custDataLst>
          </p:nvPr>
        </p:nvSpPr>
        <p:spPr>
          <a:xfrm>
            <a:off x="2817876" y="2070788"/>
            <a:ext cx="2002536" cy="475488"/>
          </a:xfrm>
          <a:prstGeom prst="rect">
            <a:avLst/>
          </a:prstGeom>
          <a:noFill/>
          <a:ln/>
        </p:spPr>
        <p:txBody>
          <a:bodyPr wrap="square" lIns="0" tIns="0" rIns="0" bIns="0" rtlCol="0" anchor="t">
            <a:normAutofit fontScale="92500" lnSpcReduction="10000"/>
          </a:bodyPr>
          <a:lstStyle/>
          <a:p>
            <a:pPr marL="0" indent="0" algn="ctr">
              <a:buNone/>
            </a:pPr>
            <a:r>
              <a:rPr lang="fr-CA" sz="1850" b="1" dirty="0">
                <a:solidFill>
                  <a:srgbClr val="1F6FEB"/>
                </a:solidFill>
                <a:latin typeface="Calibri" pitchFamily="34" charset="0"/>
                <a:ea typeface="Calibri" pitchFamily="34" charset="-122"/>
                <a:cs typeface="Calibri" pitchFamily="34" charset="-120"/>
              </a:rPr>
              <a:t>Snapshots</a:t>
            </a:r>
          </a:p>
          <a:p>
            <a:pPr marL="0" indent="0" algn="ctr">
              <a:buNone/>
            </a:pPr>
            <a:r>
              <a:rPr lang="fr-CA" sz="1850" b="1" dirty="0">
                <a:solidFill>
                  <a:srgbClr val="1F6FEB"/>
                </a:solidFill>
                <a:latin typeface="Calibri" pitchFamily="34" charset="0"/>
                <a:ea typeface="Calibri" pitchFamily="34" charset="-122"/>
                <a:cs typeface="Calibri" pitchFamily="34" charset="-120"/>
              </a:rPr>
              <a:t>Périodiques</a:t>
            </a:r>
            <a:endParaRPr lang="fr-CA" sz="1850" dirty="0"/>
          </a:p>
        </p:txBody>
      </p:sp>
      <p:sp>
        <p:nvSpPr>
          <p:cNvPr id="49" name="Text 9">
            <a:extLst>
              <a:ext uri="{FF2B5EF4-FFF2-40B4-BE49-F238E27FC236}">
                <a16:creationId xmlns:a16="http://schemas.microsoft.com/office/drawing/2014/main" id="{060210D7-4958-62F3-D3DB-AAE6BFC475AF}"/>
              </a:ext>
            </a:extLst>
          </p:cNvPr>
          <p:cNvSpPr/>
          <p:nvPr>
            <p:custDataLst>
              <p:tags r:id="rId38"/>
            </p:custDataLst>
          </p:nvPr>
        </p:nvSpPr>
        <p:spPr>
          <a:xfrm>
            <a:off x="2817876" y="2533465"/>
            <a:ext cx="2002536" cy="297185"/>
          </a:xfrm>
          <a:prstGeom prst="rect">
            <a:avLst/>
          </a:prstGeom>
          <a:noFill/>
          <a:ln/>
        </p:spPr>
        <p:txBody>
          <a:bodyPr wrap="square" lIns="0" tIns="0" rIns="0" bIns="0" rtlCol="0" anchor="t">
            <a:normAutofit/>
          </a:bodyPr>
          <a:lstStyle/>
          <a:p>
            <a:pPr marL="0" indent="0" algn="ctr">
              <a:buNone/>
            </a:pPr>
            <a:r>
              <a:rPr lang="fr-CA" sz="1620" noProof="0" dirty="0">
                <a:solidFill>
                  <a:srgbClr val="486581"/>
                </a:solidFill>
                <a:latin typeface="Calibri" pitchFamily="34" charset="0"/>
                <a:ea typeface="Calibri" pitchFamily="34" charset="-122"/>
                <a:cs typeface="Calibri" pitchFamily="34" charset="-120"/>
              </a:rPr>
              <a:t>(Conciliation)</a:t>
            </a:r>
            <a:endParaRPr lang="fr-CA" sz="1620" noProof="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2BF2C30C-D311-B7EF-24A1-16843DB5C265}"/>
              </a:ext>
            </a:extLst>
          </p:cNvPr>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fr-CA" noProof="0" dirty="0"/>
          </a:p>
        </p:txBody>
      </p:sp>
      <p:sp>
        <p:nvSpPr>
          <p:cNvPr id="5" name="Text 1">
            <a:extLst>
              <a:ext uri="{FF2B5EF4-FFF2-40B4-BE49-F238E27FC236}">
                <a16:creationId xmlns:a16="http://schemas.microsoft.com/office/drawing/2014/main" id="{F39FC9D5-707B-847B-6D4B-C790B8BF0744}"/>
              </a:ext>
            </a:extLst>
          </p:cNvPr>
          <p:cNvSpPr/>
          <p:nvPr>
            <p:custDataLst>
              <p:tags r:id="rId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fr-CA" sz="1100" b="1" kern="0" spc="50" noProof="0" dirty="0">
                <a:solidFill>
                  <a:srgbClr val="1F6FEB"/>
                </a:solidFill>
                <a:latin typeface="Calibri" pitchFamily="34" charset="0"/>
                <a:ea typeface="Calibri" pitchFamily="34" charset="-122"/>
                <a:cs typeface="Calibri" pitchFamily="34" charset="-120"/>
              </a:rPr>
              <a:t>02 / COMPRENDRE KAFKA</a:t>
            </a:r>
            <a:endParaRPr lang="fr-CA" sz="1100" noProof="0" dirty="0"/>
          </a:p>
        </p:txBody>
      </p:sp>
      <p:sp>
        <p:nvSpPr>
          <p:cNvPr id="7" name="Text 2">
            <a:extLst>
              <a:ext uri="{FF2B5EF4-FFF2-40B4-BE49-F238E27FC236}">
                <a16:creationId xmlns:a16="http://schemas.microsoft.com/office/drawing/2014/main" id="{2D321BDF-3F5F-DC64-23D7-B9DAB661ED19}"/>
              </a:ext>
            </a:extLst>
          </p:cNvPr>
          <p:cNvSpPr/>
          <p:nvPr>
            <p:custDataLst>
              <p:tags r:id="rId3"/>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fr-CA" sz="1000" b="1" noProof="0" dirty="0">
                <a:solidFill>
                  <a:srgbClr val="829AB1"/>
                </a:solidFill>
                <a:latin typeface="Calibri" pitchFamily="34" charset="0"/>
                <a:ea typeface="Calibri" pitchFamily="34" charset="-122"/>
                <a:cs typeface="Calibri" pitchFamily="34" charset="-120"/>
              </a:rPr>
              <a:t>NORMALISATION</a:t>
            </a:r>
            <a:endParaRPr lang="fr-CA" sz="1000" noProof="0" dirty="0"/>
          </a:p>
        </p:txBody>
      </p:sp>
      <p:sp>
        <p:nvSpPr>
          <p:cNvPr id="9" name="Text 3">
            <a:extLst>
              <a:ext uri="{FF2B5EF4-FFF2-40B4-BE49-F238E27FC236}">
                <a16:creationId xmlns:a16="http://schemas.microsoft.com/office/drawing/2014/main" id="{D7AAB32E-E5A8-BB63-4084-CF529708BA64}"/>
              </a:ext>
            </a:extLst>
          </p:cNvPr>
          <p:cNvSpPr/>
          <p:nvPr>
            <p:custDataLst>
              <p:tags r:id="rId4"/>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fr-CA" sz="2700" b="1" noProof="0" dirty="0">
                <a:solidFill>
                  <a:srgbClr val="102A43"/>
                </a:solidFill>
                <a:latin typeface="Calibri" pitchFamily="34" charset="0"/>
                <a:ea typeface="Calibri" pitchFamily="34" charset="-122"/>
                <a:cs typeface="Calibri" pitchFamily="34" charset="-120"/>
              </a:rPr>
              <a:t>Normalisation des données</a:t>
            </a:r>
            <a:endParaRPr lang="fr-CA" sz="2700" noProof="0" dirty="0"/>
          </a:p>
        </p:txBody>
      </p:sp>
      <p:sp>
        <p:nvSpPr>
          <p:cNvPr id="11" name="Text 4">
            <a:extLst>
              <a:ext uri="{FF2B5EF4-FFF2-40B4-BE49-F238E27FC236}">
                <a16:creationId xmlns:a16="http://schemas.microsoft.com/office/drawing/2014/main" id="{5301AC3B-3B20-4A28-554C-B181A207A805}"/>
              </a:ext>
            </a:extLst>
          </p:cNvPr>
          <p:cNvSpPr/>
          <p:nvPr>
            <p:custDataLst>
              <p:tags r:id="rId5"/>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fr-CA" sz="1650" noProof="0" dirty="0">
                <a:solidFill>
                  <a:srgbClr val="486581"/>
                </a:solidFill>
                <a:latin typeface="Calibri" pitchFamily="34" charset="0"/>
                <a:ea typeface="Calibri" pitchFamily="34" charset="-122"/>
                <a:cs typeface="Calibri" pitchFamily="34" charset="-120"/>
              </a:rPr>
              <a:t>Le topic transporte les messages d’un producteur. Un message possède une charge utile et des métadonnées. La normalisation ne doit pas dépendre de la technologie et doit être compréhensible par l’ensemble des consommateurs présents et futurs.</a:t>
            </a:r>
            <a:endParaRPr lang="fr-CA" sz="1650" noProof="0" dirty="0"/>
          </a:p>
        </p:txBody>
      </p:sp>
      <p:sp>
        <p:nvSpPr>
          <p:cNvPr id="4" name="Text 7">
            <a:extLst>
              <a:ext uri="{FF2B5EF4-FFF2-40B4-BE49-F238E27FC236}">
                <a16:creationId xmlns:a16="http://schemas.microsoft.com/office/drawing/2014/main" id="{0BBFF9CE-8B0E-B243-86D2-29B26D0CD419}"/>
              </a:ext>
            </a:extLst>
          </p:cNvPr>
          <p:cNvSpPr/>
          <p:nvPr>
            <p:custDataLst>
              <p:tags r:id="rId6"/>
            </p:custDataLst>
          </p:nvPr>
        </p:nvSpPr>
        <p:spPr>
          <a:xfrm>
            <a:off x="530352" y="2220601"/>
            <a:ext cx="493776" cy="438912"/>
          </a:xfrm>
          <a:prstGeom prst="rect">
            <a:avLst/>
          </a:prstGeom>
          <a:noFill/>
          <a:ln/>
        </p:spPr>
        <p:txBody>
          <a:bodyPr wrap="square" lIns="0" tIns="0" rIns="0" bIns="0" rtlCol="0" anchor="t">
            <a:normAutofit/>
          </a:bodyPr>
          <a:lstStyle/>
          <a:p>
            <a:pPr marL="0" indent="0">
              <a:buNone/>
            </a:pPr>
            <a:r>
              <a:rPr lang="fr-CA" sz="2500" b="1" noProof="0" dirty="0">
                <a:solidFill>
                  <a:srgbClr val="1F6FEB"/>
                </a:solidFill>
                <a:latin typeface="Calibri" pitchFamily="34" charset="0"/>
                <a:ea typeface="Calibri" pitchFamily="34" charset="-122"/>
                <a:cs typeface="Calibri" pitchFamily="34" charset="-120"/>
              </a:rPr>
              <a:t>01</a:t>
            </a:r>
            <a:endParaRPr lang="fr-CA" sz="2500" noProof="0" dirty="0"/>
          </a:p>
        </p:txBody>
      </p:sp>
      <p:sp>
        <p:nvSpPr>
          <p:cNvPr id="8" name="Text 8">
            <a:extLst>
              <a:ext uri="{FF2B5EF4-FFF2-40B4-BE49-F238E27FC236}">
                <a16:creationId xmlns:a16="http://schemas.microsoft.com/office/drawing/2014/main" id="{61423090-1F14-738E-ACC7-2A31EE42B811}"/>
              </a:ext>
            </a:extLst>
          </p:cNvPr>
          <p:cNvSpPr/>
          <p:nvPr>
            <p:custDataLst>
              <p:tags r:id="rId7"/>
            </p:custDataLst>
          </p:nvPr>
        </p:nvSpPr>
        <p:spPr>
          <a:xfrm>
            <a:off x="1234440" y="2229745"/>
            <a:ext cx="3017520" cy="365760"/>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Normalisation</a:t>
            </a:r>
            <a:endParaRPr lang="fr-CA" sz="2000" noProof="0" dirty="0"/>
          </a:p>
        </p:txBody>
      </p:sp>
      <p:sp>
        <p:nvSpPr>
          <p:cNvPr id="12" name="Text 9">
            <a:extLst>
              <a:ext uri="{FF2B5EF4-FFF2-40B4-BE49-F238E27FC236}">
                <a16:creationId xmlns:a16="http://schemas.microsoft.com/office/drawing/2014/main" id="{0164AC47-0C67-CA63-DE1F-B74F9AA488E2}"/>
              </a:ext>
            </a:extLst>
          </p:cNvPr>
          <p:cNvSpPr/>
          <p:nvPr>
            <p:custDataLst>
              <p:tags r:id="rId8"/>
            </p:custDataLst>
          </p:nvPr>
        </p:nvSpPr>
        <p:spPr>
          <a:xfrm>
            <a:off x="1234438" y="2623681"/>
            <a:ext cx="5064073" cy="749063"/>
          </a:xfrm>
          <a:prstGeom prst="rect">
            <a:avLst/>
          </a:prstGeom>
          <a:noFill/>
          <a:ln/>
        </p:spPr>
        <p:txBody>
          <a:bodyPr wrap="square" lIns="0" tIns="0" rIns="0" bIns="0" rtlCol="0" anchor="t">
            <a:normAutofit lnSpcReduction="10000"/>
          </a:bodyPr>
          <a:lstStyle/>
          <a:p>
            <a:pPr marL="0" indent="0">
              <a:buNone/>
            </a:pPr>
            <a:r>
              <a:rPr lang="fr-CA" sz="1720" noProof="0" dirty="0">
                <a:solidFill>
                  <a:srgbClr val="486581"/>
                </a:solidFill>
                <a:latin typeface="Calibri" pitchFamily="34" charset="0"/>
                <a:ea typeface="Calibri" pitchFamily="34" charset="-122"/>
                <a:cs typeface="Calibri" pitchFamily="34" charset="-120"/>
              </a:rPr>
              <a:t>La normalisation vise à rendre accessible/compréhensible le message aux consommateurs</a:t>
            </a:r>
            <a:r>
              <a:rPr lang="fr-CA" sz="1720" dirty="0">
                <a:solidFill>
                  <a:srgbClr val="486581"/>
                </a:solidFill>
                <a:latin typeface="Calibri" pitchFamily="34" charset="0"/>
                <a:ea typeface="Calibri" pitchFamily="34" charset="-122"/>
                <a:cs typeface="Calibri" pitchFamily="34" charset="-120"/>
              </a:rPr>
              <a:t> – </a:t>
            </a:r>
            <a:r>
              <a:rPr lang="fr-CA" sz="1720" u="sng" dirty="0">
                <a:solidFill>
                  <a:srgbClr val="486581"/>
                </a:solidFill>
                <a:latin typeface="Calibri" pitchFamily="34" charset="0"/>
                <a:ea typeface="Calibri" pitchFamily="34" charset="-122"/>
                <a:cs typeface="Calibri" pitchFamily="34" charset="-120"/>
              </a:rPr>
              <a:t>Durable dans le temps.</a:t>
            </a:r>
            <a:endParaRPr lang="fr-CA" sz="1720" u="sng" noProof="0" dirty="0"/>
          </a:p>
        </p:txBody>
      </p:sp>
      <p:sp>
        <p:nvSpPr>
          <p:cNvPr id="14" name="Text 10">
            <a:extLst>
              <a:ext uri="{FF2B5EF4-FFF2-40B4-BE49-F238E27FC236}">
                <a16:creationId xmlns:a16="http://schemas.microsoft.com/office/drawing/2014/main" id="{F73DB842-D98B-F2D8-A37E-85E9080FC409}"/>
              </a:ext>
            </a:extLst>
          </p:cNvPr>
          <p:cNvSpPr/>
          <p:nvPr>
            <p:custDataLst>
              <p:tags r:id="rId9"/>
            </p:custDataLst>
          </p:nvPr>
        </p:nvSpPr>
        <p:spPr>
          <a:xfrm>
            <a:off x="541266" y="3373863"/>
            <a:ext cx="493776" cy="438912"/>
          </a:xfrm>
          <a:prstGeom prst="rect">
            <a:avLst/>
          </a:prstGeom>
          <a:noFill/>
          <a:ln/>
        </p:spPr>
        <p:txBody>
          <a:bodyPr wrap="square" lIns="0" tIns="0" rIns="0" bIns="0" rtlCol="0" anchor="t">
            <a:normAutofit/>
          </a:bodyPr>
          <a:lstStyle/>
          <a:p>
            <a:pPr marL="0" indent="0">
              <a:buNone/>
            </a:pPr>
            <a:r>
              <a:rPr lang="fr-CA" sz="2500" b="1" noProof="0" dirty="0">
                <a:solidFill>
                  <a:srgbClr val="0F766E"/>
                </a:solidFill>
                <a:latin typeface="Calibri" pitchFamily="34" charset="0"/>
                <a:ea typeface="Calibri" pitchFamily="34" charset="-122"/>
                <a:cs typeface="Calibri" pitchFamily="34" charset="-120"/>
              </a:rPr>
              <a:t>02</a:t>
            </a:r>
            <a:endParaRPr lang="fr-CA" sz="2500" noProof="0" dirty="0"/>
          </a:p>
        </p:txBody>
      </p:sp>
      <p:sp>
        <p:nvSpPr>
          <p:cNvPr id="16" name="Text 11">
            <a:extLst>
              <a:ext uri="{FF2B5EF4-FFF2-40B4-BE49-F238E27FC236}">
                <a16:creationId xmlns:a16="http://schemas.microsoft.com/office/drawing/2014/main" id="{736D67DC-C2D8-1141-1705-195E56835909}"/>
              </a:ext>
            </a:extLst>
          </p:cNvPr>
          <p:cNvSpPr/>
          <p:nvPr>
            <p:custDataLst>
              <p:tags r:id="rId10"/>
            </p:custDataLst>
          </p:nvPr>
        </p:nvSpPr>
        <p:spPr>
          <a:xfrm>
            <a:off x="1245354" y="3383007"/>
            <a:ext cx="3017520" cy="365760"/>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Métadonnées</a:t>
            </a:r>
            <a:endParaRPr lang="fr-CA" sz="2000" noProof="0" dirty="0"/>
          </a:p>
        </p:txBody>
      </p:sp>
      <p:sp>
        <p:nvSpPr>
          <p:cNvPr id="18" name="Text 12">
            <a:extLst>
              <a:ext uri="{FF2B5EF4-FFF2-40B4-BE49-F238E27FC236}">
                <a16:creationId xmlns:a16="http://schemas.microsoft.com/office/drawing/2014/main" id="{BA2631B0-6E18-FDBD-5F5B-45AF5CA08A8D}"/>
              </a:ext>
            </a:extLst>
          </p:cNvPr>
          <p:cNvSpPr/>
          <p:nvPr>
            <p:custDataLst>
              <p:tags r:id="rId11"/>
            </p:custDataLst>
          </p:nvPr>
        </p:nvSpPr>
        <p:spPr>
          <a:xfrm>
            <a:off x="1245352" y="3813425"/>
            <a:ext cx="5064073" cy="800275"/>
          </a:xfrm>
          <a:prstGeom prst="rect">
            <a:avLst/>
          </a:prstGeom>
          <a:noFill/>
          <a:ln/>
        </p:spPr>
        <p:txBody>
          <a:bodyPr wrap="square" lIns="0" tIns="0" rIns="0" bIns="0" rtlCol="0" anchor="t">
            <a:normAutofit/>
          </a:bodyPr>
          <a:lstStyle/>
          <a:p>
            <a:pPr marL="0" indent="0">
              <a:buNone/>
            </a:pPr>
            <a:r>
              <a:rPr lang="fr-CA" sz="1720" noProof="0" dirty="0">
                <a:solidFill>
                  <a:srgbClr val="486581"/>
                </a:solidFill>
                <a:latin typeface="Calibri" pitchFamily="34" charset="0"/>
                <a:ea typeface="Calibri" pitchFamily="34" charset="-122"/>
                <a:cs typeface="Calibri" pitchFamily="34" charset="-120"/>
              </a:rPr>
              <a:t>Permet au consommateur de connaître le contexte, d’obtenir l’identifiant unique. Alternative, Hash du payload … S’il y a un champ temporel.</a:t>
            </a:r>
            <a:endParaRPr lang="fr-CA" sz="1720" noProof="0" dirty="0"/>
          </a:p>
        </p:txBody>
      </p:sp>
      <p:sp>
        <p:nvSpPr>
          <p:cNvPr id="20" name="Text 13">
            <a:extLst>
              <a:ext uri="{FF2B5EF4-FFF2-40B4-BE49-F238E27FC236}">
                <a16:creationId xmlns:a16="http://schemas.microsoft.com/office/drawing/2014/main" id="{739AC716-4491-1829-EC05-6ADDDDFFC7AB}"/>
              </a:ext>
            </a:extLst>
          </p:cNvPr>
          <p:cNvSpPr/>
          <p:nvPr>
            <p:custDataLst>
              <p:tags r:id="rId12"/>
            </p:custDataLst>
          </p:nvPr>
        </p:nvSpPr>
        <p:spPr>
          <a:xfrm>
            <a:off x="530352" y="4727174"/>
            <a:ext cx="493776" cy="438912"/>
          </a:xfrm>
          <a:prstGeom prst="rect">
            <a:avLst/>
          </a:prstGeom>
          <a:noFill/>
          <a:ln/>
        </p:spPr>
        <p:txBody>
          <a:bodyPr wrap="square" lIns="0" tIns="0" rIns="0" bIns="0" rtlCol="0" anchor="t">
            <a:normAutofit/>
          </a:bodyPr>
          <a:lstStyle/>
          <a:p>
            <a:pPr marL="0" indent="0">
              <a:buNone/>
            </a:pPr>
            <a:r>
              <a:rPr lang="fr-CA" sz="2500" b="1" noProof="0" dirty="0">
                <a:solidFill>
                  <a:srgbClr val="B45309"/>
                </a:solidFill>
                <a:latin typeface="Calibri" pitchFamily="34" charset="0"/>
                <a:ea typeface="Calibri" pitchFamily="34" charset="-122"/>
                <a:cs typeface="Calibri" pitchFamily="34" charset="-120"/>
              </a:rPr>
              <a:t>03</a:t>
            </a:r>
            <a:endParaRPr lang="fr-CA" sz="2500" noProof="0" dirty="0"/>
          </a:p>
        </p:txBody>
      </p:sp>
      <p:sp>
        <p:nvSpPr>
          <p:cNvPr id="22" name="Text 14">
            <a:extLst>
              <a:ext uri="{FF2B5EF4-FFF2-40B4-BE49-F238E27FC236}">
                <a16:creationId xmlns:a16="http://schemas.microsoft.com/office/drawing/2014/main" id="{268E8EE1-EDB3-8F63-FD90-C9A7C4A4DD1F}"/>
              </a:ext>
            </a:extLst>
          </p:cNvPr>
          <p:cNvSpPr/>
          <p:nvPr>
            <p:custDataLst>
              <p:tags r:id="rId13"/>
            </p:custDataLst>
          </p:nvPr>
        </p:nvSpPr>
        <p:spPr>
          <a:xfrm>
            <a:off x="1234440" y="4736318"/>
            <a:ext cx="3017520" cy="365760"/>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Intégrité</a:t>
            </a:r>
            <a:endParaRPr lang="fr-CA" sz="2000" noProof="0" dirty="0"/>
          </a:p>
        </p:txBody>
      </p:sp>
      <p:sp>
        <p:nvSpPr>
          <p:cNvPr id="24" name="Text 15">
            <a:extLst>
              <a:ext uri="{FF2B5EF4-FFF2-40B4-BE49-F238E27FC236}">
                <a16:creationId xmlns:a16="http://schemas.microsoft.com/office/drawing/2014/main" id="{41CE9271-E16A-FF41-59AA-600D8A598B5B}"/>
              </a:ext>
            </a:extLst>
          </p:cNvPr>
          <p:cNvSpPr/>
          <p:nvPr>
            <p:custDataLst>
              <p:tags r:id="rId14"/>
            </p:custDataLst>
          </p:nvPr>
        </p:nvSpPr>
        <p:spPr>
          <a:xfrm>
            <a:off x="1234439" y="5139769"/>
            <a:ext cx="4861561" cy="658368"/>
          </a:xfrm>
          <a:prstGeom prst="rect">
            <a:avLst/>
          </a:prstGeom>
          <a:noFill/>
          <a:ln/>
        </p:spPr>
        <p:txBody>
          <a:bodyPr wrap="square" lIns="0" tIns="0" rIns="0" bIns="0" rtlCol="0" anchor="t">
            <a:normAutofit/>
          </a:bodyPr>
          <a:lstStyle/>
          <a:p>
            <a:pPr marL="0" indent="0">
              <a:buNone/>
            </a:pPr>
            <a:r>
              <a:rPr lang="fr-CA" sz="1720" noProof="0" dirty="0">
                <a:solidFill>
                  <a:srgbClr val="486581"/>
                </a:solidFill>
                <a:latin typeface="Calibri" pitchFamily="34" charset="0"/>
                <a:ea typeface="Calibri" pitchFamily="34" charset="-122"/>
                <a:cs typeface="Calibri" pitchFamily="34" charset="-120"/>
              </a:rPr>
              <a:t>Un consommateur doit pouvoir valider l’intégrité du message AVANT le traitement.</a:t>
            </a:r>
            <a:endParaRPr lang="fr-CA" sz="1720" noProof="0" dirty="0"/>
          </a:p>
        </p:txBody>
      </p:sp>
      <p:sp>
        <p:nvSpPr>
          <p:cNvPr id="26" name="Shape 25">
            <a:extLst>
              <a:ext uri="{FF2B5EF4-FFF2-40B4-BE49-F238E27FC236}">
                <a16:creationId xmlns:a16="http://schemas.microsoft.com/office/drawing/2014/main" id="{4C656783-FDC6-0462-F4DC-6C71F4F127C1}"/>
              </a:ext>
            </a:extLst>
          </p:cNvPr>
          <p:cNvSpPr/>
          <p:nvPr>
            <p:custDataLst>
              <p:tags r:id="rId15"/>
            </p:custDataLst>
          </p:nvPr>
        </p:nvSpPr>
        <p:spPr>
          <a:xfrm>
            <a:off x="530352" y="5715000"/>
            <a:ext cx="11128248" cy="448056"/>
          </a:xfrm>
          <a:prstGeom prst="roundRect">
            <a:avLst>
              <a:gd name="adj" fmla="val 20408"/>
            </a:avLst>
          </a:prstGeom>
          <a:solidFill>
            <a:srgbClr val="FFF7ED"/>
          </a:solidFill>
          <a:ln w="8890">
            <a:solidFill>
              <a:srgbClr val="FFF7ED"/>
            </a:solidFill>
            <a:prstDash val="solid"/>
          </a:ln>
        </p:spPr>
        <p:txBody>
          <a:bodyPr/>
          <a:lstStyle/>
          <a:p>
            <a:endParaRPr lang="fr-CA" noProof="0" dirty="0"/>
          </a:p>
        </p:txBody>
      </p:sp>
      <p:sp>
        <p:nvSpPr>
          <p:cNvPr id="28" name="Text 26">
            <a:extLst>
              <a:ext uri="{FF2B5EF4-FFF2-40B4-BE49-F238E27FC236}">
                <a16:creationId xmlns:a16="http://schemas.microsoft.com/office/drawing/2014/main" id="{0313F128-60AE-AEF0-71B4-4B70E27314B7}"/>
              </a:ext>
            </a:extLst>
          </p:cNvPr>
          <p:cNvSpPr/>
          <p:nvPr>
            <p:custDataLst>
              <p:tags r:id="rId16"/>
            </p:custDataLst>
          </p:nvPr>
        </p:nvSpPr>
        <p:spPr>
          <a:xfrm>
            <a:off x="731520" y="5820156"/>
            <a:ext cx="10716768" cy="274320"/>
          </a:xfrm>
          <a:prstGeom prst="rect">
            <a:avLst/>
          </a:prstGeom>
          <a:noFill/>
          <a:ln/>
        </p:spPr>
        <p:txBody>
          <a:bodyPr wrap="square" lIns="0" tIns="0" rIns="0" bIns="0" rtlCol="0" anchor="t">
            <a:normAutofit/>
          </a:bodyPr>
          <a:lstStyle/>
          <a:p>
            <a:pPr marL="0" indent="0">
              <a:buNone/>
            </a:pPr>
            <a:r>
              <a:rPr lang="fr-CA" sz="1550" b="1" dirty="0">
                <a:solidFill>
                  <a:srgbClr val="B45309"/>
                </a:solidFill>
                <a:latin typeface="Calibri" pitchFamily="34" charset="0"/>
                <a:ea typeface="Calibri" pitchFamily="34" charset="-122"/>
                <a:cs typeface="Calibri" pitchFamily="34" charset="-120"/>
              </a:rPr>
              <a:t>Technologie</a:t>
            </a:r>
            <a:r>
              <a:rPr lang="fr-CA" sz="1550" b="1" noProof="0" dirty="0">
                <a:solidFill>
                  <a:srgbClr val="B45309"/>
                </a:solidFill>
                <a:latin typeface="Calibri" pitchFamily="34" charset="0"/>
                <a:ea typeface="Calibri" pitchFamily="34" charset="-122"/>
                <a:cs typeface="Calibri" pitchFamily="34" charset="-120"/>
              </a:rPr>
              <a:t>: les métadonnées ne doivent pas dépendre des fonctionnalités spécifiques d’un MOM.</a:t>
            </a:r>
            <a:endParaRPr lang="fr-CA" sz="1550" noProof="0" dirty="0"/>
          </a:p>
        </p:txBody>
      </p:sp>
      <p:pic>
        <p:nvPicPr>
          <p:cNvPr id="30" name="Image 29">
            <a:extLst>
              <a:ext uri="{FF2B5EF4-FFF2-40B4-BE49-F238E27FC236}">
                <a16:creationId xmlns:a16="http://schemas.microsoft.com/office/drawing/2014/main" id="{99C9A5FC-C301-02E4-4F9F-582E8CAEE9B1}"/>
              </a:ext>
            </a:extLst>
          </p:cNvPr>
          <p:cNvPicPr>
            <a:picLocks noChangeAspect="1"/>
          </p:cNvPicPr>
          <p:nvPr>
            <p:custDataLst>
              <p:tags r:id="rId17"/>
            </p:custDataLst>
          </p:nvPr>
        </p:nvPicPr>
        <p:blipFill>
          <a:blip r:embed="rId26"/>
          <a:stretch>
            <a:fillRect/>
          </a:stretch>
        </p:blipFill>
        <p:spPr>
          <a:xfrm>
            <a:off x="6413327" y="2232171"/>
            <a:ext cx="5245274" cy="3333593"/>
          </a:xfrm>
          <a:prstGeom prst="rect">
            <a:avLst/>
          </a:prstGeom>
          <a:ln>
            <a:noFill/>
          </a:ln>
        </p:spPr>
      </p:pic>
      <p:sp>
        <p:nvSpPr>
          <p:cNvPr id="32" name="Shape 18">
            <a:extLst>
              <a:ext uri="{FF2B5EF4-FFF2-40B4-BE49-F238E27FC236}">
                <a16:creationId xmlns:a16="http://schemas.microsoft.com/office/drawing/2014/main" id="{BE99CE0D-EAD2-B181-3C3E-1B6CFC4CA4B9}"/>
              </a:ext>
            </a:extLst>
          </p:cNvPr>
          <p:cNvSpPr/>
          <p:nvPr>
            <p:custDataLst>
              <p:tags r:id="rId18"/>
            </p:custDataLst>
          </p:nvPr>
        </p:nvSpPr>
        <p:spPr>
          <a:xfrm flipH="1">
            <a:off x="8066759" y="2285999"/>
            <a:ext cx="450935" cy="365761"/>
          </a:xfrm>
          <a:prstGeom prst="line">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fr-CA" dirty="0"/>
          </a:p>
        </p:txBody>
      </p:sp>
      <p:sp>
        <p:nvSpPr>
          <p:cNvPr id="34" name="Text 15">
            <a:extLst>
              <a:ext uri="{FF2B5EF4-FFF2-40B4-BE49-F238E27FC236}">
                <a16:creationId xmlns:a16="http://schemas.microsoft.com/office/drawing/2014/main" id="{F83FCEEE-5945-0497-FEC6-6C2175CDD421}"/>
              </a:ext>
            </a:extLst>
          </p:cNvPr>
          <p:cNvSpPr/>
          <p:nvPr>
            <p:custDataLst>
              <p:tags r:id="rId19"/>
            </p:custDataLst>
          </p:nvPr>
        </p:nvSpPr>
        <p:spPr>
          <a:xfrm>
            <a:off x="8610683" y="2146584"/>
            <a:ext cx="2712846" cy="375538"/>
          </a:xfrm>
          <a:prstGeom prst="rect">
            <a:avLst/>
          </a:prstGeom>
          <a:noFill/>
          <a:ln/>
        </p:spPr>
        <p:txBody>
          <a:bodyPr wrap="square" lIns="0" tIns="0" rIns="0" bIns="0" rtlCol="0" anchor="t">
            <a:normAutofit fontScale="85000" lnSpcReduction="20000"/>
          </a:bodyPr>
          <a:lstStyle/>
          <a:p>
            <a:pPr marL="0" indent="0">
              <a:buNone/>
            </a:pPr>
            <a:r>
              <a:rPr lang="fr-CA" sz="1720" noProof="0" dirty="0">
                <a:solidFill>
                  <a:srgbClr val="486581"/>
                </a:solidFill>
                <a:latin typeface="Calibri" pitchFamily="34" charset="0"/>
                <a:ea typeface="Calibri" pitchFamily="34" charset="-122"/>
                <a:cs typeface="Calibri" pitchFamily="34" charset="-120"/>
              </a:rPr>
              <a:t>Très important.</a:t>
            </a:r>
            <a:r>
              <a:rPr lang="fr-CA" sz="1720" dirty="0">
                <a:solidFill>
                  <a:srgbClr val="486581"/>
                </a:solidFill>
                <a:latin typeface="Calibri" pitchFamily="34" charset="0"/>
                <a:ea typeface="Calibri" pitchFamily="34" charset="-122"/>
                <a:cs typeface="Calibri" pitchFamily="34" charset="-120"/>
              </a:rPr>
              <a:t> Non-falsifiable.</a:t>
            </a:r>
          </a:p>
          <a:p>
            <a:pPr marL="0" indent="0">
              <a:buNone/>
            </a:pPr>
            <a:r>
              <a:rPr lang="fr-CA" sz="1720" noProof="0" dirty="0">
                <a:solidFill>
                  <a:srgbClr val="486581"/>
                </a:solidFill>
                <a:latin typeface="Calibri" pitchFamily="34" charset="0"/>
                <a:ea typeface="Calibri" pitchFamily="34" charset="-122"/>
                <a:cs typeface="Calibri" pitchFamily="34" charset="-120"/>
              </a:rPr>
              <a:t>Principe du « Zéro Trust ».</a:t>
            </a:r>
            <a:endParaRPr lang="fr-CA" sz="1720" noProof="0" dirty="0"/>
          </a:p>
        </p:txBody>
      </p:sp>
      <p:sp>
        <p:nvSpPr>
          <p:cNvPr id="36" name="Shape 18">
            <a:extLst>
              <a:ext uri="{FF2B5EF4-FFF2-40B4-BE49-F238E27FC236}">
                <a16:creationId xmlns:a16="http://schemas.microsoft.com/office/drawing/2014/main" id="{83D69104-738F-29B8-9C53-90864C2B41DC}"/>
              </a:ext>
            </a:extLst>
          </p:cNvPr>
          <p:cNvSpPr/>
          <p:nvPr>
            <p:custDataLst>
              <p:tags r:id="rId20"/>
            </p:custDataLst>
          </p:nvPr>
        </p:nvSpPr>
        <p:spPr>
          <a:xfrm flipH="1">
            <a:off x="9156526" y="3749041"/>
            <a:ext cx="351622" cy="218144"/>
          </a:xfrm>
          <a:prstGeom prst="line">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fr-CA" dirty="0"/>
          </a:p>
        </p:txBody>
      </p:sp>
      <p:sp>
        <p:nvSpPr>
          <p:cNvPr id="38" name="Text 15">
            <a:extLst>
              <a:ext uri="{FF2B5EF4-FFF2-40B4-BE49-F238E27FC236}">
                <a16:creationId xmlns:a16="http://schemas.microsoft.com/office/drawing/2014/main" id="{236C1709-CE3F-0A5D-969E-506431D4212C}"/>
              </a:ext>
            </a:extLst>
          </p:cNvPr>
          <p:cNvSpPr/>
          <p:nvPr>
            <p:custDataLst>
              <p:tags r:id="rId21"/>
            </p:custDataLst>
          </p:nvPr>
        </p:nvSpPr>
        <p:spPr>
          <a:xfrm>
            <a:off x="9612050" y="3605917"/>
            <a:ext cx="2046550" cy="361267"/>
          </a:xfrm>
          <a:prstGeom prst="rect">
            <a:avLst/>
          </a:prstGeom>
          <a:noFill/>
          <a:ln/>
        </p:spPr>
        <p:txBody>
          <a:bodyPr wrap="square" lIns="0" tIns="0" rIns="0" bIns="0" rtlCol="0" anchor="t">
            <a:normAutofit fontScale="77500" lnSpcReduction="20000"/>
          </a:bodyPr>
          <a:lstStyle/>
          <a:p>
            <a:pPr marL="0" indent="0">
              <a:buNone/>
            </a:pPr>
            <a:r>
              <a:rPr lang="fr-CA" sz="1720" noProof="0" dirty="0">
                <a:solidFill>
                  <a:srgbClr val="486581"/>
                </a:solidFill>
                <a:latin typeface="Calibri" pitchFamily="34" charset="0"/>
                <a:ea typeface="Calibri" pitchFamily="34" charset="-122"/>
                <a:cs typeface="Calibri" pitchFamily="34" charset="-120"/>
              </a:rPr>
              <a:t>Devrait être des UUID.</a:t>
            </a:r>
            <a:endParaRPr lang="fr-CA" sz="1720" dirty="0">
              <a:solidFill>
                <a:srgbClr val="486581"/>
              </a:solidFill>
              <a:latin typeface="Calibri" pitchFamily="34" charset="0"/>
              <a:ea typeface="Calibri" pitchFamily="34" charset="-122"/>
              <a:cs typeface="Calibri" pitchFamily="34" charset="-120"/>
            </a:endParaRPr>
          </a:p>
          <a:p>
            <a:pPr marL="0" indent="0">
              <a:buNone/>
            </a:pPr>
            <a:r>
              <a:rPr lang="fr-CA" sz="1720" noProof="0" dirty="0">
                <a:solidFill>
                  <a:srgbClr val="486581"/>
                </a:solidFill>
                <a:latin typeface="Calibri" pitchFamily="34" charset="0"/>
                <a:ea typeface="Calibri" pitchFamily="34" charset="-122"/>
                <a:cs typeface="Calibri" pitchFamily="34" charset="-120"/>
              </a:rPr>
              <a:t>OK pour un Sandbox.</a:t>
            </a:r>
            <a:endParaRPr lang="fr-CA" sz="1720" noProof="0" dirty="0"/>
          </a:p>
        </p:txBody>
      </p:sp>
      <p:sp>
        <p:nvSpPr>
          <p:cNvPr id="13" name="Text 5">
            <a:extLst>
              <a:ext uri="{FF2B5EF4-FFF2-40B4-BE49-F238E27FC236}">
                <a16:creationId xmlns:a16="http://schemas.microsoft.com/office/drawing/2014/main" id="{098796AD-F744-EE7A-F21C-40B028834072}"/>
              </a:ext>
            </a:extLst>
          </p:cNvPr>
          <p:cNvSpPr/>
          <p:nvPr>
            <p:custDataLst>
              <p:tags r:id="rId22"/>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fr-CA" sz="900" noProof="0" dirty="0">
                <a:solidFill>
                  <a:srgbClr val="486581"/>
                </a:solidFill>
                <a:latin typeface="Calibri" pitchFamily="34" charset="0"/>
                <a:ea typeface="Calibri" pitchFamily="34" charset="-122"/>
                <a:cs typeface="Calibri" pitchFamily="34" charset="-120"/>
              </a:rPr>
              <a:t>Guide d'ingénierie Kafka · Projet EDA</a:t>
            </a:r>
            <a:endParaRPr lang="fr-CA" sz="900" noProof="0" dirty="0"/>
          </a:p>
        </p:txBody>
      </p:sp>
      <p:sp>
        <p:nvSpPr>
          <p:cNvPr id="17" name="Text 6">
            <a:extLst>
              <a:ext uri="{FF2B5EF4-FFF2-40B4-BE49-F238E27FC236}">
                <a16:creationId xmlns:a16="http://schemas.microsoft.com/office/drawing/2014/main" id="{785BD721-5307-2E19-57D5-DC13CB9E377F}"/>
              </a:ext>
            </a:extLst>
          </p:cNvPr>
          <p:cNvSpPr/>
          <p:nvPr>
            <p:custDataLst>
              <p:tags r:id="rId23"/>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fr-CA" sz="900" dirty="0">
                <a:solidFill>
                  <a:srgbClr val="486581"/>
                </a:solidFill>
                <a:latin typeface="Calibri" pitchFamily="34" charset="0"/>
                <a:ea typeface="Calibri" pitchFamily="34" charset="-122"/>
                <a:cs typeface="Calibri" pitchFamily="34" charset="-120"/>
              </a:rPr>
              <a:t>08</a:t>
            </a:r>
            <a:endParaRPr lang="fr-CA" sz="900" dirty="0"/>
          </a:p>
        </p:txBody>
      </p:sp>
    </p:spTree>
    <p:extLst>
      <p:ext uri="{BB962C8B-B14F-4D97-AF65-F5344CB8AC3E}">
        <p14:creationId xmlns:p14="http://schemas.microsoft.com/office/powerpoint/2010/main" val="31489558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fr-CA" noProof="0" dirty="0"/>
          </a:p>
        </p:txBody>
      </p:sp>
      <p:sp>
        <p:nvSpPr>
          <p:cNvPr id="3" name="Text 1"/>
          <p:cNvSpPr/>
          <p:nvPr>
            <p:custDataLst>
              <p:tags r:id="rId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fr-CA" sz="1100" b="1" kern="0" spc="50" noProof="0" dirty="0">
                <a:solidFill>
                  <a:srgbClr val="1F6FEB"/>
                </a:solidFill>
                <a:latin typeface="Calibri" pitchFamily="34" charset="0"/>
                <a:ea typeface="Calibri" pitchFamily="34" charset="-122"/>
                <a:cs typeface="Calibri" pitchFamily="34" charset="-120"/>
              </a:rPr>
              <a:t>02 / COMPRENDRE KAFKA</a:t>
            </a:r>
            <a:endParaRPr lang="fr-CA" sz="1100" noProof="0" dirty="0"/>
          </a:p>
        </p:txBody>
      </p:sp>
      <p:sp>
        <p:nvSpPr>
          <p:cNvPr id="4" name="Text 2"/>
          <p:cNvSpPr/>
          <p:nvPr>
            <p:custDataLst>
              <p:tags r:id="rId3"/>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fr-CA" sz="1000" b="1" noProof="0" dirty="0">
                <a:solidFill>
                  <a:srgbClr val="829AB1"/>
                </a:solidFill>
                <a:latin typeface="Calibri" pitchFamily="34" charset="0"/>
                <a:ea typeface="Calibri" pitchFamily="34" charset="-122"/>
                <a:cs typeface="Calibri" pitchFamily="34" charset="-120"/>
              </a:rPr>
              <a:t>CONCEPTION DES TOPICS</a:t>
            </a:r>
            <a:endParaRPr lang="fr-CA" sz="1000" noProof="0" dirty="0"/>
          </a:p>
        </p:txBody>
      </p:sp>
      <p:sp>
        <p:nvSpPr>
          <p:cNvPr id="5" name="Text 3"/>
          <p:cNvSpPr/>
          <p:nvPr>
            <p:custDataLst>
              <p:tags r:id="rId4"/>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fr-CA" sz="2700" b="1" noProof="0" dirty="0">
                <a:solidFill>
                  <a:srgbClr val="102A43"/>
                </a:solidFill>
                <a:latin typeface="Calibri" pitchFamily="34" charset="0"/>
                <a:ea typeface="Calibri" pitchFamily="34" charset="-122"/>
                <a:cs typeface="Calibri" pitchFamily="34" charset="-120"/>
              </a:rPr>
              <a:t>Ni topic universel, ni multiplication sans intention</a:t>
            </a:r>
            <a:endParaRPr lang="fr-CA" sz="2700" noProof="0" dirty="0"/>
          </a:p>
        </p:txBody>
      </p:sp>
      <p:sp>
        <p:nvSpPr>
          <p:cNvPr id="6" name="Text 4"/>
          <p:cNvSpPr/>
          <p:nvPr>
            <p:custDataLst>
              <p:tags r:id="rId5"/>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fr-CA" sz="1650" noProof="0" dirty="0">
                <a:solidFill>
                  <a:srgbClr val="486581"/>
                </a:solidFill>
                <a:latin typeface="Calibri" pitchFamily="34" charset="0"/>
                <a:ea typeface="Calibri" pitchFamily="34" charset="-122"/>
                <a:cs typeface="Calibri" pitchFamily="34" charset="-120"/>
              </a:rPr>
              <a:t>Il faut chercher un équilibre autour des agrégats, des responsabilités et des contrats.</a:t>
            </a:r>
            <a:endParaRPr lang="fr-CA" sz="1650" noProof="0" dirty="0"/>
          </a:p>
        </p:txBody>
      </p:sp>
      <p:sp>
        <p:nvSpPr>
          <p:cNvPr id="7" name="Text 5"/>
          <p:cNvSpPr/>
          <p:nvPr>
            <p:custDataLst>
              <p:tags r:id="rId6"/>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fr-CA" sz="900" noProof="0" dirty="0">
                <a:solidFill>
                  <a:srgbClr val="486581"/>
                </a:solidFill>
                <a:latin typeface="Calibri" pitchFamily="34" charset="0"/>
                <a:ea typeface="Calibri" pitchFamily="34" charset="-122"/>
                <a:cs typeface="Calibri" pitchFamily="34" charset="-120"/>
              </a:rPr>
              <a:t>Guide d'ingénierie Kafka · Projet EDA</a:t>
            </a:r>
            <a:endParaRPr lang="fr-CA" sz="900" noProof="0" dirty="0"/>
          </a:p>
        </p:txBody>
      </p:sp>
      <p:sp>
        <p:nvSpPr>
          <p:cNvPr id="8" name="Text 6"/>
          <p:cNvSpPr/>
          <p:nvPr>
            <p:custDataLst>
              <p:tags r:id="rId7"/>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fr-CA" sz="900" noProof="0" dirty="0">
                <a:solidFill>
                  <a:srgbClr val="486581"/>
                </a:solidFill>
                <a:latin typeface="Calibri" pitchFamily="34" charset="0"/>
                <a:ea typeface="Calibri" pitchFamily="34" charset="-122"/>
                <a:cs typeface="Calibri" pitchFamily="34" charset="-120"/>
              </a:rPr>
              <a:t>09</a:t>
            </a:r>
            <a:endParaRPr lang="fr-CA" sz="900" noProof="0" dirty="0"/>
          </a:p>
        </p:txBody>
      </p:sp>
      <p:sp>
        <p:nvSpPr>
          <p:cNvPr id="9" name="Shape 7"/>
          <p:cNvSpPr/>
          <p:nvPr>
            <p:custDataLst>
              <p:tags r:id="rId8"/>
            </p:custDataLst>
          </p:nvPr>
        </p:nvSpPr>
        <p:spPr>
          <a:xfrm>
            <a:off x="530352" y="2026117"/>
            <a:ext cx="3520440" cy="3405420"/>
          </a:xfrm>
          <a:prstGeom prst="roundRect">
            <a:avLst>
              <a:gd name="adj" fmla="val 2833"/>
            </a:avLst>
          </a:prstGeom>
          <a:solidFill>
            <a:srgbClr val="FFF7ED"/>
          </a:solidFill>
          <a:ln w="8890">
            <a:solidFill>
              <a:srgbClr val="D9E2EC"/>
            </a:solidFill>
            <a:prstDash val="solid"/>
          </a:ln>
        </p:spPr>
        <p:txBody>
          <a:bodyPr/>
          <a:lstStyle/>
          <a:p>
            <a:endParaRPr lang="fr-CA" noProof="0" dirty="0"/>
          </a:p>
        </p:txBody>
      </p:sp>
      <p:sp>
        <p:nvSpPr>
          <p:cNvPr id="10" name="Shape 8"/>
          <p:cNvSpPr/>
          <p:nvPr>
            <p:custDataLst>
              <p:tags r:id="rId9"/>
            </p:custDataLst>
          </p:nvPr>
        </p:nvSpPr>
        <p:spPr>
          <a:xfrm>
            <a:off x="758952" y="2282149"/>
            <a:ext cx="731520" cy="0"/>
          </a:xfrm>
          <a:prstGeom prst="line">
            <a:avLst/>
          </a:prstGeom>
          <a:noFill/>
          <a:ln w="29210">
            <a:solidFill>
              <a:srgbClr val="B45309"/>
            </a:solidFill>
            <a:prstDash val="solid"/>
          </a:ln>
        </p:spPr>
        <p:txBody>
          <a:bodyPr/>
          <a:lstStyle/>
          <a:p>
            <a:endParaRPr lang="fr-CA" noProof="0" dirty="0"/>
          </a:p>
        </p:txBody>
      </p:sp>
      <p:sp>
        <p:nvSpPr>
          <p:cNvPr id="11" name="Text 9"/>
          <p:cNvSpPr/>
          <p:nvPr>
            <p:custDataLst>
              <p:tags r:id="rId10"/>
            </p:custDataLst>
          </p:nvPr>
        </p:nvSpPr>
        <p:spPr>
          <a:xfrm>
            <a:off x="758952" y="2510749"/>
            <a:ext cx="3063240" cy="548640"/>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Fat pipe</a:t>
            </a:r>
            <a:endParaRPr lang="fr-CA" sz="2000" noProof="0" dirty="0"/>
          </a:p>
        </p:txBody>
      </p:sp>
      <p:sp>
        <p:nvSpPr>
          <p:cNvPr id="12" name="Text 10"/>
          <p:cNvSpPr/>
          <p:nvPr>
            <p:custDataLst>
              <p:tags r:id="rId11"/>
            </p:custDataLst>
          </p:nvPr>
        </p:nvSpPr>
        <p:spPr>
          <a:xfrm>
            <a:off x="758952" y="2906759"/>
            <a:ext cx="3063240" cy="2182598"/>
          </a:xfrm>
          <a:prstGeom prst="rect">
            <a:avLst/>
          </a:prstGeom>
          <a:noFill/>
          <a:ln/>
        </p:spPr>
        <p:txBody>
          <a:bodyPr wrap="square" lIns="0" tIns="0" rIns="0" bIns="0" rtlCol="0" anchor="t">
            <a:normAutofit/>
          </a:bodyPr>
          <a:lstStyle/>
          <a:p>
            <a:pPr marL="0" indent="0">
              <a:buNone/>
            </a:pPr>
            <a:r>
              <a:rPr lang="fr-CA" sz="1750" noProof="0" dirty="0">
                <a:solidFill>
                  <a:srgbClr val="486581"/>
                </a:solidFill>
                <a:latin typeface="Calibri" pitchFamily="34" charset="0"/>
                <a:ea typeface="Calibri" pitchFamily="34" charset="-122"/>
                <a:cs typeface="Calibri" pitchFamily="34" charset="-120"/>
              </a:rPr>
              <a:t>Un topic pour des événements hétérogènes.</a:t>
            </a:r>
            <a:endParaRPr lang="fr-CA" sz="1750" noProof="0" dirty="0"/>
          </a:p>
          <a:p>
            <a:pPr marL="0" indent="0">
              <a:buNone/>
            </a:pPr>
            <a:endParaRPr lang="fr-CA" sz="1750" noProof="0" dirty="0"/>
          </a:p>
          <a:p>
            <a:pPr marL="0" indent="0">
              <a:buNone/>
            </a:pPr>
            <a:r>
              <a:rPr lang="fr-CA" sz="1750" noProof="0" dirty="0">
                <a:solidFill>
                  <a:srgbClr val="486581"/>
                </a:solidFill>
                <a:latin typeface="Calibri" pitchFamily="34" charset="0"/>
                <a:ea typeface="Calibri" pitchFamily="34" charset="-122"/>
                <a:cs typeface="Calibri" pitchFamily="34" charset="-120"/>
              </a:rPr>
              <a:t>Risque : contrat flou et clé peu naturelle (ou impossible). </a:t>
            </a:r>
          </a:p>
          <a:p>
            <a:pPr marL="0" indent="0">
              <a:buNone/>
            </a:pPr>
            <a:endParaRPr lang="fr-CA" sz="1750" dirty="0">
              <a:solidFill>
                <a:srgbClr val="486581"/>
              </a:solidFill>
              <a:latin typeface="Calibri" pitchFamily="34" charset="0"/>
              <a:ea typeface="Calibri" pitchFamily="34" charset="-122"/>
              <a:cs typeface="Calibri" pitchFamily="34" charset="-120"/>
            </a:endParaRPr>
          </a:p>
          <a:p>
            <a:pPr marL="0" indent="0">
              <a:buNone/>
            </a:pPr>
            <a:r>
              <a:rPr lang="fr-CA" sz="1750" noProof="0" dirty="0">
                <a:solidFill>
                  <a:srgbClr val="486581"/>
                </a:solidFill>
                <a:latin typeface="Calibri" pitchFamily="34" charset="0"/>
                <a:ea typeface="Calibri" pitchFamily="34" charset="-122"/>
                <a:cs typeface="Calibri" pitchFamily="34" charset="-120"/>
              </a:rPr>
              <a:t>Complique exponentiellement la consommation des messages.</a:t>
            </a:r>
          </a:p>
          <a:p>
            <a:pPr marL="0" indent="0">
              <a:buNone/>
            </a:pPr>
            <a:endParaRPr lang="fr-CA" sz="1750" dirty="0">
              <a:solidFill>
                <a:srgbClr val="486581"/>
              </a:solidFill>
              <a:latin typeface="Calibri" pitchFamily="34" charset="0"/>
              <a:ea typeface="Calibri" pitchFamily="34" charset="-122"/>
              <a:cs typeface="Calibri" pitchFamily="34" charset="-120"/>
            </a:endParaRPr>
          </a:p>
          <a:p>
            <a:pPr marL="0" indent="0">
              <a:buNone/>
            </a:pPr>
            <a:endParaRPr lang="fr-CA" sz="1750" noProof="0" dirty="0"/>
          </a:p>
        </p:txBody>
      </p:sp>
      <p:sp>
        <p:nvSpPr>
          <p:cNvPr id="13" name="Shape 11"/>
          <p:cNvSpPr/>
          <p:nvPr>
            <p:custDataLst>
              <p:tags r:id="rId12"/>
            </p:custDataLst>
          </p:nvPr>
        </p:nvSpPr>
        <p:spPr>
          <a:xfrm>
            <a:off x="4334256" y="2026116"/>
            <a:ext cx="3520440" cy="3405419"/>
          </a:xfrm>
          <a:prstGeom prst="roundRect">
            <a:avLst>
              <a:gd name="adj" fmla="val 2833"/>
            </a:avLst>
          </a:prstGeom>
          <a:solidFill>
            <a:srgbClr val="EFF6FF"/>
          </a:solidFill>
          <a:ln w="8890">
            <a:solidFill>
              <a:srgbClr val="D9E2EC"/>
            </a:solidFill>
            <a:prstDash val="solid"/>
          </a:ln>
        </p:spPr>
        <p:txBody>
          <a:bodyPr/>
          <a:lstStyle/>
          <a:p>
            <a:endParaRPr lang="fr-CA" noProof="0" dirty="0"/>
          </a:p>
        </p:txBody>
      </p:sp>
      <p:sp>
        <p:nvSpPr>
          <p:cNvPr id="14" name="Shape 12"/>
          <p:cNvSpPr/>
          <p:nvPr>
            <p:custDataLst>
              <p:tags r:id="rId13"/>
            </p:custDataLst>
          </p:nvPr>
        </p:nvSpPr>
        <p:spPr>
          <a:xfrm>
            <a:off x="4562856" y="2282149"/>
            <a:ext cx="731520" cy="0"/>
          </a:xfrm>
          <a:prstGeom prst="line">
            <a:avLst/>
          </a:prstGeom>
          <a:noFill/>
          <a:ln w="29210">
            <a:solidFill>
              <a:srgbClr val="1F6FEB"/>
            </a:solidFill>
            <a:prstDash val="solid"/>
          </a:ln>
        </p:spPr>
        <p:txBody>
          <a:bodyPr/>
          <a:lstStyle/>
          <a:p>
            <a:endParaRPr lang="fr-CA" noProof="0" dirty="0"/>
          </a:p>
        </p:txBody>
      </p:sp>
      <p:sp>
        <p:nvSpPr>
          <p:cNvPr id="15" name="Text 13"/>
          <p:cNvSpPr/>
          <p:nvPr>
            <p:custDataLst>
              <p:tags r:id="rId14"/>
            </p:custDataLst>
          </p:nvPr>
        </p:nvSpPr>
        <p:spPr>
          <a:xfrm>
            <a:off x="4562856" y="2510749"/>
            <a:ext cx="3063240" cy="548640"/>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Thin pipes</a:t>
            </a:r>
            <a:endParaRPr lang="fr-CA" sz="2000" noProof="0" dirty="0"/>
          </a:p>
        </p:txBody>
      </p:sp>
      <p:sp>
        <p:nvSpPr>
          <p:cNvPr id="16" name="Text 14"/>
          <p:cNvSpPr/>
          <p:nvPr>
            <p:custDataLst>
              <p:tags r:id="rId15"/>
            </p:custDataLst>
          </p:nvPr>
        </p:nvSpPr>
        <p:spPr>
          <a:xfrm>
            <a:off x="4562856" y="2906759"/>
            <a:ext cx="3063240" cy="2182598"/>
          </a:xfrm>
          <a:prstGeom prst="rect">
            <a:avLst/>
          </a:prstGeom>
          <a:noFill/>
          <a:ln/>
        </p:spPr>
        <p:txBody>
          <a:bodyPr wrap="square" lIns="0" tIns="0" rIns="0" bIns="0" rtlCol="0" anchor="t">
            <a:normAutofit/>
          </a:bodyPr>
          <a:lstStyle/>
          <a:p>
            <a:pPr marL="0" indent="0">
              <a:buNone/>
            </a:pPr>
            <a:r>
              <a:rPr lang="fr-CA" sz="1750" noProof="0" dirty="0">
                <a:solidFill>
                  <a:srgbClr val="486581"/>
                </a:solidFill>
                <a:latin typeface="Calibri" pitchFamily="34" charset="0"/>
                <a:ea typeface="Calibri" pitchFamily="34" charset="-122"/>
                <a:cs typeface="Calibri" pitchFamily="34" charset="-120"/>
              </a:rPr>
              <a:t>Des topics spécialisés par type.</a:t>
            </a:r>
            <a:endParaRPr lang="fr-CA" sz="1750" noProof="0" dirty="0"/>
          </a:p>
          <a:p>
            <a:pPr marL="0" indent="0">
              <a:buNone/>
            </a:pPr>
            <a:endParaRPr lang="fr-CA" sz="1750" noProof="0" dirty="0"/>
          </a:p>
          <a:p>
            <a:pPr marL="0" indent="0">
              <a:buNone/>
            </a:pPr>
            <a:r>
              <a:rPr lang="fr-CA" sz="1750" noProof="0" dirty="0">
                <a:solidFill>
                  <a:srgbClr val="486581"/>
                </a:solidFill>
                <a:latin typeface="Calibri" pitchFamily="34" charset="0"/>
                <a:ea typeface="Calibri" pitchFamily="34" charset="-122"/>
                <a:cs typeface="Calibri" pitchFamily="34" charset="-120"/>
              </a:rPr>
              <a:t>Compromis : ordre inter-topics et exploitation.</a:t>
            </a:r>
          </a:p>
          <a:p>
            <a:pPr marL="0" indent="0">
              <a:buNone/>
            </a:pPr>
            <a:endParaRPr lang="fr-CA" sz="1750" dirty="0">
              <a:solidFill>
                <a:srgbClr val="486581"/>
              </a:solidFill>
              <a:latin typeface="Calibri" pitchFamily="34" charset="0"/>
              <a:ea typeface="Calibri" pitchFamily="34" charset="-122"/>
              <a:cs typeface="Calibri" pitchFamily="34" charset="-120"/>
            </a:endParaRPr>
          </a:p>
          <a:p>
            <a:pPr marL="0" indent="0">
              <a:buNone/>
            </a:pPr>
            <a:r>
              <a:rPr lang="fr-CA" sz="1750" noProof="0" dirty="0">
                <a:solidFill>
                  <a:srgbClr val="486581"/>
                </a:solidFill>
                <a:latin typeface="Calibri" pitchFamily="34" charset="0"/>
                <a:ea typeface="Calibri" pitchFamily="34" charset="-122"/>
                <a:cs typeface="Calibri" pitchFamily="34" charset="-120"/>
              </a:rPr>
              <a:t>Idéal pour la sélection d’une clé de partition.</a:t>
            </a:r>
            <a:endParaRPr lang="fr-CA" sz="1750" noProof="0" dirty="0"/>
          </a:p>
        </p:txBody>
      </p:sp>
      <p:sp>
        <p:nvSpPr>
          <p:cNvPr id="17" name="Shape 15"/>
          <p:cNvSpPr/>
          <p:nvPr>
            <p:custDataLst>
              <p:tags r:id="rId16"/>
            </p:custDataLst>
          </p:nvPr>
        </p:nvSpPr>
        <p:spPr>
          <a:xfrm>
            <a:off x="8138160" y="2026117"/>
            <a:ext cx="3520440" cy="3405420"/>
          </a:xfrm>
          <a:prstGeom prst="roundRect">
            <a:avLst>
              <a:gd name="adj" fmla="val 2833"/>
            </a:avLst>
          </a:prstGeom>
          <a:solidFill>
            <a:srgbClr val="EFFAF8"/>
          </a:solidFill>
          <a:ln w="8890">
            <a:solidFill>
              <a:srgbClr val="D9E2EC"/>
            </a:solidFill>
            <a:prstDash val="solid"/>
          </a:ln>
        </p:spPr>
        <p:txBody>
          <a:bodyPr/>
          <a:lstStyle/>
          <a:p>
            <a:endParaRPr lang="fr-CA" noProof="0" dirty="0"/>
          </a:p>
        </p:txBody>
      </p:sp>
      <p:sp>
        <p:nvSpPr>
          <p:cNvPr id="18" name="Shape 16"/>
          <p:cNvSpPr/>
          <p:nvPr>
            <p:custDataLst>
              <p:tags r:id="rId17"/>
            </p:custDataLst>
          </p:nvPr>
        </p:nvSpPr>
        <p:spPr>
          <a:xfrm>
            <a:off x="8366760" y="2282149"/>
            <a:ext cx="731520" cy="0"/>
          </a:xfrm>
          <a:prstGeom prst="line">
            <a:avLst/>
          </a:prstGeom>
          <a:noFill/>
          <a:ln w="29210">
            <a:solidFill>
              <a:srgbClr val="0F766E"/>
            </a:solidFill>
            <a:prstDash val="solid"/>
          </a:ln>
        </p:spPr>
        <p:txBody>
          <a:bodyPr/>
          <a:lstStyle/>
          <a:p>
            <a:endParaRPr lang="fr-CA" noProof="0" dirty="0"/>
          </a:p>
        </p:txBody>
      </p:sp>
      <p:sp>
        <p:nvSpPr>
          <p:cNvPr id="19" name="Text 17"/>
          <p:cNvSpPr/>
          <p:nvPr>
            <p:custDataLst>
              <p:tags r:id="rId18"/>
            </p:custDataLst>
          </p:nvPr>
        </p:nvSpPr>
        <p:spPr>
          <a:xfrm>
            <a:off x="8366760" y="2510749"/>
            <a:ext cx="3063240" cy="548640"/>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Par agrégat</a:t>
            </a:r>
            <a:endParaRPr lang="fr-CA" sz="2000" noProof="0" dirty="0"/>
          </a:p>
        </p:txBody>
      </p:sp>
      <p:sp>
        <p:nvSpPr>
          <p:cNvPr id="20" name="Text 18"/>
          <p:cNvSpPr/>
          <p:nvPr>
            <p:custDataLst>
              <p:tags r:id="rId19"/>
            </p:custDataLst>
          </p:nvPr>
        </p:nvSpPr>
        <p:spPr>
          <a:xfrm>
            <a:off x="8366760" y="2906759"/>
            <a:ext cx="3063240" cy="2182598"/>
          </a:xfrm>
          <a:prstGeom prst="rect">
            <a:avLst/>
          </a:prstGeom>
          <a:noFill/>
          <a:ln/>
        </p:spPr>
        <p:txBody>
          <a:bodyPr wrap="square" lIns="0" tIns="0" rIns="0" bIns="0" rtlCol="0" anchor="t">
            <a:normAutofit/>
          </a:bodyPr>
          <a:lstStyle/>
          <a:p>
            <a:pPr marL="0" indent="0">
              <a:buNone/>
            </a:pPr>
            <a:r>
              <a:rPr lang="fr-CA" sz="1750" noProof="0" dirty="0">
                <a:solidFill>
                  <a:srgbClr val="486581"/>
                </a:solidFill>
                <a:latin typeface="Calibri" pitchFamily="34" charset="0"/>
                <a:ea typeface="Calibri" pitchFamily="34" charset="-122"/>
                <a:cs typeface="Calibri" pitchFamily="34" charset="-120"/>
              </a:rPr>
              <a:t>Une intention et un contrat explicites.</a:t>
            </a:r>
            <a:endParaRPr lang="fr-CA" sz="1750" noProof="0" dirty="0"/>
          </a:p>
          <a:p>
            <a:pPr marL="0" indent="0">
              <a:buNone/>
            </a:pPr>
            <a:endParaRPr lang="fr-CA" sz="1750" noProof="0" dirty="0"/>
          </a:p>
          <a:p>
            <a:pPr marL="0" indent="0">
              <a:buNone/>
            </a:pPr>
            <a:r>
              <a:rPr lang="fr-CA" sz="1750" noProof="0" dirty="0">
                <a:solidFill>
                  <a:srgbClr val="486581"/>
                </a:solidFill>
                <a:latin typeface="Calibri" pitchFamily="34" charset="0"/>
                <a:ea typeface="Calibri" pitchFamily="34" charset="-122"/>
                <a:cs typeface="Calibri" pitchFamily="34" charset="-120"/>
              </a:rPr>
              <a:t>Regrouper les événements dont l'ordre est lié.</a:t>
            </a:r>
          </a:p>
          <a:p>
            <a:pPr marL="0" indent="0">
              <a:buNone/>
            </a:pPr>
            <a:endParaRPr lang="fr-CA" sz="1750" dirty="0">
              <a:solidFill>
                <a:srgbClr val="486581"/>
              </a:solidFill>
              <a:latin typeface="Calibri" pitchFamily="34" charset="0"/>
              <a:ea typeface="Calibri" pitchFamily="34" charset="-122"/>
              <a:cs typeface="Calibri" pitchFamily="34" charset="-120"/>
            </a:endParaRPr>
          </a:p>
          <a:p>
            <a:pPr marL="0" indent="0">
              <a:buNone/>
            </a:pPr>
            <a:r>
              <a:rPr lang="fr-CA" sz="1750" noProof="0" dirty="0">
                <a:solidFill>
                  <a:srgbClr val="486581"/>
                </a:solidFill>
                <a:latin typeface="Calibri" pitchFamily="34" charset="0"/>
                <a:ea typeface="Calibri" pitchFamily="34" charset="-122"/>
                <a:cs typeface="Calibri" pitchFamily="34" charset="-120"/>
              </a:rPr>
              <a:t>Peut-être difficile de déterminer une bonne clé de partition.</a:t>
            </a:r>
            <a:endParaRPr lang="fr-CA" sz="1750" noProof="0" dirty="0"/>
          </a:p>
        </p:txBody>
      </p:sp>
      <p:sp>
        <p:nvSpPr>
          <p:cNvPr id="21" name="Shape 19"/>
          <p:cNvSpPr/>
          <p:nvPr>
            <p:custDataLst>
              <p:tags r:id="rId20"/>
            </p:custDataLst>
          </p:nvPr>
        </p:nvSpPr>
        <p:spPr>
          <a:xfrm>
            <a:off x="530352" y="5715000"/>
            <a:ext cx="11128248" cy="448056"/>
          </a:xfrm>
          <a:prstGeom prst="roundRect">
            <a:avLst>
              <a:gd name="adj" fmla="val 20408"/>
            </a:avLst>
          </a:prstGeom>
          <a:solidFill>
            <a:srgbClr val="EFF6FF"/>
          </a:solidFill>
          <a:ln w="8890">
            <a:solidFill>
              <a:srgbClr val="EFF6FF"/>
            </a:solidFill>
            <a:prstDash val="solid"/>
          </a:ln>
        </p:spPr>
        <p:txBody>
          <a:bodyPr/>
          <a:lstStyle/>
          <a:p>
            <a:endParaRPr lang="fr-CA" noProof="0" dirty="0"/>
          </a:p>
        </p:txBody>
      </p:sp>
      <p:sp>
        <p:nvSpPr>
          <p:cNvPr id="22" name="Text 20"/>
          <p:cNvSpPr/>
          <p:nvPr>
            <p:custDataLst>
              <p:tags r:id="rId21"/>
            </p:custDataLst>
          </p:nvPr>
        </p:nvSpPr>
        <p:spPr>
          <a:xfrm>
            <a:off x="731520" y="5820156"/>
            <a:ext cx="10716768" cy="274320"/>
          </a:xfrm>
          <a:prstGeom prst="rect">
            <a:avLst/>
          </a:prstGeom>
          <a:noFill/>
          <a:ln/>
        </p:spPr>
        <p:txBody>
          <a:bodyPr wrap="square" lIns="0" tIns="0" rIns="0" bIns="0" rtlCol="0" anchor="t">
            <a:normAutofit/>
          </a:bodyPr>
          <a:lstStyle/>
          <a:p>
            <a:pPr marL="0" indent="0">
              <a:buNone/>
            </a:pPr>
            <a:r>
              <a:rPr lang="fr-CA" sz="1550" b="1" noProof="0" dirty="0">
                <a:solidFill>
                  <a:srgbClr val="102A43"/>
                </a:solidFill>
                <a:latin typeface="Calibri" pitchFamily="34" charset="0"/>
                <a:ea typeface="Calibri" pitchFamily="34" charset="-122"/>
                <a:cs typeface="Calibri" pitchFamily="34" charset="-120"/>
              </a:rPr>
              <a:t>Un topic est un contrat intentionnel, pas seulement un tuyau de transport.</a:t>
            </a:r>
            <a:endParaRPr lang="fr-CA" sz="1550" noProof="0" dirty="0"/>
          </a:p>
        </p:txBody>
      </p:sp>
      <p:pic>
        <p:nvPicPr>
          <p:cNvPr id="24" name="Image 23">
            <a:extLst>
              <a:ext uri="{FF2B5EF4-FFF2-40B4-BE49-F238E27FC236}">
                <a16:creationId xmlns:a16="http://schemas.microsoft.com/office/drawing/2014/main" id="{68E6CAB2-2A71-5598-03EF-1506ECF304DD}"/>
              </a:ext>
            </a:extLst>
          </p:cNvPr>
          <p:cNvPicPr>
            <a:picLocks noChangeAspect="1"/>
          </p:cNvPicPr>
          <p:nvPr>
            <p:custDataLst>
              <p:tags r:id="rId22"/>
            </p:custDataLst>
          </p:nvPr>
        </p:nvPicPr>
        <p:blipFill>
          <a:blip r:embed="rId26"/>
          <a:stretch>
            <a:fillRect/>
          </a:stretch>
        </p:blipFill>
        <p:spPr>
          <a:xfrm>
            <a:off x="3300022" y="2045366"/>
            <a:ext cx="731520" cy="904721"/>
          </a:xfrm>
          <a:prstGeom prst="rect">
            <a:avLst/>
          </a:prstGeom>
        </p:spPr>
      </p:pic>
      <p:pic>
        <p:nvPicPr>
          <p:cNvPr id="25" name="Image 24">
            <a:extLst>
              <a:ext uri="{FF2B5EF4-FFF2-40B4-BE49-F238E27FC236}">
                <a16:creationId xmlns:a16="http://schemas.microsoft.com/office/drawing/2014/main" id="{73CC797D-D551-4B90-D91B-454278A80D76}"/>
              </a:ext>
            </a:extLst>
          </p:cNvPr>
          <p:cNvPicPr>
            <a:picLocks noChangeAspect="1"/>
          </p:cNvPicPr>
          <p:nvPr>
            <p:custDataLst>
              <p:tags r:id="rId23"/>
            </p:custDataLst>
          </p:nvPr>
        </p:nvPicPr>
        <p:blipFill>
          <a:blip r:embed="rId27"/>
          <a:stretch>
            <a:fillRect/>
          </a:stretch>
        </p:blipFill>
        <p:spPr>
          <a:xfrm>
            <a:off x="7064587" y="2045367"/>
            <a:ext cx="761715" cy="75262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fr-CA" noProof="0" dirty="0"/>
          </a:p>
        </p:txBody>
      </p:sp>
      <p:sp>
        <p:nvSpPr>
          <p:cNvPr id="3" name="Text 1"/>
          <p:cNvSpPr/>
          <p:nvPr>
            <p:custDataLst>
              <p:tags r:id="rId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fr-CA" sz="1100" b="1" kern="0" spc="50" noProof="0" dirty="0">
                <a:solidFill>
                  <a:srgbClr val="1F6FEB"/>
                </a:solidFill>
                <a:latin typeface="Calibri" pitchFamily="34" charset="0"/>
                <a:ea typeface="Calibri" pitchFamily="34" charset="-122"/>
                <a:cs typeface="Calibri" pitchFamily="34" charset="-120"/>
              </a:rPr>
              <a:t>02 / COMPRENDRE KAFKA</a:t>
            </a:r>
            <a:endParaRPr lang="fr-CA" sz="1100" noProof="0" dirty="0"/>
          </a:p>
        </p:txBody>
      </p:sp>
      <p:sp>
        <p:nvSpPr>
          <p:cNvPr id="4" name="Text 2"/>
          <p:cNvSpPr/>
          <p:nvPr>
            <p:custDataLst>
              <p:tags r:id="rId3"/>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fr-CA" sz="1000" b="1" noProof="0" dirty="0">
                <a:solidFill>
                  <a:srgbClr val="829AB1"/>
                </a:solidFill>
                <a:latin typeface="Calibri" pitchFamily="34" charset="0"/>
                <a:ea typeface="Calibri" pitchFamily="34" charset="-122"/>
                <a:cs typeface="Calibri" pitchFamily="34" charset="-120"/>
              </a:rPr>
              <a:t>FONDATIONS</a:t>
            </a:r>
            <a:endParaRPr lang="fr-CA" sz="1000" noProof="0" dirty="0"/>
          </a:p>
        </p:txBody>
      </p:sp>
      <p:sp>
        <p:nvSpPr>
          <p:cNvPr id="5" name="Text 3"/>
          <p:cNvSpPr/>
          <p:nvPr>
            <p:custDataLst>
              <p:tags r:id="rId4"/>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fr-CA" sz="2700" b="1" noProof="0" dirty="0">
                <a:solidFill>
                  <a:srgbClr val="102A43"/>
                </a:solidFill>
                <a:latin typeface="Calibri" pitchFamily="34" charset="0"/>
                <a:ea typeface="Calibri" pitchFamily="34" charset="-122"/>
                <a:cs typeface="Calibri" pitchFamily="34" charset="-120"/>
              </a:rPr>
              <a:t>Un topic Kafka … Les partitions allouent l’élasticité horizontale</a:t>
            </a:r>
            <a:endParaRPr lang="fr-CA" sz="2700" noProof="0" dirty="0"/>
          </a:p>
        </p:txBody>
      </p:sp>
      <p:sp>
        <p:nvSpPr>
          <p:cNvPr id="6" name="Text 4"/>
          <p:cNvSpPr/>
          <p:nvPr>
            <p:custDataLst>
              <p:tags r:id="rId5"/>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fr-CA" sz="1650" noProof="0" dirty="0">
                <a:solidFill>
                  <a:srgbClr val="486581"/>
                </a:solidFill>
                <a:latin typeface="Calibri" pitchFamily="34" charset="0"/>
                <a:ea typeface="Calibri" pitchFamily="34" charset="-122"/>
                <a:cs typeface="Calibri" pitchFamily="34" charset="-120"/>
              </a:rPr>
              <a:t>Le topic organise les messages; la partition donne l'ordre (si clé); l'offset repère une position; le groupe partage le travail.</a:t>
            </a:r>
            <a:endParaRPr lang="fr-CA" sz="1650" noProof="0" dirty="0"/>
          </a:p>
        </p:txBody>
      </p:sp>
      <p:sp>
        <p:nvSpPr>
          <p:cNvPr id="7" name="Text 5"/>
          <p:cNvSpPr/>
          <p:nvPr>
            <p:custDataLst>
              <p:tags r:id="rId6"/>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fr-CA" sz="900" noProof="0" dirty="0">
                <a:solidFill>
                  <a:srgbClr val="486581"/>
                </a:solidFill>
                <a:latin typeface="Calibri" pitchFamily="34" charset="0"/>
                <a:ea typeface="Calibri" pitchFamily="34" charset="-122"/>
                <a:cs typeface="Calibri" pitchFamily="34" charset="-120"/>
              </a:rPr>
              <a:t>Guide d'ingénierie Kafka · Projet EDA</a:t>
            </a:r>
            <a:endParaRPr lang="fr-CA" sz="900" noProof="0" dirty="0"/>
          </a:p>
        </p:txBody>
      </p:sp>
      <p:sp>
        <p:nvSpPr>
          <p:cNvPr id="8" name="Text 6"/>
          <p:cNvSpPr/>
          <p:nvPr>
            <p:custDataLst>
              <p:tags r:id="rId7"/>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fr-CA" sz="900" noProof="0" dirty="0">
                <a:solidFill>
                  <a:srgbClr val="486581"/>
                </a:solidFill>
                <a:latin typeface="Calibri" pitchFamily="34" charset="0"/>
                <a:ea typeface="Calibri" pitchFamily="34" charset="-122"/>
                <a:cs typeface="Calibri" pitchFamily="34" charset="-120"/>
              </a:rPr>
              <a:t>10</a:t>
            </a:r>
            <a:endParaRPr lang="fr-CA" sz="900" noProof="0" dirty="0"/>
          </a:p>
        </p:txBody>
      </p:sp>
      <p:sp>
        <p:nvSpPr>
          <p:cNvPr id="9" name="Shape 7"/>
          <p:cNvSpPr/>
          <p:nvPr>
            <p:custDataLst>
              <p:tags r:id="rId8"/>
            </p:custDataLst>
          </p:nvPr>
        </p:nvSpPr>
        <p:spPr>
          <a:xfrm>
            <a:off x="530352" y="2017192"/>
            <a:ext cx="5565648" cy="3502964"/>
          </a:xfrm>
          <a:prstGeom prst="roundRect">
            <a:avLst>
              <a:gd name="adj" fmla="val 2849"/>
            </a:avLst>
          </a:prstGeom>
          <a:solidFill>
            <a:srgbClr val="F5F8FC"/>
          </a:solidFill>
          <a:ln w="8890">
            <a:solidFill>
              <a:srgbClr val="D9E2EC"/>
            </a:solidFill>
            <a:prstDash val="solid"/>
          </a:ln>
        </p:spPr>
        <p:txBody>
          <a:bodyPr/>
          <a:lstStyle/>
          <a:p>
            <a:endParaRPr lang="fr-CA" noProof="0" dirty="0"/>
          </a:p>
        </p:txBody>
      </p:sp>
      <p:sp>
        <p:nvSpPr>
          <p:cNvPr id="10" name="Text 8"/>
          <p:cNvSpPr/>
          <p:nvPr>
            <p:custDataLst>
              <p:tags r:id="rId9"/>
            </p:custDataLst>
          </p:nvPr>
        </p:nvSpPr>
        <p:spPr>
          <a:xfrm>
            <a:off x="777240" y="2218360"/>
            <a:ext cx="4572000" cy="237744"/>
          </a:xfrm>
          <a:prstGeom prst="rect">
            <a:avLst/>
          </a:prstGeom>
          <a:noFill/>
          <a:ln/>
        </p:spPr>
        <p:txBody>
          <a:bodyPr wrap="square" lIns="0" tIns="0" rIns="0" bIns="0" rtlCol="0" anchor="t">
            <a:normAutofit/>
          </a:bodyPr>
          <a:lstStyle/>
          <a:p>
            <a:pPr marL="0" indent="0">
              <a:buNone/>
            </a:pPr>
            <a:r>
              <a:rPr lang="fr-CA" sz="1100" b="1" kern="0" spc="50" noProof="0" dirty="0">
                <a:solidFill>
                  <a:srgbClr val="1F6FEB"/>
                </a:solidFill>
                <a:latin typeface="Calibri" pitchFamily="34" charset="0"/>
                <a:ea typeface="Calibri" pitchFamily="34" charset="-122"/>
                <a:cs typeface="Calibri" pitchFamily="34" charset="-120"/>
              </a:rPr>
              <a:t>TOPIC</a:t>
            </a:r>
            <a:endParaRPr lang="fr-CA" sz="1100" noProof="0" dirty="0"/>
          </a:p>
        </p:txBody>
      </p:sp>
      <p:sp>
        <p:nvSpPr>
          <p:cNvPr id="11" name="Text 9"/>
          <p:cNvSpPr/>
          <p:nvPr>
            <p:custDataLst>
              <p:tags r:id="rId10"/>
            </p:custDataLst>
          </p:nvPr>
        </p:nvSpPr>
        <p:spPr>
          <a:xfrm>
            <a:off x="795528" y="2776144"/>
            <a:ext cx="1353312" cy="329184"/>
          </a:xfrm>
          <a:prstGeom prst="rect">
            <a:avLst/>
          </a:prstGeom>
          <a:noFill/>
          <a:ln/>
        </p:spPr>
        <p:txBody>
          <a:bodyPr wrap="square" lIns="0" tIns="0" rIns="0" bIns="0" rtlCol="0" anchor="t">
            <a:normAutofit/>
          </a:bodyPr>
          <a:lstStyle/>
          <a:p>
            <a:pPr marL="0" indent="0">
              <a:buNone/>
            </a:pPr>
            <a:r>
              <a:rPr lang="fr-CA" sz="1700" b="1" noProof="0" dirty="0">
                <a:solidFill>
                  <a:srgbClr val="102A43"/>
                </a:solidFill>
                <a:latin typeface="Calibri" pitchFamily="34" charset="0"/>
                <a:ea typeface="Calibri" pitchFamily="34" charset="-122"/>
                <a:cs typeface="Calibri" pitchFamily="34" charset="-120"/>
              </a:rPr>
              <a:t>Partition 0</a:t>
            </a:r>
            <a:endParaRPr lang="fr-CA" sz="1700" noProof="0" dirty="0"/>
          </a:p>
        </p:txBody>
      </p:sp>
      <p:sp>
        <p:nvSpPr>
          <p:cNvPr id="12" name="Shape 10"/>
          <p:cNvSpPr/>
          <p:nvPr>
            <p:custDataLst>
              <p:tags r:id="rId11"/>
            </p:custDataLst>
          </p:nvPr>
        </p:nvSpPr>
        <p:spPr>
          <a:xfrm>
            <a:off x="2304288" y="2666416"/>
            <a:ext cx="722376" cy="475488"/>
          </a:xfrm>
          <a:prstGeom prst="roundRect">
            <a:avLst>
              <a:gd name="adj" fmla="val 19231"/>
            </a:avLst>
          </a:prstGeom>
          <a:solidFill>
            <a:srgbClr val="EFF6FF"/>
          </a:solidFill>
          <a:ln w="8890">
            <a:solidFill>
              <a:srgbClr val="1F6FEB"/>
            </a:solidFill>
            <a:prstDash val="solid"/>
          </a:ln>
        </p:spPr>
        <p:txBody>
          <a:bodyPr/>
          <a:lstStyle/>
          <a:p>
            <a:endParaRPr lang="fr-CA" noProof="0" dirty="0"/>
          </a:p>
        </p:txBody>
      </p:sp>
      <p:sp>
        <p:nvSpPr>
          <p:cNvPr id="13" name="Text 11"/>
          <p:cNvSpPr/>
          <p:nvPr>
            <p:custDataLst>
              <p:tags r:id="rId12"/>
            </p:custDataLst>
          </p:nvPr>
        </p:nvSpPr>
        <p:spPr>
          <a:xfrm>
            <a:off x="2313432" y="2753284"/>
            <a:ext cx="704088" cy="301752"/>
          </a:xfrm>
          <a:prstGeom prst="rect">
            <a:avLst/>
          </a:prstGeom>
          <a:noFill/>
          <a:ln/>
        </p:spPr>
        <p:txBody>
          <a:bodyPr wrap="square" lIns="0" tIns="0" rIns="0" bIns="0" rtlCol="0" anchor="t">
            <a:normAutofit/>
          </a:bodyPr>
          <a:lstStyle/>
          <a:p>
            <a:pPr marL="0" indent="0" algn="ctr">
              <a:buNone/>
            </a:pPr>
            <a:r>
              <a:rPr lang="fr-CA" sz="1700" noProof="0" dirty="0">
                <a:solidFill>
                  <a:srgbClr val="1F6FEB"/>
                </a:solidFill>
                <a:latin typeface="Calibri" pitchFamily="34" charset="0"/>
                <a:ea typeface="Calibri" pitchFamily="34" charset="-122"/>
                <a:cs typeface="Calibri" pitchFamily="34" charset="-120"/>
              </a:rPr>
              <a:t>0</a:t>
            </a:r>
            <a:endParaRPr lang="fr-CA" sz="1700" noProof="0" dirty="0"/>
          </a:p>
        </p:txBody>
      </p:sp>
      <p:sp>
        <p:nvSpPr>
          <p:cNvPr id="14" name="Shape 12"/>
          <p:cNvSpPr/>
          <p:nvPr>
            <p:custDataLst>
              <p:tags r:id="rId13"/>
            </p:custDataLst>
          </p:nvPr>
        </p:nvSpPr>
        <p:spPr>
          <a:xfrm>
            <a:off x="3227832" y="2666416"/>
            <a:ext cx="722376" cy="475488"/>
          </a:xfrm>
          <a:prstGeom prst="roundRect">
            <a:avLst>
              <a:gd name="adj" fmla="val 19231"/>
            </a:avLst>
          </a:prstGeom>
          <a:solidFill>
            <a:srgbClr val="EFF6FF"/>
          </a:solidFill>
          <a:ln w="8890">
            <a:solidFill>
              <a:srgbClr val="1F6FEB"/>
            </a:solidFill>
            <a:prstDash val="solid"/>
          </a:ln>
        </p:spPr>
        <p:txBody>
          <a:bodyPr/>
          <a:lstStyle/>
          <a:p>
            <a:endParaRPr lang="fr-CA" noProof="0" dirty="0"/>
          </a:p>
        </p:txBody>
      </p:sp>
      <p:sp>
        <p:nvSpPr>
          <p:cNvPr id="15" name="Text 13"/>
          <p:cNvSpPr/>
          <p:nvPr>
            <p:custDataLst>
              <p:tags r:id="rId14"/>
            </p:custDataLst>
          </p:nvPr>
        </p:nvSpPr>
        <p:spPr>
          <a:xfrm>
            <a:off x="3236976" y="2753284"/>
            <a:ext cx="704088" cy="301752"/>
          </a:xfrm>
          <a:prstGeom prst="rect">
            <a:avLst/>
          </a:prstGeom>
          <a:noFill/>
          <a:ln/>
        </p:spPr>
        <p:txBody>
          <a:bodyPr wrap="square" lIns="0" tIns="0" rIns="0" bIns="0" rtlCol="0" anchor="t">
            <a:normAutofit/>
          </a:bodyPr>
          <a:lstStyle/>
          <a:p>
            <a:pPr marL="0" indent="0" algn="ctr">
              <a:buNone/>
            </a:pPr>
            <a:r>
              <a:rPr lang="fr-CA" sz="1700" noProof="0" dirty="0">
                <a:solidFill>
                  <a:srgbClr val="1F6FEB"/>
                </a:solidFill>
                <a:latin typeface="Calibri" pitchFamily="34" charset="0"/>
                <a:ea typeface="Calibri" pitchFamily="34" charset="-122"/>
                <a:cs typeface="Calibri" pitchFamily="34" charset="-120"/>
              </a:rPr>
              <a:t>1</a:t>
            </a:r>
            <a:endParaRPr lang="fr-CA" sz="1700" noProof="0" dirty="0"/>
          </a:p>
        </p:txBody>
      </p:sp>
      <p:sp>
        <p:nvSpPr>
          <p:cNvPr id="16" name="Shape 14"/>
          <p:cNvSpPr/>
          <p:nvPr>
            <p:custDataLst>
              <p:tags r:id="rId15"/>
            </p:custDataLst>
          </p:nvPr>
        </p:nvSpPr>
        <p:spPr>
          <a:xfrm>
            <a:off x="4151376" y="2666416"/>
            <a:ext cx="722376" cy="475488"/>
          </a:xfrm>
          <a:prstGeom prst="roundRect">
            <a:avLst>
              <a:gd name="adj" fmla="val 19231"/>
            </a:avLst>
          </a:prstGeom>
          <a:solidFill>
            <a:srgbClr val="EFF6FF"/>
          </a:solidFill>
          <a:ln w="8890">
            <a:solidFill>
              <a:srgbClr val="1F6FEB"/>
            </a:solidFill>
            <a:prstDash val="solid"/>
          </a:ln>
        </p:spPr>
        <p:txBody>
          <a:bodyPr/>
          <a:lstStyle/>
          <a:p>
            <a:endParaRPr lang="fr-CA" noProof="0" dirty="0"/>
          </a:p>
        </p:txBody>
      </p:sp>
      <p:sp>
        <p:nvSpPr>
          <p:cNvPr id="17" name="Text 15"/>
          <p:cNvSpPr/>
          <p:nvPr>
            <p:custDataLst>
              <p:tags r:id="rId16"/>
            </p:custDataLst>
          </p:nvPr>
        </p:nvSpPr>
        <p:spPr>
          <a:xfrm>
            <a:off x="4160520" y="2753284"/>
            <a:ext cx="704088" cy="301752"/>
          </a:xfrm>
          <a:prstGeom prst="rect">
            <a:avLst/>
          </a:prstGeom>
          <a:noFill/>
          <a:ln/>
        </p:spPr>
        <p:txBody>
          <a:bodyPr wrap="square" lIns="0" tIns="0" rIns="0" bIns="0" rtlCol="0" anchor="t">
            <a:normAutofit/>
          </a:bodyPr>
          <a:lstStyle/>
          <a:p>
            <a:pPr marL="0" indent="0" algn="ctr">
              <a:buNone/>
            </a:pPr>
            <a:r>
              <a:rPr lang="fr-CA" sz="1700" noProof="0" dirty="0">
                <a:solidFill>
                  <a:srgbClr val="1F6FEB"/>
                </a:solidFill>
                <a:latin typeface="Calibri" pitchFamily="34" charset="0"/>
                <a:ea typeface="Calibri" pitchFamily="34" charset="-122"/>
                <a:cs typeface="Calibri" pitchFamily="34" charset="-120"/>
              </a:rPr>
              <a:t>2</a:t>
            </a:r>
            <a:endParaRPr lang="fr-CA" sz="1700" noProof="0" dirty="0"/>
          </a:p>
        </p:txBody>
      </p:sp>
      <p:sp>
        <p:nvSpPr>
          <p:cNvPr id="18" name="Shape 16"/>
          <p:cNvSpPr/>
          <p:nvPr>
            <p:custDataLst>
              <p:tags r:id="rId17"/>
            </p:custDataLst>
          </p:nvPr>
        </p:nvSpPr>
        <p:spPr>
          <a:xfrm>
            <a:off x="5074920" y="2666416"/>
            <a:ext cx="722376" cy="475488"/>
          </a:xfrm>
          <a:prstGeom prst="roundRect">
            <a:avLst>
              <a:gd name="adj" fmla="val 19231"/>
            </a:avLst>
          </a:prstGeom>
          <a:solidFill>
            <a:srgbClr val="EFF6FF"/>
          </a:solidFill>
          <a:ln w="8890">
            <a:solidFill>
              <a:srgbClr val="1F6FEB"/>
            </a:solidFill>
            <a:prstDash val="solid"/>
          </a:ln>
        </p:spPr>
        <p:txBody>
          <a:bodyPr/>
          <a:lstStyle/>
          <a:p>
            <a:endParaRPr lang="fr-CA" noProof="0" dirty="0"/>
          </a:p>
        </p:txBody>
      </p:sp>
      <p:sp>
        <p:nvSpPr>
          <p:cNvPr id="19" name="Text 17"/>
          <p:cNvSpPr/>
          <p:nvPr>
            <p:custDataLst>
              <p:tags r:id="rId18"/>
            </p:custDataLst>
          </p:nvPr>
        </p:nvSpPr>
        <p:spPr>
          <a:xfrm>
            <a:off x="5084064" y="2753284"/>
            <a:ext cx="704088" cy="301752"/>
          </a:xfrm>
          <a:prstGeom prst="rect">
            <a:avLst/>
          </a:prstGeom>
          <a:noFill/>
          <a:ln/>
        </p:spPr>
        <p:txBody>
          <a:bodyPr wrap="square" lIns="0" tIns="0" rIns="0" bIns="0" rtlCol="0" anchor="t">
            <a:normAutofit/>
          </a:bodyPr>
          <a:lstStyle/>
          <a:p>
            <a:pPr marL="0" indent="0" algn="ctr">
              <a:buNone/>
            </a:pPr>
            <a:r>
              <a:rPr lang="fr-CA" sz="1700" noProof="0" dirty="0">
                <a:solidFill>
                  <a:srgbClr val="1F6FEB"/>
                </a:solidFill>
                <a:latin typeface="Calibri" pitchFamily="34" charset="0"/>
                <a:ea typeface="Calibri" pitchFamily="34" charset="-122"/>
                <a:cs typeface="Calibri" pitchFamily="34" charset="-120"/>
              </a:rPr>
              <a:t>3</a:t>
            </a:r>
            <a:endParaRPr lang="fr-CA" sz="1700" noProof="0" dirty="0"/>
          </a:p>
        </p:txBody>
      </p:sp>
      <p:sp>
        <p:nvSpPr>
          <p:cNvPr id="20" name="Text 18"/>
          <p:cNvSpPr/>
          <p:nvPr>
            <p:custDataLst>
              <p:tags r:id="rId19"/>
            </p:custDataLst>
          </p:nvPr>
        </p:nvSpPr>
        <p:spPr>
          <a:xfrm>
            <a:off x="795528" y="3535096"/>
            <a:ext cx="1353312" cy="329184"/>
          </a:xfrm>
          <a:prstGeom prst="rect">
            <a:avLst/>
          </a:prstGeom>
          <a:noFill/>
          <a:ln/>
        </p:spPr>
        <p:txBody>
          <a:bodyPr wrap="square" lIns="0" tIns="0" rIns="0" bIns="0" rtlCol="0" anchor="t">
            <a:normAutofit/>
          </a:bodyPr>
          <a:lstStyle/>
          <a:p>
            <a:pPr marL="0" indent="0">
              <a:buNone/>
            </a:pPr>
            <a:r>
              <a:rPr lang="fr-CA" sz="1700" b="1" noProof="0" dirty="0">
                <a:solidFill>
                  <a:srgbClr val="102A43"/>
                </a:solidFill>
                <a:latin typeface="Calibri" pitchFamily="34" charset="0"/>
                <a:ea typeface="Calibri" pitchFamily="34" charset="-122"/>
                <a:cs typeface="Calibri" pitchFamily="34" charset="-120"/>
              </a:rPr>
              <a:t>Partition 1</a:t>
            </a:r>
            <a:endParaRPr lang="fr-CA" sz="1700" noProof="0" dirty="0"/>
          </a:p>
        </p:txBody>
      </p:sp>
      <p:sp>
        <p:nvSpPr>
          <p:cNvPr id="21" name="Shape 19"/>
          <p:cNvSpPr/>
          <p:nvPr>
            <p:custDataLst>
              <p:tags r:id="rId20"/>
            </p:custDataLst>
          </p:nvPr>
        </p:nvSpPr>
        <p:spPr>
          <a:xfrm>
            <a:off x="2304288" y="3425368"/>
            <a:ext cx="722376" cy="475488"/>
          </a:xfrm>
          <a:prstGeom prst="roundRect">
            <a:avLst>
              <a:gd name="adj" fmla="val 19231"/>
            </a:avLst>
          </a:prstGeom>
          <a:solidFill>
            <a:srgbClr val="EFF6FF"/>
          </a:solidFill>
          <a:ln w="8890">
            <a:solidFill>
              <a:srgbClr val="1F6FEB"/>
            </a:solidFill>
            <a:prstDash val="solid"/>
          </a:ln>
        </p:spPr>
        <p:txBody>
          <a:bodyPr/>
          <a:lstStyle/>
          <a:p>
            <a:endParaRPr lang="fr-CA" noProof="0" dirty="0"/>
          </a:p>
        </p:txBody>
      </p:sp>
      <p:sp>
        <p:nvSpPr>
          <p:cNvPr id="22" name="Text 20"/>
          <p:cNvSpPr/>
          <p:nvPr>
            <p:custDataLst>
              <p:tags r:id="rId21"/>
            </p:custDataLst>
          </p:nvPr>
        </p:nvSpPr>
        <p:spPr>
          <a:xfrm>
            <a:off x="2313432" y="3512236"/>
            <a:ext cx="704088" cy="301752"/>
          </a:xfrm>
          <a:prstGeom prst="rect">
            <a:avLst/>
          </a:prstGeom>
          <a:noFill/>
          <a:ln/>
        </p:spPr>
        <p:txBody>
          <a:bodyPr wrap="square" lIns="0" tIns="0" rIns="0" bIns="0" rtlCol="0" anchor="t">
            <a:normAutofit/>
          </a:bodyPr>
          <a:lstStyle/>
          <a:p>
            <a:pPr marL="0" indent="0" algn="ctr">
              <a:buNone/>
            </a:pPr>
            <a:r>
              <a:rPr lang="fr-CA" sz="1700" noProof="0" dirty="0">
                <a:solidFill>
                  <a:srgbClr val="1F6FEB"/>
                </a:solidFill>
                <a:latin typeface="Calibri" pitchFamily="34" charset="0"/>
                <a:ea typeface="Calibri" pitchFamily="34" charset="-122"/>
                <a:cs typeface="Calibri" pitchFamily="34" charset="-120"/>
              </a:rPr>
              <a:t>0</a:t>
            </a:r>
            <a:endParaRPr lang="fr-CA" sz="1700" noProof="0" dirty="0"/>
          </a:p>
        </p:txBody>
      </p:sp>
      <p:sp>
        <p:nvSpPr>
          <p:cNvPr id="23" name="Shape 21"/>
          <p:cNvSpPr/>
          <p:nvPr>
            <p:custDataLst>
              <p:tags r:id="rId22"/>
            </p:custDataLst>
          </p:nvPr>
        </p:nvSpPr>
        <p:spPr>
          <a:xfrm>
            <a:off x="3227832" y="3425368"/>
            <a:ext cx="722376" cy="475488"/>
          </a:xfrm>
          <a:prstGeom prst="roundRect">
            <a:avLst>
              <a:gd name="adj" fmla="val 19231"/>
            </a:avLst>
          </a:prstGeom>
          <a:solidFill>
            <a:srgbClr val="EFF6FF"/>
          </a:solidFill>
          <a:ln w="8890">
            <a:solidFill>
              <a:srgbClr val="1F6FEB"/>
            </a:solidFill>
            <a:prstDash val="solid"/>
          </a:ln>
        </p:spPr>
        <p:txBody>
          <a:bodyPr/>
          <a:lstStyle/>
          <a:p>
            <a:endParaRPr lang="fr-CA" noProof="0" dirty="0"/>
          </a:p>
        </p:txBody>
      </p:sp>
      <p:sp>
        <p:nvSpPr>
          <p:cNvPr id="24" name="Text 22"/>
          <p:cNvSpPr/>
          <p:nvPr>
            <p:custDataLst>
              <p:tags r:id="rId23"/>
            </p:custDataLst>
          </p:nvPr>
        </p:nvSpPr>
        <p:spPr>
          <a:xfrm>
            <a:off x="3236976" y="3512236"/>
            <a:ext cx="704088" cy="301752"/>
          </a:xfrm>
          <a:prstGeom prst="rect">
            <a:avLst/>
          </a:prstGeom>
          <a:noFill/>
          <a:ln/>
        </p:spPr>
        <p:txBody>
          <a:bodyPr wrap="square" lIns="0" tIns="0" rIns="0" bIns="0" rtlCol="0" anchor="t">
            <a:normAutofit/>
          </a:bodyPr>
          <a:lstStyle/>
          <a:p>
            <a:pPr marL="0" indent="0" algn="ctr">
              <a:buNone/>
            </a:pPr>
            <a:r>
              <a:rPr lang="fr-CA" sz="1700" noProof="0" dirty="0">
                <a:solidFill>
                  <a:srgbClr val="1F6FEB"/>
                </a:solidFill>
                <a:latin typeface="Calibri" pitchFamily="34" charset="0"/>
                <a:ea typeface="Calibri" pitchFamily="34" charset="-122"/>
                <a:cs typeface="Calibri" pitchFamily="34" charset="-120"/>
              </a:rPr>
              <a:t>1</a:t>
            </a:r>
            <a:endParaRPr lang="fr-CA" sz="1700" noProof="0" dirty="0"/>
          </a:p>
        </p:txBody>
      </p:sp>
      <p:sp>
        <p:nvSpPr>
          <p:cNvPr id="25" name="Shape 23"/>
          <p:cNvSpPr/>
          <p:nvPr>
            <p:custDataLst>
              <p:tags r:id="rId24"/>
            </p:custDataLst>
          </p:nvPr>
        </p:nvSpPr>
        <p:spPr>
          <a:xfrm>
            <a:off x="4151376" y="3425368"/>
            <a:ext cx="722376" cy="475488"/>
          </a:xfrm>
          <a:prstGeom prst="roundRect">
            <a:avLst>
              <a:gd name="adj" fmla="val 19231"/>
            </a:avLst>
          </a:prstGeom>
          <a:solidFill>
            <a:srgbClr val="EFF6FF"/>
          </a:solidFill>
          <a:ln w="8890">
            <a:solidFill>
              <a:srgbClr val="1F6FEB"/>
            </a:solidFill>
            <a:prstDash val="solid"/>
          </a:ln>
        </p:spPr>
        <p:txBody>
          <a:bodyPr/>
          <a:lstStyle/>
          <a:p>
            <a:endParaRPr lang="fr-CA" noProof="0" dirty="0"/>
          </a:p>
        </p:txBody>
      </p:sp>
      <p:sp>
        <p:nvSpPr>
          <p:cNvPr id="26" name="Text 24"/>
          <p:cNvSpPr/>
          <p:nvPr>
            <p:custDataLst>
              <p:tags r:id="rId25"/>
            </p:custDataLst>
          </p:nvPr>
        </p:nvSpPr>
        <p:spPr>
          <a:xfrm>
            <a:off x="4160520" y="3512236"/>
            <a:ext cx="704088" cy="301752"/>
          </a:xfrm>
          <a:prstGeom prst="rect">
            <a:avLst/>
          </a:prstGeom>
          <a:noFill/>
          <a:ln/>
        </p:spPr>
        <p:txBody>
          <a:bodyPr wrap="square" lIns="0" tIns="0" rIns="0" bIns="0" rtlCol="0" anchor="t">
            <a:normAutofit/>
          </a:bodyPr>
          <a:lstStyle/>
          <a:p>
            <a:pPr marL="0" indent="0" algn="ctr">
              <a:buNone/>
            </a:pPr>
            <a:r>
              <a:rPr lang="fr-CA" sz="1700" noProof="0" dirty="0">
                <a:solidFill>
                  <a:srgbClr val="1F6FEB"/>
                </a:solidFill>
                <a:latin typeface="Calibri" pitchFamily="34" charset="0"/>
                <a:ea typeface="Calibri" pitchFamily="34" charset="-122"/>
                <a:cs typeface="Calibri" pitchFamily="34" charset="-120"/>
              </a:rPr>
              <a:t>2</a:t>
            </a:r>
            <a:endParaRPr lang="fr-CA" sz="1700" noProof="0" dirty="0"/>
          </a:p>
        </p:txBody>
      </p:sp>
      <p:sp>
        <p:nvSpPr>
          <p:cNvPr id="27" name="Shape 25"/>
          <p:cNvSpPr/>
          <p:nvPr>
            <p:custDataLst>
              <p:tags r:id="rId26"/>
            </p:custDataLst>
          </p:nvPr>
        </p:nvSpPr>
        <p:spPr>
          <a:xfrm>
            <a:off x="5074920" y="3425368"/>
            <a:ext cx="722376" cy="475488"/>
          </a:xfrm>
          <a:prstGeom prst="roundRect">
            <a:avLst>
              <a:gd name="adj" fmla="val 19231"/>
            </a:avLst>
          </a:prstGeom>
          <a:solidFill>
            <a:srgbClr val="EFF6FF"/>
          </a:solidFill>
          <a:ln w="8890">
            <a:solidFill>
              <a:srgbClr val="1F6FEB"/>
            </a:solidFill>
            <a:prstDash val="solid"/>
          </a:ln>
        </p:spPr>
        <p:txBody>
          <a:bodyPr/>
          <a:lstStyle/>
          <a:p>
            <a:endParaRPr lang="fr-CA" noProof="0" dirty="0"/>
          </a:p>
        </p:txBody>
      </p:sp>
      <p:sp>
        <p:nvSpPr>
          <p:cNvPr id="28" name="Text 26"/>
          <p:cNvSpPr/>
          <p:nvPr>
            <p:custDataLst>
              <p:tags r:id="rId27"/>
            </p:custDataLst>
          </p:nvPr>
        </p:nvSpPr>
        <p:spPr>
          <a:xfrm>
            <a:off x="5084064" y="3512236"/>
            <a:ext cx="704088" cy="301752"/>
          </a:xfrm>
          <a:prstGeom prst="rect">
            <a:avLst/>
          </a:prstGeom>
          <a:noFill/>
          <a:ln/>
        </p:spPr>
        <p:txBody>
          <a:bodyPr wrap="square" lIns="0" tIns="0" rIns="0" bIns="0" rtlCol="0" anchor="t">
            <a:normAutofit/>
          </a:bodyPr>
          <a:lstStyle/>
          <a:p>
            <a:pPr marL="0" indent="0" algn="ctr">
              <a:buNone/>
            </a:pPr>
            <a:r>
              <a:rPr lang="fr-CA" sz="1700" noProof="0" dirty="0">
                <a:solidFill>
                  <a:srgbClr val="1F6FEB"/>
                </a:solidFill>
                <a:latin typeface="Calibri" pitchFamily="34" charset="0"/>
                <a:ea typeface="Calibri" pitchFamily="34" charset="-122"/>
                <a:cs typeface="Calibri" pitchFamily="34" charset="-120"/>
              </a:rPr>
              <a:t>3</a:t>
            </a:r>
            <a:endParaRPr lang="fr-CA" sz="1700" noProof="0" dirty="0"/>
          </a:p>
        </p:txBody>
      </p:sp>
      <p:sp>
        <p:nvSpPr>
          <p:cNvPr id="29" name="Text 27"/>
          <p:cNvSpPr/>
          <p:nvPr>
            <p:custDataLst>
              <p:tags r:id="rId28"/>
            </p:custDataLst>
          </p:nvPr>
        </p:nvSpPr>
        <p:spPr>
          <a:xfrm>
            <a:off x="795528" y="4294048"/>
            <a:ext cx="1353312" cy="329184"/>
          </a:xfrm>
          <a:prstGeom prst="rect">
            <a:avLst/>
          </a:prstGeom>
          <a:noFill/>
          <a:ln/>
        </p:spPr>
        <p:txBody>
          <a:bodyPr wrap="square" lIns="0" tIns="0" rIns="0" bIns="0" rtlCol="0" anchor="t">
            <a:normAutofit/>
          </a:bodyPr>
          <a:lstStyle/>
          <a:p>
            <a:pPr marL="0" indent="0">
              <a:buNone/>
            </a:pPr>
            <a:r>
              <a:rPr lang="fr-CA" sz="1700" b="1" noProof="0" dirty="0">
                <a:solidFill>
                  <a:srgbClr val="102A43"/>
                </a:solidFill>
                <a:latin typeface="Calibri" pitchFamily="34" charset="0"/>
                <a:ea typeface="Calibri" pitchFamily="34" charset="-122"/>
                <a:cs typeface="Calibri" pitchFamily="34" charset="-120"/>
              </a:rPr>
              <a:t>Partition 2</a:t>
            </a:r>
            <a:endParaRPr lang="fr-CA" sz="1700" noProof="0" dirty="0"/>
          </a:p>
        </p:txBody>
      </p:sp>
      <p:sp>
        <p:nvSpPr>
          <p:cNvPr id="30" name="Shape 28"/>
          <p:cNvSpPr/>
          <p:nvPr>
            <p:custDataLst>
              <p:tags r:id="rId29"/>
            </p:custDataLst>
          </p:nvPr>
        </p:nvSpPr>
        <p:spPr>
          <a:xfrm>
            <a:off x="2304288" y="4184320"/>
            <a:ext cx="722376" cy="475488"/>
          </a:xfrm>
          <a:prstGeom prst="roundRect">
            <a:avLst>
              <a:gd name="adj" fmla="val 19231"/>
            </a:avLst>
          </a:prstGeom>
          <a:solidFill>
            <a:srgbClr val="EFF6FF"/>
          </a:solidFill>
          <a:ln w="8890">
            <a:solidFill>
              <a:srgbClr val="1F6FEB"/>
            </a:solidFill>
            <a:prstDash val="solid"/>
          </a:ln>
        </p:spPr>
        <p:txBody>
          <a:bodyPr/>
          <a:lstStyle/>
          <a:p>
            <a:endParaRPr lang="fr-CA" noProof="0" dirty="0"/>
          </a:p>
        </p:txBody>
      </p:sp>
      <p:sp>
        <p:nvSpPr>
          <p:cNvPr id="31" name="Text 29"/>
          <p:cNvSpPr/>
          <p:nvPr>
            <p:custDataLst>
              <p:tags r:id="rId30"/>
            </p:custDataLst>
          </p:nvPr>
        </p:nvSpPr>
        <p:spPr>
          <a:xfrm>
            <a:off x="2313432" y="4271188"/>
            <a:ext cx="704088" cy="301752"/>
          </a:xfrm>
          <a:prstGeom prst="rect">
            <a:avLst/>
          </a:prstGeom>
          <a:noFill/>
          <a:ln/>
        </p:spPr>
        <p:txBody>
          <a:bodyPr wrap="square" lIns="0" tIns="0" rIns="0" bIns="0" rtlCol="0" anchor="t">
            <a:normAutofit/>
          </a:bodyPr>
          <a:lstStyle/>
          <a:p>
            <a:pPr marL="0" indent="0" algn="ctr">
              <a:buNone/>
            </a:pPr>
            <a:r>
              <a:rPr lang="fr-CA" sz="1700" noProof="0" dirty="0">
                <a:solidFill>
                  <a:srgbClr val="1F6FEB"/>
                </a:solidFill>
                <a:latin typeface="Calibri" pitchFamily="34" charset="0"/>
                <a:ea typeface="Calibri" pitchFamily="34" charset="-122"/>
                <a:cs typeface="Calibri" pitchFamily="34" charset="-120"/>
              </a:rPr>
              <a:t>0</a:t>
            </a:r>
            <a:endParaRPr lang="fr-CA" sz="1700" noProof="0" dirty="0"/>
          </a:p>
        </p:txBody>
      </p:sp>
      <p:sp>
        <p:nvSpPr>
          <p:cNvPr id="32" name="Shape 30"/>
          <p:cNvSpPr/>
          <p:nvPr>
            <p:custDataLst>
              <p:tags r:id="rId31"/>
            </p:custDataLst>
          </p:nvPr>
        </p:nvSpPr>
        <p:spPr>
          <a:xfrm>
            <a:off x="3227832" y="4184320"/>
            <a:ext cx="722376" cy="475488"/>
          </a:xfrm>
          <a:prstGeom prst="roundRect">
            <a:avLst>
              <a:gd name="adj" fmla="val 19231"/>
            </a:avLst>
          </a:prstGeom>
          <a:solidFill>
            <a:srgbClr val="EFF6FF"/>
          </a:solidFill>
          <a:ln w="8890">
            <a:solidFill>
              <a:srgbClr val="1F6FEB"/>
            </a:solidFill>
            <a:prstDash val="solid"/>
          </a:ln>
        </p:spPr>
        <p:txBody>
          <a:bodyPr/>
          <a:lstStyle/>
          <a:p>
            <a:endParaRPr lang="fr-CA" noProof="0" dirty="0"/>
          </a:p>
        </p:txBody>
      </p:sp>
      <p:sp>
        <p:nvSpPr>
          <p:cNvPr id="33" name="Text 31"/>
          <p:cNvSpPr/>
          <p:nvPr>
            <p:custDataLst>
              <p:tags r:id="rId32"/>
            </p:custDataLst>
          </p:nvPr>
        </p:nvSpPr>
        <p:spPr>
          <a:xfrm>
            <a:off x="3236976" y="4271188"/>
            <a:ext cx="704088" cy="301752"/>
          </a:xfrm>
          <a:prstGeom prst="rect">
            <a:avLst/>
          </a:prstGeom>
          <a:noFill/>
          <a:ln/>
        </p:spPr>
        <p:txBody>
          <a:bodyPr wrap="square" lIns="0" tIns="0" rIns="0" bIns="0" rtlCol="0" anchor="t">
            <a:normAutofit/>
          </a:bodyPr>
          <a:lstStyle/>
          <a:p>
            <a:pPr marL="0" indent="0" algn="ctr">
              <a:buNone/>
            </a:pPr>
            <a:r>
              <a:rPr lang="fr-CA" sz="1700" noProof="0" dirty="0">
                <a:solidFill>
                  <a:srgbClr val="1F6FEB"/>
                </a:solidFill>
                <a:latin typeface="Calibri" pitchFamily="34" charset="0"/>
                <a:ea typeface="Calibri" pitchFamily="34" charset="-122"/>
                <a:cs typeface="Calibri" pitchFamily="34" charset="-120"/>
              </a:rPr>
              <a:t>1</a:t>
            </a:r>
            <a:endParaRPr lang="fr-CA" sz="1700" noProof="0" dirty="0"/>
          </a:p>
        </p:txBody>
      </p:sp>
      <p:sp>
        <p:nvSpPr>
          <p:cNvPr id="34" name="Shape 32"/>
          <p:cNvSpPr/>
          <p:nvPr>
            <p:custDataLst>
              <p:tags r:id="rId33"/>
            </p:custDataLst>
          </p:nvPr>
        </p:nvSpPr>
        <p:spPr>
          <a:xfrm>
            <a:off x="4151376" y="4184320"/>
            <a:ext cx="722376" cy="475488"/>
          </a:xfrm>
          <a:prstGeom prst="roundRect">
            <a:avLst>
              <a:gd name="adj" fmla="val 19231"/>
            </a:avLst>
          </a:prstGeom>
          <a:solidFill>
            <a:srgbClr val="EFF6FF"/>
          </a:solidFill>
          <a:ln w="8890">
            <a:solidFill>
              <a:srgbClr val="1F6FEB"/>
            </a:solidFill>
            <a:prstDash val="solid"/>
          </a:ln>
        </p:spPr>
        <p:txBody>
          <a:bodyPr/>
          <a:lstStyle/>
          <a:p>
            <a:endParaRPr lang="fr-CA" noProof="0" dirty="0"/>
          </a:p>
        </p:txBody>
      </p:sp>
      <p:sp>
        <p:nvSpPr>
          <p:cNvPr id="35" name="Text 33"/>
          <p:cNvSpPr/>
          <p:nvPr>
            <p:custDataLst>
              <p:tags r:id="rId34"/>
            </p:custDataLst>
          </p:nvPr>
        </p:nvSpPr>
        <p:spPr>
          <a:xfrm>
            <a:off x="4160520" y="4271188"/>
            <a:ext cx="704088" cy="301752"/>
          </a:xfrm>
          <a:prstGeom prst="rect">
            <a:avLst/>
          </a:prstGeom>
          <a:noFill/>
          <a:ln/>
        </p:spPr>
        <p:txBody>
          <a:bodyPr wrap="square" lIns="0" tIns="0" rIns="0" bIns="0" rtlCol="0" anchor="t">
            <a:normAutofit/>
          </a:bodyPr>
          <a:lstStyle/>
          <a:p>
            <a:pPr marL="0" indent="0" algn="ctr">
              <a:buNone/>
            </a:pPr>
            <a:r>
              <a:rPr lang="fr-CA" sz="1700" noProof="0" dirty="0">
                <a:solidFill>
                  <a:srgbClr val="1F6FEB"/>
                </a:solidFill>
                <a:latin typeface="Calibri" pitchFamily="34" charset="0"/>
                <a:ea typeface="Calibri" pitchFamily="34" charset="-122"/>
                <a:cs typeface="Calibri" pitchFamily="34" charset="-120"/>
              </a:rPr>
              <a:t>2</a:t>
            </a:r>
            <a:endParaRPr lang="fr-CA" sz="1700" noProof="0" dirty="0"/>
          </a:p>
        </p:txBody>
      </p:sp>
      <p:sp>
        <p:nvSpPr>
          <p:cNvPr id="36" name="Shape 34"/>
          <p:cNvSpPr/>
          <p:nvPr>
            <p:custDataLst>
              <p:tags r:id="rId35"/>
            </p:custDataLst>
          </p:nvPr>
        </p:nvSpPr>
        <p:spPr>
          <a:xfrm>
            <a:off x="5074920" y="4184320"/>
            <a:ext cx="722376" cy="475488"/>
          </a:xfrm>
          <a:prstGeom prst="roundRect">
            <a:avLst>
              <a:gd name="adj" fmla="val 19231"/>
            </a:avLst>
          </a:prstGeom>
          <a:solidFill>
            <a:srgbClr val="EFF6FF"/>
          </a:solidFill>
          <a:ln w="8890">
            <a:solidFill>
              <a:srgbClr val="1F6FEB"/>
            </a:solidFill>
            <a:prstDash val="solid"/>
          </a:ln>
        </p:spPr>
        <p:txBody>
          <a:bodyPr/>
          <a:lstStyle/>
          <a:p>
            <a:endParaRPr lang="fr-CA" noProof="0" dirty="0"/>
          </a:p>
        </p:txBody>
      </p:sp>
      <p:sp>
        <p:nvSpPr>
          <p:cNvPr id="37" name="Text 35"/>
          <p:cNvSpPr/>
          <p:nvPr>
            <p:custDataLst>
              <p:tags r:id="rId36"/>
            </p:custDataLst>
          </p:nvPr>
        </p:nvSpPr>
        <p:spPr>
          <a:xfrm>
            <a:off x="5084064" y="4271188"/>
            <a:ext cx="704088" cy="301752"/>
          </a:xfrm>
          <a:prstGeom prst="rect">
            <a:avLst/>
          </a:prstGeom>
          <a:noFill/>
          <a:ln/>
        </p:spPr>
        <p:txBody>
          <a:bodyPr wrap="square" lIns="0" tIns="0" rIns="0" bIns="0" rtlCol="0" anchor="t">
            <a:normAutofit/>
          </a:bodyPr>
          <a:lstStyle/>
          <a:p>
            <a:pPr marL="0" indent="0" algn="ctr">
              <a:buNone/>
            </a:pPr>
            <a:r>
              <a:rPr lang="fr-CA" sz="1700" noProof="0" dirty="0">
                <a:solidFill>
                  <a:srgbClr val="1F6FEB"/>
                </a:solidFill>
                <a:latin typeface="Calibri" pitchFamily="34" charset="0"/>
                <a:ea typeface="Calibri" pitchFamily="34" charset="-122"/>
                <a:cs typeface="Calibri" pitchFamily="34" charset="-120"/>
              </a:rPr>
              <a:t>3</a:t>
            </a:r>
            <a:endParaRPr lang="fr-CA" sz="1700" noProof="0" dirty="0"/>
          </a:p>
        </p:txBody>
      </p:sp>
      <p:sp>
        <p:nvSpPr>
          <p:cNvPr id="38" name="Text 36"/>
          <p:cNvSpPr/>
          <p:nvPr>
            <p:custDataLst>
              <p:tags r:id="rId37"/>
            </p:custDataLst>
          </p:nvPr>
        </p:nvSpPr>
        <p:spPr>
          <a:xfrm>
            <a:off x="795528" y="5207059"/>
            <a:ext cx="5318760" cy="287095"/>
          </a:xfrm>
          <a:prstGeom prst="rect">
            <a:avLst/>
          </a:prstGeom>
          <a:noFill/>
          <a:ln/>
        </p:spPr>
        <p:txBody>
          <a:bodyPr wrap="square" lIns="0" tIns="0" rIns="0" bIns="0" rtlCol="0" anchor="t">
            <a:normAutofit/>
          </a:bodyPr>
          <a:lstStyle/>
          <a:p>
            <a:pPr marL="0" indent="0">
              <a:buNone/>
            </a:pPr>
            <a:r>
              <a:rPr lang="fr-CA" sz="1500" noProof="0" dirty="0">
                <a:solidFill>
                  <a:srgbClr val="486581"/>
                </a:solidFill>
                <a:latin typeface="Calibri" pitchFamily="34" charset="0"/>
                <a:ea typeface="Calibri" pitchFamily="34" charset="-122"/>
                <a:cs typeface="Calibri" pitchFamily="34" charset="-120"/>
              </a:rPr>
              <a:t>Offsets : positions propres à chaque partition</a:t>
            </a:r>
            <a:endParaRPr lang="fr-CA" sz="1500" noProof="0" dirty="0"/>
          </a:p>
        </p:txBody>
      </p:sp>
      <p:sp>
        <p:nvSpPr>
          <p:cNvPr id="39" name="Shape 37"/>
          <p:cNvSpPr/>
          <p:nvPr>
            <p:custDataLst>
              <p:tags r:id="rId38"/>
            </p:custDataLst>
          </p:nvPr>
        </p:nvSpPr>
        <p:spPr>
          <a:xfrm>
            <a:off x="6748272" y="2017192"/>
            <a:ext cx="4919472" cy="3502964"/>
          </a:xfrm>
          <a:prstGeom prst="roundRect">
            <a:avLst>
              <a:gd name="adj" fmla="val 2849"/>
            </a:avLst>
          </a:prstGeom>
          <a:solidFill>
            <a:srgbClr val="EFFAF8"/>
          </a:solidFill>
          <a:ln w="8890">
            <a:solidFill>
              <a:srgbClr val="0F766E"/>
            </a:solidFill>
            <a:prstDash val="solid"/>
          </a:ln>
        </p:spPr>
        <p:txBody>
          <a:bodyPr/>
          <a:lstStyle/>
          <a:p>
            <a:endParaRPr lang="fr-CA" noProof="0" dirty="0"/>
          </a:p>
        </p:txBody>
      </p:sp>
      <p:sp>
        <p:nvSpPr>
          <p:cNvPr id="40" name="Text 38"/>
          <p:cNvSpPr/>
          <p:nvPr>
            <p:custDataLst>
              <p:tags r:id="rId39"/>
            </p:custDataLst>
          </p:nvPr>
        </p:nvSpPr>
        <p:spPr>
          <a:xfrm>
            <a:off x="6954012" y="2218360"/>
            <a:ext cx="3429000" cy="237744"/>
          </a:xfrm>
          <a:prstGeom prst="rect">
            <a:avLst/>
          </a:prstGeom>
          <a:noFill/>
          <a:ln/>
        </p:spPr>
        <p:txBody>
          <a:bodyPr wrap="square" lIns="0" tIns="0" rIns="0" bIns="0" rtlCol="0" anchor="t">
            <a:normAutofit/>
          </a:bodyPr>
          <a:lstStyle/>
          <a:p>
            <a:pPr marL="0" indent="0">
              <a:buNone/>
            </a:pPr>
            <a:r>
              <a:rPr lang="fr-CA" sz="1100" b="1" kern="0" spc="50" noProof="0" dirty="0">
                <a:solidFill>
                  <a:srgbClr val="0F766E"/>
                </a:solidFill>
                <a:latin typeface="Calibri" pitchFamily="34" charset="0"/>
                <a:ea typeface="Calibri" pitchFamily="34" charset="-122"/>
                <a:cs typeface="Calibri" pitchFamily="34" charset="-120"/>
              </a:rPr>
              <a:t>GROUPE DE CONSOMMATEURS</a:t>
            </a:r>
            <a:endParaRPr lang="fr-CA" sz="1100" noProof="0" dirty="0"/>
          </a:p>
        </p:txBody>
      </p:sp>
      <p:sp>
        <p:nvSpPr>
          <p:cNvPr id="41" name="Shape 39"/>
          <p:cNvSpPr/>
          <p:nvPr>
            <p:custDataLst>
              <p:tags r:id="rId40"/>
            </p:custDataLst>
          </p:nvPr>
        </p:nvSpPr>
        <p:spPr>
          <a:xfrm>
            <a:off x="7064596" y="2559997"/>
            <a:ext cx="2053642" cy="804672"/>
          </a:xfrm>
          <a:prstGeom prst="roundRect">
            <a:avLst>
              <a:gd name="adj" fmla="val 11364"/>
            </a:avLst>
          </a:prstGeom>
          <a:solidFill>
            <a:srgbClr val="FFFFFF"/>
          </a:solidFill>
          <a:ln w="8890">
            <a:solidFill>
              <a:srgbClr val="0F766E"/>
            </a:solidFill>
            <a:prstDash val="solid"/>
          </a:ln>
        </p:spPr>
        <p:txBody>
          <a:bodyPr/>
          <a:lstStyle/>
          <a:p>
            <a:endParaRPr lang="fr-CA" noProof="0" dirty="0"/>
          </a:p>
        </p:txBody>
      </p:sp>
      <p:sp>
        <p:nvSpPr>
          <p:cNvPr id="42" name="Text 40"/>
          <p:cNvSpPr/>
          <p:nvPr>
            <p:custDataLst>
              <p:tags r:id="rId41"/>
            </p:custDataLst>
          </p:nvPr>
        </p:nvSpPr>
        <p:spPr>
          <a:xfrm>
            <a:off x="7210900" y="2761165"/>
            <a:ext cx="1757026" cy="475488"/>
          </a:xfrm>
          <a:prstGeom prst="rect">
            <a:avLst/>
          </a:prstGeom>
          <a:noFill/>
          <a:ln/>
        </p:spPr>
        <p:txBody>
          <a:bodyPr wrap="square" lIns="0" tIns="0" rIns="0" bIns="0" rtlCol="0" anchor="t">
            <a:normAutofit fontScale="92500" lnSpcReduction="10000"/>
          </a:bodyPr>
          <a:lstStyle/>
          <a:p>
            <a:pPr marL="0" indent="0" algn="ctr">
              <a:buNone/>
            </a:pPr>
            <a:r>
              <a:rPr lang="fr-CA" sz="1850" b="1" noProof="0" dirty="0">
                <a:solidFill>
                  <a:srgbClr val="0F766E"/>
                </a:solidFill>
                <a:latin typeface="Calibri" pitchFamily="34" charset="0"/>
                <a:ea typeface="Calibri" pitchFamily="34" charset="-122"/>
                <a:cs typeface="Calibri" pitchFamily="34" charset="-120"/>
              </a:rPr>
              <a:t>Processus/Thread</a:t>
            </a:r>
          </a:p>
          <a:p>
            <a:pPr marL="0" indent="0" algn="ctr">
              <a:buNone/>
            </a:pPr>
            <a:r>
              <a:rPr lang="fr-CA" sz="1850" b="1" noProof="0" dirty="0">
                <a:solidFill>
                  <a:srgbClr val="0F766E"/>
                </a:solidFill>
                <a:latin typeface="Calibri" pitchFamily="34" charset="0"/>
                <a:ea typeface="Calibri" pitchFamily="34" charset="-122"/>
                <a:cs typeface="Calibri" pitchFamily="34" charset="-120"/>
              </a:rPr>
              <a:t>Consommateur A</a:t>
            </a:r>
            <a:endParaRPr lang="fr-CA" sz="1850" noProof="0" dirty="0"/>
          </a:p>
        </p:txBody>
      </p:sp>
      <p:sp>
        <p:nvSpPr>
          <p:cNvPr id="43" name="Shape 41"/>
          <p:cNvSpPr/>
          <p:nvPr>
            <p:custDataLst>
              <p:tags r:id="rId42"/>
            </p:custDataLst>
          </p:nvPr>
        </p:nvSpPr>
        <p:spPr>
          <a:xfrm>
            <a:off x="7064596" y="3492685"/>
            <a:ext cx="2053642" cy="804672"/>
          </a:xfrm>
          <a:prstGeom prst="roundRect">
            <a:avLst>
              <a:gd name="adj" fmla="val 11364"/>
            </a:avLst>
          </a:prstGeom>
          <a:solidFill>
            <a:srgbClr val="FFFFFF"/>
          </a:solidFill>
          <a:ln w="8890">
            <a:solidFill>
              <a:srgbClr val="0F766E"/>
            </a:solidFill>
            <a:prstDash val="solid"/>
          </a:ln>
        </p:spPr>
        <p:txBody>
          <a:bodyPr/>
          <a:lstStyle/>
          <a:p>
            <a:endParaRPr lang="fr-CA" noProof="0" dirty="0"/>
          </a:p>
        </p:txBody>
      </p:sp>
      <p:sp>
        <p:nvSpPr>
          <p:cNvPr id="44" name="Text 42"/>
          <p:cNvSpPr/>
          <p:nvPr>
            <p:custDataLst>
              <p:tags r:id="rId43"/>
            </p:custDataLst>
          </p:nvPr>
        </p:nvSpPr>
        <p:spPr>
          <a:xfrm>
            <a:off x="7210900" y="3693853"/>
            <a:ext cx="1757026" cy="475488"/>
          </a:xfrm>
          <a:prstGeom prst="rect">
            <a:avLst/>
          </a:prstGeom>
          <a:noFill/>
          <a:ln/>
        </p:spPr>
        <p:txBody>
          <a:bodyPr wrap="square" lIns="0" tIns="0" rIns="0" bIns="0" rtlCol="0" anchor="t">
            <a:normAutofit fontScale="92500" lnSpcReduction="10000"/>
          </a:bodyPr>
          <a:lstStyle/>
          <a:p>
            <a:pPr marL="0" indent="0" algn="ctr">
              <a:buNone/>
            </a:pPr>
            <a:r>
              <a:rPr lang="fr-CA" sz="1850" b="1" noProof="0" dirty="0">
                <a:solidFill>
                  <a:srgbClr val="0F766E"/>
                </a:solidFill>
                <a:latin typeface="Calibri" pitchFamily="34" charset="0"/>
                <a:ea typeface="Calibri" pitchFamily="34" charset="-122"/>
                <a:cs typeface="Calibri" pitchFamily="34" charset="-120"/>
              </a:rPr>
              <a:t>Processus/Thread</a:t>
            </a:r>
          </a:p>
          <a:p>
            <a:pPr marL="0" indent="0" algn="ctr">
              <a:buNone/>
            </a:pPr>
            <a:r>
              <a:rPr lang="fr-CA" sz="1850" b="1" noProof="0" dirty="0">
                <a:solidFill>
                  <a:srgbClr val="0F766E"/>
                </a:solidFill>
                <a:latin typeface="Calibri" pitchFamily="34" charset="0"/>
                <a:ea typeface="Calibri" pitchFamily="34" charset="-122"/>
                <a:cs typeface="Calibri" pitchFamily="34" charset="-120"/>
              </a:rPr>
              <a:t>Consommateur B</a:t>
            </a:r>
            <a:endParaRPr lang="fr-CA" sz="1850" noProof="0" dirty="0"/>
          </a:p>
        </p:txBody>
      </p:sp>
      <p:sp>
        <p:nvSpPr>
          <p:cNvPr id="45" name="Shape 43"/>
          <p:cNvSpPr/>
          <p:nvPr>
            <p:custDataLst>
              <p:tags r:id="rId44"/>
            </p:custDataLst>
          </p:nvPr>
        </p:nvSpPr>
        <p:spPr>
          <a:xfrm>
            <a:off x="5797296" y="2913304"/>
            <a:ext cx="1254148" cy="51231"/>
          </a:xfrm>
          <a:prstGeom prst="line">
            <a:avLst/>
          </a:prstGeom>
          <a:noFill/>
          <a:ln w="28575">
            <a:solidFill>
              <a:srgbClr val="1F6FEB"/>
            </a:solidFill>
            <a:prstDash val="solid"/>
            <a:headEnd type="none"/>
            <a:tailEnd type="triangle"/>
          </a:ln>
        </p:spPr>
        <p:txBody>
          <a:bodyPr/>
          <a:lstStyle/>
          <a:p>
            <a:endParaRPr lang="fr-CA" noProof="0" dirty="0"/>
          </a:p>
        </p:txBody>
      </p:sp>
      <p:sp>
        <p:nvSpPr>
          <p:cNvPr id="46" name="Shape 44"/>
          <p:cNvSpPr/>
          <p:nvPr>
            <p:custDataLst>
              <p:tags r:id="rId45"/>
            </p:custDataLst>
          </p:nvPr>
        </p:nvSpPr>
        <p:spPr>
          <a:xfrm>
            <a:off x="5788152" y="3639313"/>
            <a:ext cx="1272436" cy="279508"/>
          </a:xfrm>
          <a:prstGeom prst="line">
            <a:avLst/>
          </a:prstGeom>
          <a:noFill/>
          <a:ln w="28575">
            <a:solidFill>
              <a:srgbClr val="1F6FEB"/>
            </a:solidFill>
            <a:prstDash val="solid"/>
            <a:headEnd type="none"/>
            <a:tailEnd type="triangle"/>
          </a:ln>
        </p:spPr>
        <p:txBody>
          <a:bodyPr/>
          <a:lstStyle/>
          <a:p>
            <a:endParaRPr lang="fr-CA" noProof="0" dirty="0"/>
          </a:p>
        </p:txBody>
      </p:sp>
      <p:sp>
        <p:nvSpPr>
          <p:cNvPr id="48" name="Shape 46"/>
          <p:cNvSpPr/>
          <p:nvPr>
            <p:custDataLst>
              <p:tags r:id="rId46"/>
            </p:custDataLst>
          </p:nvPr>
        </p:nvSpPr>
        <p:spPr>
          <a:xfrm>
            <a:off x="530352" y="5715000"/>
            <a:ext cx="11128248" cy="448056"/>
          </a:xfrm>
          <a:prstGeom prst="roundRect">
            <a:avLst>
              <a:gd name="adj" fmla="val 20408"/>
            </a:avLst>
          </a:prstGeom>
          <a:solidFill>
            <a:srgbClr val="EFF6FF"/>
          </a:solidFill>
          <a:ln w="8890">
            <a:solidFill>
              <a:srgbClr val="EFF6FF"/>
            </a:solidFill>
            <a:prstDash val="solid"/>
          </a:ln>
        </p:spPr>
        <p:txBody>
          <a:bodyPr/>
          <a:lstStyle/>
          <a:p>
            <a:endParaRPr lang="fr-CA" noProof="0" dirty="0"/>
          </a:p>
        </p:txBody>
      </p:sp>
      <p:sp>
        <p:nvSpPr>
          <p:cNvPr id="49" name="Text 47"/>
          <p:cNvSpPr/>
          <p:nvPr>
            <p:custDataLst>
              <p:tags r:id="rId47"/>
            </p:custDataLst>
          </p:nvPr>
        </p:nvSpPr>
        <p:spPr>
          <a:xfrm>
            <a:off x="731520" y="5820156"/>
            <a:ext cx="10716768" cy="274320"/>
          </a:xfrm>
          <a:prstGeom prst="rect">
            <a:avLst/>
          </a:prstGeom>
          <a:noFill/>
          <a:ln/>
        </p:spPr>
        <p:txBody>
          <a:bodyPr wrap="square" lIns="0" tIns="0" rIns="0" bIns="0" rtlCol="0" anchor="t">
            <a:normAutofit/>
          </a:bodyPr>
          <a:lstStyle/>
          <a:p>
            <a:pPr marL="0" indent="0">
              <a:buNone/>
            </a:pPr>
            <a:r>
              <a:rPr lang="fr-CA" sz="1550" b="1" noProof="0" dirty="0">
                <a:solidFill>
                  <a:srgbClr val="102A43"/>
                </a:solidFill>
                <a:latin typeface="Calibri" pitchFamily="34" charset="0"/>
                <a:ea typeface="Calibri" pitchFamily="34" charset="-122"/>
                <a:cs typeface="Calibri" pitchFamily="34" charset="-120"/>
              </a:rPr>
              <a:t>L'ordre est garanti que dans une partition (si clé de partition), pas globalement entre toutes les partitions.</a:t>
            </a:r>
            <a:endParaRPr lang="fr-CA" sz="1550" noProof="0" dirty="0"/>
          </a:p>
        </p:txBody>
      </p:sp>
      <p:sp>
        <p:nvSpPr>
          <p:cNvPr id="51" name="Shape 41">
            <a:extLst>
              <a:ext uri="{FF2B5EF4-FFF2-40B4-BE49-F238E27FC236}">
                <a16:creationId xmlns:a16="http://schemas.microsoft.com/office/drawing/2014/main" id="{A5756048-6AEB-066A-2004-DA647740DC71}"/>
              </a:ext>
            </a:extLst>
          </p:cNvPr>
          <p:cNvSpPr/>
          <p:nvPr>
            <p:custDataLst>
              <p:tags r:id="rId48"/>
            </p:custDataLst>
          </p:nvPr>
        </p:nvSpPr>
        <p:spPr>
          <a:xfrm>
            <a:off x="7064596" y="4429945"/>
            <a:ext cx="2053642" cy="804672"/>
          </a:xfrm>
          <a:prstGeom prst="roundRect">
            <a:avLst>
              <a:gd name="adj" fmla="val 11364"/>
            </a:avLst>
          </a:prstGeom>
          <a:solidFill>
            <a:srgbClr val="FFFFFF"/>
          </a:solidFill>
          <a:ln w="8890">
            <a:solidFill>
              <a:srgbClr val="0F766E"/>
            </a:solidFill>
            <a:prstDash val="solid"/>
          </a:ln>
        </p:spPr>
        <p:txBody>
          <a:bodyPr/>
          <a:lstStyle/>
          <a:p>
            <a:endParaRPr lang="fr-CA" noProof="0" dirty="0"/>
          </a:p>
        </p:txBody>
      </p:sp>
      <p:sp>
        <p:nvSpPr>
          <p:cNvPr id="53" name="Text 42">
            <a:extLst>
              <a:ext uri="{FF2B5EF4-FFF2-40B4-BE49-F238E27FC236}">
                <a16:creationId xmlns:a16="http://schemas.microsoft.com/office/drawing/2014/main" id="{5048566B-1F2F-1243-1121-85E21E587642}"/>
              </a:ext>
            </a:extLst>
          </p:cNvPr>
          <p:cNvSpPr/>
          <p:nvPr>
            <p:custDataLst>
              <p:tags r:id="rId49"/>
            </p:custDataLst>
          </p:nvPr>
        </p:nvSpPr>
        <p:spPr>
          <a:xfrm>
            <a:off x="7210900" y="4580821"/>
            <a:ext cx="1757026" cy="523191"/>
          </a:xfrm>
          <a:prstGeom prst="rect">
            <a:avLst/>
          </a:prstGeom>
          <a:noFill/>
          <a:ln/>
        </p:spPr>
        <p:txBody>
          <a:bodyPr wrap="square" lIns="0" tIns="0" rIns="0" bIns="0" rtlCol="0" anchor="t">
            <a:normAutofit lnSpcReduction="10000"/>
          </a:bodyPr>
          <a:lstStyle/>
          <a:p>
            <a:pPr marL="0" indent="0" algn="ctr">
              <a:buNone/>
            </a:pPr>
            <a:r>
              <a:rPr lang="fr-CA" sz="1850" b="1" noProof="0" dirty="0">
                <a:solidFill>
                  <a:srgbClr val="0F766E"/>
                </a:solidFill>
                <a:latin typeface="Calibri" pitchFamily="34" charset="0"/>
                <a:ea typeface="Calibri" pitchFamily="34" charset="-122"/>
                <a:cs typeface="Calibri" pitchFamily="34" charset="-120"/>
              </a:rPr>
              <a:t>Processus/Thread</a:t>
            </a:r>
          </a:p>
          <a:p>
            <a:pPr marL="0" indent="0" algn="ctr">
              <a:buNone/>
            </a:pPr>
            <a:r>
              <a:rPr lang="fr-CA" sz="1850" b="1" noProof="0" dirty="0">
                <a:solidFill>
                  <a:srgbClr val="0F766E"/>
                </a:solidFill>
                <a:latin typeface="Calibri" pitchFamily="34" charset="0"/>
                <a:ea typeface="Calibri" pitchFamily="34" charset="-122"/>
                <a:cs typeface="Calibri" pitchFamily="34" charset="-120"/>
              </a:rPr>
              <a:t>Consommateur C</a:t>
            </a:r>
            <a:endParaRPr lang="fr-CA" sz="1850" noProof="0" dirty="0"/>
          </a:p>
        </p:txBody>
      </p:sp>
      <p:sp>
        <p:nvSpPr>
          <p:cNvPr id="57" name="Shape 44">
            <a:extLst>
              <a:ext uri="{FF2B5EF4-FFF2-40B4-BE49-F238E27FC236}">
                <a16:creationId xmlns:a16="http://schemas.microsoft.com/office/drawing/2014/main" id="{81CDAE44-57CE-6AA6-5D0C-9FE0B208525D}"/>
              </a:ext>
            </a:extLst>
          </p:cNvPr>
          <p:cNvSpPr/>
          <p:nvPr>
            <p:custDataLst>
              <p:tags r:id="rId50"/>
            </p:custDataLst>
          </p:nvPr>
        </p:nvSpPr>
        <p:spPr>
          <a:xfrm>
            <a:off x="5806440" y="4398263"/>
            <a:ext cx="1254148" cy="407526"/>
          </a:xfrm>
          <a:prstGeom prst="line">
            <a:avLst/>
          </a:prstGeom>
          <a:noFill/>
          <a:ln w="28575">
            <a:solidFill>
              <a:srgbClr val="1F6FEB"/>
            </a:solidFill>
            <a:prstDash val="solid"/>
            <a:headEnd type="none"/>
            <a:tailEnd type="triangle"/>
          </a:ln>
        </p:spPr>
        <p:txBody>
          <a:bodyPr/>
          <a:lstStyle/>
          <a:p>
            <a:endParaRPr lang="fr-CA" noProof="0" dirty="0"/>
          </a:p>
        </p:txBody>
      </p:sp>
      <p:sp>
        <p:nvSpPr>
          <p:cNvPr id="63" name="Shape 41">
            <a:extLst>
              <a:ext uri="{FF2B5EF4-FFF2-40B4-BE49-F238E27FC236}">
                <a16:creationId xmlns:a16="http://schemas.microsoft.com/office/drawing/2014/main" id="{F6A4DC40-1463-2550-656F-61C1BE44AE2E}"/>
              </a:ext>
            </a:extLst>
          </p:cNvPr>
          <p:cNvSpPr/>
          <p:nvPr>
            <p:custDataLst>
              <p:tags r:id="rId51"/>
            </p:custDataLst>
          </p:nvPr>
        </p:nvSpPr>
        <p:spPr>
          <a:xfrm>
            <a:off x="9270638" y="2552064"/>
            <a:ext cx="2053642" cy="804672"/>
          </a:xfrm>
          <a:prstGeom prst="roundRect">
            <a:avLst>
              <a:gd name="adj" fmla="val 11364"/>
            </a:avLst>
          </a:prstGeom>
          <a:solidFill>
            <a:srgbClr val="FFFFFF"/>
          </a:solidFill>
          <a:ln w="8890">
            <a:solidFill>
              <a:srgbClr val="0F766E"/>
            </a:solidFill>
            <a:prstDash val="solid"/>
          </a:ln>
        </p:spPr>
        <p:txBody>
          <a:bodyPr/>
          <a:lstStyle/>
          <a:p>
            <a:endParaRPr lang="fr-CA" noProof="0" dirty="0"/>
          </a:p>
        </p:txBody>
      </p:sp>
      <p:sp>
        <p:nvSpPr>
          <p:cNvPr id="65" name="Text 42">
            <a:extLst>
              <a:ext uri="{FF2B5EF4-FFF2-40B4-BE49-F238E27FC236}">
                <a16:creationId xmlns:a16="http://schemas.microsoft.com/office/drawing/2014/main" id="{057D526F-E971-B90E-A4AE-7DB6B3785535}"/>
              </a:ext>
            </a:extLst>
          </p:cNvPr>
          <p:cNvSpPr/>
          <p:nvPr>
            <p:custDataLst>
              <p:tags r:id="rId52"/>
            </p:custDataLst>
          </p:nvPr>
        </p:nvSpPr>
        <p:spPr>
          <a:xfrm>
            <a:off x="9416942" y="2702940"/>
            <a:ext cx="1757026" cy="523191"/>
          </a:xfrm>
          <a:prstGeom prst="rect">
            <a:avLst/>
          </a:prstGeom>
          <a:noFill/>
          <a:ln/>
        </p:spPr>
        <p:txBody>
          <a:bodyPr wrap="square" lIns="0" tIns="0" rIns="0" bIns="0" rtlCol="0" anchor="t">
            <a:normAutofit lnSpcReduction="10000"/>
          </a:bodyPr>
          <a:lstStyle/>
          <a:p>
            <a:pPr marL="0" indent="0" algn="ctr">
              <a:buNone/>
            </a:pPr>
            <a:r>
              <a:rPr lang="fr-CA" sz="1850" b="1" noProof="0" dirty="0">
                <a:solidFill>
                  <a:srgbClr val="0F766E"/>
                </a:solidFill>
                <a:latin typeface="Calibri" pitchFamily="34" charset="0"/>
                <a:ea typeface="Calibri" pitchFamily="34" charset="-122"/>
                <a:cs typeface="Calibri" pitchFamily="34" charset="-120"/>
              </a:rPr>
              <a:t>Processus/Thread</a:t>
            </a:r>
          </a:p>
          <a:p>
            <a:pPr marL="0" indent="0" algn="ctr">
              <a:buNone/>
            </a:pPr>
            <a:r>
              <a:rPr lang="fr-CA" sz="1850" b="1" noProof="0" dirty="0">
                <a:solidFill>
                  <a:srgbClr val="0F766E"/>
                </a:solidFill>
                <a:latin typeface="Calibri" pitchFamily="34" charset="0"/>
                <a:ea typeface="Calibri" pitchFamily="34" charset="-122"/>
                <a:cs typeface="Calibri" pitchFamily="34" charset="-120"/>
              </a:rPr>
              <a:t>Consommateur D</a:t>
            </a:r>
            <a:endParaRPr lang="fr-CA" sz="1850" noProof="0" dirty="0"/>
          </a:p>
        </p:txBody>
      </p:sp>
      <p:sp>
        <p:nvSpPr>
          <p:cNvPr id="67" name="Shape 18">
            <a:extLst>
              <a:ext uri="{FF2B5EF4-FFF2-40B4-BE49-F238E27FC236}">
                <a16:creationId xmlns:a16="http://schemas.microsoft.com/office/drawing/2014/main" id="{93522C07-2964-EC5B-5BC6-08C5DA7186C8}"/>
              </a:ext>
            </a:extLst>
          </p:cNvPr>
          <p:cNvSpPr/>
          <p:nvPr>
            <p:custDataLst>
              <p:tags r:id="rId53"/>
            </p:custDataLst>
          </p:nvPr>
        </p:nvSpPr>
        <p:spPr>
          <a:xfrm flipV="1">
            <a:off x="9752222" y="3377007"/>
            <a:ext cx="126345" cy="316846"/>
          </a:xfrm>
          <a:prstGeom prst="line">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fr-CA" dirty="0"/>
          </a:p>
        </p:txBody>
      </p:sp>
      <p:sp>
        <p:nvSpPr>
          <p:cNvPr id="69" name="Text 15">
            <a:extLst>
              <a:ext uri="{FF2B5EF4-FFF2-40B4-BE49-F238E27FC236}">
                <a16:creationId xmlns:a16="http://schemas.microsoft.com/office/drawing/2014/main" id="{148D4289-2F56-7575-7B36-91CC7FB90331}"/>
              </a:ext>
            </a:extLst>
          </p:cNvPr>
          <p:cNvSpPr/>
          <p:nvPr>
            <p:custDataLst>
              <p:tags r:id="rId54"/>
            </p:custDataLst>
          </p:nvPr>
        </p:nvSpPr>
        <p:spPr>
          <a:xfrm>
            <a:off x="9416942" y="3804272"/>
            <a:ext cx="2053642" cy="380047"/>
          </a:xfrm>
          <a:prstGeom prst="rect">
            <a:avLst/>
          </a:prstGeom>
          <a:noFill/>
          <a:ln/>
        </p:spPr>
        <p:txBody>
          <a:bodyPr wrap="square" lIns="0" tIns="0" rIns="0" bIns="0" rtlCol="0" anchor="t">
            <a:normAutofit/>
          </a:bodyPr>
          <a:lstStyle/>
          <a:p>
            <a:pPr marL="0" indent="0">
              <a:buNone/>
            </a:pPr>
            <a:r>
              <a:rPr lang="fr-CA" sz="1720" noProof="0" dirty="0">
                <a:solidFill>
                  <a:srgbClr val="486581"/>
                </a:solidFill>
                <a:latin typeface="Calibri" pitchFamily="34" charset="0"/>
                <a:ea typeface="Calibri" pitchFamily="34" charset="-122"/>
                <a:cs typeface="Calibri" pitchFamily="34" charset="-120"/>
              </a:rPr>
              <a:t>Reçoit aucun message.</a:t>
            </a:r>
            <a:endParaRPr lang="fr-CA" sz="1720" noProof="0" dirty="0"/>
          </a:p>
        </p:txBody>
      </p:sp>
      <p:sp>
        <p:nvSpPr>
          <p:cNvPr id="71" name="Shape 18">
            <a:extLst>
              <a:ext uri="{FF2B5EF4-FFF2-40B4-BE49-F238E27FC236}">
                <a16:creationId xmlns:a16="http://schemas.microsoft.com/office/drawing/2014/main" id="{51D3DBD1-7A7B-6D6E-0DBC-A7F6F4C24893}"/>
              </a:ext>
            </a:extLst>
          </p:cNvPr>
          <p:cNvSpPr/>
          <p:nvPr>
            <p:custDataLst>
              <p:tags r:id="rId55"/>
            </p:custDataLst>
          </p:nvPr>
        </p:nvSpPr>
        <p:spPr>
          <a:xfrm flipH="1" flipV="1">
            <a:off x="9226296" y="4248004"/>
            <a:ext cx="544213" cy="237743"/>
          </a:xfrm>
          <a:prstGeom prst="line">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fr-CA" dirty="0"/>
          </a:p>
        </p:txBody>
      </p:sp>
      <p:sp>
        <p:nvSpPr>
          <p:cNvPr id="73" name="Text 15">
            <a:extLst>
              <a:ext uri="{FF2B5EF4-FFF2-40B4-BE49-F238E27FC236}">
                <a16:creationId xmlns:a16="http://schemas.microsoft.com/office/drawing/2014/main" id="{D12DECE4-4C7B-DCD6-774F-0D2FBF1523EE}"/>
              </a:ext>
            </a:extLst>
          </p:cNvPr>
          <p:cNvSpPr/>
          <p:nvPr>
            <p:custDataLst>
              <p:tags r:id="rId56"/>
            </p:custDataLst>
          </p:nvPr>
        </p:nvSpPr>
        <p:spPr>
          <a:xfrm>
            <a:off x="9434562" y="4580821"/>
            <a:ext cx="2053642" cy="583659"/>
          </a:xfrm>
          <a:prstGeom prst="rect">
            <a:avLst/>
          </a:prstGeom>
          <a:noFill/>
          <a:ln/>
        </p:spPr>
        <p:txBody>
          <a:bodyPr wrap="square" lIns="0" tIns="0" rIns="0" bIns="0" rtlCol="0" anchor="t">
            <a:normAutofit fontScale="77500" lnSpcReduction="20000"/>
          </a:bodyPr>
          <a:lstStyle/>
          <a:p>
            <a:pPr marL="0" indent="0">
              <a:buNone/>
            </a:pPr>
            <a:r>
              <a:rPr lang="fr-CA" sz="1720" noProof="0" dirty="0">
                <a:solidFill>
                  <a:srgbClr val="486581"/>
                </a:solidFill>
                <a:latin typeface="Calibri" pitchFamily="34" charset="0"/>
                <a:ea typeface="Calibri" pitchFamily="34" charset="-122"/>
                <a:cs typeface="Calibri" pitchFamily="34" charset="-120"/>
              </a:rPr>
              <a:t>Sans clé ... Tous les Threads peuvent écrire sur le même enregistrement – Pas d’ordre.</a:t>
            </a:r>
            <a:endParaRPr lang="fr-CA" sz="1720" noProof="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fr-CA" noProof="0" dirty="0"/>
          </a:p>
        </p:txBody>
      </p:sp>
      <p:sp>
        <p:nvSpPr>
          <p:cNvPr id="4" name="Text 2"/>
          <p:cNvSpPr/>
          <p:nvPr>
            <p:custDataLst>
              <p:tags r:id="rId2"/>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fr-CA" sz="1000" b="1" noProof="0" dirty="0">
                <a:solidFill>
                  <a:srgbClr val="829AB1"/>
                </a:solidFill>
                <a:latin typeface="Calibri" pitchFamily="34" charset="0"/>
                <a:ea typeface="Calibri" pitchFamily="34" charset="-122"/>
                <a:cs typeface="Calibri" pitchFamily="34" charset="-120"/>
              </a:rPr>
              <a:t>PARTITIONS CHAUDES</a:t>
            </a:r>
            <a:endParaRPr lang="fr-CA" sz="1000" noProof="0" dirty="0"/>
          </a:p>
        </p:txBody>
      </p:sp>
      <p:sp>
        <p:nvSpPr>
          <p:cNvPr id="5" name="Text 3"/>
          <p:cNvSpPr/>
          <p:nvPr>
            <p:custDataLst>
              <p:tags r:id="rId3"/>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fr-CA" sz="2700" b="1" noProof="0" dirty="0">
                <a:solidFill>
                  <a:srgbClr val="102A43"/>
                </a:solidFill>
                <a:latin typeface="Calibri" pitchFamily="34" charset="0"/>
                <a:ea typeface="Calibri" pitchFamily="34" charset="-122"/>
                <a:cs typeface="Calibri" pitchFamily="34" charset="-120"/>
              </a:rPr>
              <a:t>Une clé déséquilibrée peut neutraliser l’élasticité horizontale</a:t>
            </a:r>
            <a:endParaRPr lang="fr-CA" sz="2700" noProof="0" dirty="0"/>
          </a:p>
        </p:txBody>
      </p:sp>
      <p:sp>
        <p:nvSpPr>
          <p:cNvPr id="6" name="Text 4"/>
          <p:cNvSpPr/>
          <p:nvPr>
            <p:custDataLst>
              <p:tags r:id="rId4"/>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fr-CA" sz="1650" noProof="0" dirty="0">
                <a:solidFill>
                  <a:srgbClr val="486581"/>
                </a:solidFill>
                <a:latin typeface="Calibri" pitchFamily="34" charset="0"/>
                <a:ea typeface="Calibri" pitchFamily="34" charset="-122"/>
                <a:cs typeface="Calibri" pitchFamily="34" charset="-120"/>
              </a:rPr>
              <a:t>Le débit peut rester limité par une seule partition, même lorsque les autres consommateurs sont disponibles.</a:t>
            </a:r>
            <a:endParaRPr lang="fr-CA" sz="1650" noProof="0" dirty="0"/>
          </a:p>
        </p:txBody>
      </p:sp>
      <p:sp>
        <p:nvSpPr>
          <p:cNvPr id="7" name="Text 5"/>
          <p:cNvSpPr/>
          <p:nvPr>
            <p:custDataLst>
              <p:tags r:id="rId5"/>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fr-CA" sz="900" noProof="0" dirty="0">
                <a:solidFill>
                  <a:srgbClr val="486581"/>
                </a:solidFill>
                <a:latin typeface="Calibri" pitchFamily="34" charset="0"/>
                <a:ea typeface="Calibri" pitchFamily="34" charset="-122"/>
                <a:cs typeface="Calibri" pitchFamily="34" charset="-120"/>
              </a:rPr>
              <a:t>Guide d'ingénierie Kafka · Projet EDA</a:t>
            </a:r>
            <a:endParaRPr lang="fr-CA" sz="900" noProof="0" dirty="0"/>
          </a:p>
        </p:txBody>
      </p:sp>
      <p:sp>
        <p:nvSpPr>
          <p:cNvPr id="8" name="Text 6"/>
          <p:cNvSpPr/>
          <p:nvPr>
            <p:custDataLst>
              <p:tags r:id="rId6"/>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fr-CA" sz="900" noProof="0" dirty="0">
                <a:solidFill>
                  <a:srgbClr val="486581"/>
                </a:solidFill>
                <a:latin typeface="Calibri" pitchFamily="34" charset="0"/>
                <a:ea typeface="Calibri" pitchFamily="34" charset="-122"/>
                <a:cs typeface="Calibri" pitchFamily="34" charset="-120"/>
              </a:rPr>
              <a:t>11</a:t>
            </a:r>
            <a:endParaRPr lang="fr-CA" sz="900" noProof="0" dirty="0"/>
          </a:p>
        </p:txBody>
      </p:sp>
      <p:sp>
        <p:nvSpPr>
          <p:cNvPr id="9" name="Shape 7"/>
          <p:cNvSpPr/>
          <p:nvPr>
            <p:custDataLst>
              <p:tags r:id="rId7"/>
            </p:custDataLst>
          </p:nvPr>
        </p:nvSpPr>
        <p:spPr>
          <a:xfrm>
            <a:off x="534526" y="2016252"/>
            <a:ext cx="6404893" cy="3255264"/>
          </a:xfrm>
          <a:prstGeom prst="roundRect">
            <a:avLst>
              <a:gd name="adj" fmla="val 2809"/>
            </a:avLst>
          </a:prstGeom>
          <a:solidFill>
            <a:srgbClr val="F5F8FC"/>
          </a:solidFill>
          <a:ln w="8890">
            <a:solidFill>
              <a:srgbClr val="D9E2EC"/>
            </a:solidFill>
            <a:prstDash val="solid"/>
          </a:ln>
        </p:spPr>
        <p:txBody>
          <a:bodyPr/>
          <a:lstStyle/>
          <a:p>
            <a:endParaRPr lang="fr-CA" noProof="0" dirty="0"/>
          </a:p>
        </p:txBody>
      </p:sp>
      <p:sp>
        <p:nvSpPr>
          <p:cNvPr id="10" name="Text 8"/>
          <p:cNvSpPr/>
          <p:nvPr>
            <p:custDataLst>
              <p:tags r:id="rId8"/>
            </p:custDataLst>
          </p:nvPr>
        </p:nvSpPr>
        <p:spPr>
          <a:xfrm>
            <a:off x="790558" y="2253996"/>
            <a:ext cx="5486400" cy="237744"/>
          </a:xfrm>
          <a:prstGeom prst="rect">
            <a:avLst/>
          </a:prstGeom>
          <a:noFill/>
          <a:ln/>
        </p:spPr>
        <p:txBody>
          <a:bodyPr wrap="square" lIns="0" tIns="0" rIns="0" bIns="0" rtlCol="0" anchor="t">
            <a:normAutofit/>
          </a:bodyPr>
          <a:lstStyle/>
          <a:p>
            <a:pPr marL="0" indent="0">
              <a:buNone/>
            </a:pPr>
            <a:r>
              <a:rPr lang="fr-CA" sz="1100" b="1" kern="0" spc="50" noProof="0" dirty="0">
                <a:solidFill>
                  <a:srgbClr val="1F6FEB"/>
                </a:solidFill>
                <a:latin typeface="Calibri" pitchFamily="34" charset="0"/>
                <a:ea typeface="Calibri" pitchFamily="34" charset="-122"/>
                <a:cs typeface="Calibri" pitchFamily="34" charset="-120"/>
              </a:rPr>
              <a:t>SCHÉMA DE DÉSÉQUILIBRE</a:t>
            </a:r>
            <a:endParaRPr lang="fr-CA" sz="1100" noProof="0" dirty="0"/>
          </a:p>
        </p:txBody>
      </p:sp>
      <p:sp>
        <p:nvSpPr>
          <p:cNvPr id="12" name="Shape 10"/>
          <p:cNvSpPr/>
          <p:nvPr>
            <p:custDataLst>
              <p:tags r:id="rId9"/>
            </p:custDataLst>
          </p:nvPr>
        </p:nvSpPr>
        <p:spPr>
          <a:xfrm>
            <a:off x="1988422" y="2711196"/>
            <a:ext cx="438912" cy="411480"/>
          </a:xfrm>
          <a:prstGeom prst="roundRect">
            <a:avLst>
              <a:gd name="adj" fmla="val 22222"/>
            </a:avLst>
          </a:prstGeom>
          <a:solidFill>
            <a:srgbClr val="FFF7ED"/>
          </a:solidFill>
          <a:ln w="8890">
            <a:solidFill>
              <a:srgbClr val="B45309"/>
            </a:solidFill>
            <a:prstDash val="solid"/>
          </a:ln>
        </p:spPr>
        <p:txBody>
          <a:bodyPr/>
          <a:lstStyle/>
          <a:p>
            <a:endParaRPr lang="fr-CA" noProof="0" dirty="0"/>
          </a:p>
        </p:txBody>
      </p:sp>
      <p:sp>
        <p:nvSpPr>
          <p:cNvPr id="13" name="Shape 11"/>
          <p:cNvSpPr/>
          <p:nvPr>
            <p:custDataLst>
              <p:tags r:id="rId10"/>
            </p:custDataLst>
          </p:nvPr>
        </p:nvSpPr>
        <p:spPr>
          <a:xfrm>
            <a:off x="2591926" y="2711196"/>
            <a:ext cx="438912" cy="411480"/>
          </a:xfrm>
          <a:prstGeom prst="roundRect">
            <a:avLst>
              <a:gd name="adj" fmla="val 22222"/>
            </a:avLst>
          </a:prstGeom>
          <a:solidFill>
            <a:srgbClr val="FFF7ED"/>
          </a:solidFill>
          <a:ln w="8890">
            <a:solidFill>
              <a:srgbClr val="B45309"/>
            </a:solidFill>
            <a:prstDash val="solid"/>
          </a:ln>
        </p:spPr>
        <p:txBody>
          <a:bodyPr/>
          <a:lstStyle/>
          <a:p>
            <a:endParaRPr lang="fr-CA" noProof="0" dirty="0"/>
          </a:p>
        </p:txBody>
      </p:sp>
      <p:sp>
        <p:nvSpPr>
          <p:cNvPr id="14" name="Shape 12"/>
          <p:cNvSpPr/>
          <p:nvPr>
            <p:custDataLst>
              <p:tags r:id="rId11"/>
            </p:custDataLst>
          </p:nvPr>
        </p:nvSpPr>
        <p:spPr>
          <a:xfrm>
            <a:off x="3195430" y="2711196"/>
            <a:ext cx="438912" cy="411480"/>
          </a:xfrm>
          <a:prstGeom prst="roundRect">
            <a:avLst>
              <a:gd name="adj" fmla="val 22222"/>
            </a:avLst>
          </a:prstGeom>
          <a:solidFill>
            <a:srgbClr val="FFF7ED"/>
          </a:solidFill>
          <a:ln w="8890">
            <a:solidFill>
              <a:srgbClr val="B45309"/>
            </a:solidFill>
            <a:prstDash val="solid"/>
          </a:ln>
        </p:spPr>
        <p:txBody>
          <a:bodyPr/>
          <a:lstStyle/>
          <a:p>
            <a:endParaRPr lang="fr-CA" noProof="0" dirty="0"/>
          </a:p>
        </p:txBody>
      </p:sp>
      <p:sp>
        <p:nvSpPr>
          <p:cNvPr id="15" name="Shape 13"/>
          <p:cNvSpPr/>
          <p:nvPr>
            <p:custDataLst>
              <p:tags r:id="rId12"/>
            </p:custDataLst>
          </p:nvPr>
        </p:nvSpPr>
        <p:spPr>
          <a:xfrm>
            <a:off x="3798934" y="2711196"/>
            <a:ext cx="438912" cy="411480"/>
          </a:xfrm>
          <a:prstGeom prst="roundRect">
            <a:avLst>
              <a:gd name="adj" fmla="val 22222"/>
            </a:avLst>
          </a:prstGeom>
          <a:solidFill>
            <a:srgbClr val="FFF7ED"/>
          </a:solidFill>
          <a:ln w="8890">
            <a:solidFill>
              <a:srgbClr val="B45309"/>
            </a:solidFill>
            <a:prstDash val="solid"/>
          </a:ln>
        </p:spPr>
        <p:txBody>
          <a:bodyPr/>
          <a:lstStyle/>
          <a:p>
            <a:endParaRPr lang="fr-CA" noProof="0" dirty="0"/>
          </a:p>
        </p:txBody>
      </p:sp>
      <p:sp>
        <p:nvSpPr>
          <p:cNvPr id="16" name="Shape 14"/>
          <p:cNvSpPr/>
          <p:nvPr>
            <p:custDataLst>
              <p:tags r:id="rId13"/>
            </p:custDataLst>
          </p:nvPr>
        </p:nvSpPr>
        <p:spPr>
          <a:xfrm>
            <a:off x="4402438" y="2711196"/>
            <a:ext cx="438912" cy="411480"/>
          </a:xfrm>
          <a:prstGeom prst="roundRect">
            <a:avLst>
              <a:gd name="adj" fmla="val 22222"/>
            </a:avLst>
          </a:prstGeom>
          <a:solidFill>
            <a:srgbClr val="FFF7ED"/>
          </a:solidFill>
          <a:ln w="8890">
            <a:solidFill>
              <a:srgbClr val="B45309"/>
            </a:solidFill>
            <a:prstDash val="solid"/>
          </a:ln>
        </p:spPr>
        <p:txBody>
          <a:bodyPr/>
          <a:lstStyle/>
          <a:p>
            <a:endParaRPr lang="fr-CA" noProof="0" dirty="0"/>
          </a:p>
        </p:txBody>
      </p:sp>
      <p:sp>
        <p:nvSpPr>
          <p:cNvPr id="17" name="Shape 15"/>
          <p:cNvSpPr/>
          <p:nvPr>
            <p:custDataLst>
              <p:tags r:id="rId14"/>
            </p:custDataLst>
          </p:nvPr>
        </p:nvSpPr>
        <p:spPr>
          <a:xfrm>
            <a:off x="5005942" y="2711196"/>
            <a:ext cx="438912" cy="411480"/>
          </a:xfrm>
          <a:prstGeom prst="roundRect">
            <a:avLst>
              <a:gd name="adj" fmla="val 22222"/>
            </a:avLst>
          </a:prstGeom>
          <a:solidFill>
            <a:srgbClr val="FFF7ED"/>
          </a:solidFill>
          <a:ln w="8890">
            <a:solidFill>
              <a:srgbClr val="B45309"/>
            </a:solidFill>
            <a:prstDash val="solid"/>
          </a:ln>
        </p:spPr>
        <p:txBody>
          <a:bodyPr/>
          <a:lstStyle/>
          <a:p>
            <a:endParaRPr lang="fr-CA" noProof="0" dirty="0"/>
          </a:p>
        </p:txBody>
      </p:sp>
      <p:sp>
        <p:nvSpPr>
          <p:cNvPr id="18" name="Shape 16"/>
          <p:cNvSpPr/>
          <p:nvPr>
            <p:custDataLst>
              <p:tags r:id="rId15"/>
            </p:custDataLst>
          </p:nvPr>
        </p:nvSpPr>
        <p:spPr>
          <a:xfrm>
            <a:off x="5609446" y="2711196"/>
            <a:ext cx="438912" cy="411480"/>
          </a:xfrm>
          <a:prstGeom prst="roundRect">
            <a:avLst>
              <a:gd name="adj" fmla="val 22222"/>
            </a:avLst>
          </a:prstGeom>
          <a:solidFill>
            <a:srgbClr val="FFF7ED"/>
          </a:solidFill>
          <a:ln w="8890">
            <a:solidFill>
              <a:srgbClr val="B45309"/>
            </a:solidFill>
            <a:prstDash val="solid"/>
          </a:ln>
        </p:spPr>
        <p:txBody>
          <a:bodyPr/>
          <a:lstStyle/>
          <a:p>
            <a:endParaRPr lang="fr-CA" noProof="0" dirty="0"/>
          </a:p>
        </p:txBody>
      </p:sp>
      <p:sp>
        <p:nvSpPr>
          <p:cNvPr id="19" name="Shape 17"/>
          <p:cNvSpPr/>
          <p:nvPr>
            <p:custDataLst>
              <p:tags r:id="rId16"/>
            </p:custDataLst>
          </p:nvPr>
        </p:nvSpPr>
        <p:spPr>
          <a:xfrm>
            <a:off x="6212950" y="2711196"/>
            <a:ext cx="438912" cy="411480"/>
          </a:xfrm>
          <a:prstGeom prst="roundRect">
            <a:avLst>
              <a:gd name="adj" fmla="val 22222"/>
            </a:avLst>
          </a:prstGeom>
          <a:solidFill>
            <a:srgbClr val="FFF7ED"/>
          </a:solidFill>
          <a:ln w="8890">
            <a:solidFill>
              <a:srgbClr val="B45309"/>
            </a:solidFill>
            <a:prstDash val="solid"/>
          </a:ln>
        </p:spPr>
        <p:txBody>
          <a:bodyPr/>
          <a:lstStyle/>
          <a:p>
            <a:endParaRPr lang="fr-CA" noProof="0" dirty="0"/>
          </a:p>
        </p:txBody>
      </p:sp>
      <p:sp>
        <p:nvSpPr>
          <p:cNvPr id="21" name="Shape 19"/>
          <p:cNvSpPr/>
          <p:nvPr>
            <p:custDataLst>
              <p:tags r:id="rId17"/>
            </p:custDataLst>
          </p:nvPr>
        </p:nvSpPr>
        <p:spPr>
          <a:xfrm>
            <a:off x="1988422" y="3470148"/>
            <a:ext cx="438912" cy="411480"/>
          </a:xfrm>
          <a:prstGeom prst="roundRect">
            <a:avLst>
              <a:gd name="adj" fmla="val 22222"/>
            </a:avLst>
          </a:prstGeom>
          <a:solidFill>
            <a:srgbClr val="EFF6FF"/>
          </a:solidFill>
          <a:ln w="8890">
            <a:solidFill>
              <a:srgbClr val="1F6FEB"/>
            </a:solidFill>
            <a:prstDash val="solid"/>
          </a:ln>
        </p:spPr>
        <p:txBody>
          <a:bodyPr/>
          <a:lstStyle/>
          <a:p>
            <a:endParaRPr lang="fr-CA" noProof="0" dirty="0"/>
          </a:p>
        </p:txBody>
      </p:sp>
      <p:sp>
        <p:nvSpPr>
          <p:cNvPr id="22" name="Shape 20"/>
          <p:cNvSpPr/>
          <p:nvPr>
            <p:custDataLst>
              <p:tags r:id="rId18"/>
            </p:custDataLst>
          </p:nvPr>
        </p:nvSpPr>
        <p:spPr>
          <a:xfrm>
            <a:off x="2591926" y="3470148"/>
            <a:ext cx="438912" cy="411480"/>
          </a:xfrm>
          <a:prstGeom prst="roundRect">
            <a:avLst>
              <a:gd name="adj" fmla="val 22222"/>
            </a:avLst>
          </a:prstGeom>
          <a:solidFill>
            <a:srgbClr val="EFF6FF"/>
          </a:solidFill>
          <a:ln w="8890">
            <a:solidFill>
              <a:srgbClr val="1F6FEB"/>
            </a:solidFill>
            <a:prstDash val="solid"/>
          </a:ln>
        </p:spPr>
        <p:txBody>
          <a:bodyPr/>
          <a:lstStyle/>
          <a:p>
            <a:endParaRPr lang="fr-CA" noProof="0" dirty="0"/>
          </a:p>
        </p:txBody>
      </p:sp>
      <p:sp>
        <p:nvSpPr>
          <p:cNvPr id="24" name="Shape 22"/>
          <p:cNvSpPr/>
          <p:nvPr>
            <p:custDataLst>
              <p:tags r:id="rId19"/>
            </p:custDataLst>
          </p:nvPr>
        </p:nvSpPr>
        <p:spPr>
          <a:xfrm>
            <a:off x="1988422" y="4229100"/>
            <a:ext cx="438912" cy="411480"/>
          </a:xfrm>
          <a:prstGeom prst="roundRect">
            <a:avLst>
              <a:gd name="adj" fmla="val 22222"/>
            </a:avLst>
          </a:prstGeom>
          <a:solidFill>
            <a:srgbClr val="EFF6FF"/>
          </a:solidFill>
          <a:ln w="8890">
            <a:solidFill>
              <a:srgbClr val="1F6FEB"/>
            </a:solidFill>
            <a:prstDash val="solid"/>
          </a:ln>
        </p:spPr>
        <p:txBody>
          <a:bodyPr/>
          <a:lstStyle/>
          <a:p>
            <a:endParaRPr lang="fr-CA" noProof="0" dirty="0"/>
          </a:p>
        </p:txBody>
      </p:sp>
      <p:sp>
        <p:nvSpPr>
          <p:cNvPr id="25" name="Text 23"/>
          <p:cNvSpPr/>
          <p:nvPr>
            <p:custDataLst>
              <p:tags r:id="rId20"/>
            </p:custDataLst>
          </p:nvPr>
        </p:nvSpPr>
        <p:spPr>
          <a:xfrm>
            <a:off x="731520" y="4997196"/>
            <a:ext cx="5943600" cy="237744"/>
          </a:xfrm>
          <a:prstGeom prst="rect">
            <a:avLst/>
          </a:prstGeom>
          <a:noFill/>
          <a:ln/>
        </p:spPr>
        <p:txBody>
          <a:bodyPr wrap="square" lIns="0" tIns="0" rIns="0" bIns="0" rtlCol="0" anchor="t">
            <a:normAutofit/>
          </a:bodyPr>
          <a:lstStyle/>
          <a:p>
            <a:pPr marL="0" indent="0">
              <a:buNone/>
            </a:pPr>
            <a:r>
              <a:rPr lang="fr-CA" sz="1450" noProof="0" dirty="0">
                <a:solidFill>
                  <a:srgbClr val="486581"/>
                </a:solidFill>
                <a:latin typeface="Calibri" pitchFamily="34" charset="0"/>
                <a:ea typeface="Calibri" pitchFamily="34" charset="-122"/>
                <a:cs typeface="Calibri" pitchFamily="34" charset="-120"/>
              </a:rPr>
              <a:t>Une clé dominante concentre le travail.</a:t>
            </a:r>
            <a:endParaRPr lang="fr-CA" sz="1450" noProof="0" dirty="0"/>
          </a:p>
        </p:txBody>
      </p:sp>
      <p:sp>
        <p:nvSpPr>
          <p:cNvPr id="26" name="Text 24"/>
          <p:cNvSpPr/>
          <p:nvPr>
            <p:custDataLst>
              <p:tags r:id="rId21"/>
            </p:custDataLst>
          </p:nvPr>
        </p:nvSpPr>
        <p:spPr>
          <a:xfrm>
            <a:off x="7449312" y="2148840"/>
            <a:ext cx="493776" cy="438912"/>
          </a:xfrm>
          <a:prstGeom prst="rect">
            <a:avLst/>
          </a:prstGeom>
          <a:noFill/>
          <a:ln/>
        </p:spPr>
        <p:txBody>
          <a:bodyPr wrap="square" lIns="0" tIns="0" rIns="0" bIns="0" rtlCol="0" anchor="t">
            <a:normAutofit/>
          </a:bodyPr>
          <a:lstStyle/>
          <a:p>
            <a:pPr marL="0" indent="0">
              <a:buNone/>
            </a:pPr>
            <a:r>
              <a:rPr lang="fr-CA" sz="2500" b="1" noProof="0" dirty="0">
                <a:solidFill>
                  <a:srgbClr val="1F6FEB"/>
                </a:solidFill>
                <a:latin typeface="Calibri" pitchFamily="34" charset="0"/>
                <a:ea typeface="Calibri" pitchFamily="34" charset="-122"/>
                <a:cs typeface="Calibri" pitchFamily="34" charset="-120"/>
              </a:rPr>
              <a:t>01</a:t>
            </a:r>
            <a:endParaRPr lang="fr-CA" sz="2500" noProof="0" dirty="0"/>
          </a:p>
        </p:txBody>
      </p:sp>
      <p:sp>
        <p:nvSpPr>
          <p:cNvPr id="27" name="Text 25"/>
          <p:cNvSpPr/>
          <p:nvPr>
            <p:custDataLst>
              <p:tags r:id="rId22"/>
            </p:custDataLst>
          </p:nvPr>
        </p:nvSpPr>
        <p:spPr>
          <a:xfrm>
            <a:off x="8153400" y="2157984"/>
            <a:ext cx="3163824" cy="365760"/>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Mesurer la distribution</a:t>
            </a:r>
            <a:endParaRPr lang="fr-CA" sz="2000" noProof="0" dirty="0"/>
          </a:p>
        </p:txBody>
      </p:sp>
      <p:sp>
        <p:nvSpPr>
          <p:cNvPr id="28" name="Text 26"/>
          <p:cNvSpPr/>
          <p:nvPr>
            <p:custDataLst>
              <p:tags r:id="rId23"/>
            </p:custDataLst>
          </p:nvPr>
        </p:nvSpPr>
        <p:spPr>
          <a:xfrm>
            <a:off x="8135112" y="2502433"/>
            <a:ext cx="3505200" cy="658368"/>
          </a:xfrm>
          <a:prstGeom prst="rect">
            <a:avLst/>
          </a:prstGeom>
          <a:noFill/>
          <a:ln/>
        </p:spPr>
        <p:txBody>
          <a:bodyPr wrap="square" lIns="0" tIns="0" rIns="0" bIns="0" rtlCol="0" anchor="t">
            <a:normAutofit/>
          </a:bodyPr>
          <a:lstStyle/>
          <a:p>
            <a:pPr marL="0" indent="0">
              <a:buNone/>
            </a:pPr>
            <a:r>
              <a:rPr lang="fr-CA" sz="1720" noProof="0" dirty="0">
                <a:solidFill>
                  <a:srgbClr val="486581"/>
                </a:solidFill>
                <a:latin typeface="Calibri" pitchFamily="34" charset="0"/>
                <a:ea typeface="Calibri" pitchFamily="34" charset="-122"/>
                <a:cs typeface="Calibri" pitchFamily="34" charset="-120"/>
              </a:rPr>
              <a:t>Observer le lag par partition, pas seulement son total.</a:t>
            </a:r>
            <a:endParaRPr lang="fr-CA" sz="1720" noProof="0" dirty="0"/>
          </a:p>
        </p:txBody>
      </p:sp>
      <p:sp>
        <p:nvSpPr>
          <p:cNvPr id="29" name="Text 27"/>
          <p:cNvSpPr/>
          <p:nvPr>
            <p:custDataLst>
              <p:tags r:id="rId24"/>
            </p:custDataLst>
          </p:nvPr>
        </p:nvSpPr>
        <p:spPr>
          <a:xfrm>
            <a:off x="7449312" y="3136392"/>
            <a:ext cx="493776" cy="438912"/>
          </a:xfrm>
          <a:prstGeom prst="rect">
            <a:avLst/>
          </a:prstGeom>
          <a:noFill/>
          <a:ln/>
        </p:spPr>
        <p:txBody>
          <a:bodyPr wrap="square" lIns="0" tIns="0" rIns="0" bIns="0" rtlCol="0" anchor="t">
            <a:normAutofit/>
          </a:bodyPr>
          <a:lstStyle/>
          <a:p>
            <a:pPr marL="0" indent="0">
              <a:buNone/>
            </a:pPr>
            <a:r>
              <a:rPr lang="fr-CA" sz="2500" b="1" noProof="0" dirty="0">
                <a:solidFill>
                  <a:srgbClr val="0F766E"/>
                </a:solidFill>
                <a:latin typeface="Calibri" pitchFamily="34" charset="0"/>
                <a:ea typeface="Calibri" pitchFamily="34" charset="-122"/>
                <a:cs typeface="Calibri" pitchFamily="34" charset="-120"/>
              </a:rPr>
              <a:t>02</a:t>
            </a:r>
            <a:endParaRPr lang="fr-CA" sz="2500" noProof="0" dirty="0"/>
          </a:p>
        </p:txBody>
      </p:sp>
      <p:sp>
        <p:nvSpPr>
          <p:cNvPr id="30" name="Text 28"/>
          <p:cNvSpPr/>
          <p:nvPr>
            <p:custDataLst>
              <p:tags r:id="rId25"/>
            </p:custDataLst>
          </p:nvPr>
        </p:nvSpPr>
        <p:spPr>
          <a:xfrm>
            <a:off x="8153400" y="3145536"/>
            <a:ext cx="3163824" cy="365760"/>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Localiser le goulot</a:t>
            </a:r>
            <a:endParaRPr lang="fr-CA" sz="2000" noProof="0" dirty="0"/>
          </a:p>
        </p:txBody>
      </p:sp>
      <p:sp>
        <p:nvSpPr>
          <p:cNvPr id="31" name="Text 29"/>
          <p:cNvSpPr/>
          <p:nvPr>
            <p:custDataLst>
              <p:tags r:id="rId26"/>
            </p:custDataLst>
          </p:nvPr>
        </p:nvSpPr>
        <p:spPr>
          <a:xfrm>
            <a:off x="8153400" y="3556739"/>
            <a:ext cx="3377184" cy="658368"/>
          </a:xfrm>
          <a:prstGeom prst="rect">
            <a:avLst/>
          </a:prstGeom>
          <a:noFill/>
          <a:ln/>
        </p:spPr>
        <p:txBody>
          <a:bodyPr wrap="square" lIns="0" tIns="0" rIns="0" bIns="0" rtlCol="0" anchor="t">
            <a:normAutofit/>
          </a:bodyPr>
          <a:lstStyle/>
          <a:p>
            <a:pPr marL="0" indent="0">
              <a:buNone/>
            </a:pPr>
            <a:r>
              <a:rPr lang="fr-CA" sz="1720" noProof="0" dirty="0">
                <a:solidFill>
                  <a:srgbClr val="486581"/>
                </a:solidFill>
                <a:latin typeface="Calibri" pitchFamily="34" charset="0"/>
                <a:ea typeface="Calibri" pitchFamily="34" charset="-122"/>
                <a:cs typeface="Calibri" pitchFamily="34" charset="-120"/>
              </a:rPr>
              <a:t>Clé, verrou, base ou ressource externe.</a:t>
            </a:r>
            <a:endParaRPr lang="fr-CA" sz="1720" noProof="0" dirty="0"/>
          </a:p>
        </p:txBody>
      </p:sp>
      <p:sp>
        <p:nvSpPr>
          <p:cNvPr id="32" name="Shape 30"/>
          <p:cNvSpPr/>
          <p:nvPr>
            <p:custDataLst>
              <p:tags r:id="rId27"/>
            </p:custDataLst>
          </p:nvPr>
        </p:nvSpPr>
        <p:spPr>
          <a:xfrm>
            <a:off x="530352" y="5715000"/>
            <a:ext cx="11128248" cy="448056"/>
          </a:xfrm>
          <a:prstGeom prst="roundRect">
            <a:avLst>
              <a:gd name="adj" fmla="val 20408"/>
            </a:avLst>
          </a:prstGeom>
          <a:solidFill>
            <a:srgbClr val="EFF6FF"/>
          </a:solidFill>
          <a:ln w="8890">
            <a:solidFill>
              <a:srgbClr val="EFF6FF"/>
            </a:solidFill>
            <a:prstDash val="solid"/>
          </a:ln>
        </p:spPr>
        <p:txBody>
          <a:bodyPr/>
          <a:lstStyle/>
          <a:p>
            <a:endParaRPr lang="fr-CA" noProof="0" dirty="0"/>
          </a:p>
        </p:txBody>
      </p:sp>
      <p:sp>
        <p:nvSpPr>
          <p:cNvPr id="33" name="Text 31"/>
          <p:cNvSpPr/>
          <p:nvPr>
            <p:custDataLst>
              <p:tags r:id="rId28"/>
            </p:custDataLst>
          </p:nvPr>
        </p:nvSpPr>
        <p:spPr>
          <a:xfrm>
            <a:off x="731520" y="5820156"/>
            <a:ext cx="10716768" cy="274320"/>
          </a:xfrm>
          <a:prstGeom prst="rect">
            <a:avLst/>
          </a:prstGeom>
          <a:noFill/>
          <a:ln/>
        </p:spPr>
        <p:txBody>
          <a:bodyPr wrap="square" lIns="0" tIns="0" rIns="0" bIns="0" rtlCol="0" anchor="t">
            <a:normAutofit/>
          </a:bodyPr>
          <a:lstStyle/>
          <a:p>
            <a:pPr marL="0" indent="0">
              <a:buNone/>
            </a:pPr>
            <a:r>
              <a:rPr lang="fr-CA" sz="1550" b="1" noProof="0" dirty="0">
                <a:solidFill>
                  <a:srgbClr val="102A43"/>
                </a:solidFill>
                <a:latin typeface="Calibri" pitchFamily="34" charset="0"/>
                <a:ea typeface="Calibri" pitchFamily="34" charset="-122"/>
                <a:cs typeface="Calibri" pitchFamily="34" charset="-120"/>
              </a:rPr>
              <a:t>Répartir davantage n'est utile que si l'ordre métier et les invariants restent préservés.</a:t>
            </a:r>
            <a:endParaRPr lang="fr-CA" sz="1550" noProof="0" dirty="0"/>
          </a:p>
        </p:txBody>
      </p:sp>
      <p:sp>
        <p:nvSpPr>
          <p:cNvPr id="43" name="Text 9">
            <a:extLst>
              <a:ext uri="{FF2B5EF4-FFF2-40B4-BE49-F238E27FC236}">
                <a16:creationId xmlns:a16="http://schemas.microsoft.com/office/drawing/2014/main" id="{D2625CC4-A82F-3DFF-6D18-99C72A44DB19}"/>
              </a:ext>
            </a:extLst>
          </p:cNvPr>
          <p:cNvSpPr/>
          <p:nvPr>
            <p:custDataLst>
              <p:tags r:id="rId29"/>
            </p:custDataLst>
          </p:nvPr>
        </p:nvSpPr>
        <p:spPr>
          <a:xfrm>
            <a:off x="795528" y="2776144"/>
            <a:ext cx="1353312" cy="329184"/>
          </a:xfrm>
          <a:prstGeom prst="rect">
            <a:avLst/>
          </a:prstGeom>
          <a:noFill/>
          <a:ln/>
        </p:spPr>
        <p:txBody>
          <a:bodyPr wrap="square" lIns="0" tIns="0" rIns="0" bIns="0" rtlCol="0" anchor="t">
            <a:normAutofit/>
          </a:bodyPr>
          <a:lstStyle/>
          <a:p>
            <a:pPr marL="0" indent="0">
              <a:buNone/>
            </a:pPr>
            <a:r>
              <a:rPr lang="fr-CA" sz="1700" b="1" noProof="0" dirty="0">
                <a:solidFill>
                  <a:srgbClr val="102A43"/>
                </a:solidFill>
                <a:latin typeface="Calibri" pitchFamily="34" charset="0"/>
                <a:ea typeface="Calibri" pitchFamily="34" charset="-122"/>
                <a:cs typeface="Calibri" pitchFamily="34" charset="-120"/>
              </a:rPr>
              <a:t>Partition 0</a:t>
            </a:r>
            <a:endParaRPr lang="fr-CA" sz="1700" noProof="0" dirty="0"/>
          </a:p>
        </p:txBody>
      </p:sp>
      <p:sp>
        <p:nvSpPr>
          <p:cNvPr id="45" name="Text 18">
            <a:extLst>
              <a:ext uri="{FF2B5EF4-FFF2-40B4-BE49-F238E27FC236}">
                <a16:creationId xmlns:a16="http://schemas.microsoft.com/office/drawing/2014/main" id="{267B5C45-CC37-91B9-9DAF-DBEE4D918353}"/>
              </a:ext>
            </a:extLst>
          </p:cNvPr>
          <p:cNvSpPr/>
          <p:nvPr>
            <p:custDataLst>
              <p:tags r:id="rId30"/>
            </p:custDataLst>
          </p:nvPr>
        </p:nvSpPr>
        <p:spPr>
          <a:xfrm>
            <a:off x="795528" y="3535096"/>
            <a:ext cx="1353312" cy="329184"/>
          </a:xfrm>
          <a:prstGeom prst="rect">
            <a:avLst/>
          </a:prstGeom>
          <a:noFill/>
          <a:ln/>
        </p:spPr>
        <p:txBody>
          <a:bodyPr wrap="square" lIns="0" tIns="0" rIns="0" bIns="0" rtlCol="0" anchor="t">
            <a:normAutofit/>
          </a:bodyPr>
          <a:lstStyle/>
          <a:p>
            <a:pPr marL="0" indent="0">
              <a:buNone/>
            </a:pPr>
            <a:r>
              <a:rPr lang="fr-CA" sz="1700" b="1" noProof="0" dirty="0">
                <a:solidFill>
                  <a:srgbClr val="102A43"/>
                </a:solidFill>
                <a:latin typeface="Calibri" pitchFamily="34" charset="0"/>
                <a:ea typeface="Calibri" pitchFamily="34" charset="-122"/>
                <a:cs typeface="Calibri" pitchFamily="34" charset="-120"/>
              </a:rPr>
              <a:t>Partition 1</a:t>
            </a:r>
            <a:endParaRPr lang="fr-CA" sz="1700" noProof="0" dirty="0"/>
          </a:p>
        </p:txBody>
      </p:sp>
      <p:sp>
        <p:nvSpPr>
          <p:cNvPr id="47" name="Text 27">
            <a:extLst>
              <a:ext uri="{FF2B5EF4-FFF2-40B4-BE49-F238E27FC236}">
                <a16:creationId xmlns:a16="http://schemas.microsoft.com/office/drawing/2014/main" id="{7E296B34-3BA5-2D40-B2AC-B703DF423827}"/>
              </a:ext>
            </a:extLst>
          </p:cNvPr>
          <p:cNvSpPr/>
          <p:nvPr>
            <p:custDataLst>
              <p:tags r:id="rId31"/>
            </p:custDataLst>
          </p:nvPr>
        </p:nvSpPr>
        <p:spPr>
          <a:xfrm>
            <a:off x="795528" y="4294048"/>
            <a:ext cx="1353312" cy="329184"/>
          </a:xfrm>
          <a:prstGeom prst="rect">
            <a:avLst/>
          </a:prstGeom>
          <a:noFill/>
          <a:ln/>
        </p:spPr>
        <p:txBody>
          <a:bodyPr wrap="square" lIns="0" tIns="0" rIns="0" bIns="0" rtlCol="0" anchor="t">
            <a:normAutofit/>
          </a:bodyPr>
          <a:lstStyle/>
          <a:p>
            <a:pPr marL="0" indent="0">
              <a:buNone/>
            </a:pPr>
            <a:r>
              <a:rPr lang="fr-CA" sz="1700" b="1" noProof="0" dirty="0">
                <a:solidFill>
                  <a:srgbClr val="102A43"/>
                </a:solidFill>
                <a:latin typeface="Calibri" pitchFamily="34" charset="0"/>
                <a:ea typeface="Calibri" pitchFamily="34" charset="-122"/>
                <a:cs typeface="Calibri" pitchFamily="34" charset="-120"/>
              </a:rPr>
              <a:t>Partition 2</a:t>
            </a:r>
            <a:endParaRPr lang="fr-CA" sz="1700" noProof="0" dirty="0"/>
          </a:p>
        </p:txBody>
      </p:sp>
      <p:sp>
        <p:nvSpPr>
          <p:cNvPr id="49" name="Text 1">
            <a:extLst>
              <a:ext uri="{FF2B5EF4-FFF2-40B4-BE49-F238E27FC236}">
                <a16:creationId xmlns:a16="http://schemas.microsoft.com/office/drawing/2014/main" id="{641516F3-7E98-5A33-142A-878B02B50106}"/>
              </a:ext>
            </a:extLst>
          </p:cNvPr>
          <p:cNvSpPr/>
          <p:nvPr>
            <p:custDataLst>
              <p:tags r:id="rId3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fr-CA" sz="1100" b="1" kern="0" spc="50" noProof="0" dirty="0">
                <a:solidFill>
                  <a:srgbClr val="1F6FEB"/>
                </a:solidFill>
                <a:latin typeface="Calibri" pitchFamily="34" charset="0"/>
                <a:ea typeface="Calibri" pitchFamily="34" charset="-122"/>
                <a:cs typeface="Calibri" pitchFamily="34" charset="-120"/>
              </a:rPr>
              <a:t>02 / COMPRENDRE KAFKA</a:t>
            </a:r>
            <a:endParaRPr lang="fr-CA" sz="1100" noProof="0" dirty="0"/>
          </a:p>
        </p:txBody>
      </p:sp>
      <p:sp>
        <p:nvSpPr>
          <p:cNvPr id="51" name="Text 27">
            <a:extLst>
              <a:ext uri="{FF2B5EF4-FFF2-40B4-BE49-F238E27FC236}">
                <a16:creationId xmlns:a16="http://schemas.microsoft.com/office/drawing/2014/main" id="{251A1B6C-AC9B-F089-44BD-6868702FDF42}"/>
              </a:ext>
            </a:extLst>
          </p:cNvPr>
          <p:cNvSpPr/>
          <p:nvPr>
            <p:custDataLst>
              <p:tags r:id="rId33"/>
            </p:custDataLst>
          </p:nvPr>
        </p:nvSpPr>
        <p:spPr>
          <a:xfrm>
            <a:off x="7448186" y="4251406"/>
            <a:ext cx="493776" cy="438912"/>
          </a:xfrm>
          <a:prstGeom prst="rect">
            <a:avLst/>
          </a:prstGeom>
          <a:noFill/>
          <a:ln/>
        </p:spPr>
        <p:txBody>
          <a:bodyPr wrap="square" lIns="0" tIns="0" rIns="0" bIns="0" rtlCol="0" anchor="t">
            <a:normAutofit/>
          </a:bodyPr>
          <a:lstStyle/>
          <a:p>
            <a:pPr marL="0" indent="0">
              <a:buNone/>
            </a:pPr>
            <a:r>
              <a:rPr lang="fr-CA" sz="2500" b="1" noProof="0" dirty="0">
                <a:solidFill>
                  <a:srgbClr val="C00000"/>
                </a:solidFill>
                <a:latin typeface="Calibri" pitchFamily="34" charset="0"/>
                <a:ea typeface="Calibri" pitchFamily="34" charset="-122"/>
                <a:cs typeface="Calibri" pitchFamily="34" charset="-120"/>
              </a:rPr>
              <a:t>03</a:t>
            </a:r>
            <a:endParaRPr lang="fr-CA" sz="2500" noProof="0" dirty="0">
              <a:solidFill>
                <a:srgbClr val="C00000"/>
              </a:solidFill>
            </a:endParaRPr>
          </a:p>
        </p:txBody>
      </p:sp>
      <p:sp>
        <p:nvSpPr>
          <p:cNvPr id="53" name="Text 28">
            <a:extLst>
              <a:ext uri="{FF2B5EF4-FFF2-40B4-BE49-F238E27FC236}">
                <a16:creationId xmlns:a16="http://schemas.microsoft.com/office/drawing/2014/main" id="{AA61C806-B8C2-D6CF-BF4A-97F130586348}"/>
              </a:ext>
            </a:extLst>
          </p:cNvPr>
          <p:cNvSpPr/>
          <p:nvPr>
            <p:custDataLst>
              <p:tags r:id="rId34"/>
            </p:custDataLst>
          </p:nvPr>
        </p:nvSpPr>
        <p:spPr>
          <a:xfrm>
            <a:off x="8152274" y="4260550"/>
            <a:ext cx="3163824" cy="365760"/>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EKS – Rebalance Kafka</a:t>
            </a:r>
            <a:endParaRPr lang="fr-CA" sz="2000" noProof="0" dirty="0"/>
          </a:p>
        </p:txBody>
      </p:sp>
      <p:sp>
        <p:nvSpPr>
          <p:cNvPr id="55" name="Text 29">
            <a:extLst>
              <a:ext uri="{FF2B5EF4-FFF2-40B4-BE49-F238E27FC236}">
                <a16:creationId xmlns:a16="http://schemas.microsoft.com/office/drawing/2014/main" id="{E93D3178-B294-76D3-FFA4-C450C87ABD1D}"/>
              </a:ext>
            </a:extLst>
          </p:cNvPr>
          <p:cNvSpPr/>
          <p:nvPr>
            <p:custDataLst>
              <p:tags r:id="rId35"/>
            </p:custDataLst>
          </p:nvPr>
        </p:nvSpPr>
        <p:spPr>
          <a:xfrm>
            <a:off x="8152274" y="4671752"/>
            <a:ext cx="3505200" cy="759783"/>
          </a:xfrm>
          <a:prstGeom prst="rect">
            <a:avLst/>
          </a:prstGeom>
          <a:noFill/>
          <a:ln/>
        </p:spPr>
        <p:txBody>
          <a:bodyPr wrap="square" lIns="0" tIns="0" rIns="0" bIns="0" rtlCol="0" anchor="t">
            <a:normAutofit lnSpcReduction="10000"/>
          </a:bodyPr>
          <a:lstStyle/>
          <a:p>
            <a:pPr marL="0" indent="0">
              <a:buNone/>
            </a:pPr>
            <a:r>
              <a:rPr lang="fr-CA" sz="1720" noProof="0" dirty="0">
                <a:solidFill>
                  <a:srgbClr val="486581"/>
                </a:solidFill>
                <a:latin typeface="Calibri" pitchFamily="34" charset="0"/>
                <a:ea typeface="Calibri" pitchFamily="34" charset="-122"/>
                <a:cs typeface="Calibri" pitchFamily="34" charset="-120"/>
              </a:rPr>
              <a:t>Un pod inactif (sous actif) est retiré, causant un rebalance des partitions vers s’autres pods en continu ... Aïe !</a:t>
            </a:r>
            <a:endParaRPr lang="fr-CA" sz="1720" noProof="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fr-CA" noProof="0" dirty="0"/>
          </a:p>
        </p:txBody>
      </p:sp>
      <p:sp>
        <p:nvSpPr>
          <p:cNvPr id="3" name="Text 1"/>
          <p:cNvSpPr/>
          <p:nvPr>
            <p:custDataLst>
              <p:tags r:id="rId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fr-CA" sz="1100" b="1" kern="0" spc="50" noProof="0" dirty="0">
                <a:solidFill>
                  <a:srgbClr val="1F6FEB"/>
                </a:solidFill>
                <a:latin typeface="Calibri" pitchFamily="34" charset="0"/>
                <a:ea typeface="Calibri" pitchFamily="34" charset="-122"/>
                <a:cs typeface="Calibri" pitchFamily="34" charset="-120"/>
              </a:rPr>
              <a:t>02 / COMPRENDRE KAFKA</a:t>
            </a:r>
            <a:endParaRPr lang="fr-CA" sz="1100" noProof="0" dirty="0"/>
          </a:p>
        </p:txBody>
      </p:sp>
      <p:sp>
        <p:nvSpPr>
          <p:cNvPr id="4" name="Text 2"/>
          <p:cNvSpPr/>
          <p:nvPr>
            <p:custDataLst>
              <p:tags r:id="rId3"/>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fr-CA" sz="1000" b="1" noProof="0" dirty="0">
                <a:solidFill>
                  <a:srgbClr val="829AB1"/>
                </a:solidFill>
                <a:latin typeface="Calibri" pitchFamily="34" charset="0"/>
                <a:ea typeface="Calibri" pitchFamily="34" charset="-122"/>
                <a:cs typeface="Calibri" pitchFamily="34" charset="-120"/>
              </a:rPr>
              <a:t>ORDRE PAR ENTITÉ</a:t>
            </a:r>
            <a:endParaRPr lang="fr-CA" sz="1000" noProof="0" dirty="0"/>
          </a:p>
        </p:txBody>
      </p:sp>
      <p:sp>
        <p:nvSpPr>
          <p:cNvPr id="5" name="Text 3"/>
          <p:cNvSpPr/>
          <p:nvPr>
            <p:custDataLst>
              <p:tags r:id="rId4"/>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fr-CA" sz="2700" b="1" noProof="0" dirty="0">
                <a:solidFill>
                  <a:srgbClr val="102A43"/>
                </a:solidFill>
                <a:latin typeface="Calibri" pitchFamily="34" charset="0"/>
                <a:ea typeface="Calibri" pitchFamily="34" charset="-122"/>
                <a:cs typeface="Calibri" pitchFamily="34" charset="-120"/>
              </a:rPr>
              <a:t>La clé Kafka doit exprimer l'ordre métier recherché</a:t>
            </a:r>
            <a:endParaRPr lang="fr-CA" sz="2700" noProof="0" dirty="0"/>
          </a:p>
        </p:txBody>
      </p:sp>
      <p:sp>
        <p:nvSpPr>
          <p:cNvPr id="6" name="Text 4"/>
          <p:cNvSpPr/>
          <p:nvPr>
            <p:custDataLst>
              <p:tags r:id="rId5"/>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fr-CA" sz="1650" noProof="0" dirty="0">
                <a:solidFill>
                  <a:srgbClr val="486581"/>
                </a:solidFill>
                <a:latin typeface="Calibri" pitchFamily="34" charset="0"/>
                <a:ea typeface="Calibri" pitchFamily="34" charset="-122"/>
                <a:cs typeface="Calibri" pitchFamily="34" charset="-120"/>
              </a:rPr>
              <a:t>Dans le projet, la clé est « productId » permet un ordre des messages pour l'invariant de l'inventaire.</a:t>
            </a:r>
            <a:endParaRPr lang="fr-CA" sz="1650" noProof="0" dirty="0"/>
          </a:p>
        </p:txBody>
      </p:sp>
      <p:sp>
        <p:nvSpPr>
          <p:cNvPr id="7" name="Text 5"/>
          <p:cNvSpPr/>
          <p:nvPr>
            <p:custDataLst>
              <p:tags r:id="rId6"/>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fr-CA" sz="900" noProof="0" dirty="0">
                <a:solidFill>
                  <a:srgbClr val="486581"/>
                </a:solidFill>
                <a:latin typeface="Calibri" pitchFamily="34" charset="0"/>
                <a:ea typeface="Calibri" pitchFamily="34" charset="-122"/>
                <a:cs typeface="Calibri" pitchFamily="34" charset="-120"/>
              </a:rPr>
              <a:t>Guide d'ingénierie Kafka · Projet EDA</a:t>
            </a:r>
            <a:endParaRPr lang="fr-CA" sz="900" noProof="0" dirty="0"/>
          </a:p>
        </p:txBody>
      </p:sp>
      <p:sp>
        <p:nvSpPr>
          <p:cNvPr id="8" name="Text 6"/>
          <p:cNvSpPr/>
          <p:nvPr>
            <p:custDataLst>
              <p:tags r:id="rId7"/>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fr-CA" sz="900" noProof="0" dirty="0">
                <a:solidFill>
                  <a:srgbClr val="486581"/>
                </a:solidFill>
                <a:latin typeface="Calibri" pitchFamily="34" charset="0"/>
                <a:ea typeface="Calibri" pitchFamily="34" charset="-122"/>
                <a:cs typeface="Calibri" pitchFamily="34" charset="-120"/>
              </a:rPr>
              <a:t>12</a:t>
            </a:r>
            <a:endParaRPr lang="fr-CA" sz="900" noProof="0" dirty="0"/>
          </a:p>
        </p:txBody>
      </p:sp>
      <p:sp>
        <p:nvSpPr>
          <p:cNvPr id="9" name="Shape 7"/>
          <p:cNvSpPr/>
          <p:nvPr>
            <p:custDataLst>
              <p:tags r:id="rId8"/>
            </p:custDataLst>
          </p:nvPr>
        </p:nvSpPr>
        <p:spPr>
          <a:xfrm>
            <a:off x="530352" y="2008792"/>
            <a:ext cx="5367528" cy="3422743"/>
          </a:xfrm>
          <a:prstGeom prst="roundRect">
            <a:avLst>
              <a:gd name="adj" fmla="val 2833"/>
            </a:avLst>
          </a:prstGeom>
          <a:solidFill>
            <a:srgbClr val="FFF7ED"/>
          </a:solidFill>
          <a:ln w="8890">
            <a:solidFill>
              <a:srgbClr val="D9E2EC"/>
            </a:solidFill>
            <a:prstDash val="solid"/>
          </a:ln>
        </p:spPr>
        <p:txBody>
          <a:bodyPr/>
          <a:lstStyle/>
          <a:p>
            <a:endParaRPr lang="fr-CA" noProof="0" dirty="0"/>
          </a:p>
        </p:txBody>
      </p:sp>
      <p:sp>
        <p:nvSpPr>
          <p:cNvPr id="10" name="Shape 8"/>
          <p:cNvSpPr/>
          <p:nvPr>
            <p:custDataLst>
              <p:tags r:id="rId9"/>
            </p:custDataLst>
          </p:nvPr>
        </p:nvSpPr>
        <p:spPr>
          <a:xfrm>
            <a:off x="758952" y="2264825"/>
            <a:ext cx="731520" cy="0"/>
          </a:xfrm>
          <a:prstGeom prst="line">
            <a:avLst/>
          </a:prstGeom>
          <a:noFill/>
          <a:ln w="29210">
            <a:solidFill>
              <a:srgbClr val="B45309"/>
            </a:solidFill>
            <a:prstDash val="solid"/>
          </a:ln>
        </p:spPr>
        <p:txBody>
          <a:bodyPr/>
          <a:lstStyle/>
          <a:p>
            <a:endParaRPr lang="fr-CA" noProof="0" dirty="0"/>
          </a:p>
        </p:txBody>
      </p:sp>
      <p:sp>
        <p:nvSpPr>
          <p:cNvPr id="11" name="Text 9"/>
          <p:cNvSpPr/>
          <p:nvPr>
            <p:custDataLst>
              <p:tags r:id="rId10"/>
            </p:custDataLst>
          </p:nvPr>
        </p:nvSpPr>
        <p:spPr>
          <a:xfrm>
            <a:off x="758952" y="2493425"/>
            <a:ext cx="4910328" cy="548640"/>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Sans clé</a:t>
            </a:r>
            <a:endParaRPr lang="fr-CA" sz="2000" noProof="0" dirty="0"/>
          </a:p>
        </p:txBody>
      </p:sp>
      <p:sp>
        <p:nvSpPr>
          <p:cNvPr id="12" name="Text 10"/>
          <p:cNvSpPr/>
          <p:nvPr>
            <p:custDataLst>
              <p:tags r:id="rId11"/>
            </p:custDataLst>
          </p:nvPr>
        </p:nvSpPr>
        <p:spPr>
          <a:xfrm>
            <a:off x="758952" y="3124361"/>
            <a:ext cx="4910328" cy="1947672"/>
          </a:xfrm>
          <a:prstGeom prst="rect">
            <a:avLst/>
          </a:prstGeom>
          <a:noFill/>
          <a:ln/>
        </p:spPr>
        <p:txBody>
          <a:bodyPr wrap="square" lIns="0" tIns="0" rIns="0" bIns="0" rtlCol="0" anchor="t">
            <a:normAutofit/>
          </a:bodyPr>
          <a:lstStyle/>
          <a:p>
            <a:pPr marL="0" indent="0">
              <a:buNone/>
            </a:pPr>
            <a:r>
              <a:rPr lang="fr-CA" sz="1750" noProof="0" dirty="0">
                <a:solidFill>
                  <a:srgbClr val="486581"/>
                </a:solidFill>
                <a:latin typeface="Calibri" pitchFamily="34" charset="0"/>
                <a:ea typeface="Calibri" pitchFamily="34" charset="-122"/>
                <a:cs typeface="Calibri" pitchFamily="34" charset="-120"/>
              </a:rPr>
              <a:t>Un même produit peut apparaître dans plusieurs partitions.</a:t>
            </a:r>
            <a:endParaRPr lang="fr-CA" sz="1750" noProof="0" dirty="0"/>
          </a:p>
          <a:p>
            <a:pPr marL="0" indent="0">
              <a:buNone/>
            </a:pPr>
            <a:endParaRPr lang="fr-CA" sz="1750" noProof="0" dirty="0"/>
          </a:p>
          <a:p>
            <a:pPr marL="0" indent="0">
              <a:buNone/>
            </a:pPr>
            <a:r>
              <a:rPr lang="fr-CA" sz="1750" noProof="0" dirty="0">
                <a:solidFill>
                  <a:srgbClr val="486581"/>
                </a:solidFill>
                <a:latin typeface="Calibri" pitchFamily="34" charset="0"/>
                <a:ea typeface="Calibri" pitchFamily="34" charset="-122"/>
                <a:cs typeface="Calibri" pitchFamily="34" charset="-120"/>
              </a:rPr>
              <a:t>Plusieurs threads peuvent agir sur le même inventaire.</a:t>
            </a:r>
            <a:endParaRPr lang="fr-CA" sz="1750" noProof="0" dirty="0"/>
          </a:p>
        </p:txBody>
      </p:sp>
      <p:sp>
        <p:nvSpPr>
          <p:cNvPr id="13" name="Shape 11"/>
          <p:cNvSpPr/>
          <p:nvPr>
            <p:custDataLst>
              <p:tags r:id="rId12"/>
            </p:custDataLst>
          </p:nvPr>
        </p:nvSpPr>
        <p:spPr>
          <a:xfrm>
            <a:off x="6281928" y="2008793"/>
            <a:ext cx="5376672" cy="3422742"/>
          </a:xfrm>
          <a:prstGeom prst="roundRect">
            <a:avLst>
              <a:gd name="adj" fmla="val 2833"/>
            </a:avLst>
          </a:prstGeom>
          <a:solidFill>
            <a:srgbClr val="EFFAF8"/>
          </a:solidFill>
          <a:ln w="8890">
            <a:solidFill>
              <a:srgbClr val="D9E2EC"/>
            </a:solidFill>
            <a:prstDash val="solid"/>
          </a:ln>
        </p:spPr>
        <p:txBody>
          <a:bodyPr/>
          <a:lstStyle/>
          <a:p>
            <a:endParaRPr lang="fr-CA" noProof="0" dirty="0"/>
          </a:p>
        </p:txBody>
      </p:sp>
      <p:sp>
        <p:nvSpPr>
          <p:cNvPr id="14" name="Shape 12"/>
          <p:cNvSpPr/>
          <p:nvPr>
            <p:custDataLst>
              <p:tags r:id="rId13"/>
            </p:custDataLst>
          </p:nvPr>
        </p:nvSpPr>
        <p:spPr>
          <a:xfrm>
            <a:off x="6510528" y="2264825"/>
            <a:ext cx="731520" cy="0"/>
          </a:xfrm>
          <a:prstGeom prst="line">
            <a:avLst/>
          </a:prstGeom>
          <a:noFill/>
          <a:ln w="29210">
            <a:solidFill>
              <a:srgbClr val="0F766E"/>
            </a:solidFill>
            <a:prstDash val="solid"/>
          </a:ln>
        </p:spPr>
        <p:txBody>
          <a:bodyPr/>
          <a:lstStyle/>
          <a:p>
            <a:endParaRPr lang="fr-CA" noProof="0" dirty="0"/>
          </a:p>
        </p:txBody>
      </p:sp>
      <p:sp>
        <p:nvSpPr>
          <p:cNvPr id="15" name="Text 13"/>
          <p:cNvSpPr/>
          <p:nvPr>
            <p:custDataLst>
              <p:tags r:id="rId14"/>
            </p:custDataLst>
          </p:nvPr>
        </p:nvSpPr>
        <p:spPr>
          <a:xfrm>
            <a:off x="6510528" y="2493425"/>
            <a:ext cx="4919472" cy="548640"/>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Avec « productId » comme clé</a:t>
            </a:r>
            <a:endParaRPr lang="fr-CA" sz="2000" noProof="0" dirty="0"/>
          </a:p>
        </p:txBody>
      </p:sp>
      <p:sp>
        <p:nvSpPr>
          <p:cNvPr id="16" name="Text 14"/>
          <p:cNvSpPr/>
          <p:nvPr>
            <p:custDataLst>
              <p:tags r:id="rId15"/>
            </p:custDataLst>
          </p:nvPr>
        </p:nvSpPr>
        <p:spPr>
          <a:xfrm>
            <a:off x="6510528" y="3124361"/>
            <a:ext cx="4919472" cy="1947672"/>
          </a:xfrm>
          <a:prstGeom prst="rect">
            <a:avLst/>
          </a:prstGeom>
          <a:noFill/>
          <a:ln/>
        </p:spPr>
        <p:txBody>
          <a:bodyPr wrap="square" lIns="0" tIns="0" rIns="0" bIns="0" rtlCol="0" anchor="t">
            <a:normAutofit lnSpcReduction="10000"/>
          </a:bodyPr>
          <a:lstStyle/>
          <a:p>
            <a:pPr marL="0" indent="0">
              <a:buNone/>
            </a:pPr>
            <a:r>
              <a:rPr lang="fr-CA" sz="1750" noProof="0" dirty="0">
                <a:solidFill>
                  <a:srgbClr val="486581"/>
                </a:solidFill>
                <a:latin typeface="Calibri" pitchFamily="34" charset="0"/>
                <a:ea typeface="Calibri" pitchFamily="34" charset="-122"/>
                <a:cs typeface="Calibri" pitchFamily="34" charset="-120"/>
              </a:rPr>
              <a:t>Les requêtes du produit rejoignent une même partition.</a:t>
            </a:r>
            <a:endParaRPr lang="fr-CA" sz="1750" noProof="0" dirty="0"/>
          </a:p>
          <a:p>
            <a:pPr marL="0" indent="0">
              <a:buNone/>
            </a:pPr>
            <a:endParaRPr lang="fr-CA" sz="1750" noProof="0" dirty="0"/>
          </a:p>
          <a:p>
            <a:pPr marL="0" indent="0">
              <a:buNone/>
            </a:pPr>
            <a:r>
              <a:rPr lang="fr-CA" sz="1750" noProof="0" dirty="0">
                <a:solidFill>
                  <a:srgbClr val="486581"/>
                </a:solidFill>
                <a:latin typeface="Calibri" pitchFamily="34" charset="0"/>
                <a:ea typeface="Calibri" pitchFamily="34" charset="-122"/>
                <a:cs typeface="Calibri" pitchFamily="34" charset="-120"/>
              </a:rPr>
              <a:t>Le chemin direct conserve un traitement séquentiel par produit.</a:t>
            </a:r>
          </a:p>
          <a:p>
            <a:pPr marL="0" indent="0">
              <a:buNone/>
            </a:pPr>
            <a:endParaRPr lang="fr-CA" sz="1750" noProof="0" dirty="0">
              <a:solidFill>
                <a:srgbClr val="486581"/>
              </a:solidFill>
              <a:latin typeface="Calibri" pitchFamily="34" charset="0"/>
              <a:ea typeface="Calibri" pitchFamily="34" charset="-122"/>
              <a:cs typeface="Calibri" pitchFamily="34" charset="-120"/>
            </a:endParaRPr>
          </a:p>
          <a:p>
            <a:pPr marL="0" indent="0">
              <a:buNone/>
            </a:pPr>
            <a:r>
              <a:rPr lang="fr-CA" sz="1750" noProof="0" dirty="0">
                <a:solidFill>
                  <a:srgbClr val="486581"/>
                </a:solidFill>
                <a:latin typeface="Calibri" pitchFamily="34" charset="0"/>
                <a:ea typeface="Calibri" pitchFamily="34" charset="-122"/>
                <a:cs typeface="Calibri" pitchFamily="34" charset="-120"/>
              </a:rPr>
              <a:t>Cependant, cet ordre ne permet pas d’adresser la synchronisation du </a:t>
            </a:r>
            <a:r>
              <a:rPr lang="fr-CA" sz="1750" u="sng" noProof="0" dirty="0">
                <a:solidFill>
                  <a:srgbClr val="486581"/>
                </a:solidFill>
                <a:latin typeface="Calibri" pitchFamily="34" charset="0"/>
                <a:ea typeface="Calibri" pitchFamily="34" charset="-122"/>
                <a:cs typeface="Calibri" pitchFamily="34" charset="-120"/>
              </a:rPr>
              <a:t>solde de la personne</a:t>
            </a:r>
            <a:r>
              <a:rPr lang="fr-CA" sz="1750" noProof="0" dirty="0">
                <a:solidFill>
                  <a:srgbClr val="486581"/>
                </a:solidFill>
                <a:latin typeface="Calibri" pitchFamily="34" charset="0"/>
                <a:ea typeface="Calibri" pitchFamily="34" charset="-122"/>
                <a:cs typeface="Calibri" pitchFamily="34" charset="-120"/>
              </a:rPr>
              <a:t>.</a:t>
            </a:r>
            <a:endParaRPr lang="fr-CA" sz="1750" noProof="0" dirty="0"/>
          </a:p>
        </p:txBody>
      </p:sp>
      <p:sp>
        <p:nvSpPr>
          <p:cNvPr id="17" name="Shape 15"/>
          <p:cNvSpPr/>
          <p:nvPr>
            <p:custDataLst>
              <p:tags r:id="rId16"/>
            </p:custDataLst>
          </p:nvPr>
        </p:nvSpPr>
        <p:spPr>
          <a:xfrm>
            <a:off x="530352" y="5715000"/>
            <a:ext cx="11128248" cy="448056"/>
          </a:xfrm>
          <a:prstGeom prst="roundRect">
            <a:avLst>
              <a:gd name="adj" fmla="val 20408"/>
            </a:avLst>
          </a:prstGeom>
          <a:solidFill>
            <a:srgbClr val="EFF6FF"/>
          </a:solidFill>
          <a:ln w="8890">
            <a:solidFill>
              <a:srgbClr val="EFF6FF"/>
            </a:solidFill>
            <a:prstDash val="solid"/>
          </a:ln>
        </p:spPr>
        <p:txBody>
          <a:bodyPr/>
          <a:lstStyle/>
          <a:p>
            <a:endParaRPr lang="fr-CA" noProof="0" dirty="0"/>
          </a:p>
        </p:txBody>
      </p:sp>
      <p:sp>
        <p:nvSpPr>
          <p:cNvPr id="18" name="Text 16"/>
          <p:cNvSpPr/>
          <p:nvPr>
            <p:custDataLst>
              <p:tags r:id="rId17"/>
            </p:custDataLst>
          </p:nvPr>
        </p:nvSpPr>
        <p:spPr>
          <a:xfrm>
            <a:off x="731520" y="5820156"/>
            <a:ext cx="10716768" cy="274320"/>
          </a:xfrm>
          <a:prstGeom prst="rect">
            <a:avLst/>
          </a:prstGeom>
          <a:noFill/>
          <a:ln/>
        </p:spPr>
        <p:txBody>
          <a:bodyPr wrap="square" lIns="0" tIns="0" rIns="0" bIns="0" rtlCol="0" anchor="t">
            <a:normAutofit/>
          </a:bodyPr>
          <a:lstStyle/>
          <a:p>
            <a:pPr marL="0" indent="0">
              <a:buNone/>
            </a:pPr>
            <a:r>
              <a:rPr lang="fr-CA" sz="1550" b="1" noProof="0" dirty="0">
                <a:solidFill>
                  <a:srgbClr val="102A43"/>
                </a:solidFill>
                <a:latin typeface="Calibri" pitchFamily="34" charset="0"/>
                <a:ea typeface="Calibri" pitchFamily="34" charset="-122"/>
                <a:cs typeface="Calibri" pitchFamily="34" charset="-120"/>
              </a:rPr>
              <a:t>Décision de conception : ordonner les événements là où le métier l'exige.</a:t>
            </a:r>
            <a:endParaRPr lang="fr-CA" sz="1550" noProof="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fr-CA" noProof="0" dirty="0"/>
          </a:p>
        </p:txBody>
      </p:sp>
      <p:sp>
        <p:nvSpPr>
          <p:cNvPr id="3" name="Text 1"/>
          <p:cNvSpPr/>
          <p:nvPr>
            <p:custDataLst>
              <p:tags r:id="rId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fr-CA" sz="1100" b="1" kern="0" spc="50" noProof="0" dirty="0">
                <a:solidFill>
                  <a:srgbClr val="1F6FEB"/>
                </a:solidFill>
                <a:latin typeface="Calibri" pitchFamily="34" charset="0"/>
                <a:ea typeface="Calibri" pitchFamily="34" charset="-122"/>
                <a:cs typeface="Calibri" pitchFamily="34" charset="-120"/>
              </a:rPr>
              <a:t>02 / COMPRENDRE KAFKA</a:t>
            </a:r>
            <a:endParaRPr lang="fr-CA" sz="1100" noProof="0" dirty="0"/>
          </a:p>
        </p:txBody>
      </p:sp>
      <p:sp>
        <p:nvSpPr>
          <p:cNvPr id="4" name="Text 2"/>
          <p:cNvSpPr/>
          <p:nvPr>
            <p:custDataLst>
              <p:tags r:id="rId3"/>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fr-CA" sz="1000" b="1" noProof="0" dirty="0">
                <a:solidFill>
                  <a:srgbClr val="829AB1"/>
                </a:solidFill>
                <a:latin typeface="Calibri" pitchFamily="34" charset="0"/>
                <a:ea typeface="Calibri" pitchFamily="34" charset="-122"/>
                <a:cs typeface="Calibri" pitchFamily="34" charset="-120"/>
              </a:rPr>
              <a:t>RAPPORTS FOURNIS</a:t>
            </a:r>
            <a:endParaRPr lang="fr-CA" sz="1000" noProof="0" dirty="0"/>
          </a:p>
        </p:txBody>
      </p:sp>
      <p:sp>
        <p:nvSpPr>
          <p:cNvPr id="5" name="Text 3"/>
          <p:cNvSpPr/>
          <p:nvPr>
            <p:custDataLst>
              <p:tags r:id="rId4"/>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fr-CA" sz="2700" b="1" noProof="0" dirty="0">
                <a:solidFill>
                  <a:srgbClr val="102A43"/>
                </a:solidFill>
                <a:latin typeface="Calibri" pitchFamily="34" charset="0"/>
                <a:ea typeface="Calibri" pitchFamily="34" charset="-122"/>
                <a:cs typeface="Calibri" pitchFamily="34" charset="-120"/>
              </a:rPr>
              <a:t>Une seule option change; l'invariant peut basculer</a:t>
            </a:r>
            <a:endParaRPr lang="fr-CA" sz="2700" noProof="0" dirty="0"/>
          </a:p>
        </p:txBody>
      </p:sp>
      <p:sp>
        <p:nvSpPr>
          <p:cNvPr id="6" name="Text 4"/>
          <p:cNvSpPr/>
          <p:nvPr>
            <p:custDataLst>
              <p:tags r:id="rId5"/>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fr-CA" sz="1650" noProof="0" dirty="0">
                <a:solidFill>
                  <a:srgbClr val="486581"/>
                </a:solidFill>
                <a:latin typeface="Calibri" pitchFamily="34" charset="0"/>
                <a:ea typeface="Calibri" pitchFamily="34" charset="-122"/>
                <a:cs typeface="Calibri" pitchFamily="34" charset="-120"/>
              </a:rPr>
              <a:t>Les deux rapports de la documentation du projet utilisent le même inventaire initial et les mêmes requêtes, avec ou sans clé.</a:t>
            </a:r>
            <a:endParaRPr lang="fr-CA" sz="1650" noProof="0" dirty="0"/>
          </a:p>
        </p:txBody>
      </p:sp>
      <p:sp>
        <p:nvSpPr>
          <p:cNvPr id="7" name="Text 5"/>
          <p:cNvSpPr/>
          <p:nvPr>
            <p:custDataLst>
              <p:tags r:id="rId6"/>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fr-CA" sz="900" noProof="0" dirty="0">
                <a:solidFill>
                  <a:srgbClr val="486581"/>
                </a:solidFill>
                <a:latin typeface="Calibri" pitchFamily="34" charset="0"/>
                <a:ea typeface="Calibri" pitchFamily="34" charset="-122"/>
                <a:cs typeface="Calibri" pitchFamily="34" charset="-120"/>
              </a:rPr>
              <a:t>Guide d'ingénierie Kafka · Projet EDA</a:t>
            </a:r>
            <a:endParaRPr lang="fr-CA" sz="900" noProof="0" dirty="0"/>
          </a:p>
        </p:txBody>
      </p:sp>
      <p:sp>
        <p:nvSpPr>
          <p:cNvPr id="8" name="Text 6"/>
          <p:cNvSpPr/>
          <p:nvPr>
            <p:custDataLst>
              <p:tags r:id="rId7"/>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fr-CA" sz="900" noProof="0" dirty="0">
                <a:solidFill>
                  <a:srgbClr val="486581"/>
                </a:solidFill>
                <a:latin typeface="Calibri" pitchFamily="34" charset="0"/>
                <a:ea typeface="Calibri" pitchFamily="34" charset="-122"/>
                <a:cs typeface="Calibri" pitchFamily="34" charset="-120"/>
              </a:rPr>
              <a:t>13</a:t>
            </a:r>
            <a:endParaRPr lang="fr-CA" sz="900" noProof="0" dirty="0"/>
          </a:p>
        </p:txBody>
      </p:sp>
      <p:sp>
        <p:nvSpPr>
          <p:cNvPr id="9" name="Shape 7"/>
          <p:cNvSpPr/>
          <p:nvPr>
            <p:custDataLst>
              <p:tags r:id="rId8"/>
            </p:custDataLst>
          </p:nvPr>
        </p:nvSpPr>
        <p:spPr>
          <a:xfrm>
            <a:off x="530352" y="2007348"/>
            <a:ext cx="5376672" cy="3424187"/>
          </a:xfrm>
          <a:prstGeom prst="roundRect">
            <a:avLst>
              <a:gd name="adj" fmla="val 2740"/>
            </a:avLst>
          </a:prstGeom>
          <a:solidFill>
            <a:srgbClr val="FFFFFF"/>
          </a:solidFill>
          <a:ln w="8890">
            <a:solidFill>
              <a:srgbClr val="D9E2EC"/>
            </a:solidFill>
            <a:prstDash val="solid"/>
          </a:ln>
        </p:spPr>
        <p:txBody>
          <a:bodyPr/>
          <a:lstStyle/>
          <a:p>
            <a:endParaRPr lang="fr-CA" noProof="0" dirty="0"/>
          </a:p>
        </p:txBody>
      </p:sp>
      <p:sp>
        <p:nvSpPr>
          <p:cNvPr id="10" name="Shape 8"/>
          <p:cNvSpPr/>
          <p:nvPr>
            <p:custDataLst>
              <p:tags r:id="rId9"/>
            </p:custDataLst>
          </p:nvPr>
        </p:nvSpPr>
        <p:spPr>
          <a:xfrm>
            <a:off x="6291072" y="2007349"/>
            <a:ext cx="5367528" cy="3424186"/>
          </a:xfrm>
          <a:prstGeom prst="roundRect">
            <a:avLst>
              <a:gd name="adj" fmla="val 2740"/>
            </a:avLst>
          </a:prstGeom>
          <a:solidFill>
            <a:srgbClr val="FFFFFF"/>
          </a:solidFill>
          <a:ln w="8890">
            <a:solidFill>
              <a:srgbClr val="D9E2EC"/>
            </a:solidFill>
            <a:prstDash val="solid"/>
          </a:ln>
        </p:spPr>
        <p:txBody>
          <a:bodyPr/>
          <a:lstStyle/>
          <a:p>
            <a:endParaRPr lang="fr-CA" noProof="0" dirty="0"/>
          </a:p>
        </p:txBody>
      </p:sp>
      <p:sp>
        <p:nvSpPr>
          <p:cNvPr id="11" name="Text 9"/>
          <p:cNvSpPr/>
          <p:nvPr>
            <p:custDataLst>
              <p:tags r:id="rId10"/>
            </p:custDataLst>
          </p:nvPr>
        </p:nvSpPr>
        <p:spPr>
          <a:xfrm>
            <a:off x="777240" y="2157984"/>
            <a:ext cx="3657600" cy="315709"/>
          </a:xfrm>
          <a:prstGeom prst="rect">
            <a:avLst/>
          </a:prstGeom>
          <a:noFill/>
          <a:ln/>
        </p:spPr>
        <p:txBody>
          <a:bodyPr wrap="square" lIns="0" tIns="0" rIns="0" bIns="0" rtlCol="0" anchor="t">
            <a:normAutofit/>
          </a:bodyPr>
          <a:lstStyle/>
          <a:p>
            <a:pPr marL="0" indent="0">
              <a:buNone/>
            </a:pPr>
            <a:r>
              <a:rPr lang="fr-CA" sz="1600" b="1" kern="0" spc="50" noProof="0" dirty="0">
                <a:solidFill>
                  <a:srgbClr val="0F766E"/>
                </a:solidFill>
                <a:latin typeface="Calibri" pitchFamily="34" charset="0"/>
                <a:ea typeface="Calibri" pitchFamily="34" charset="-122"/>
                <a:cs typeface="Calibri" pitchFamily="34" charset="-120"/>
              </a:rPr>
              <a:t>AVEC CLÉ</a:t>
            </a:r>
            <a:endParaRPr lang="fr-CA" sz="1600" noProof="0" dirty="0"/>
          </a:p>
        </p:txBody>
      </p:sp>
      <p:sp>
        <p:nvSpPr>
          <p:cNvPr id="12" name="Text 10"/>
          <p:cNvSpPr/>
          <p:nvPr>
            <p:custDataLst>
              <p:tags r:id="rId11"/>
            </p:custDataLst>
          </p:nvPr>
        </p:nvSpPr>
        <p:spPr>
          <a:xfrm>
            <a:off x="6547104" y="2235948"/>
            <a:ext cx="4901184" cy="251403"/>
          </a:xfrm>
          <a:prstGeom prst="rect">
            <a:avLst/>
          </a:prstGeom>
          <a:noFill/>
          <a:ln/>
        </p:spPr>
        <p:txBody>
          <a:bodyPr wrap="square" lIns="0" tIns="0" rIns="0" bIns="0" rtlCol="0" anchor="t">
            <a:normAutofit/>
          </a:bodyPr>
          <a:lstStyle/>
          <a:p>
            <a:pPr marL="0" indent="0">
              <a:buNone/>
            </a:pPr>
            <a:r>
              <a:rPr lang="fr-CA" sz="1600" b="1" kern="0" spc="50" noProof="0" dirty="0">
                <a:solidFill>
                  <a:srgbClr val="B45309"/>
                </a:solidFill>
                <a:latin typeface="Calibri" pitchFamily="34" charset="0"/>
                <a:ea typeface="Calibri" pitchFamily="34" charset="-122"/>
                <a:cs typeface="Calibri" pitchFamily="34" charset="-120"/>
              </a:rPr>
              <a:t>SANS CLÉ</a:t>
            </a:r>
            <a:r>
              <a:rPr lang="fr-CA" sz="1100" b="1" kern="0" spc="50" noProof="0" dirty="0">
                <a:solidFill>
                  <a:srgbClr val="B45309"/>
                </a:solidFill>
                <a:latin typeface="Calibri" pitchFamily="34" charset="0"/>
                <a:ea typeface="Calibri" pitchFamily="34" charset="-122"/>
                <a:cs typeface="Calibri" pitchFamily="34" charset="-120"/>
              </a:rPr>
              <a:t> </a:t>
            </a:r>
            <a:r>
              <a:rPr lang="fr-CA" sz="1600" b="1" kern="0" spc="50" noProof="0" dirty="0">
                <a:solidFill>
                  <a:srgbClr val="B45309"/>
                </a:solidFill>
                <a:latin typeface="Calibri" pitchFamily="34" charset="0"/>
                <a:ea typeface="Calibri" pitchFamily="34" charset="-122"/>
                <a:cs typeface="Calibri" pitchFamily="34" charset="-120"/>
              </a:rPr>
              <a:t>ou clé sur « personId »</a:t>
            </a:r>
            <a:r>
              <a:rPr lang="fr-CA" sz="1100" b="1" kern="0" spc="50" noProof="0" dirty="0">
                <a:solidFill>
                  <a:srgbClr val="B45309"/>
                </a:solidFill>
                <a:latin typeface="Calibri" pitchFamily="34" charset="0"/>
                <a:ea typeface="Calibri" pitchFamily="34" charset="-122"/>
                <a:cs typeface="Calibri" pitchFamily="34" charset="-120"/>
              </a:rPr>
              <a:t>.</a:t>
            </a:r>
            <a:endParaRPr lang="fr-CA" sz="1100" noProof="0" dirty="0"/>
          </a:p>
        </p:txBody>
      </p:sp>
      <p:sp>
        <p:nvSpPr>
          <p:cNvPr id="13" name="Text 11"/>
          <p:cNvSpPr/>
          <p:nvPr>
            <p:custDataLst>
              <p:tags r:id="rId12"/>
            </p:custDataLst>
          </p:nvPr>
        </p:nvSpPr>
        <p:spPr>
          <a:xfrm>
            <a:off x="777240" y="2619997"/>
            <a:ext cx="4389120" cy="576072"/>
          </a:xfrm>
          <a:prstGeom prst="rect">
            <a:avLst/>
          </a:prstGeom>
          <a:noFill/>
          <a:ln/>
        </p:spPr>
        <p:txBody>
          <a:bodyPr wrap="square" lIns="0" tIns="0" rIns="0" bIns="0" rtlCol="0" anchor="t">
            <a:normAutofit/>
          </a:bodyPr>
          <a:lstStyle/>
          <a:p>
            <a:pPr marL="0" indent="0">
              <a:buNone/>
            </a:pPr>
            <a:r>
              <a:rPr lang="fr-CA" sz="3200" b="1" noProof="0" dirty="0">
                <a:solidFill>
                  <a:srgbClr val="0F766E"/>
                </a:solidFill>
                <a:latin typeface="Calibri" pitchFamily="34" charset="0"/>
                <a:ea typeface="Calibri" pitchFamily="34" charset="-122"/>
                <a:cs typeface="Calibri" pitchFamily="34" charset="-120"/>
              </a:rPr>
              <a:t>Banana : 0</a:t>
            </a:r>
            <a:endParaRPr lang="fr-CA" sz="3200" noProof="0" dirty="0"/>
          </a:p>
        </p:txBody>
      </p:sp>
      <p:sp>
        <p:nvSpPr>
          <p:cNvPr id="14" name="Text 12"/>
          <p:cNvSpPr/>
          <p:nvPr>
            <p:custDataLst>
              <p:tags r:id="rId13"/>
            </p:custDataLst>
          </p:nvPr>
        </p:nvSpPr>
        <p:spPr>
          <a:xfrm>
            <a:off x="6547104" y="2619997"/>
            <a:ext cx="4389120" cy="576072"/>
          </a:xfrm>
          <a:prstGeom prst="rect">
            <a:avLst/>
          </a:prstGeom>
          <a:noFill/>
          <a:ln/>
        </p:spPr>
        <p:txBody>
          <a:bodyPr wrap="square" lIns="0" tIns="0" rIns="0" bIns="0" rtlCol="0" anchor="t">
            <a:normAutofit/>
          </a:bodyPr>
          <a:lstStyle/>
          <a:p>
            <a:pPr marL="0" indent="0">
              <a:buNone/>
            </a:pPr>
            <a:r>
              <a:rPr lang="fr-CA" sz="3200" b="1" noProof="0" dirty="0">
                <a:solidFill>
                  <a:srgbClr val="B42318"/>
                </a:solidFill>
                <a:latin typeface="Calibri" pitchFamily="34" charset="0"/>
                <a:ea typeface="Calibri" pitchFamily="34" charset="-122"/>
                <a:cs typeface="Calibri" pitchFamily="34" charset="-120"/>
              </a:rPr>
              <a:t>Banana : -10</a:t>
            </a:r>
            <a:endParaRPr lang="fr-CA" sz="3200" noProof="0" dirty="0"/>
          </a:p>
        </p:txBody>
      </p:sp>
      <p:pic>
        <p:nvPicPr>
          <p:cNvPr id="15" name="Image 0" descr="/mnt/data/eda_presentation_work/assets/Withkey-Report.png"/>
          <p:cNvPicPr>
            <a:picLocks noChangeAspect="1"/>
          </p:cNvPicPr>
          <p:nvPr>
            <p:custDataLst>
              <p:tags r:id="rId14"/>
            </p:custDataLst>
          </p:nvPr>
        </p:nvPicPr>
        <p:blipFill>
          <a:blip r:embed="rId22"/>
          <a:stretch>
            <a:fillRect/>
          </a:stretch>
        </p:blipFill>
        <p:spPr>
          <a:xfrm>
            <a:off x="740664" y="3475502"/>
            <a:ext cx="4965192" cy="1132775"/>
          </a:xfrm>
          <a:prstGeom prst="rect">
            <a:avLst/>
          </a:prstGeom>
        </p:spPr>
      </p:pic>
      <p:pic>
        <p:nvPicPr>
          <p:cNvPr id="16" name="Image 1" descr="/mnt/data/eda_presentation_work/assets/Nokey-Report.png"/>
          <p:cNvPicPr>
            <a:picLocks noChangeAspect="1"/>
          </p:cNvPicPr>
          <p:nvPr>
            <p:custDataLst>
              <p:tags r:id="rId15"/>
            </p:custDataLst>
          </p:nvPr>
        </p:nvPicPr>
        <p:blipFill>
          <a:blip r:embed="rId23"/>
          <a:stretch>
            <a:fillRect/>
          </a:stretch>
        </p:blipFill>
        <p:spPr>
          <a:xfrm>
            <a:off x="6501384" y="3475502"/>
            <a:ext cx="4965192" cy="1132775"/>
          </a:xfrm>
          <a:prstGeom prst="rect">
            <a:avLst/>
          </a:prstGeom>
        </p:spPr>
      </p:pic>
      <p:sp>
        <p:nvSpPr>
          <p:cNvPr id="17" name="Text 13"/>
          <p:cNvSpPr/>
          <p:nvPr>
            <p:custDataLst>
              <p:tags r:id="rId16"/>
            </p:custDataLst>
          </p:nvPr>
        </p:nvSpPr>
        <p:spPr>
          <a:xfrm>
            <a:off x="777240" y="5006282"/>
            <a:ext cx="4690872" cy="292608"/>
          </a:xfrm>
          <a:prstGeom prst="rect">
            <a:avLst/>
          </a:prstGeom>
          <a:noFill/>
          <a:ln/>
        </p:spPr>
        <p:txBody>
          <a:bodyPr wrap="square" lIns="0" tIns="0" rIns="0" bIns="0" rtlCol="0" anchor="t">
            <a:normAutofit/>
          </a:bodyPr>
          <a:lstStyle/>
          <a:p>
            <a:pPr marL="0" indent="0">
              <a:buNone/>
            </a:pPr>
            <a:r>
              <a:rPr lang="fr-CA" sz="1600" noProof="0" dirty="0">
                <a:solidFill>
                  <a:srgbClr val="0F766E"/>
                </a:solidFill>
                <a:latin typeface="Calibri" pitchFamily="34" charset="0"/>
                <a:ea typeface="Calibri" pitchFamily="34" charset="-122"/>
                <a:cs typeface="Calibri" pitchFamily="34" charset="-120"/>
              </a:rPr>
              <a:t>Résultat illustré : inventaire non négatif.</a:t>
            </a:r>
            <a:endParaRPr lang="fr-CA" sz="1600" noProof="0" dirty="0"/>
          </a:p>
        </p:txBody>
      </p:sp>
      <p:sp>
        <p:nvSpPr>
          <p:cNvPr id="18" name="Text 14"/>
          <p:cNvSpPr/>
          <p:nvPr>
            <p:custDataLst>
              <p:tags r:id="rId17"/>
            </p:custDataLst>
          </p:nvPr>
        </p:nvSpPr>
        <p:spPr>
          <a:xfrm>
            <a:off x="6547104" y="5006282"/>
            <a:ext cx="4681728" cy="292608"/>
          </a:xfrm>
          <a:prstGeom prst="rect">
            <a:avLst/>
          </a:prstGeom>
          <a:noFill/>
          <a:ln/>
        </p:spPr>
        <p:txBody>
          <a:bodyPr wrap="square" lIns="0" tIns="0" rIns="0" bIns="0" rtlCol="0" anchor="t">
            <a:normAutofit/>
          </a:bodyPr>
          <a:lstStyle/>
          <a:p>
            <a:pPr marL="0" indent="0">
              <a:buNone/>
            </a:pPr>
            <a:r>
              <a:rPr lang="fr-CA" sz="1600" noProof="0" dirty="0">
                <a:solidFill>
                  <a:srgbClr val="B42318"/>
                </a:solidFill>
                <a:latin typeface="Calibri" pitchFamily="34" charset="0"/>
                <a:ea typeface="Calibri" pitchFamily="34" charset="-122"/>
                <a:cs typeface="Calibri" pitchFamily="34" charset="-120"/>
              </a:rPr>
              <a:t>Résultat illustré : survente silencieuse.</a:t>
            </a:r>
            <a:endParaRPr lang="fr-CA" sz="1600" noProof="0" dirty="0"/>
          </a:p>
        </p:txBody>
      </p:sp>
      <p:sp>
        <p:nvSpPr>
          <p:cNvPr id="19" name="Shape 15"/>
          <p:cNvSpPr/>
          <p:nvPr>
            <p:custDataLst>
              <p:tags r:id="rId18"/>
            </p:custDataLst>
          </p:nvPr>
        </p:nvSpPr>
        <p:spPr>
          <a:xfrm>
            <a:off x="530352" y="5715000"/>
            <a:ext cx="11128248" cy="448056"/>
          </a:xfrm>
          <a:prstGeom prst="roundRect">
            <a:avLst>
              <a:gd name="adj" fmla="val 20408"/>
            </a:avLst>
          </a:prstGeom>
          <a:solidFill>
            <a:srgbClr val="EFF6FF"/>
          </a:solidFill>
          <a:ln w="8890">
            <a:solidFill>
              <a:srgbClr val="EFF6FF"/>
            </a:solidFill>
            <a:prstDash val="solid"/>
          </a:ln>
        </p:spPr>
        <p:txBody>
          <a:bodyPr/>
          <a:lstStyle/>
          <a:p>
            <a:endParaRPr lang="fr-CA" noProof="0" dirty="0"/>
          </a:p>
        </p:txBody>
      </p:sp>
      <p:sp>
        <p:nvSpPr>
          <p:cNvPr id="20" name="Text 16"/>
          <p:cNvSpPr/>
          <p:nvPr>
            <p:custDataLst>
              <p:tags r:id="rId19"/>
            </p:custDataLst>
          </p:nvPr>
        </p:nvSpPr>
        <p:spPr>
          <a:xfrm>
            <a:off x="731520" y="5820156"/>
            <a:ext cx="10716768" cy="274320"/>
          </a:xfrm>
          <a:prstGeom prst="rect">
            <a:avLst/>
          </a:prstGeom>
          <a:noFill/>
          <a:ln/>
        </p:spPr>
        <p:txBody>
          <a:bodyPr wrap="square" lIns="0" tIns="0" rIns="0" bIns="0" rtlCol="0" anchor="t">
            <a:normAutofit/>
          </a:bodyPr>
          <a:lstStyle/>
          <a:p>
            <a:pPr marL="0" indent="0">
              <a:buNone/>
            </a:pPr>
            <a:r>
              <a:rPr lang="fr-CA" sz="1550" b="1" noProof="0" dirty="0">
                <a:solidFill>
                  <a:srgbClr val="102A43"/>
                </a:solidFill>
                <a:latin typeface="Calibri" pitchFamily="34" charset="0"/>
                <a:ea typeface="Calibri" pitchFamily="34" charset="-122"/>
                <a:cs typeface="Calibri" pitchFamily="34" charset="-120"/>
              </a:rPr>
              <a:t>Extraits documentaires : la comparaison doit porter sur les effets métier, pas seulement sur le flux des données.</a:t>
            </a:r>
            <a:endParaRPr lang="fr-CA" sz="1550" noProof="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fr-CA" noProof="0" dirty="0"/>
          </a:p>
        </p:txBody>
      </p:sp>
      <p:sp>
        <p:nvSpPr>
          <p:cNvPr id="3" name="Text 1"/>
          <p:cNvSpPr/>
          <p:nvPr>
            <p:custDataLst>
              <p:tags r:id="rId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fr-CA" sz="1100" b="1" kern="0" spc="50" noProof="0" dirty="0">
                <a:solidFill>
                  <a:srgbClr val="1F6FEB"/>
                </a:solidFill>
                <a:latin typeface="Calibri" pitchFamily="34" charset="0"/>
                <a:ea typeface="Calibri" pitchFamily="34" charset="-122"/>
                <a:cs typeface="Calibri" pitchFamily="34" charset="-120"/>
              </a:rPr>
              <a:t>02 / COMPRENDRE KAFKA</a:t>
            </a:r>
            <a:endParaRPr lang="fr-CA" sz="1100" noProof="0" dirty="0"/>
          </a:p>
        </p:txBody>
      </p:sp>
      <p:sp>
        <p:nvSpPr>
          <p:cNvPr id="4" name="Text 2"/>
          <p:cNvSpPr/>
          <p:nvPr>
            <p:custDataLst>
              <p:tags r:id="rId3"/>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fr-CA" sz="1000" b="1" noProof="0" dirty="0">
                <a:solidFill>
                  <a:srgbClr val="829AB1"/>
                </a:solidFill>
                <a:latin typeface="Calibri" pitchFamily="34" charset="0"/>
                <a:ea typeface="Calibri" pitchFamily="34" charset="-122"/>
                <a:cs typeface="Calibri" pitchFamily="34" charset="-120"/>
              </a:rPr>
              <a:t>CONCURRENCE DU SANDBOX</a:t>
            </a:r>
            <a:endParaRPr lang="fr-CA" sz="1000" noProof="0" dirty="0"/>
          </a:p>
        </p:txBody>
      </p:sp>
      <p:sp>
        <p:nvSpPr>
          <p:cNvPr id="5" name="Text 3"/>
          <p:cNvSpPr/>
          <p:nvPr>
            <p:custDataLst>
              <p:tags r:id="rId4"/>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fr-CA" sz="2700" b="1" noProof="0" dirty="0">
                <a:solidFill>
                  <a:srgbClr val="102A43"/>
                </a:solidFill>
                <a:latin typeface="Calibri" pitchFamily="34" charset="0"/>
                <a:ea typeface="Calibri" pitchFamily="34" charset="-122"/>
                <a:cs typeface="Calibri" pitchFamily="34" charset="-120"/>
              </a:rPr>
              <a:t>Protéger la personne et le produit</a:t>
            </a:r>
            <a:endParaRPr lang="fr-CA" sz="2700" noProof="0" dirty="0"/>
          </a:p>
        </p:txBody>
      </p:sp>
      <p:sp>
        <p:nvSpPr>
          <p:cNvPr id="6" name="Text 4"/>
          <p:cNvSpPr/>
          <p:nvPr>
            <p:custDataLst>
              <p:tags r:id="rId5"/>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fr-CA" sz="1650" noProof="0" dirty="0">
                <a:solidFill>
                  <a:srgbClr val="486581"/>
                </a:solidFill>
                <a:latin typeface="Calibri" pitchFamily="34" charset="0"/>
                <a:ea typeface="Calibri" pitchFamily="34" charset="-122"/>
                <a:cs typeface="Calibri" pitchFamily="34" charset="-120"/>
              </a:rPr>
              <a:t>Le verrou Hazelcast est indexé sur PERSON_ID; la ligne INVENTORY est ordonnée par PRODUCT_ID.</a:t>
            </a:r>
            <a:endParaRPr lang="fr-CA" sz="1650" noProof="0" dirty="0"/>
          </a:p>
        </p:txBody>
      </p:sp>
      <p:sp>
        <p:nvSpPr>
          <p:cNvPr id="7" name="Text 5"/>
          <p:cNvSpPr/>
          <p:nvPr>
            <p:custDataLst>
              <p:tags r:id="rId6"/>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fr-CA" sz="900" noProof="0" dirty="0">
                <a:solidFill>
                  <a:srgbClr val="486581"/>
                </a:solidFill>
                <a:latin typeface="Calibri" pitchFamily="34" charset="0"/>
                <a:ea typeface="Calibri" pitchFamily="34" charset="-122"/>
                <a:cs typeface="Calibri" pitchFamily="34" charset="-120"/>
              </a:rPr>
              <a:t>Guide d'ingénierie Kafka · Projet EDA</a:t>
            </a:r>
            <a:endParaRPr lang="fr-CA" sz="900" noProof="0" dirty="0"/>
          </a:p>
        </p:txBody>
      </p:sp>
      <p:sp>
        <p:nvSpPr>
          <p:cNvPr id="8" name="Text 6"/>
          <p:cNvSpPr/>
          <p:nvPr>
            <p:custDataLst>
              <p:tags r:id="rId7"/>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fr-CA" sz="900" noProof="0" dirty="0">
                <a:solidFill>
                  <a:srgbClr val="486581"/>
                </a:solidFill>
                <a:latin typeface="Calibri" pitchFamily="34" charset="0"/>
                <a:ea typeface="Calibri" pitchFamily="34" charset="-122"/>
                <a:cs typeface="Calibri" pitchFamily="34" charset="-120"/>
              </a:rPr>
              <a:t>14</a:t>
            </a:r>
            <a:endParaRPr lang="fr-CA" sz="900" noProof="0" dirty="0"/>
          </a:p>
        </p:txBody>
      </p:sp>
      <p:sp>
        <p:nvSpPr>
          <p:cNvPr id="9" name="Shape 7"/>
          <p:cNvSpPr/>
          <p:nvPr>
            <p:custDataLst>
              <p:tags r:id="rId8"/>
            </p:custDataLst>
          </p:nvPr>
        </p:nvSpPr>
        <p:spPr>
          <a:xfrm>
            <a:off x="530352" y="2299958"/>
            <a:ext cx="2916936" cy="886968"/>
          </a:xfrm>
          <a:prstGeom prst="roundRect">
            <a:avLst>
              <a:gd name="adj" fmla="val 7752"/>
            </a:avLst>
          </a:prstGeom>
          <a:solidFill>
            <a:srgbClr val="EFF6FF"/>
          </a:solidFill>
          <a:ln w="8890">
            <a:solidFill>
              <a:srgbClr val="1F6FEB"/>
            </a:solidFill>
            <a:prstDash val="solid"/>
          </a:ln>
        </p:spPr>
        <p:txBody>
          <a:bodyPr/>
          <a:lstStyle/>
          <a:p>
            <a:endParaRPr lang="fr-CA" noProof="0" dirty="0"/>
          </a:p>
        </p:txBody>
      </p:sp>
      <p:sp>
        <p:nvSpPr>
          <p:cNvPr id="10" name="Text 8"/>
          <p:cNvSpPr/>
          <p:nvPr>
            <p:custDataLst>
              <p:tags r:id="rId9"/>
            </p:custDataLst>
          </p:nvPr>
        </p:nvSpPr>
        <p:spPr>
          <a:xfrm>
            <a:off x="676656" y="2507984"/>
            <a:ext cx="2624328" cy="475488"/>
          </a:xfrm>
          <a:prstGeom prst="rect">
            <a:avLst/>
          </a:prstGeom>
          <a:noFill/>
          <a:ln/>
        </p:spPr>
        <p:txBody>
          <a:bodyPr wrap="square" lIns="0" tIns="0" rIns="0" bIns="0" rtlCol="0" anchor="t">
            <a:normAutofit fontScale="92500" lnSpcReduction="10000"/>
          </a:bodyPr>
          <a:lstStyle/>
          <a:p>
            <a:pPr marL="0" indent="0" algn="ctr">
              <a:buNone/>
            </a:pPr>
            <a:r>
              <a:rPr lang="fr-CA" sz="1850" b="1" noProof="0" dirty="0">
                <a:solidFill>
                  <a:srgbClr val="1F6FEB"/>
                </a:solidFill>
                <a:latin typeface="Calibri" pitchFamily="34" charset="0"/>
                <a:ea typeface="Calibri" pitchFamily="34" charset="-122"/>
                <a:cs typeface="Calibri" pitchFamily="34" charset="-120"/>
              </a:rPr>
              <a:t>Processus / Thread</a:t>
            </a:r>
          </a:p>
          <a:p>
            <a:pPr marL="0" indent="0" algn="ctr">
              <a:buNone/>
            </a:pPr>
            <a:r>
              <a:rPr lang="fr-CA" sz="1850" b="1" noProof="0" dirty="0">
                <a:solidFill>
                  <a:srgbClr val="1F6FEB"/>
                </a:solidFill>
                <a:latin typeface="Calibri" pitchFamily="34" charset="0"/>
                <a:ea typeface="Calibri" pitchFamily="34" charset="-122"/>
                <a:cs typeface="Calibri" pitchFamily="34" charset="-120"/>
              </a:rPr>
              <a:t>Produit A / Personne 1</a:t>
            </a:r>
            <a:endParaRPr lang="fr-CA" sz="1850" noProof="0" dirty="0"/>
          </a:p>
        </p:txBody>
      </p:sp>
      <p:sp>
        <p:nvSpPr>
          <p:cNvPr id="12" name="Shape 10"/>
          <p:cNvSpPr/>
          <p:nvPr>
            <p:custDataLst>
              <p:tags r:id="rId10"/>
            </p:custDataLst>
          </p:nvPr>
        </p:nvSpPr>
        <p:spPr>
          <a:xfrm>
            <a:off x="530352" y="3790430"/>
            <a:ext cx="2916936" cy="849908"/>
          </a:xfrm>
          <a:prstGeom prst="roundRect">
            <a:avLst>
              <a:gd name="adj" fmla="val 7752"/>
            </a:avLst>
          </a:prstGeom>
          <a:solidFill>
            <a:srgbClr val="EFF6FF"/>
          </a:solidFill>
          <a:ln w="8890">
            <a:solidFill>
              <a:srgbClr val="1F6FEB"/>
            </a:solidFill>
            <a:prstDash val="solid"/>
          </a:ln>
        </p:spPr>
        <p:txBody>
          <a:bodyPr/>
          <a:lstStyle/>
          <a:p>
            <a:endParaRPr lang="fr-CA" noProof="0" dirty="0"/>
          </a:p>
        </p:txBody>
      </p:sp>
      <p:sp>
        <p:nvSpPr>
          <p:cNvPr id="13" name="Text 11"/>
          <p:cNvSpPr/>
          <p:nvPr>
            <p:custDataLst>
              <p:tags r:id="rId11"/>
            </p:custDataLst>
          </p:nvPr>
        </p:nvSpPr>
        <p:spPr>
          <a:xfrm>
            <a:off x="676656" y="4000742"/>
            <a:ext cx="2624328" cy="475488"/>
          </a:xfrm>
          <a:prstGeom prst="rect">
            <a:avLst/>
          </a:prstGeom>
          <a:noFill/>
          <a:ln/>
        </p:spPr>
        <p:txBody>
          <a:bodyPr wrap="square" lIns="0" tIns="0" rIns="0" bIns="0" rtlCol="0" anchor="t">
            <a:normAutofit fontScale="92500" lnSpcReduction="10000"/>
          </a:bodyPr>
          <a:lstStyle/>
          <a:p>
            <a:pPr marL="0" indent="0" algn="ctr">
              <a:buNone/>
            </a:pPr>
            <a:r>
              <a:rPr lang="fr-CA" sz="1850" b="1" noProof="0" dirty="0">
                <a:solidFill>
                  <a:srgbClr val="1F6FEB"/>
                </a:solidFill>
                <a:latin typeface="Calibri" pitchFamily="34" charset="0"/>
                <a:ea typeface="Calibri" pitchFamily="34" charset="-122"/>
                <a:cs typeface="Calibri" pitchFamily="34" charset="-120"/>
              </a:rPr>
              <a:t>Processus / Thread</a:t>
            </a:r>
          </a:p>
          <a:p>
            <a:pPr marL="0" indent="0" algn="ctr">
              <a:buNone/>
            </a:pPr>
            <a:r>
              <a:rPr lang="fr-CA" sz="1850" b="1" noProof="0" dirty="0">
                <a:solidFill>
                  <a:srgbClr val="1F6FEB"/>
                </a:solidFill>
                <a:latin typeface="Calibri" pitchFamily="34" charset="0"/>
                <a:ea typeface="Calibri" pitchFamily="34" charset="-122"/>
                <a:cs typeface="Calibri" pitchFamily="34" charset="-120"/>
              </a:rPr>
              <a:t>Produit B / Personne 1</a:t>
            </a:r>
            <a:endParaRPr lang="fr-CA" sz="1850" noProof="0" dirty="0"/>
          </a:p>
        </p:txBody>
      </p:sp>
      <p:sp>
        <p:nvSpPr>
          <p:cNvPr id="15" name="Shape 13"/>
          <p:cNvSpPr/>
          <p:nvPr>
            <p:custDataLst>
              <p:tags r:id="rId12"/>
            </p:custDataLst>
          </p:nvPr>
        </p:nvSpPr>
        <p:spPr>
          <a:xfrm>
            <a:off x="4114800" y="2937389"/>
            <a:ext cx="3392424" cy="1101611"/>
          </a:xfrm>
          <a:prstGeom prst="roundRect">
            <a:avLst>
              <a:gd name="adj" fmla="val 6494"/>
            </a:avLst>
          </a:prstGeom>
          <a:solidFill>
            <a:srgbClr val="FFF7ED"/>
          </a:solidFill>
          <a:ln w="8890">
            <a:solidFill>
              <a:srgbClr val="B45309"/>
            </a:solidFill>
            <a:prstDash val="solid"/>
          </a:ln>
        </p:spPr>
        <p:txBody>
          <a:bodyPr/>
          <a:lstStyle/>
          <a:p>
            <a:endParaRPr lang="fr-CA" noProof="0" dirty="0"/>
          </a:p>
        </p:txBody>
      </p:sp>
      <p:sp>
        <p:nvSpPr>
          <p:cNvPr id="16" name="Text 14"/>
          <p:cNvSpPr/>
          <p:nvPr>
            <p:custDataLst>
              <p:tags r:id="rId13"/>
            </p:custDataLst>
          </p:nvPr>
        </p:nvSpPr>
        <p:spPr>
          <a:xfrm>
            <a:off x="4261104" y="3138557"/>
            <a:ext cx="3099816" cy="406666"/>
          </a:xfrm>
          <a:prstGeom prst="rect">
            <a:avLst/>
          </a:prstGeom>
          <a:noFill/>
          <a:ln/>
        </p:spPr>
        <p:txBody>
          <a:bodyPr wrap="square" lIns="0" tIns="0" rIns="0" bIns="0" rtlCol="0" anchor="t">
            <a:normAutofit/>
          </a:bodyPr>
          <a:lstStyle/>
          <a:p>
            <a:pPr marL="0" indent="0" algn="ctr">
              <a:buNone/>
            </a:pPr>
            <a:r>
              <a:rPr lang="fr-CA" sz="1850" b="1" noProof="0" dirty="0">
                <a:solidFill>
                  <a:srgbClr val="B45309"/>
                </a:solidFill>
                <a:latin typeface="Calibri" pitchFamily="34" charset="0"/>
                <a:ea typeface="Calibri" pitchFamily="34" charset="-122"/>
                <a:cs typeface="Calibri" pitchFamily="34" charset="-120"/>
              </a:rPr>
              <a:t>Personne 1</a:t>
            </a:r>
            <a:endParaRPr lang="fr-CA" sz="1850" noProof="0" dirty="0"/>
          </a:p>
        </p:txBody>
      </p:sp>
      <p:sp>
        <p:nvSpPr>
          <p:cNvPr id="17" name="Text 15"/>
          <p:cNvSpPr/>
          <p:nvPr>
            <p:custDataLst>
              <p:tags r:id="rId14"/>
            </p:custDataLst>
          </p:nvPr>
        </p:nvSpPr>
        <p:spPr>
          <a:xfrm>
            <a:off x="4279392" y="3454025"/>
            <a:ext cx="3063240" cy="502920"/>
          </a:xfrm>
          <a:prstGeom prst="rect">
            <a:avLst/>
          </a:prstGeom>
          <a:noFill/>
          <a:ln/>
        </p:spPr>
        <p:txBody>
          <a:bodyPr wrap="square" lIns="0" tIns="0" rIns="0" bIns="0" rtlCol="0" anchor="t">
            <a:normAutofit/>
          </a:bodyPr>
          <a:lstStyle/>
          <a:p>
            <a:pPr algn="ctr"/>
            <a:r>
              <a:rPr lang="fr-CA" sz="1620" b="1" dirty="0">
                <a:solidFill>
                  <a:srgbClr val="C00000"/>
                </a:solidFill>
                <a:latin typeface="Calibri" pitchFamily="34" charset="0"/>
                <a:ea typeface="Calibri" pitchFamily="34" charset="-122"/>
                <a:cs typeface="Calibri" pitchFamily="34" charset="-120"/>
              </a:rPr>
              <a:t>Verrou mémoire</a:t>
            </a:r>
            <a:r>
              <a:rPr lang="fr-CA" sz="1620" dirty="0">
                <a:solidFill>
                  <a:srgbClr val="486581"/>
                </a:solidFill>
                <a:latin typeface="Calibri" pitchFamily="34" charset="0"/>
                <a:ea typeface="Calibri" pitchFamily="34" charset="-122"/>
                <a:cs typeface="Calibri" pitchFamily="34" charset="-120"/>
              </a:rPr>
              <a:t> – personne 1</a:t>
            </a:r>
            <a:endParaRPr lang="fr-CA" sz="1620" noProof="0" dirty="0">
              <a:solidFill>
                <a:srgbClr val="486581"/>
              </a:solidFill>
              <a:latin typeface="Calibri" pitchFamily="34" charset="0"/>
              <a:ea typeface="Calibri" pitchFamily="34" charset="-122"/>
              <a:cs typeface="Calibri" pitchFamily="34" charset="-120"/>
            </a:endParaRPr>
          </a:p>
          <a:p>
            <a:pPr marL="0" indent="0" algn="ctr">
              <a:buNone/>
            </a:pPr>
            <a:r>
              <a:rPr lang="fr-CA" sz="1620" noProof="0" dirty="0">
                <a:solidFill>
                  <a:srgbClr val="486581"/>
                </a:solidFill>
                <a:latin typeface="Calibri" pitchFamily="34" charset="0"/>
                <a:ea typeface="Calibri" pitchFamily="34" charset="-122"/>
                <a:cs typeface="Calibri" pitchFamily="34" charset="-120"/>
              </a:rPr>
              <a:t>Une seule ligne pour le solde</a:t>
            </a:r>
            <a:endParaRPr lang="fr-CA" sz="1620" noProof="0" dirty="0"/>
          </a:p>
        </p:txBody>
      </p:sp>
      <p:sp>
        <p:nvSpPr>
          <p:cNvPr id="18" name="Shape 16"/>
          <p:cNvSpPr/>
          <p:nvPr>
            <p:custDataLst>
              <p:tags r:id="rId15"/>
            </p:custDataLst>
          </p:nvPr>
        </p:nvSpPr>
        <p:spPr>
          <a:xfrm>
            <a:off x="3447287" y="2748014"/>
            <a:ext cx="683513" cy="544068"/>
          </a:xfrm>
          <a:prstGeom prst="line">
            <a:avLst/>
          </a:prstGeom>
          <a:noFill/>
          <a:ln w="28575">
            <a:solidFill>
              <a:srgbClr val="1F6FEB"/>
            </a:solidFill>
            <a:prstDash val="solid"/>
            <a:headEnd type="none"/>
            <a:tailEnd type="triangle"/>
          </a:ln>
        </p:spPr>
        <p:txBody>
          <a:bodyPr/>
          <a:lstStyle/>
          <a:p>
            <a:endParaRPr lang="fr-CA" noProof="0" dirty="0"/>
          </a:p>
        </p:txBody>
      </p:sp>
      <p:sp>
        <p:nvSpPr>
          <p:cNvPr id="19" name="Shape 17"/>
          <p:cNvSpPr/>
          <p:nvPr>
            <p:custDataLst>
              <p:tags r:id="rId16"/>
            </p:custDataLst>
          </p:nvPr>
        </p:nvSpPr>
        <p:spPr>
          <a:xfrm flipV="1">
            <a:off x="3447288" y="3735566"/>
            <a:ext cx="667512" cy="502920"/>
          </a:xfrm>
          <a:prstGeom prst="line">
            <a:avLst/>
          </a:prstGeom>
          <a:noFill/>
          <a:ln w="28575">
            <a:solidFill>
              <a:srgbClr val="1F6FEB"/>
            </a:solidFill>
            <a:prstDash val="solid"/>
            <a:headEnd type="none"/>
            <a:tailEnd type="triangle"/>
          </a:ln>
        </p:spPr>
        <p:txBody>
          <a:bodyPr/>
          <a:lstStyle/>
          <a:p>
            <a:endParaRPr lang="fr-CA" noProof="0" dirty="0"/>
          </a:p>
        </p:txBody>
      </p:sp>
      <p:sp>
        <p:nvSpPr>
          <p:cNvPr id="20" name="Shape 18"/>
          <p:cNvSpPr/>
          <p:nvPr>
            <p:custDataLst>
              <p:tags r:id="rId17"/>
            </p:custDataLst>
          </p:nvPr>
        </p:nvSpPr>
        <p:spPr>
          <a:xfrm>
            <a:off x="8174736" y="2007350"/>
            <a:ext cx="3483864" cy="3424186"/>
          </a:xfrm>
          <a:prstGeom prst="roundRect">
            <a:avLst>
              <a:gd name="adj" fmla="val 2890"/>
            </a:avLst>
          </a:prstGeom>
          <a:solidFill>
            <a:srgbClr val="FFF2F2"/>
          </a:solidFill>
          <a:ln w="8890">
            <a:solidFill>
              <a:srgbClr val="D9E2EC"/>
            </a:solidFill>
            <a:prstDash val="solid"/>
          </a:ln>
        </p:spPr>
        <p:txBody>
          <a:bodyPr/>
          <a:lstStyle/>
          <a:p>
            <a:endParaRPr lang="fr-CA" noProof="0" dirty="0"/>
          </a:p>
        </p:txBody>
      </p:sp>
      <p:sp>
        <p:nvSpPr>
          <p:cNvPr id="21" name="Shape 19"/>
          <p:cNvSpPr/>
          <p:nvPr>
            <p:custDataLst>
              <p:tags r:id="rId18"/>
            </p:custDataLst>
          </p:nvPr>
        </p:nvSpPr>
        <p:spPr>
          <a:xfrm>
            <a:off x="8403336" y="2263382"/>
            <a:ext cx="731520" cy="0"/>
          </a:xfrm>
          <a:prstGeom prst="line">
            <a:avLst/>
          </a:prstGeom>
          <a:noFill/>
          <a:ln w="29210">
            <a:solidFill>
              <a:srgbClr val="B42318"/>
            </a:solidFill>
            <a:prstDash val="solid"/>
          </a:ln>
        </p:spPr>
        <p:txBody>
          <a:bodyPr/>
          <a:lstStyle/>
          <a:p>
            <a:endParaRPr lang="fr-CA" noProof="0" dirty="0"/>
          </a:p>
        </p:txBody>
      </p:sp>
      <p:sp>
        <p:nvSpPr>
          <p:cNvPr id="22" name="Text 20"/>
          <p:cNvSpPr/>
          <p:nvPr>
            <p:custDataLst>
              <p:tags r:id="rId19"/>
            </p:custDataLst>
          </p:nvPr>
        </p:nvSpPr>
        <p:spPr>
          <a:xfrm>
            <a:off x="8403336" y="2491982"/>
            <a:ext cx="3026664" cy="548640"/>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La course</a:t>
            </a:r>
            <a:endParaRPr lang="fr-CA" sz="2000" noProof="0" dirty="0"/>
          </a:p>
        </p:txBody>
      </p:sp>
      <p:sp>
        <p:nvSpPr>
          <p:cNvPr id="23" name="Text 21"/>
          <p:cNvSpPr/>
          <p:nvPr>
            <p:custDataLst>
              <p:tags r:id="rId20"/>
            </p:custDataLst>
          </p:nvPr>
        </p:nvSpPr>
        <p:spPr>
          <a:xfrm>
            <a:off x="8403336" y="2837168"/>
            <a:ext cx="3026664" cy="2389350"/>
          </a:xfrm>
          <a:prstGeom prst="rect">
            <a:avLst/>
          </a:prstGeom>
          <a:noFill/>
          <a:ln/>
        </p:spPr>
        <p:txBody>
          <a:bodyPr wrap="square" lIns="0" tIns="0" rIns="0" bIns="0" rtlCol="0" anchor="t">
            <a:normAutofit/>
          </a:bodyPr>
          <a:lstStyle/>
          <a:p>
            <a:pPr marL="0" indent="0">
              <a:buNone/>
            </a:pPr>
            <a:r>
              <a:rPr lang="fr-CA" sz="1750" noProof="0" dirty="0">
                <a:solidFill>
                  <a:srgbClr val="486581"/>
                </a:solidFill>
                <a:latin typeface="Calibri" pitchFamily="34" charset="0"/>
                <a:ea typeface="Calibri" pitchFamily="34" charset="-122"/>
                <a:cs typeface="Calibri" pitchFamily="34" charset="-120"/>
              </a:rPr>
              <a:t>Lire le solde la personne</a:t>
            </a:r>
            <a:endParaRPr lang="fr-CA" sz="1750" noProof="0" dirty="0"/>
          </a:p>
          <a:p>
            <a:pPr marL="0" indent="0">
              <a:buNone/>
            </a:pPr>
            <a:r>
              <a:rPr lang="fr-CA" sz="1750" noProof="0" dirty="0">
                <a:solidFill>
                  <a:srgbClr val="486581"/>
                </a:solidFill>
                <a:latin typeface="Calibri" pitchFamily="34" charset="0"/>
                <a:ea typeface="Calibri" pitchFamily="34" charset="-122"/>
                <a:cs typeface="Calibri" pitchFamily="34" charset="-120"/>
              </a:rPr>
              <a:t>Vérifier le solde et le modifier.</a:t>
            </a:r>
            <a:endParaRPr lang="fr-CA" sz="1750" noProof="0" dirty="0"/>
          </a:p>
          <a:p>
            <a:pPr marL="0" indent="0">
              <a:buNone/>
            </a:pPr>
            <a:endParaRPr lang="fr-CA" sz="1750" noProof="0" dirty="0"/>
          </a:p>
          <a:p>
            <a:pPr marL="0" indent="0">
              <a:buNone/>
            </a:pPr>
            <a:r>
              <a:rPr lang="fr-CA" sz="1750" noProof="0" dirty="0">
                <a:solidFill>
                  <a:srgbClr val="486581"/>
                </a:solidFill>
                <a:latin typeface="Calibri" pitchFamily="34" charset="0"/>
                <a:ea typeface="Calibri" pitchFamily="34" charset="-122"/>
                <a:cs typeface="Calibri" pitchFamily="34" charset="-120"/>
              </a:rPr>
              <a:t>Deux traitements peuvent passer la même vérification du solde.</a:t>
            </a:r>
          </a:p>
          <a:p>
            <a:pPr marL="0" indent="0">
              <a:buNone/>
            </a:pPr>
            <a:endParaRPr lang="fr-CA" sz="1750" dirty="0">
              <a:solidFill>
                <a:srgbClr val="486581"/>
              </a:solidFill>
              <a:latin typeface="Calibri" pitchFamily="34" charset="0"/>
              <a:ea typeface="Calibri" pitchFamily="34" charset="-122"/>
              <a:cs typeface="Calibri" pitchFamily="34" charset="-120"/>
            </a:endParaRPr>
          </a:p>
          <a:p>
            <a:pPr marL="0" indent="0">
              <a:buNone/>
            </a:pPr>
            <a:r>
              <a:rPr lang="fr-CA" sz="1750" noProof="0" dirty="0">
                <a:solidFill>
                  <a:srgbClr val="486581"/>
                </a:solidFill>
                <a:latin typeface="Calibri" pitchFamily="34" charset="0"/>
                <a:ea typeface="Calibri" pitchFamily="34" charset="-122"/>
                <a:cs typeface="Calibri" pitchFamily="34" charset="-120"/>
              </a:rPr>
              <a:t>Ajouter « personId » à la clé actuelle ne va pas fonctionner !</a:t>
            </a:r>
          </a:p>
          <a:p>
            <a:pPr marL="0" indent="0">
              <a:buNone/>
            </a:pPr>
            <a:endParaRPr lang="fr-CA" sz="1750" dirty="0">
              <a:solidFill>
                <a:srgbClr val="486581"/>
              </a:solidFill>
              <a:latin typeface="Calibri" pitchFamily="34" charset="0"/>
              <a:ea typeface="Calibri" pitchFamily="34" charset="-122"/>
              <a:cs typeface="Calibri" pitchFamily="34" charset="-120"/>
            </a:endParaRPr>
          </a:p>
          <a:p>
            <a:pPr marL="0" indent="0">
              <a:buNone/>
            </a:pPr>
            <a:endParaRPr lang="fr-CA" sz="1750" noProof="0" dirty="0"/>
          </a:p>
        </p:txBody>
      </p:sp>
      <p:sp>
        <p:nvSpPr>
          <p:cNvPr id="24" name="Shape 22"/>
          <p:cNvSpPr/>
          <p:nvPr>
            <p:custDataLst>
              <p:tags r:id="rId21"/>
            </p:custDataLst>
          </p:nvPr>
        </p:nvSpPr>
        <p:spPr>
          <a:xfrm>
            <a:off x="530352" y="5715000"/>
            <a:ext cx="11128248" cy="448056"/>
          </a:xfrm>
          <a:prstGeom prst="roundRect">
            <a:avLst>
              <a:gd name="adj" fmla="val 20408"/>
            </a:avLst>
          </a:prstGeom>
          <a:solidFill>
            <a:srgbClr val="EFF6FF"/>
          </a:solidFill>
          <a:ln w="8890">
            <a:solidFill>
              <a:srgbClr val="EFF6FF"/>
            </a:solidFill>
            <a:prstDash val="solid"/>
          </a:ln>
        </p:spPr>
        <p:txBody>
          <a:bodyPr/>
          <a:lstStyle/>
          <a:p>
            <a:endParaRPr lang="fr-CA" noProof="0" dirty="0"/>
          </a:p>
        </p:txBody>
      </p:sp>
      <p:sp>
        <p:nvSpPr>
          <p:cNvPr id="25" name="Text 23"/>
          <p:cNvSpPr/>
          <p:nvPr>
            <p:custDataLst>
              <p:tags r:id="rId22"/>
            </p:custDataLst>
          </p:nvPr>
        </p:nvSpPr>
        <p:spPr>
          <a:xfrm>
            <a:off x="731520" y="5820156"/>
            <a:ext cx="10716768" cy="274320"/>
          </a:xfrm>
          <a:prstGeom prst="rect">
            <a:avLst/>
          </a:prstGeom>
          <a:noFill/>
          <a:ln/>
        </p:spPr>
        <p:txBody>
          <a:bodyPr wrap="square" lIns="0" tIns="0" rIns="0" bIns="0" rtlCol="0" anchor="t">
            <a:normAutofit/>
          </a:bodyPr>
          <a:lstStyle/>
          <a:p>
            <a:pPr marL="0" indent="0">
              <a:buNone/>
            </a:pPr>
            <a:r>
              <a:rPr lang="fr-CA" sz="1550" b="1" noProof="0" dirty="0">
                <a:solidFill>
                  <a:srgbClr val="102A43"/>
                </a:solidFill>
                <a:latin typeface="Calibri" pitchFamily="34" charset="0"/>
                <a:ea typeface="Calibri" pitchFamily="34" charset="-122"/>
                <a:cs typeface="Calibri" pitchFamily="34" charset="-120"/>
              </a:rPr>
              <a:t>Le périmètre d'une protection doit correspondre à l'invariant qu'elle cherche à protéger.</a:t>
            </a:r>
            <a:endParaRPr lang="fr-CA" sz="1550" noProof="0" dirty="0"/>
          </a:p>
        </p:txBody>
      </p:sp>
      <p:sp>
        <p:nvSpPr>
          <p:cNvPr id="29" name="Shape 20">
            <a:extLst>
              <a:ext uri="{FF2B5EF4-FFF2-40B4-BE49-F238E27FC236}">
                <a16:creationId xmlns:a16="http://schemas.microsoft.com/office/drawing/2014/main" id="{079C5E24-DF1A-4032-C227-B34159CEB12F}"/>
              </a:ext>
            </a:extLst>
          </p:cNvPr>
          <p:cNvSpPr/>
          <p:nvPr>
            <p:custDataLst>
              <p:tags r:id="rId23"/>
            </p:custDataLst>
          </p:nvPr>
        </p:nvSpPr>
        <p:spPr>
          <a:xfrm>
            <a:off x="5033771" y="2716010"/>
            <a:ext cx="1581913" cy="406666"/>
          </a:xfrm>
          <a:prstGeom prst="roundRect">
            <a:avLst>
              <a:gd name="adj" fmla="val 8850"/>
            </a:avLst>
          </a:prstGeom>
          <a:solidFill>
            <a:srgbClr val="EFFAF8"/>
          </a:solidFill>
          <a:ln w="8890">
            <a:solidFill>
              <a:srgbClr val="0F766E"/>
            </a:solidFill>
            <a:prstDash val="solid"/>
          </a:ln>
        </p:spPr>
        <p:txBody>
          <a:bodyPr/>
          <a:lstStyle/>
          <a:p>
            <a:endParaRPr lang="fr-CA" noProof="0" dirty="0"/>
          </a:p>
        </p:txBody>
      </p:sp>
      <p:sp>
        <p:nvSpPr>
          <p:cNvPr id="31" name="Text 21">
            <a:extLst>
              <a:ext uri="{FF2B5EF4-FFF2-40B4-BE49-F238E27FC236}">
                <a16:creationId xmlns:a16="http://schemas.microsoft.com/office/drawing/2014/main" id="{813188D3-0007-2476-F28A-13774540757F}"/>
              </a:ext>
            </a:extLst>
          </p:cNvPr>
          <p:cNvSpPr/>
          <p:nvPr>
            <p:custDataLst>
              <p:tags r:id="rId24"/>
            </p:custDataLst>
          </p:nvPr>
        </p:nvSpPr>
        <p:spPr>
          <a:xfrm>
            <a:off x="5022341" y="2761729"/>
            <a:ext cx="1581913" cy="475488"/>
          </a:xfrm>
          <a:prstGeom prst="rect">
            <a:avLst/>
          </a:prstGeom>
          <a:noFill/>
          <a:ln/>
        </p:spPr>
        <p:txBody>
          <a:bodyPr wrap="square" lIns="0" tIns="0" rIns="0" bIns="0" rtlCol="0" anchor="t">
            <a:normAutofit/>
          </a:bodyPr>
          <a:lstStyle/>
          <a:p>
            <a:pPr marL="0" indent="0" algn="ctr">
              <a:buNone/>
            </a:pPr>
            <a:r>
              <a:rPr lang="fr-CA" sz="1850" b="1" noProof="0" dirty="0">
                <a:solidFill>
                  <a:srgbClr val="0F766E"/>
                </a:solidFill>
                <a:latin typeface="Calibri" pitchFamily="34" charset="0"/>
                <a:ea typeface="Calibri" pitchFamily="34" charset="-122"/>
                <a:cs typeface="Calibri" pitchFamily="34" charset="-120"/>
              </a:rPr>
              <a:t>Hazelcast</a:t>
            </a:r>
            <a:endParaRPr lang="fr-CA" sz="1850" noProof="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FAB1791D-1DBB-AC27-8AA7-B791C29D78A7}"/>
              </a:ext>
            </a:extLst>
          </p:cNvPr>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fr-CA" noProof="0" dirty="0"/>
          </a:p>
        </p:txBody>
      </p:sp>
      <p:sp>
        <p:nvSpPr>
          <p:cNvPr id="5" name="Text 1">
            <a:extLst>
              <a:ext uri="{FF2B5EF4-FFF2-40B4-BE49-F238E27FC236}">
                <a16:creationId xmlns:a16="http://schemas.microsoft.com/office/drawing/2014/main" id="{F0B979E6-1BEF-E75D-7B48-ADD31F6AF5FE}"/>
              </a:ext>
            </a:extLst>
          </p:cNvPr>
          <p:cNvSpPr/>
          <p:nvPr>
            <p:custDataLst>
              <p:tags r:id="rId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fr-CA" sz="1100" b="1" kern="0" spc="50" noProof="0" dirty="0">
                <a:solidFill>
                  <a:srgbClr val="1F6FEB"/>
                </a:solidFill>
                <a:latin typeface="Calibri" pitchFamily="34" charset="0"/>
                <a:ea typeface="Calibri" pitchFamily="34" charset="-122"/>
                <a:cs typeface="Calibri" pitchFamily="34" charset="-120"/>
              </a:rPr>
              <a:t>02 / COMPRENDRE KAFKA</a:t>
            </a:r>
            <a:endParaRPr lang="fr-CA" sz="1100" noProof="0" dirty="0"/>
          </a:p>
        </p:txBody>
      </p:sp>
      <p:sp>
        <p:nvSpPr>
          <p:cNvPr id="7" name="Text 2">
            <a:extLst>
              <a:ext uri="{FF2B5EF4-FFF2-40B4-BE49-F238E27FC236}">
                <a16:creationId xmlns:a16="http://schemas.microsoft.com/office/drawing/2014/main" id="{36E866B7-13B1-A77D-8AB9-A062FA5DFE75}"/>
              </a:ext>
            </a:extLst>
          </p:cNvPr>
          <p:cNvSpPr/>
          <p:nvPr>
            <p:custDataLst>
              <p:tags r:id="rId3"/>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fr-CA" sz="1000" b="1" noProof="0" dirty="0">
                <a:solidFill>
                  <a:srgbClr val="829AB1"/>
                </a:solidFill>
                <a:latin typeface="Calibri" pitchFamily="34" charset="0"/>
                <a:ea typeface="Calibri" pitchFamily="34" charset="-122"/>
                <a:cs typeface="Calibri" pitchFamily="34" charset="-120"/>
              </a:rPr>
              <a:t>CONCURRENCE DU SANDBOX</a:t>
            </a:r>
            <a:endParaRPr lang="fr-CA" sz="1000" noProof="0" dirty="0"/>
          </a:p>
        </p:txBody>
      </p:sp>
      <p:sp>
        <p:nvSpPr>
          <p:cNvPr id="9" name="Text 3">
            <a:extLst>
              <a:ext uri="{FF2B5EF4-FFF2-40B4-BE49-F238E27FC236}">
                <a16:creationId xmlns:a16="http://schemas.microsoft.com/office/drawing/2014/main" id="{187A6351-E362-A82C-2BA8-FD6B22005518}"/>
              </a:ext>
            </a:extLst>
          </p:cNvPr>
          <p:cNvSpPr/>
          <p:nvPr>
            <p:custDataLst>
              <p:tags r:id="rId4"/>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fr-CA" sz="2700" b="1" noProof="0" dirty="0">
                <a:solidFill>
                  <a:srgbClr val="102A43"/>
                </a:solidFill>
                <a:latin typeface="Calibri" pitchFamily="34" charset="0"/>
                <a:ea typeface="Calibri" pitchFamily="34" charset="-122"/>
                <a:cs typeface="Calibri" pitchFamily="34" charset="-120"/>
              </a:rPr>
              <a:t>Alternative - Protéger PERSON ou INVENTORY via verrouillage SQL</a:t>
            </a:r>
            <a:endParaRPr lang="fr-CA" sz="2700" noProof="0" dirty="0"/>
          </a:p>
        </p:txBody>
      </p:sp>
      <p:sp>
        <p:nvSpPr>
          <p:cNvPr id="11" name="Text 4">
            <a:extLst>
              <a:ext uri="{FF2B5EF4-FFF2-40B4-BE49-F238E27FC236}">
                <a16:creationId xmlns:a16="http://schemas.microsoft.com/office/drawing/2014/main" id="{0D7B9F98-4467-7875-E15A-1D23653D3FF6}"/>
              </a:ext>
            </a:extLst>
          </p:cNvPr>
          <p:cNvSpPr/>
          <p:nvPr>
            <p:custDataLst>
              <p:tags r:id="rId5"/>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fr-CA" sz="1650" noProof="0" dirty="0">
                <a:solidFill>
                  <a:srgbClr val="486581"/>
                </a:solidFill>
                <a:latin typeface="Calibri" pitchFamily="34" charset="0"/>
                <a:ea typeface="Calibri" pitchFamily="34" charset="-122"/>
                <a:cs typeface="Calibri" pitchFamily="34" charset="-120"/>
              </a:rPr>
              <a:t>L’approche SQL ... Alternative qui ne permet pas de conserver l’ordonnancement.</a:t>
            </a:r>
            <a:endParaRPr lang="fr-CA" sz="1650" noProof="0" dirty="0"/>
          </a:p>
        </p:txBody>
      </p:sp>
      <p:sp>
        <p:nvSpPr>
          <p:cNvPr id="13" name="Text 5">
            <a:extLst>
              <a:ext uri="{FF2B5EF4-FFF2-40B4-BE49-F238E27FC236}">
                <a16:creationId xmlns:a16="http://schemas.microsoft.com/office/drawing/2014/main" id="{01BA2497-EBFD-1F49-A1B5-229200340B76}"/>
              </a:ext>
            </a:extLst>
          </p:cNvPr>
          <p:cNvSpPr/>
          <p:nvPr>
            <p:custDataLst>
              <p:tags r:id="rId6"/>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fr-CA" sz="900" noProof="0" dirty="0">
                <a:solidFill>
                  <a:srgbClr val="486581"/>
                </a:solidFill>
                <a:latin typeface="Calibri" pitchFamily="34" charset="0"/>
                <a:ea typeface="Calibri" pitchFamily="34" charset="-122"/>
                <a:cs typeface="Calibri" pitchFamily="34" charset="-120"/>
              </a:rPr>
              <a:t>Guide d'ingénierie Kafka · Projet EDA</a:t>
            </a:r>
            <a:endParaRPr lang="fr-CA" sz="900" noProof="0" dirty="0"/>
          </a:p>
        </p:txBody>
      </p:sp>
      <p:sp>
        <p:nvSpPr>
          <p:cNvPr id="15" name="Text 6">
            <a:extLst>
              <a:ext uri="{FF2B5EF4-FFF2-40B4-BE49-F238E27FC236}">
                <a16:creationId xmlns:a16="http://schemas.microsoft.com/office/drawing/2014/main" id="{A0393173-7D41-BA0C-BB3D-A2A5842C3F25}"/>
              </a:ext>
            </a:extLst>
          </p:cNvPr>
          <p:cNvSpPr/>
          <p:nvPr>
            <p:custDataLst>
              <p:tags r:id="rId7"/>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fr-CA" sz="900" noProof="0" dirty="0">
                <a:solidFill>
                  <a:srgbClr val="486581"/>
                </a:solidFill>
                <a:latin typeface="Calibri" pitchFamily="34" charset="0"/>
                <a:ea typeface="Calibri" pitchFamily="34" charset="-122"/>
                <a:cs typeface="Calibri" pitchFamily="34" charset="-120"/>
              </a:rPr>
              <a:t>15</a:t>
            </a:r>
            <a:endParaRPr lang="fr-CA" sz="900" noProof="0" dirty="0"/>
          </a:p>
        </p:txBody>
      </p:sp>
      <p:sp>
        <p:nvSpPr>
          <p:cNvPr id="51" name="Shape 7">
            <a:extLst>
              <a:ext uri="{FF2B5EF4-FFF2-40B4-BE49-F238E27FC236}">
                <a16:creationId xmlns:a16="http://schemas.microsoft.com/office/drawing/2014/main" id="{33908878-615E-5B53-8FFD-3D310455CB72}"/>
              </a:ext>
            </a:extLst>
          </p:cNvPr>
          <p:cNvSpPr/>
          <p:nvPr>
            <p:custDataLst>
              <p:tags r:id="rId8"/>
            </p:custDataLst>
          </p:nvPr>
        </p:nvSpPr>
        <p:spPr>
          <a:xfrm>
            <a:off x="530352" y="2026117"/>
            <a:ext cx="3520440" cy="3405420"/>
          </a:xfrm>
          <a:prstGeom prst="roundRect">
            <a:avLst>
              <a:gd name="adj" fmla="val 2833"/>
            </a:avLst>
          </a:prstGeom>
          <a:solidFill>
            <a:srgbClr val="FFF7ED"/>
          </a:solidFill>
          <a:ln w="8890">
            <a:solidFill>
              <a:srgbClr val="D9E2EC"/>
            </a:solidFill>
            <a:prstDash val="solid"/>
          </a:ln>
        </p:spPr>
        <p:txBody>
          <a:bodyPr/>
          <a:lstStyle/>
          <a:p>
            <a:endParaRPr lang="fr-CA" noProof="0" dirty="0"/>
          </a:p>
        </p:txBody>
      </p:sp>
      <p:sp>
        <p:nvSpPr>
          <p:cNvPr id="53" name="Shape 8">
            <a:extLst>
              <a:ext uri="{FF2B5EF4-FFF2-40B4-BE49-F238E27FC236}">
                <a16:creationId xmlns:a16="http://schemas.microsoft.com/office/drawing/2014/main" id="{509C9247-FECE-1AC4-FE5B-70E5C9EEC767}"/>
              </a:ext>
            </a:extLst>
          </p:cNvPr>
          <p:cNvSpPr/>
          <p:nvPr>
            <p:custDataLst>
              <p:tags r:id="rId9"/>
            </p:custDataLst>
          </p:nvPr>
        </p:nvSpPr>
        <p:spPr>
          <a:xfrm>
            <a:off x="758952" y="2282149"/>
            <a:ext cx="731520" cy="0"/>
          </a:xfrm>
          <a:prstGeom prst="line">
            <a:avLst/>
          </a:prstGeom>
          <a:noFill/>
          <a:ln w="29210">
            <a:solidFill>
              <a:srgbClr val="B45309"/>
            </a:solidFill>
            <a:prstDash val="solid"/>
          </a:ln>
        </p:spPr>
        <p:txBody>
          <a:bodyPr/>
          <a:lstStyle/>
          <a:p>
            <a:endParaRPr lang="fr-CA" noProof="0" dirty="0"/>
          </a:p>
        </p:txBody>
      </p:sp>
      <p:sp>
        <p:nvSpPr>
          <p:cNvPr id="55" name="Text 9">
            <a:extLst>
              <a:ext uri="{FF2B5EF4-FFF2-40B4-BE49-F238E27FC236}">
                <a16:creationId xmlns:a16="http://schemas.microsoft.com/office/drawing/2014/main" id="{A2C2F667-3201-FA70-F985-7BBDF0E52986}"/>
              </a:ext>
            </a:extLst>
          </p:cNvPr>
          <p:cNvSpPr/>
          <p:nvPr>
            <p:custDataLst>
              <p:tags r:id="rId10"/>
            </p:custDataLst>
          </p:nvPr>
        </p:nvSpPr>
        <p:spPr>
          <a:xfrm>
            <a:off x="758952" y="2510749"/>
            <a:ext cx="3063240" cy="548640"/>
          </a:xfrm>
          <a:prstGeom prst="rect">
            <a:avLst/>
          </a:prstGeom>
          <a:noFill/>
          <a:ln/>
        </p:spPr>
        <p:txBody>
          <a:bodyPr wrap="square" lIns="0" tIns="0" rIns="0" bIns="0" rtlCol="0" anchor="t">
            <a:normAutofit/>
          </a:bodyPr>
          <a:lstStyle/>
          <a:p>
            <a:r>
              <a:rPr lang="fr-CA" sz="2000" b="1" dirty="0">
                <a:solidFill>
                  <a:srgbClr val="102A43"/>
                </a:solidFill>
                <a:latin typeface="Calibri" pitchFamily="34" charset="0"/>
                <a:ea typeface="Calibri" pitchFamily="34" charset="-122"/>
                <a:cs typeface="Calibri" pitchFamily="34" charset="-120"/>
              </a:rPr>
              <a:t>Verrouillage pessimiste</a:t>
            </a:r>
            <a:endParaRPr lang="fr-CA" sz="2000" noProof="0" dirty="0"/>
          </a:p>
        </p:txBody>
      </p:sp>
      <p:sp>
        <p:nvSpPr>
          <p:cNvPr id="57" name="Text 10">
            <a:extLst>
              <a:ext uri="{FF2B5EF4-FFF2-40B4-BE49-F238E27FC236}">
                <a16:creationId xmlns:a16="http://schemas.microsoft.com/office/drawing/2014/main" id="{907367D9-7D97-A496-CC82-520D9E09E899}"/>
              </a:ext>
            </a:extLst>
          </p:cNvPr>
          <p:cNvSpPr/>
          <p:nvPr>
            <p:custDataLst>
              <p:tags r:id="rId11"/>
            </p:custDataLst>
          </p:nvPr>
        </p:nvSpPr>
        <p:spPr>
          <a:xfrm>
            <a:off x="758952" y="2906758"/>
            <a:ext cx="3063240" cy="2442481"/>
          </a:xfrm>
          <a:prstGeom prst="rect">
            <a:avLst/>
          </a:prstGeom>
          <a:noFill/>
          <a:ln/>
        </p:spPr>
        <p:txBody>
          <a:bodyPr wrap="square" lIns="0" tIns="0" rIns="0" bIns="0" rtlCol="0" anchor="t">
            <a:normAutofit/>
          </a:bodyPr>
          <a:lstStyle/>
          <a:p>
            <a:r>
              <a:rPr lang="fr-CA" sz="1750" dirty="0">
                <a:solidFill>
                  <a:srgbClr val="486581"/>
                </a:solidFill>
                <a:latin typeface="Calibri" pitchFamily="34" charset="0"/>
                <a:ea typeface="Calibri" pitchFamily="34" charset="-122"/>
                <a:cs typeface="Calibri" pitchFamily="34" charset="-120"/>
              </a:rPr>
              <a:t>Verrouiller la ligne à la lecture pour que les autres attendent. En SQL, SELECT ... FOR UPDATE.</a:t>
            </a:r>
            <a:endParaRPr lang="fr-CA" sz="1750" noProof="0" dirty="0"/>
          </a:p>
          <a:p>
            <a:pPr marL="0" indent="0">
              <a:buNone/>
            </a:pPr>
            <a:endParaRPr lang="fr-CA" sz="1750" noProof="0" dirty="0"/>
          </a:p>
          <a:p>
            <a:pPr marL="0" indent="0">
              <a:buNone/>
            </a:pPr>
            <a:r>
              <a:rPr lang="fr-CA" sz="1750" dirty="0">
                <a:solidFill>
                  <a:srgbClr val="486581"/>
                </a:solidFill>
                <a:latin typeface="Calibri" pitchFamily="34" charset="0"/>
                <a:ea typeface="Calibri" pitchFamily="34" charset="-122"/>
                <a:cs typeface="Calibri" pitchFamily="34" charset="-120"/>
              </a:rPr>
              <a:t>Processus en attente de la base de données</a:t>
            </a:r>
            <a:r>
              <a:rPr lang="fr-CA" sz="1750" noProof="0" dirty="0">
                <a:solidFill>
                  <a:srgbClr val="486581"/>
                </a:solidFill>
                <a:latin typeface="Calibri" pitchFamily="34" charset="0"/>
                <a:ea typeface="Calibri" pitchFamily="34" charset="-122"/>
                <a:cs typeface="Calibri" pitchFamily="34" charset="-120"/>
              </a:rPr>
              <a:t>. « sleep mode ». </a:t>
            </a:r>
          </a:p>
          <a:p>
            <a:pPr marL="0" indent="0">
              <a:buNone/>
            </a:pPr>
            <a:endParaRPr lang="fr-CA" sz="1750" dirty="0">
              <a:solidFill>
                <a:srgbClr val="486581"/>
              </a:solidFill>
              <a:latin typeface="Calibri" pitchFamily="34" charset="0"/>
              <a:ea typeface="Calibri" pitchFamily="34" charset="-122"/>
              <a:cs typeface="Calibri" pitchFamily="34" charset="-120"/>
            </a:endParaRPr>
          </a:p>
          <a:p>
            <a:pPr marL="0" indent="0">
              <a:buNone/>
            </a:pPr>
            <a:r>
              <a:rPr lang="fr-CA" sz="1750" noProof="0" dirty="0">
                <a:solidFill>
                  <a:srgbClr val="486581"/>
                </a:solidFill>
                <a:latin typeface="Calibri" pitchFamily="34" charset="0"/>
                <a:ea typeface="Calibri" pitchFamily="34" charset="-122"/>
                <a:cs typeface="Calibri" pitchFamily="34" charset="-120"/>
              </a:rPr>
              <a:t>Plus d’élasticité et impact sur le cycle de vie d’un pod.</a:t>
            </a:r>
          </a:p>
          <a:p>
            <a:pPr marL="0" indent="0">
              <a:buNone/>
            </a:pPr>
            <a:endParaRPr lang="fr-CA" sz="1750" dirty="0">
              <a:solidFill>
                <a:srgbClr val="486581"/>
              </a:solidFill>
              <a:latin typeface="Calibri" pitchFamily="34" charset="0"/>
              <a:ea typeface="Calibri" pitchFamily="34" charset="-122"/>
              <a:cs typeface="Calibri" pitchFamily="34" charset="-120"/>
            </a:endParaRPr>
          </a:p>
          <a:p>
            <a:pPr marL="0" indent="0">
              <a:buNone/>
            </a:pPr>
            <a:endParaRPr lang="fr-CA" sz="1750" noProof="0" dirty="0"/>
          </a:p>
        </p:txBody>
      </p:sp>
      <p:sp>
        <p:nvSpPr>
          <p:cNvPr id="59" name="Shape 11">
            <a:extLst>
              <a:ext uri="{FF2B5EF4-FFF2-40B4-BE49-F238E27FC236}">
                <a16:creationId xmlns:a16="http://schemas.microsoft.com/office/drawing/2014/main" id="{E34691AF-EED7-4795-3636-20A1093EFCE1}"/>
              </a:ext>
            </a:extLst>
          </p:cNvPr>
          <p:cNvSpPr/>
          <p:nvPr>
            <p:custDataLst>
              <p:tags r:id="rId12"/>
            </p:custDataLst>
          </p:nvPr>
        </p:nvSpPr>
        <p:spPr>
          <a:xfrm>
            <a:off x="4334256" y="2026116"/>
            <a:ext cx="3520440" cy="3405419"/>
          </a:xfrm>
          <a:prstGeom prst="roundRect">
            <a:avLst>
              <a:gd name="adj" fmla="val 2833"/>
            </a:avLst>
          </a:prstGeom>
          <a:solidFill>
            <a:srgbClr val="EFF6FF"/>
          </a:solidFill>
          <a:ln w="8890">
            <a:solidFill>
              <a:srgbClr val="D9E2EC"/>
            </a:solidFill>
            <a:prstDash val="solid"/>
          </a:ln>
        </p:spPr>
        <p:txBody>
          <a:bodyPr/>
          <a:lstStyle/>
          <a:p>
            <a:endParaRPr lang="fr-CA" noProof="0" dirty="0"/>
          </a:p>
        </p:txBody>
      </p:sp>
      <p:sp>
        <p:nvSpPr>
          <p:cNvPr id="61" name="Shape 12">
            <a:extLst>
              <a:ext uri="{FF2B5EF4-FFF2-40B4-BE49-F238E27FC236}">
                <a16:creationId xmlns:a16="http://schemas.microsoft.com/office/drawing/2014/main" id="{554D652B-796F-3393-203F-68042B302D7C}"/>
              </a:ext>
            </a:extLst>
          </p:cNvPr>
          <p:cNvSpPr/>
          <p:nvPr>
            <p:custDataLst>
              <p:tags r:id="rId13"/>
            </p:custDataLst>
          </p:nvPr>
        </p:nvSpPr>
        <p:spPr>
          <a:xfrm>
            <a:off x="4562856" y="2282149"/>
            <a:ext cx="731520" cy="0"/>
          </a:xfrm>
          <a:prstGeom prst="line">
            <a:avLst/>
          </a:prstGeom>
          <a:noFill/>
          <a:ln w="29210">
            <a:solidFill>
              <a:srgbClr val="1F6FEB"/>
            </a:solidFill>
            <a:prstDash val="solid"/>
          </a:ln>
        </p:spPr>
        <p:txBody>
          <a:bodyPr/>
          <a:lstStyle/>
          <a:p>
            <a:endParaRPr lang="fr-CA" noProof="0" dirty="0"/>
          </a:p>
        </p:txBody>
      </p:sp>
      <p:sp>
        <p:nvSpPr>
          <p:cNvPr id="63" name="Text 13">
            <a:extLst>
              <a:ext uri="{FF2B5EF4-FFF2-40B4-BE49-F238E27FC236}">
                <a16:creationId xmlns:a16="http://schemas.microsoft.com/office/drawing/2014/main" id="{148D8C7B-F4A8-1A06-1C93-78CC9A097A66}"/>
              </a:ext>
            </a:extLst>
          </p:cNvPr>
          <p:cNvSpPr/>
          <p:nvPr>
            <p:custDataLst>
              <p:tags r:id="rId14"/>
            </p:custDataLst>
          </p:nvPr>
        </p:nvSpPr>
        <p:spPr>
          <a:xfrm>
            <a:off x="4562856" y="2510748"/>
            <a:ext cx="3063240" cy="396011"/>
          </a:xfrm>
          <a:prstGeom prst="rect">
            <a:avLst/>
          </a:prstGeom>
          <a:noFill/>
          <a:ln/>
        </p:spPr>
        <p:txBody>
          <a:bodyPr wrap="square" lIns="0" tIns="0" rIns="0" bIns="0" rtlCol="0" anchor="t">
            <a:normAutofit/>
          </a:bodyPr>
          <a:lstStyle/>
          <a:p>
            <a:r>
              <a:rPr lang="fr-CA" sz="2000" b="1" dirty="0"/>
              <a:t>Verrouillage optimiste</a:t>
            </a:r>
            <a:endParaRPr lang="fr-CA" sz="2000" noProof="0" dirty="0"/>
          </a:p>
        </p:txBody>
      </p:sp>
      <p:sp>
        <p:nvSpPr>
          <p:cNvPr id="65" name="Text 14">
            <a:extLst>
              <a:ext uri="{FF2B5EF4-FFF2-40B4-BE49-F238E27FC236}">
                <a16:creationId xmlns:a16="http://schemas.microsoft.com/office/drawing/2014/main" id="{5CEBA874-A334-A70B-77A5-7FD4C4D5AB82}"/>
              </a:ext>
            </a:extLst>
          </p:cNvPr>
          <p:cNvSpPr/>
          <p:nvPr>
            <p:custDataLst>
              <p:tags r:id="rId15"/>
            </p:custDataLst>
          </p:nvPr>
        </p:nvSpPr>
        <p:spPr>
          <a:xfrm>
            <a:off x="4562856" y="2906759"/>
            <a:ext cx="3063240" cy="2442480"/>
          </a:xfrm>
          <a:prstGeom prst="rect">
            <a:avLst/>
          </a:prstGeom>
          <a:noFill/>
          <a:ln/>
        </p:spPr>
        <p:txBody>
          <a:bodyPr wrap="square" lIns="0" tIns="0" rIns="0" bIns="0" rtlCol="0" anchor="t">
            <a:normAutofit/>
          </a:bodyPr>
          <a:lstStyle/>
          <a:p>
            <a:r>
              <a:rPr lang="fr-CA" sz="1750" dirty="0">
                <a:solidFill>
                  <a:srgbClr val="486581"/>
                </a:solidFill>
                <a:latin typeface="Calibri" pitchFamily="34" charset="0"/>
                <a:ea typeface="Calibri" pitchFamily="34" charset="-122"/>
                <a:cs typeface="Calibri" pitchFamily="34" charset="-120"/>
              </a:rPr>
              <a:t>Une colonne @Version ; la mise à jour ne réussit </a:t>
            </a:r>
            <a:r>
              <a:rPr lang="fr-CA" sz="1600" dirty="0">
                <a:solidFill>
                  <a:srgbClr val="486581"/>
                </a:solidFill>
                <a:latin typeface="Calibri" pitchFamily="34" charset="0"/>
                <a:ea typeface="Calibri" pitchFamily="34" charset="-122"/>
                <a:cs typeface="Calibri" pitchFamily="34" charset="-120"/>
              </a:rPr>
              <a:t>que</a:t>
            </a:r>
            <a:r>
              <a:rPr lang="fr-CA" sz="1750" dirty="0">
                <a:solidFill>
                  <a:srgbClr val="486581"/>
                </a:solidFill>
                <a:latin typeface="Calibri" pitchFamily="34" charset="0"/>
                <a:ea typeface="Calibri" pitchFamily="34" charset="-122"/>
                <a:cs typeface="Calibri" pitchFamily="34" charset="-120"/>
              </a:rPr>
              <a:t> si la version est inchangée, </a:t>
            </a:r>
            <a:r>
              <a:rPr lang="fr-CA" sz="1750" u="sng" dirty="0">
                <a:solidFill>
                  <a:srgbClr val="486581"/>
                </a:solidFill>
                <a:latin typeface="Calibri" pitchFamily="34" charset="0"/>
                <a:ea typeface="Calibri" pitchFamily="34" charset="-122"/>
                <a:cs typeface="Calibri" pitchFamily="34" charset="-120"/>
              </a:rPr>
              <a:t>sinon l'application doit refaire une tentative.</a:t>
            </a:r>
            <a:endParaRPr lang="fr-CA" sz="1750" noProof="0" dirty="0">
              <a:solidFill>
                <a:srgbClr val="486581"/>
              </a:solidFill>
              <a:latin typeface="Calibri" pitchFamily="34" charset="0"/>
              <a:ea typeface="Calibri" pitchFamily="34" charset="-122"/>
              <a:cs typeface="Calibri" pitchFamily="34" charset="-120"/>
            </a:endParaRPr>
          </a:p>
          <a:p>
            <a:pPr marL="0" indent="0">
              <a:buNone/>
            </a:pPr>
            <a:endParaRPr lang="fr-CA" sz="1750" dirty="0">
              <a:solidFill>
                <a:srgbClr val="486581"/>
              </a:solidFill>
              <a:latin typeface="Calibri" pitchFamily="34" charset="0"/>
              <a:ea typeface="Calibri" pitchFamily="34" charset="-122"/>
              <a:cs typeface="Calibri" pitchFamily="34" charset="-120"/>
            </a:endParaRPr>
          </a:p>
          <a:p>
            <a:pPr marL="0" indent="0">
              <a:buNone/>
            </a:pPr>
            <a:r>
              <a:rPr lang="fr-CA" sz="1750" noProof="0" dirty="0">
                <a:solidFill>
                  <a:srgbClr val="486581"/>
                </a:solidFill>
                <a:latin typeface="Calibri" pitchFamily="34" charset="0"/>
                <a:ea typeface="Calibri" pitchFamily="34" charset="-122"/>
                <a:cs typeface="Calibri" pitchFamily="34" charset="-120"/>
              </a:rPr>
              <a:t>Tourne en rond ... Consomme les ressources $$$. Lutte entre les pods (Processus/Thread) !!!</a:t>
            </a:r>
            <a:endParaRPr lang="fr-CA" sz="1750" noProof="0" dirty="0"/>
          </a:p>
        </p:txBody>
      </p:sp>
      <p:sp>
        <p:nvSpPr>
          <p:cNvPr id="67" name="Shape 15">
            <a:extLst>
              <a:ext uri="{FF2B5EF4-FFF2-40B4-BE49-F238E27FC236}">
                <a16:creationId xmlns:a16="http://schemas.microsoft.com/office/drawing/2014/main" id="{CFA0F4F5-2872-32A1-E7ED-57C1565E76F1}"/>
              </a:ext>
            </a:extLst>
          </p:cNvPr>
          <p:cNvSpPr/>
          <p:nvPr>
            <p:custDataLst>
              <p:tags r:id="rId16"/>
            </p:custDataLst>
          </p:nvPr>
        </p:nvSpPr>
        <p:spPr>
          <a:xfrm>
            <a:off x="8138160" y="2026117"/>
            <a:ext cx="3520440" cy="3405420"/>
          </a:xfrm>
          <a:prstGeom prst="roundRect">
            <a:avLst>
              <a:gd name="adj" fmla="val 2833"/>
            </a:avLst>
          </a:prstGeom>
          <a:solidFill>
            <a:srgbClr val="EFFAF8"/>
          </a:solidFill>
          <a:ln w="8890">
            <a:solidFill>
              <a:srgbClr val="D9E2EC"/>
            </a:solidFill>
            <a:prstDash val="solid"/>
          </a:ln>
        </p:spPr>
        <p:txBody>
          <a:bodyPr/>
          <a:lstStyle/>
          <a:p>
            <a:endParaRPr lang="fr-CA" noProof="0" dirty="0"/>
          </a:p>
        </p:txBody>
      </p:sp>
      <p:sp>
        <p:nvSpPr>
          <p:cNvPr id="69" name="Shape 16">
            <a:extLst>
              <a:ext uri="{FF2B5EF4-FFF2-40B4-BE49-F238E27FC236}">
                <a16:creationId xmlns:a16="http://schemas.microsoft.com/office/drawing/2014/main" id="{A1513D44-674A-8E45-F177-7B2C78DC78E7}"/>
              </a:ext>
            </a:extLst>
          </p:cNvPr>
          <p:cNvSpPr/>
          <p:nvPr>
            <p:custDataLst>
              <p:tags r:id="rId17"/>
            </p:custDataLst>
          </p:nvPr>
        </p:nvSpPr>
        <p:spPr>
          <a:xfrm>
            <a:off x="8366760" y="2282149"/>
            <a:ext cx="731520" cy="0"/>
          </a:xfrm>
          <a:prstGeom prst="line">
            <a:avLst/>
          </a:prstGeom>
          <a:noFill/>
          <a:ln w="29210">
            <a:solidFill>
              <a:srgbClr val="0F766E"/>
            </a:solidFill>
            <a:prstDash val="solid"/>
          </a:ln>
        </p:spPr>
        <p:txBody>
          <a:bodyPr/>
          <a:lstStyle/>
          <a:p>
            <a:endParaRPr lang="fr-CA" noProof="0" dirty="0"/>
          </a:p>
        </p:txBody>
      </p:sp>
      <p:sp>
        <p:nvSpPr>
          <p:cNvPr id="71" name="Text 17">
            <a:extLst>
              <a:ext uri="{FF2B5EF4-FFF2-40B4-BE49-F238E27FC236}">
                <a16:creationId xmlns:a16="http://schemas.microsoft.com/office/drawing/2014/main" id="{5A0CCCB1-A2C2-9D23-D5FE-3B4FE204B31F}"/>
              </a:ext>
            </a:extLst>
          </p:cNvPr>
          <p:cNvSpPr/>
          <p:nvPr>
            <p:custDataLst>
              <p:tags r:id="rId18"/>
            </p:custDataLst>
          </p:nvPr>
        </p:nvSpPr>
        <p:spPr>
          <a:xfrm>
            <a:off x="8366760" y="2510749"/>
            <a:ext cx="3291840" cy="548640"/>
          </a:xfrm>
          <a:prstGeom prst="rect">
            <a:avLst/>
          </a:prstGeom>
          <a:noFill/>
          <a:ln/>
        </p:spPr>
        <p:txBody>
          <a:bodyPr wrap="square" lIns="0" tIns="0" rIns="0" bIns="0" rtlCol="0" anchor="t">
            <a:normAutofit/>
          </a:bodyPr>
          <a:lstStyle/>
          <a:p>
            <a:r>
              <a:rPr lang="fr-CA" sz="2000" b="1" dirty="0"/>
              <a:t>Mise à jour conditionnelle</a:t>
            </a:r>
            <a:endParaRPr lang="fr-CA" sz="2000" noProof="0" dirty="0"/>
          </a:p>
        </p:txBody>
      </p:sp>
      <p:sp>
        <p:nvSpPr>
          <p:cNvPr id="73" name="Text 18">
            <a:extLst>
              <a:ext uri="{FF2B5EF4-FFF2-40B4-BE49-F238E27FC236}">
                <a16:creationId xmlns:a16="http://schemas.microsoft.com/office/drawing/2014/main" id="{3D90361F-BA1F-E0BC-D7C5-BDCB81684F35}"/>
              </a:ext>
            </a:extLst>
          </p:cNvPr>
          <p:cNvSpPr/>
          <p:nvPr>
            <p:custDataLst>
              <p:tags r:id="rId19"/>
            </p:custDataLst>
          </p:nvPr>
        </p:nvSpPr>
        <p:spPr>
          <a:xfrm>
            <a:off x="8366760" y="2906758"/>
            <a:ext cx="3063240" cy="2442481"/>
          </a:xfrm>
          <a:prstGeom prst="rect">
            <a:avLst/>
          </a:prstGeom>
          <a:noFill/>
          <a:ln/>
        </p:spPr>
        <p:txBody>
          <a:bodyPr wrap="square" lIns="0" tIns="0" rIns="0" bIns="0" rtlCol="0" anchor="t">
            <a:normAutofit fontScale="47500" lnSpcReduction="20000"/>
          </a:bodyPr>
          <a:lstStyle/>
          <a:p>
            <a:r>
              <a:rPr lang="fr-CA" sz="3400" dirty="0">
                <a:solidFill>
                  <a:srgbClr val="486581"/>
                </a:solidFill>
                <a:latin typeface="Calibri" pitchFamily="34" charset="0"/>
                <a:ea typeface="Calibri" pitchFamily="34" charset="-122"/>
                <a:cs typeface="Calibri" pitchFamily="34" charset="-120"/>
              </a:rPr>
              <a:t>Déléguer la vérification du solde dans l'écriture de la base de données (where clause). </a:t>
            </a:r>
          </a:p>
          <a:p>
            <a:endParaRPr lang="fr-CA" sz="3400" dirty="0">
              <a:solidFill>
                <a:srgbClr val="486581"/>
              </a:solidFill>
              <a:latin typeface="Calibri" pitchFamily="34" charset="0"/>
              <a:ea typeface="Calibri" pitchFamily="34" charset="-122"/>
              <a:cs typeface="Calibri" pitchFamily="34" charset="-120"/>
            </a:endParaRPr>
          </a:p>
          <a:p>
            <a:r>
              <a:rPr lang="fr-CA" sz="3400" u="sng" dirty="0">
                <a:solidFill>
                  <a:srgbClr val="486581"/>
                </a:solidFill>
                <a:latin typeface="Calibri" pitchFamily="34" charset="0"/>
                <a:ea typeface="Calibri" pitchFamily="34" charset="-122"/>
                <a:cs typeface="Calibri" pitchFamily="34" charset="-120"/>
              </a:rPr>
              <a:t>La logique métier descend dans la requête SQL</a:t>
            </a:r>
            <a:r>
              <a:rPr lang="fr-CA" sz="3400" dirty="0">
                <a:solidFill>
                  <a:srgbClr val="486581"/>
                </a:solidFill>
                <a:latin typeface="Calibri" pitchFamily="34" charset="0"/>
                <a:ea typeface="Calibri" pitchFamily="34" charset="-122"/>
                <a:cs typeface="Calibri" pitchFamily="34" charset="-120"/>
              </a:rPr>
              <a:t> – Brise la cache JPA.</a:t>
            </a:r>
          </a:p>
          <a:p>
            <a:endParaRPr lang="fr-CA" sz="3400" dirty="0">
              <a:solidFill>
                <a:srgbClr val="486581"/>
              </a:solidFill>
              <a:latin typeface="Calibri" pitchFamily="34" charset="0"/>
              <a:ea typeface="Calibri" pitchFamily="34" charset="-122"/>
              <a:cs typeface="Calibri" pitchFamily="34" charset="-120"/>
            </a:endParaRPr>
          </a:p>
          <a:p>
            <a:r>
              <a:rPr lang="fr-CA" sz="3400" dirty="0">
                <a:solidFill>
                  <a:srgbClr val="486581"/>
                </a:solidFill>
                <a:latin typeface="Calibri" pitchFamily="34" charset="0"/>
                <a:ea typeface="Calibri" pitchFamily="34" charset="-122"/>
                <a:cs typeface="Calibri" pitchFamily="34" charset="-120"/>
              </a:rPr>
              <a:t>Protège seulement les invariants explicitement de la garde sans protéger automatiquement l'ensemble de l'entité contre toutes les modifications concurrentes.</a:t>
            </a:r>
            <a:endParaRPr lang="fr-CA" sz="3400" noProof="0" dirty="0">
              <a:solidFill>
                <a:srgbClr val="486581"/>
              </a:solidFill>
              <a:latin typeface="Calibri" pitchFamily="34" charset="0"/>
              <a:ea typeface="Calibri" pitchFamily="34" charset="-122"/>
              <a:cs typeface="Calibri" pitchFamily="34" charset="-120"/>
            </a:endParaRPr>
          </a:p>
        </p:txBody>
      </p:sp>
      <p:sp>
        <p:nvSpPr>
          <p:cNvPr id="77" name="Shape 25">
            <a:extLst>
              <a:ext uri="{FF2B5EF4-FFF2-40B4-BE49-F238E27FC236}">
                <a16:creationId xmlns:a16="http://schemas.microsoft.com/office/drawing/2014/main" id="{511304E5-56F7-519C-C417-A1922B074D16}"/>
              </a:ext>
            </a:extLst>
          </p:cNvPr>
          <p:cNvSpPr/>
          <p:nvPr>
            <p:custDataLst>
              <p:tags r:id="rId20"/>
            </p:custDataLst>
          </p:nvPr>
        </p:nvSpPr>
        <p:spPr>
          <a:xfrm>
            <a:off x="530352" y="5559552"/>
            <a:ext cx="11128248" cy="603504"/>
          </a:xfrm>
          <a:prstGeom prst="roundRect">
            <a:avLst>
              <a:gd name="adj" fmla="val 20408"/>
            </a:avLst>
          </a:prstGeom>
          <a:solidFill>
            <a:srgbClr val="FFF7ED"/>
          </a:solidFill>
          <a:ln w="8890">
            <a:solidFill>
              <a:srgbClr val="FFF7ED"/>
            </a:solidFill>
            <a:prstDash val="solid"/>
          </a:ln>
        </p:spPr>
        <p:txBody>
          <a:bodyPr/>
          <a:lstStyle/>
          <a:p>
            <a:endParaRPr lang="fr-CA" noProof="0" dirty="0"/>
          </a:p>
        </p:txBody>
      </p:sp>
      <p:sp>
        <p:nvSpPr>
          <p:cNvPr id="79" name="Text 26">
            <a:extLst>
              <a:ext uri="{FF2B5EF4-FFF2-40B4-BE49-F238E27FC236}">
                <a16:creationId xmlns:a16="http://schemas.microsoft.com/office/drawing/2014/main" id="{A57D26DF-DB74-7919-D6CC-7D9EEA34D5EC}"/>
              </a:ext>
            </a:extLst>
          </p:cNvPr>
          <p:cNvSpPr/>
          <p:nvPr>
            <p:custDataLst>
              <p:tags r:id="rId21"/>
            </p:custDataLst>
          </p:nvPr>
        </p:nvSpPr>
        <p:spPr>
          <a:xfrm>
            <a:off x="731520" y="5632702"/>
            <a:ext cx="10927080" cy="461774"/>
          </a:xfrm>
          <a:prstGeom prst="rect">
            <a:avLst/>
          </a:prstGeom>
          <a:noFill/>
          <a:ln/>
        </p:spPr>
        <p:txBody>
          <a:bodyPr wrap="square" lIns="0" tIns="0" rIns="0" bIns="0" rtlCol="0" anchor="t">
            <a:normAutofit lnSpcReduction="10000"/>
          </a:bodyPr>
          <a:lstStyle/>
          <a:p>
            <a:pPr marL="0" indent="0">
              <a:buNone/>
            </a:pPr>
            <a:r>
              <a:rPr lang="fr-CA" sz="1550" b="1" noProof="0" dirty="0">
                <a:solidFill>
                  <a:srgbClr val="B45309"/>
                </a:solidFill>
                <a:latin typeface="Calibri" pitchFamily="34" charset="0"/>
                <a:ea typeface="Calibri" pitchFamily="34" charset="-122"/>
                <a:cs typeface="Calibri" pitchFamily="34" charset="-120"/>
              </a:rPr>
              <a:t>Brise l’élasticité</a:t>
            </a:r>
            <a:r>
              <a:rPr lang="fr-CA" sz="1550" b="1" dirty="0">
                <a:solidFill>
                  <a:srgbClr val="B45309"/>
                </a:solidFill>
                <a:latin typeface="Calibri" pitchFamily="34" charset="0"/>
                <a:ea typeface="Calibri" pitchFamily="34" charset="-122"/>
                <a:cs typeface="Calibri" pitchFamily="34" charset="-120"/>
              </a:rPr>
              <a:t> horizontale, génère du DLT, consomme des ressources et peut causer des reprises à répétition. </a:t>
            </a:r>
          </a:p>
          <a:p>
            <a:pPr marL="0" indent="0">
              <a:buNone/>
            </a:pPr>
            <a:r>
              <a:rPr lang="fr-CA" sz="1550" b="1" dirty="0">
                <a:solidFill>
                  <a:srgbClr val="B45309"/>
                </a:solidFill>
                <a:latin typeface="Calibri" pitchFamily="34" charset="0"/>
                <a:ea typeface="Calibri" pitchFamily="34" charset="-122"/>
                <a:cs typeface="Calibri" pitchFamily="34" charset="-120"/>
              </a:rPr>
              <a:t>Cette alternative ne permet pas de conserver l’ordonnancement !!!</a:t>
            </a:r>
            <a:endParaRPr lang="fr-CA" sz="1550" noProof="0" dirty="0"/>
          </a:p>
        </p:txBody>
      </p:sp>
      <p:pic>
        <p:nvPicPr>
          <p:cNvPr id="4" name="Image 3">
            <a:extLst>
              <a:ext uri="{FF2B5EF4-FFF2-40B4-BE49-F238E27FC236}">
                <a16:creationId xmlns:a16="http://schemas.microsoft.com/office/drawing/2014/main" id="{99133F9F-F8B4-652B-A85A-033EBF134C47}"/>
              </a:ext>
            </a:extLst>
          </p:cNvPr>
          <p:cNvPicPr>
            <a:picLocks noChangeAspect="1"/>
          </p:cNvPicPr>
          <p:nvPr>
            <p:custDataLst>
              <p:tags r:id="rId22"/>
            </p:custDataLst>
          </p:nvPr>
        </p:nvPicPr>
        <p:blipFill>
          <a:blip r:embed="rId25"/>
          <a:stretch>
            <a:fillRect/>
          </a:stretch>
        </p:blipFill>
        <p:spPr>
          <a:xfrm>
            <a:off x="7064587" y="2045367"/>
            <a:ext cx="761715" cy="752625"/>
          </a:xfrm>
          <a:prstGeom prst="rect">
            <a:avLst/>
          </a:prstGeom>
        </p:spPr>
      </p:pic>
    </p:spTree>
    <p:extLst>
      <p:ext uri="{BB962C8B-B14F-4D97-AF65-F5344CB8AC3E}">
        <p14:creationId xmlns:p14="http://schemas.microsoft.com/office/powerpoint/2010/main" val="39567233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fr-CA" noProof="0" dirty="0"/>
          </a:p>
        </p:txBody>
      </p:sp>
      <p:sp>
        <p:nvSpPr>
          <p:cNvPr id="3" name="Text 1"/>
          <p:cNvSpPr/>
          <p:nvPr>
            <p:custDataLst>
              <p:tags r:id="rId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fr-CA" sz="1100" b="1" kern="0" spc="50" noProof="0" dirty="0">
                <a:solidFill>
                  <a:srgbClr val="1F6FEB"/>
                </a:solidFill>
                <a:latin typeface="Calibri" pitchFamily="34" charset="0"/>
                <a:ea typeface="Calibri" pitchFamily="34" charset="-122"/>
                <a:cs typeface="Calibri" pitchFamily="34" charset="-120"/>
              </a:rPr>
              <a:t>03 / FIABILISER LES EFFETS</a:t>
            </a:r>
            <a:endParaRPr lang="fr-CA" sz="1100" noProof="0" dirty="0"/>
          </a:p>
        </p:txBody>
      </p:sp>
      <p:sp>
        <p:nvSpPr>
          <p:cNvPr id="4" name="Text 2"/>
          <p:cNvSpPr/>
          <p:nvPr>
            <p:custDataLst>
              <p:tags r:id="rId3"/>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fr-CA" sz="1000" b="1" noProof="0" dirty="0">
                <a:solidFill>
                  <a:srgbClr val="829AB1"/>
                </a:solidFill>
                <a:latin typeface="Calibri" pitchFamily="34" charset="0"/>
                <a:ea typeface="Calibri" pitchFamily="34" charset="-122"/>
                <a:cs typeface="Calibri" pitchFamily="34" charset="-120"/>
              </a:rPr>
              <a:t>SÉMANTIQUES DE LIVRAISON</a:t>
            </a:r>
            <a:endParaRPr lang="fr-CA" sz="1000" noProof="0" dirty="0"/>
          </a:p>
        </p:txBody>
      </p:sp>
      <p:sp>
        <p:nvSpPr>
          <p:cNvPr id="5" name="Text 3"/>
          <p:cNvSpPr/>
          <p:nvPr>
            <p:custDataLst>
              <p:tags r:id="rId4"/>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fr-CA" sz="2700" b="1" noProof="0" dirty="0">
                <a:solidFill>
                  <a:srgbClr val="102A43"/>
                </a:solidFill>
                <a:latin typeface="Calibri" pitchFamily="34" charset="0"/>
                <a:ea typeface="Calibri" pitchFamily="34" charset="-122"/>
                <a:cs typeface="Calibri" pitchFamily="34" charset="-120"/>
              </a:rPr>
              <a:t>Trois garanties, mais toujours une frontière à préciser</a:t>
            </a:r>
            <a:endParaRPr lang="fr-CA" sz="2700" noProof="0" dirty="0"/>
          </a:p>
        </p:txBody>
      </p:sp>
      <p:sp>
        <p:nvSpPr>
          <p:cNvPr id="6" name="Text 4"/>
          <p:cNvSpPr/>
          <p:nvPr>
            <p:custDataLst>
              <p:tags r:id="rId5"/>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fr-CA" sz="1650" noProof="0" dirty="0">
                <a:solidFill>
                  <a:srgbClr val="486581"/>
                </a:solidFill>
                <a:latin typeface="Calibri" pitchFamily="34" charset="0"/>
                <a:ea typeface="Calibri" pitchFamily="34" charset="-122"/>
                <a:cs typeface="Calibri" pitchFamily="34" charset="-120"/>
              </a:rPr>
              <a:t>La question n'est pas seulement combien de fois un message arrive, mais quels effets deviennent visibles.</a:t>
            </a:r>
            <a:endParaRPr lang="fr-CA" sz="1650" noProof="0" dirty="0"/>
          </a:p>
        </p:txBody>
      </p:sp>
      <p:sp>
        <p:nvSpPr>
          <p:cNvPr id="7" name="Text 5"/>
          <p:cNvSpPr/>
          <p:nvPr>
            <p:custDataLst>
              <p:tags r:id="rId6"/>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fr-CA" sz="900" noProof="0" dirty="0">
                <a:solidFill>
                  <a:srgbClr val="486581"/>
                </a:solidFill>
                <a:latin typeface="Calibri" pitchFamily="34" charset="0"/>
                <a:ea typeface="Calibri" pitchFamily="34" charset="-122"/>
                <a:cs typeface="Calibri" pitchFamily="34" charset="-120"/>
              </a:rPr>
              <a:t>Guide d'ingénierie Kafka · Projet EDA</a:t>
            </a:r>
            <a:endParaRPr lang="fr-CA" sz="900" noProof="0" dirty="0"/>
          </a:p>
        </p:txBody>
      </p:sp>
      <p:sp>
        <p:nvSpPr>
          <p:cNvPr id="8" name="Text 6"/>
          <p:cNvSpPr/>
          <p:nvPr>
            <p:custDataLst>
              <p:tags r:id="rId7"/>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fr-CA" sz="900" noProof="0" dirty="0">
                <a:solidFill>
                  <a:srgbClr val="486581"/>
                </a:solidFill>
                <a:latin typeface="Calibri" pitchFamily="34" charset="0"/>
                <a:ea typeface="Calibri" pitchFamily="34" charset="-122"/>
                <a:cs typeface="Calibri" pitchFamily="34" charset="-120"/>
              </a:rPr>
              <a:t>16</a:t>
            </a:r>
            <a:endParaRPr lang="fr-CA" sz="900" noProof="0" dirty="0"/>
          </a:p>
        </p:txBody>
      </p:sp>
      <p:sp>
        <p:nvSpPr>
          <p:cNvPr id="9" name="Shape 7"/>
          <p:cNvSpPr/>
          <p:nvPr>
            <p:custDataLst>
              <p:tags r:id="rId8"/>
            </p:custDataLst>
          </p:nvPr>
        </p:nvSpPr>
        <p:spPr>
          <a:xfrm>
            <a:off x="530352" y="2006381"/>
            <a:ext cx="1798320" cy="475488"/>
          </a:xfrm>
          <a:prstGeom prst="roundRect">
            <a:avLst>
              <a:gd name="adj" fmla="val 19231"/>
            </a:avLst>
          </a:prstGeom>
          <a:solidFill>
            <a:srgbClr val="1F6FEB"/>
          </a:solidFill>
          <a:ln w="8890">
            <a:solidFill>
              <a:srgbClr val="1F6FEB"/>
            </a:solidFill>
            <a:prstDash val="solid"/>
          </a:ln>
        </p:spPr>
        <p:txBody>
          <a:bodyPr/>
          <a:lstStyle/>
          <a:p>
            <a:endParaRPr lang="fr-CA" noProof="0" dirty="0"/>
          </a:p>
        </p:txBody>
      </p:sp>
      <p:sp>
        <p:nvSpPr>
          <p:cNvPr id="10" name="Text 8"/>
          <p:cNvSpPr/>
          <p:nvPr>
            <p:custDataLst>
              <p:tags r:id="rId9"/>
            </p:custDataLst>
          </p:nvPr>
        </p:nvSpPr>
        <p:spPr>
          <a:xfrm>
            <a:off x="658368" y="2116109"/>
            <a:ext cx="2194560" cy="265176"/>
          </a:xfrm>
          <a:prstGeom prst="rect">
            <a:avLst/>
          </a:prstGeom>
          <a:noFill/>
          <a:ln/>
        </p:spPr>
        <p:txBody>
          <a:bodyPr wrap="square" lIns="0" tIns="0" rIns="0" bIns="0" rtlCol="0" anchor="t">
            <a:normAutofit/>
          </a:bodyPr>
          <a:lstStyle/>
          <a:p>
            <a:pPr marL="0" indent="0">
              <a:buNone/>
            </a:pPr>
            <a:r>
              <a:rPr lang="fr-CA" sz="1520" b="1" noProof="0" dirty="0">
                <a:solidFill>
                  <a:srgbClr val="FFFFFF"/>
                </a:solidFill>
                <a:latin typeface="Calibri" pitchFamily="34" charset="0"/>
                <a:ea typeface="Calibri" pitchFamily="34" charset="-122"/>
                <a:cs typeface="Calibri" pitchFamily="34" charset="-120"/>
              </a:rPr>
              <a:t>Garantie</a:t>
            </a:r>
            <a:endParaRPr lang="fr-CA" sz="1520" noProof="0" dirty="0"/>
          </a:p>
        </p:txBody>
      </p:sp>
      <p:sp>
        <p:nvSpPr>
          <p:cNvPr id="11" name="Shape 9"/>
          <p:cNvSpPr/>
          <p:nvPr>
            <p:custDataLst>
              <p:tags r:id="rId10"/>
            </p:custDataLst>
          </p:nvPr>
        </p:nvSpPr>
        <p:spPr>
          <a:xfrm>
            <a:off x="2422398" y="2008781"/>
            <a:ext cx="2649474" cy="475488"/>
          </a:xfrm>
          <a:prstGeom prst="roundRect">
            <a:avLst>
              <a:gd name="adj" fmla="val 19231"/>
            </a:avLst>
          </a:prstGeom>
          <a:solidFill>
            <a:srgbClr val="1F6FEB"/>
          </a:solidFill>
          <a:ln w="8890">
            <a:solidFill>
              <a:srgbClr val="1F6FEB"/>
            </a:solidFill>
            <a:prstDash val="solid"/>
          </a:ln>
        </p:spPr>
        <p:txBody>
          <a:bodyPr/>
          <a:lstStyle/>
          <a:p>
            <a:endParaRPr lang="fr-CA" noProof="0" dirty="0"/>
          </a:p>
        </p:txBody>
      </p:sp>
      <p:sp>
        <p:nvSpPr>
          <p:cNvPr id="12" name="Text 10"/>
          <p:cNvSpPr/>
          <p:nvPr>
            <p:custDataLst>
              <p:tags r:id="rId11"/>
            </p:custDataLst>
          </p:nvPr>
        </p:nvSpPr>
        <p:spPr>
          <a:xfrm>
            <a:off x="2550414" y="2132475"/>
            <a:ext cx="4023360" cy="265176"/>
          </a:xfrm>
          <a:prstGeom prst="rect">
            <a:avLst/>
          </a:prstGeom>
          <a:noFill/>
          <a:ln/>
        </p:spPr>
        <p:txBody>
          <a:bodyPr wrap="square" lIns="0" tIns="0" rIns="0" bIns="0" rtlCol="0" anchor="t">
            <a:normAutofit/>
          </a:bodyPr>
          <a:lstStyle/>
          <a:p>
            <a:pPr marL="0" indent="0">
              <a:buNone/>
            </a:pPr>
            <a:r>
              <a:rPr lang="fr-CA" sz="1520" b="1" noProof="0" dirty="0">
                <a:solidFill>
                  <a:srgbClr val="FFFFFF"/>
                </a:solidFill>
                <a:latin typeface="Calibri" pitchFamily="34" charset="0"/>
                <a:ea typeface="Calibri" pitchFamily="34" charset="-122"/>
                <a:cs typeface="Calibri" pitchFamily="34" charset="-120"/>
              </a:rPr>
              <a:t>Principe</a:t>
            </a:r>
            <a:endParaRPr lang="fr-CA" sz="1520" noProof="0" dirty="0"/>
          </a:p>
        </p:txBody>
      </p:sp>
      <p:sp>
        <p:nvSpPr>
          <p:cNvPr id="13" name="Shape 11"/>
          <p:cNvSpPr/>
          <p:nvPr>
            <p:custDataLst>
              <p:tags r:id="rId12"/>
            </p:custDataLst>
          </p:nvPr>
        </p:nvSpPr>
        <p:spPr>
          <a:xfrm>
            <a:off x="5165598" y="2006381"/>
            <a:ext cx="2743200" cy="475488"/>
          </a:xfrm>
          <a:prstGeom prst="roundRect">
            <a:avLst>
              <a:gd name="adj" fmla="val 19231"/>
            </a:avLst>
          </a:prstGeom>
          <a:solidFill>
            <a:srgbClr val="1F6FEB"/>
          </a:solidFill>
          <a:ln w="8890">
            <a:solidFill>
              <a:srgbClr val="1F6FEB"/>
            </a:solidFill>
            <a:prstDash val="solid"/>
          </a:ln>
        </p:spPr>
        <p:txBody>
          <a:bodyPr/>
          <a:lstStyle/>
          <a:p>
            <a:endParaRPr lang="fr-CA" noProof="0" dirty="0"/>
          </a:p>
        </p:txBody>
      </p:sp>
      <p:sp>
        <p:nvSpPr>
          <p:cNvPr id="14" name="Text 12"/>
          <p:cNvSpPr/>
          <p:nvPr>
            <p:custDataLst>
              <p:tags r:id="rId13"/>
            </p:custDataLst>
          </p:nvPr>
        </p:nvSpPr>
        <p:spPr>
          <a:xfrm>
            <a:off x="5293614" y="2116109"/>
            <a:ext cx="4087368" cy="265176"/>
          </a:xfrm>
          <a:prstGeom prst="rect">
            <a:avLst/>
          </a:prstGeom>
          <a:noFill/>
          <a:ln/>
        </p:spPr>
        <p:txBody>
          <a:bodyPr wrap="square" lIns="0" tIns="0" rIns="0" bIns="0" rtlCol="0" anchor="t">
            <a:normAutofit/>
          </a:bodyPr>
          <a:lstStyle/>
          <a:p>
            <a:pPr marL="0" indent="0">
              <a:buNone/>
            </a:pPr>
            <a:r>
              <a:rPr lang="fr-CA" sz="1520" b="1" noProof="0" dirty="0">
                <a:solidFill>
                  <a:srgbClr val="FFFFFF"/>
                </a:solidFill>
                <a:latin typeface="Calibri" pitchFamily="34" charset="0"/>
                <a:ea typeface="Calibri" pitchFamily="34" charset="-122"/>
                <a:cs typeface="Calibri" pitchFamily="34" charset="-120"/>
              </a:rPr>
              <a:t>Compromis</a:t>
            </a:r>
            <a:endParaRPr lang="fr-CA" sz="1520" noProof="0" dirty="0"/>
          </a:p>
        </p:txBody>
      </p:sp>
      <p:sp>
        <p:nvSpPr>
          <p:cNvPr id="15" name="Shape 13"/>
          <p:cNvSpPr/>
          <p:nvPr>
            <p:custDataLst>
              <p:tags r:id="rId14"/>
            </p:custDataLst>
          </p:nvPr>
        </p:nvSpPr>
        <p:spPr>
          <a:xfrm>
            <a:off x="530352" y="2536733"/>
            <a:ext cx="1798320" cy="813816"/>
          </a:xfrm>
          <a:prstGeom prst="roundRect">
            <a:avLst>
              <a:gd name="adj" fmla="val 11236"/>
            </a:avLst>
          </a:prstGeom>
          <a:solidFill>
            <a:srgbClr val="F5F8FC"/>
          </a:solidFill>
          <a:ln w="8890">
            <a:solidFill>
              <a:srgbClr val="D9E2EC"/>
            </a:solidFill>
            <a:prstDash val="solid"/>
          </a:ln>
        </p:spPr>
        <p:txBody>
          <a:bodyPr/>
          <a:lstStyle/>
          <a:p>
            <a:endParaRPr lang="fr-CA" noProof="0" dirty="0"/>
          </a:p>
        </p:txBody>
      </p:sp>
      <p:sp>
        <p:nvSpPr>
          <p:cNvPr id="16" name="Text 14"/>
          <p:cNvSpPr/>
          <p:nvPr>
            <p:custDataLst>
              <p:tags r:id="rId15"/>
            </p:custDataLst>
          </p:nvPr>
        </p:nvSpPr>
        <p:spPr>
          <a:xfrm>
            <a:off x="658368" y="2646461"/>
            <a:ext cx="1560576" cy="676656"/>
          </a:xfrm>
          <a:prstGeom prst="rect">
            <a:avLst/>
          </a:prstGeom>
          <a:noFill/>
          <a:ln/>
        </p:spPr>
        <p:txBody>
          <a:bodyPr wrap="square" lIns="0" tIns="0" rIns="0" bIns="0" rtlCol="0" anchor="t">
            <a:normAutofit/>
          </a:bodyPr>
          <a:lstStyle/>
          <a:p>
            <a:pPr marL="0" indent="0">
              <a:buNone/>
            </a:pPr>
            <a:r>
              <a:rPr lang="en-CA" sz="1600" b="1" noProof="0" dirty="0">
                <a:solidFill>
                  <a:srgbClr val="102A43"/>
                </a:solidFill>
                <a:latin typeface="Calibri" pitchFamily="34" charset="0"/>
                <a:ea typeface="Calibri" pitchFamily="34" charset="-122"/>
                <a:cs typeface="Calibri" pitchFamily="34" charset="-120"/>
              </a:rPr>
              <a:t>At-most-once</a:t>
            </a:r>
            <a:endParaRPr lang="fr-CA" sz="1600" noProof="0" dirty="0"/>
          </a:p>
        </p:txBody>
      </p:sp>
      <p:sp>
        <p:nvSpPr>
          <p:cNvPr id="17" name="Shape 15"/>
          <p:cNvSpPr/>
          <p:nvPr>
            <p:custDataLst>
              <p:tags r:id="rId16"/>
            </p:custDataLst>
          </p:nvPr>
        </p:nvSpPr>
        <p:spPr>
          <a:xfrm>
            <a:off x="2422398" y="2539133"/>
            <a:ext cx="2649474" cy="813816"/>
          </a:xfrm>
          <a:prstGeom prst="roundRect">
            <a:avLst>
              <a:gd name="adj" fmla="val 11236"/>
            </a:avLst>
          </a:prstGeom>
          <a:solidFill>
            <a:srgbClr val="F5F8FC"/>
          </a:solidFill>
          <a:ln w="8890">
            <a:solidFill>
              <a:srgbClr val="D9E2EC"/>
            </a:solidFill>
            <a:prstDash val="solid"/>
          </a:ln>
        </p:spPr>
        <p:txBody>
          <a:bodyPr/>
          <a:lstStyle/>
          <a:p>
            <a:endParaRPr lang="fr-CA" noProof="0" dirty="0"/>
          </a:p>
        </p:txBody>
      </p:sp>
      <p:sp>
        <p:nvSpPr>
          <p:cNvPr id="18" name="Text 16"/>
          <p:cNvSpPr/>
          <p:nvPr>
            <p:custDataLst>
              <p:tags r:id="rId17"/>
            </p:custDataLst>
          </p:nvPr>
        </p:nvSpPr>
        <p:spPr>
          <a:xfrm>
            <a:off x="2550414" y="2648861"/>
            <a:ext cx="2423922" cy="676656"/>
          </a:xfrm>
          <a:prstGeom prst="rect">
            <a:avLst/>
          </a:prstGeom>
          <a:noFill/>
          <a:ln/>
        </p:spPr>
        <p:txBody>
          <a:bodyPr wrap="square" lIns="0" tIns="0" rIns="0" bIns="0" rtlCol="0" anchor="t">
            <a:normAutofit/>
          </a:bodyPr>
          <a:lstStyle/>
          <a:p>
            <a:pPr marL="0" indent="0">
              <a:buNone/>
            </a:pPr>
            <a:r>
              <a:rPr lang="fr-CA" sz="1600" noProof="0" dirty="0">
                <a:solidFill>
                  <a:srgbClr val="486581"/>
                </a:solidFill>
                <a:latin typeface="Calibri" pitchFamily="34" charset="0"/>
                <a:ea typeface="Calibri" pitchFamily="34" charset="-122"/>
                <a:cs typeface="Calibri" pitchFamily="34" charset="-120"/>
              </a:rPr>
              <a:t>Valider la position avant le traitement.</a:t>
            </a:r>
            <a:endParaRPr lang="fr-CA" sz="1600" noProof="0" dirty="0"/>
          </a:p>
        </p:txBody>
      </p:sp>
      <p:sp>
        <p:nvSpPr>
          <p:cNvPr id="19" name="Shape 17"/>
          <p:cNvSpPr/>
          <p:nvPr>
            <p:custDataLst>
              <p:tags r:id="rId18"/>
            </p:custDataLst>
          </p:nvPr>
        </p:nvSpPr>
        <p:spPr>
          <a:xfrm>
            <a:off x="5165598" y="2536733"/>
            <a:ext cx="2743200" cy="813816"/>
          </a:xfrm>
          <a:prstGeom prst="roundRect">
            <a:avLst>
              <a:gd name="adj" fmla="val 11236"/>
            </a:avLst>
          </a:prstGeom>
          <a:solidFill>
            <a:srgbClr val="F5F8FC"/>
          </a:solidFill>
          <a:ln w="8890">
            <a:solidFill>
              <a:srgbClr val="D9E2EC"/>
            </a:solidFill>
            <a:prstDash val="solid"/>
          </a:ln>
        </p:spPr>
        <p:txBody>
          <a:bodyPr/>
          <a:lstStyle/>
          <a:p>
            <a:endParaRPr lang="fr-CA" noProof="0" dirty="0"/>
          </a:p>
        </p:txBody>
      </p:sp>
      <p:sp>
        <p:nvSpPr>
          <p:cNvPr id="20" name="Text 18"/>
          <p:cNvSpPr/>
          <p:nvPr>
            <p:custDataLst>
              <p:tags r:id="rId19"/>
            </p:custDataLst>
          </p:nvPr>
        </p:nvSpPr>
        <p:spPr>
          <a:xfrm>
            <a:off x="5293614" y="2646461"/>
            <a:ext cx="2517648" cy="676656"/>
          </a:xfrm>
          <a:prstGeom prst="rect">
            <a:avLst/>
          </a:prstGeom>
          <a:noFill/>
          <a:ln/>
        </p:spPr>
        <p:txBody>
          <a:bodyPr wrap="square" lIns="0" tIns="0" rIns="0" bIns="0" rtlCol="0" anchor="t">
            <a:normAutofit/>
          </a:bodyPr>
          <a:lstStyle/>
          <a:p>
            <a:pPr marL="0" indent="0">
              <a:buNone/>
            </a:pPr>
            <a:r>
              <a:rPr lang="fr-CA" sz="1600" noProof="0" dirty="0">
                <a:solidFill>
                  <a:srgbClr val="486581"/>
                </a:solidFill>
                <a:latin typeface="Calibri" pitchFamily="34" charset="0"/>
                <a:ea typeface="Calibri" pitchFamily="34" charset="-122"/>
                <a:cs typeface="Calibri" pitchFamily="34" charset="-120"/>
              </a:rPr>
              <a:t>Une perte est possible et va survenir !!!</a:t>
            </a:r>
            <a:endParaRPr lang="fr-CA" sz="1600" noProof="0" dirty="0"/>
          </a:p>
        </p:txBody>
      </p:sp>
      <p:sp>
        <p:nvSpPr>
          <p:cNvPr id="21" name="Shape 19"/>
          <p:cNvSpPr/>
          <p:nvPr>
            <p:custDataLst>
              <p:tags r:id="rId20"/>
            </p:custDataLst>
          </p:nvPr>
        </p:nvSpPr>
        <p:spPr>
          <a:xfrm>
            <a:off x="530352" y="3414557"/>
            <a:ext cx="1798320" cy="813816"/>
          </a:xfrm>
          <a:prstGeom prst="roundRect">
            <a:avLst>
              <a:gd name="adj" fmla="val 11236"/>
            </a:avLst>
          </a:prstGeom>
          <a:solidFill>
            <a:srgbClr val="FFFFFF"/>
          </a:solidFill>
          <a:ln w="8890">
            <a:solidFill>
              <a:srgbClr val="D9E2EC"/>
            </a:solidFill>
            <a:prstDash val="solid"/>
          </a:ln>
        </p:spPr>
        <p:txBody>
          <a:bodyPr/>
          <a:lstStyle/>
          <a:p>
            <a:endParaRPr lang="fr-CA" noProof="0" dirty="0"/>
          </a:p>
        </p:txBody>
      </p:sp>
      <p:sp>
        <p:nvSpPr>
          <p:cNvPr id="22" name="Text 20"/>
          <p:cNvSpPr/>
          <p:nvPr>
            <p:custDataLst>
              <p:tags r:id="rId21"/>
            </p:custDataLst>
          </p:nvPr>
        </p:nvSpPr>
        <p:spPr>
          <a:xfrm>
            <a:off x="658368" y="3524285"/>
            <a:ext cx="1560576" cy="676656"/>
          </a:xfrm>
          <a:prstGeom prst="rect">
            <a:avLst/>
          </a:prstGeom>
          <a:noFill/>
          <a:ln/>
        </p:spPr>
        <p:txBody>
          <a:bodyPr wrap="square" lIns="0" tIns="0" rIns="0" bIns="0" rtlCol="0" anchor="t">
            <a:normAutofit/>
          </a:bodyPr>
          <a:lstStyle/>
          <a:p>
            <a:pPr marL="0" indent="0">
              <a:buNone/>
            </a:pPr>
            <a:r>
              <a:rPr lang="fr-CA" sz="1600" b="1" noProof="0" dirty="0">
                <a:solidFill>
                  <a:srgbClr val="102A43"/>
                </a:solidFill>
                <a:latin typeface="Calibri" pitchFamily="34" charset="0"/>
                <a:ea typeface="Calibri" pitchFamily="34" charset="-122"/>
                <a:cs typeface="Calibri" pitchFamily="34" charset="-120"/>
              </a:rPr>
              <a:t>At-least-once</a:t>
            </a:r>
            <a:endParaRPr lang="fr-CA" sz="1600" noProof="0" dirty="0"/>
          </a:p>
        </p:txBody>
      </p:sp>
      <p:sp>
        <p:nvSpPr>
          <p:cNvPr id="23" name="Shape 21"/>
          <p:cNvSpPr/>
          <p:nvPr>
            <p:custDataLst>
              <p:tags r:id="rId22"/>
            </p:custDataLst>
          </p:nvPr>
        </p:nvSpPr>
        <p:spPr>
          <a:xfrm>
            <a:off x="2422398" y="3416957"/>
            <a:ext cx="2649474" cy="813816"/>
          </a:xfrm>
          <a:prstGeom prst="roundRect">
            <a:avLst>
              <a:gd name="adj" fmla="val 11236"/>
            </a:avLst>
          </a:prstGeom>
          <a:solidFill>
            <a:srgbClr val="FFFFFF"/>
          </a:solidFill>
          <a:ln w="8890">
            <a:solidFill>
              <a:srgbClr val="D9E2EC"/>
            </a:solidFill>
            <a:prstDash val="solid"/>
          </a:ln>
        </p:spPr>
        <p:txBody>
          <a:bodyPr/>
          <a:lstStyle/>
          <a:p>
            <a:endParaRPr lang="fr-CA" noProof="0" dirty="0"/>
          </a:p>
        </p:txBody>
      </p:sp>
      <p:sp>
        <p:nvSpPr>
          <p:cNvPr id="24" name="Text 22"/>
          <p:cNvSpPr/>
          <p:nvPr>
            <p:custDataLst>
              <p:tags r:id="rId23"/>
            </p:custDataLst>
          </p:nvPr>
        </p:nvSpPr>
        <p:spPr>
          <a:xfrm>
            <a:off x="2550414" y="3526685"/>
            <a:ext cx="2423922" cy="676656"/>
          </a:xfrm>
          <a:prstGeom prst="rect">
            <a:avLst/>
          </a:prstGeom>
          <a:noFill/>
          <a:ln/>
        </p:spPr>
        <p:txBody>
          <a:bodyPr wrap="square" lIns="0" tIns="0" rIns="0" bIns="0" rtlCol="0" anchor="t">
            <a:normAutofit/>
          </a:bodyPr>
          <a:lstStyle/>
          <a:p>
            <a:pPr marL="0" indent="0">
              <a:buNone/>
            </a:pPr>
            <a:r>
              <a:rPr lang="fr-CA" sz="1600" noProof="0" dirty="0">
                <a:solidFill>
                  <a:srgbClr val="486581"/>
                </a:solidFill>
                <a:latin typeface="Calibri" pitchFamily="34" charset="0"/>
                <a:ea typeface="Calibri" pitchFamily="34" charset="-122"/>
                <a:cs typeface="Calibri" pitchFamily="34" charset="-120"/>
              </a:rPr>
              <a:t>Valider après le travail réussi.</a:t>
            </a:r>
            <a:endParaRPr lang="fr-CA" sz="1600" noProof="0" dirty="0"/>
          </a:p>
        </p:txBody>
      </p:sp>
      <p:sp>
        <p:nvSpPr>
          <p:cNvPr id="25" name="Shape 23"/>
          <p:cNvSpPr/>
          <p:nvPr>
            <p:custDataLst>
              <p:tags r:id="rId24"/>
            </p:custDataLst>
          </p:nvPr>
        </p:nvSpPr>
        <p:spPr>
          <a:xfrm>
            <a:off x="5165598" y="3414557"/>
            <a:ext cx="2743200" cy="813816"/>
          </a:xfrm>
          <a:prstGeom prst="roundRect">
            <a:avLst>
              <a:gd name="adj" fmla="val 11236"/>
            </a:avLst>
          </a:prstGeom>
          <a:solidFill>
            <a:srgbClr val="FFFFFF"/>
          </a:solidFill>
          <a:ln w="8890">
            <a:solidFill>
              <a:srgbClr val="D9E2EC"/>
            </a:solidFill>
            <a:prstDash val="solid"/>
          </a:ln>
        </p:spPr>
        <p:txBody>
          <a:bodyPr/>
          <a:lstStyle/>
          <a:p>
            <a:endParaRPr lang="fr-CA" noProof="0" dirty="0"/>
          </a:p>
        </p:txBody>
      </p:sp>
      <p:sp>
        <p:nvSpPr>
          <p:cNvPr id="26" name="Text 24"/>
          <p:cNvSpPr/>
          <p:nvPr>
            <p:custDataLst>
              <p:tags r:id="rId25"/>
            </p:custDataLst>
          </p:nvPr>
        </p:nvSpPr>
        <p:spPr>
          <a:xfrm>
            <a:off x="5293614" y="3524285"/>
            <a:ext cx="2517648" cy="676656"/>
          </a:xfrm>
          <a:prstGeom prst="rect">
            <a:avLst/>
          </a:prstGeom>
          <a:noFill/>
          <a:ln/>
        </p:spPr>
        <p:txBody>
          <a:bodyPr wrap="square" lIns="0" tIns="0" rIns="0" bIns="0" rtlCol="0" anchor="t">
            <a:normAutofit lnSpcReduction="10000"/>
          </a:bodyPr>
          <a:lstStyle/>
          <a:p>
            <a:r>
              <a:rPr lang="fr-CA" sz="1600" noProof="0" dirty="0">
                <a:solidFill>
                  <a:srgbClr val="486581"/>
                </a:solidFill>
                <a:latin typeface="Calibri" pitchFamily="34" charset="0"/>
                <a:ea typeface="Calibri" pitchFamily="34" charset="-122"/>
                <a:cs typeface="Calibri" pitchFamily="34" charset="-120"/>
              </a:rPr>
              <a:t>Des doublons sont possibles. Il faut mettre en </a:t>
            </a:r>
            <a:r>
              <a:rPr lang="fr-CA" sz="1600" dirty="0">
                <a:solidFill>
                  <a:srgbClr val="486581"/>
                </a:solidFill>
                <a:latin typeface="Calibri" pitchFamily="34" charset="0"/>
                <a:ea typeface="Calibri" pitchFamily="34" charset="-122"/>
                <a:cs typeface="Calibri" pitchFamily="34" charset="-120"/>
              </a:rPr>
              <a:t>place l'idempotence.</a:t>
            </a:r>
            <a:endParaRPr lang="fr-CA" sz="1600" noProof="0" dirty="0"/>
          </a:p>
        </p:txBody>
      </p:sp>
      <p:sp>
        <p:nvSpPr>
          <p:cNvPr id="27" name="Shape 25"/>
          <p:cNvSpPr/>
          <p:nvPr>
            <p:custDataLst>
              <p:tags r:id="rId26"/>
            </p:custDataLst>
          </p:nvPr>
        </p:nvSpPr>
        <p:spPr>
          <a:xfrm>
            <a:off x="530352" y="4292381"/>
            <a:ext cx="1798320" cy="813816"/>
          </a:xfrm>
          <a:prstGeom prst="roundRect">
            <a:avLst>
              <a:gd name="adj" fmla="val 11236"/>
            </a:avLst>
          </a:prstGeom>
          <a:solidFill>
            <a:srgbClr val="F5F8FC"/>
          </a:solidFill>
          <a:ln w="8890">
            <a:solidFill>
              <a:srgbClr val="D9E2EC"/>
            </a:solidFill>
            <a:prstDash val="solid"/>
          </a:ln>
        </p:spPr>
        <p:txBody>
          <a:bodyPr/>
          <a:lstStyle/>
          <a:p>
            <a:endParaRPr lang="fr-CA" noProof="0" dirty="0"/>
          </a:p>
        </p:txBody>
      </p:sp>
      <p:sp>
        <p:nvSpPr>
          <p:cNvPr id="28" name="Text 26"/>
          <p:cNvSpPr/>
          <p:nvPr>
            <p:custDataLst>
              <p:tags r:id="rId27"/>
            </p:custDataLst>
          </p:nvPr>
        </p:nvSpPr>
        <p:spPr>
          <a:xfrm>
            <a:off x="658368" y="4402109"/>
            <a:ext cx="2185416" cy="676656"/>
          </a:xfrm>
          <a:prstGeom prst="rect">
            <a:avLst/>
          </a:prstGeom>
          <a:noFill/>
          <a:ln/>
        </p:spPr>
        <p:txBody>
          <a:bodyPr wrap="square" lIns="0" tIns="0" rIns="0" bIns="0" rtlCol="0" anchor="t">
            <a:normAutofit/>
          </a:bodyPr>
          <a:lstStyle/>
          <a:p>
            <a:pPr marL="0" indent="0">
              <a:buNone/>
            </a:pPr>
            <a:r>
              <a:rPr lang="en-CA" sz="1600" b="1" noProof="0" dirty="0">
                <a:solidFill>
                  <a:srgbClr val="102A43"/>
                </a:solidFill>
                <a:latin typeface="Calibri" pitchFamily="34" charset="0"/>
                <a:ea typeface="Calibri" pitchFamily="34" charset="-122"/>
                <a:cs typeface="Calibri" pitchFamily="34" charset="-120"/>
              </a:rPr>
              <a:t>Exactly-once</a:t>
            </a:r>
            <a:endParaRPr lang="fr-CA" sz="1600" noProof="0" dirty="0"/>
          </a:p>
        </p:txBody>
      </p:sp>
      <p:sp>
        <p:nvSpPr>
          <p:cNvPr id="29" name="Shape 27"/>
          <p:cNvSpPr/>
          <p:nvPr>
            <p:custDataLst>
              <p:tags r:id="rId28"/>
            </p:custDataLst>
          </p:nvPr>
        </p:nvSpPr>
        <p:spPr>
          <a:xfrm>
            <a:off x="2422398" y="4294781"/>
            <a:ext cx="2649474" cy="813816"/>
          </a:xfrm>
          <a:prstGeom prst="roundRect">
            <a:avLst>
              <a:gd name="adj" fmla="val 11236"/>
            </a:avLst>
          </a:prstGeom>
          <a:solidFill>
            <a:srgbClr val="F5F8FC"/>
          </a:solidFill>
          <a:ln w="8890">
            <a:solidFill>
              <a:srgbClr val="D9E2EC"/>
            </a:solidFill>
            <a:prstDash val="solid"/>
          </a:ln>
        </p:spPr>
        <p:txBody>
          <a:bodyPr/>
          <a:lstStyle/>
          <a:p>
            <a:endParaRPr lang="fr-CA" noProof="0" dirty="0"/>
          </a:p>
        </p:txBody>
      </p:sp>
      <p:sp>
        <p:nvSpPr>
          <p:cNvPr id="30" name="Text 28"/>
          <p:cNvSpPr/>
          <p:nvPr>
            <p:custDataLst>
              <p:tags r:id="rId29"/>
            </p:custDataLst>
          </p:nvPr>
        </p:nvSpPr>
        <p:spPr>
          <a:xfrm>
            <a:off x="2550414" y="4404509"/>
            <a:ext cx="2521458" cy="676656"/>
          </a:xfrm>
          <a:prstGeom prst="rect">
            <a:avLst/>
          </a:prstGeom>
          <a:noFill/>
          <a:ln/>
        </p:spPr>
        <p:txBody>
          <a:bodyPr wrap="square" lIns="0" tIns="0" rIns="0" bIns="0" rtlCol="0" anchor="t">
            <a:normAutofit/>
          </a:bodyPr>
          <a:lstStyle/>
          <a:p>
            <a:pPr marL="0" indent="0">
              <a:buNone/>
            </a:pPr>
            <a:r>
              <a:rPr lang="fr-CA" sz="1600" noProof="0" dirty="0">
                <a:solidFill>
                  <a:srgbClr val="486581"/>
                </a:solidFill>
                <a:latin typeface="Calibri" pitchFamily="34" charset="0"/>
                <a:ea typeface="Calibri" pitchFamily="34" charset="-122"/>
                <a:cs typeface="Calibri" pitchFamily="34" charset="-120"/>
              </a:rPr>
              <a:t>Résultats Kafka </a:t>
            </a:r>
          </a:p>
          <a:p>
            <a:pPr marL="0" indent="0">
              <a:buNone/>
            </a:pPr>
            <a:r>
              <a:rPr lang="fr-CA" sz="1600" dirty="0">
                <a:solidFill>
                  <a:srgbClr val="486581"/>
                </a:solidFill>
                <a:latin typeface="Calibri" pitchFamily="34" charset="0"/>
                <a:ea typeface="Calibri" pitchFamily="34" charset="-122"/>
                <a:cs typeface="Calibri" pitchFamily="34" charset="-120"/>
              </a:rPr>
              <a:t>et </a:t>
            </a:r>
            <a:r>
              <a:rPr lang="fr-CA" sz="1600" noProof="0" dirty="0">
                <a:solidFill>
                  <a:srgbClr val="486581"/>
                </a:solidFill>
                <a:latin typeface="Calibri" pitchFamily="34" charset="0"/>
                <a:ea typeface="Calibri" pitchFamily="34" charset="-122"/>
                <a:cs typeface="Calibri" pitchFamily="34" charset="-120"/>
              </a:rPr>
              <a:t>offsets sources atomiques.</a:t>
            </a:r>
            <a:endParaRPr lang="fr-CA" sz="1600" noProof="0" dirty="0"/>
          </a:p>
        </p:txBody>
      </p:sp>
      <p:sp>
        <p:nvSpPr>
          <p:cNvPr id="31" name="Shape 29"/>
          <p:cNvSpPr/>
          <p:nvPr>
            <p:custDataLst>
              <p:tags r:id="rId30"/>
            </p:custDataLst>
          </p:nvPr>
        </p:nvSpPr>
        <p:spPr>
          <a:xfrm>
            <a:off x="5165598" y="4292381"/>
            <a:ext cx="2743200" cy="813816"/>
          </a:xfrm>
          <a:prstGeom prst="roundRect">
            <a:avLst>
              <a:gd name="adj" fmla="val 11236"/>
            </a:avLst>
          </a:prstGeom>
          <a:solidFill>
            <a:srgbClr val="F5F8FC"/>
          </a:solidFill>
          <a:ln w="8890">
            <a:solidFill>
              <a:srgbClr val="D9E2EC"/>
            </a:solidFill>
            <a:prstDash val="solid"/>
          </a:ln>
        </p:spPr>
        <p:txBody>
          <a:bodyPr/>
          <a:lstStyle/>
          <a:p>
            <a:endParaRPr lang="fr-CA" noProof="0" dirty="0"/>
          </a:p>
        </p:txBody>
      </p:sp>
      <p:sp>
        <p:nvSpPr>
          <p:cNvPr id="32" name="Text 30"/>
          <p:cNvSpPr/>
          <p:nvPr>
            <p:custDataLst>
              <p:tags r:id="rId31"/>
            </p:custDataLst>
          </p:nvPr>
        </p:nvSpPr>
        <p:spPr>
          <a:xfrm>
            <a:off x="5293614" y="4402109"/>
            <a:ext cx="2615184" cy="676656"/>
          </a:xfrm>
          <a:prstGeom prst="rect">
            <a:avLst/>
          </a:prstGeom>
          <a:noFill/>
          <a:ln/>
        </p:spPr>
        <p:txBody>
          <a:bodyPr wrap="square" lIns="0" tIns="0" rIns="0" bIns="0" rtlCol="0" anchor="t">
            <a:normAutofit/>
          </a:bodyPr>
          <a:lstStyle/>
          <a:p>
            <a:pPr marL="0" indent="0">
              <a:buNone/>
            </a:pPr>
            <a:r>
              <a:rPr lang="fr-CA" sz="1600" b="1" u="sng" noProof="0" dirty="0">
                <a:solidFill>
                  <a:srgbClr val="486581"/>
                </a:solidFill>
                <a:latin typeface="Calibri" pitchFamily="34" charset="0"/>
                <a:ea typeface="Calibri" pitchFamily="34" charset="-122"/>
                <a:cs typeface="Calibri" pitchFamily="34" charset="-120"/>
              </a:rPr>
              <a:t>Les effets externes ne sont pas inclus.</a:t>
            </a:r>
            <a:r>
              <a:rPr lang="fr-CA" sz="1600" u="sng" noProof="0" dirty="0">
                <a:solidFill>
                  <a:srgbClr val="486581"/>
                </a:solidFill>
                <a:latin typeface="Calibri" pitchFamily="34" charset="0"/>
                <a:ea typeface="Calibri" pitchFamily="34" charset="-122"/>
                <a:cs typeface="Calibri" pitchFamily="34" charset="-120"/>
              </a:rPr>
              <a:t> </a:t>
            </a:r>
            <a:r>
              <a:rPr lang="fr-CA" sz="1600" noProof="0" dirty="0">
                <a:solidFill>
                  <a:srgbClr val="486581"/>
                </a:solidFill>
                <a:latin typeface="Calibri" pitchFamily="34" charset="0"/>
                <a:ea typeface="Calibri" pitchFamily="34" charset="-122"/>
                <a:cs typeface="Calibri" pitchFamily="34" charset="-120"/>
              </a:rPr>
              <a:t>Att: checkpoint !</a:t>
            </a:r>
            <a:endParaRPr lang="fr-CA" sz="1600" noProof="0" dirty="0"/>
          </a:p>
        </p:txBody>
      </p:sp>
      <p:sp>
        <p:nvSpPr>
          <p:cNvPr id="33" name="Shape 31"/>
          <p:cNvSpPr/>
          <p:nvPr>
            <p:custDataLst>
              <p:tags r:id="rId32"/>
            </p:custDataLst>
          </p:nvPr>
        </p:nvSpPr>
        <p:spPr>
          <a:xfrm>
            <a:off x="530352" y="5715000"/>
            <a:ext cx="11128248" cy="448056"/>
          </a:xfrm>
          <a:prstGeom prst="roundRect">
            <a:avLst>
              <a:gd name="adj" fmla="val 20408"/>
            </a:avLst>
          </a:prstGeom>
          <a:solidFill>
            <a:srgbClr val="EFFAF8"/>
          </a:solidFill>
          <a:ln w="8890">
            <a:solidFill>
              <a:srgbClr val="EFFAF8"/>
            </a:solidFill>
            <a:prstDash val="solid"/>
          </a:ln>
        </p:spPr>
        <p:txBody>
          <a:bodyPr/>
          <a:lstStyle/>
          <a:p>
            <a:endParaRPr lang="fr-CA" noProof="0" dirty="0"/>
          </a:p>
        </p:txBody>
      </p:sp>
      <p:sp>
        <p:nvSpPr>
          <p:cNvPr id="34" name="Text 32"/>
          <p:cNvSpPr/>
          <p:nvPr>
            <p:custDataLst>
              <p:tags r:id="rId33"/>
            </p:custDataLst>
          </p:nvPr>
        </p:nvSpPr>
        <p:spPr>
          <a:xfrm>
            <a:off x="731520" y="5820156"/>
            <a:ext cx="10716768" cy="274320"/>
          </a:xfrm>
          <a:prstGeom prst="rect">
            <a:avLst/>
          </a:prstGeom>
          <a:noFill/>
          <a:ln/>
        </p:spPr>
        <p:txBody>
          <a:bodyPr wrap="square" lIns="0" tIns="0" rIns="0" bIns="0" rtlCol="0" anchor="t">
            <a:normAutofit/>
          </a:bodyPr>
          <a:lstStyle/>
          <a:p>
            <a:pPr marL="0" indent="0">
              <a:buNone/>
            </a:pPr>
            <a:r>
              <a:rPr lang="fr-CA" sz="1550" b="1" noProof="0" dirty="0">
                <a:solidFill>
                  <a:srgbClr val="0F766E"/>
                </a:solidFill>
                <a:latin typeface="Calibri" pitchFamily="34" charset="0"/>
                <a:ea typeface="Calibri" pitchFamily="34" charset="-122"/>
                <a:cs typeface="Calibri" pitchFamily="34" charset="-120"/>
              </a:rPr>
              <a:t>Choix du projet Sandbox : at-least-once + idempotence du traitement métier.</a:t>
            </a:r>
            <a:endParaRPr lang="fr-CA" sz="1550" noProof="0" dirty="0"/>
          </a:p>
        </p:txBody>
      </p:sp>
      <p:pic>
        <p:nvPicPr>
          <p:cNvPr id="38" name="Image 37">
            <a:extLst>
              <a:ext uri="{FF2B5EF4-FFF2-40B4-BE49-F238E27FC236}">
                <a16:creationId xmlns:a16="http://schemas.microsoft.com/office/drawing/2014/main" id="{21976340-6D38-170D-24FB-89D4FCC89074}"/>
              </a:ext>
            </a:extLst>
          </p:cNvPr>
          <p:cNvPicPr>
            <a:picLocks noChangeAspect="1"/>
          </p:cNvPicPr>
          <p:nvPr>
            <p:custDataLst>
              <p:tags r:id="rId34"/>
            </p:custDataLst>
          </p:nvPr>
        </p:nvPicPr>
        <p:blipFill>
          <a:blip r:embed="rId41"/>
          <a:stretch>
            <a:fillRect/>
          </a:stretch>
        </p:blipFill>
        <p:spPr>
          <a:xfrm>
            <a:off x="8008018" y="2006381"/>
            <a:ext cx="3525613" cy="2952406"/>
          </a:xfrm>
          <a:prstGeom prst="rect">
            <a:avLst/>
          </a:prstGeom>
        </p:spPr>
      </p:pic>
      <p:sp>
        <p:nvSpPr>
          <p:cNvPr id="40" name="Shape 18">
            <a:extLst>
              <a:ext uri="{FF2B5EF4-FFF2-40B4-BE49-F238E27FC236}">
                <a16:creationId xmlns:a16="http://schemas.microsoft.com/office/drawing/2014/main" id="{48EC1987-F3F7-2AFB-5C54-4A43CDB56059}"/>
              </a:ext>
            </a:extLst>
          </p:cNvPr>
          <p:cNvSpPr/>
          <p:nvPr>
            <p:custDataLst>
              <p:tags r:id="rId35"/>
            </p:custDataLst>
          </p:nvPr>
        </p:nvSpPr>
        <p:spPr>
          <a:xfrm flipH="1" flipV="1">
            <a:off x="8908536" y="4251960"/>
            <a:ext cx="1274827" cy="717117"/>
          </a:xfrm>
          <a:prstGeom prst="line">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fr-CA" dirty="0"/>
          </a:p>
        </p:txBody>
      </p:sp>
      <p:sp>
        <p:nvSpPr>
          <p:cNvPr id="42" name="Text 15">
            <a:extLst>
              <a:ext uri="{FF2B5EF4-FFF2-40B4-BE49-F238E27FC236}">
                <a16:creationId xmlns:a16="http://schemas.microsoft.com/office/drawing/2014/main" id="{66202AD1-ECF4-C0D6-05BE-CFCE224F42BF}"/>
              </a:ext>
            </a:extLst>
          </p:cNvPr>
          <p:cNvSpPr/>
          <p:nvPr>
            <p:custDataLst>
              <p:tags r:id="rId36"/>
            </p:custDataLst>
          </p:nvPr>
        </p:nvSpPr>
        <p:spPr>
          <a:xfrm>
            <a:off x="10264140" y="4916173"/>
            <a:ext cx="1274826" cy="380047"/>
          </a:xfrm>
          <a:prstGeom prst="rect">
            <a:avLst/>
          </a:prstGeom>
          <a:noFill/>
          <a:ln/>
        </p:spPr>
        <p:txBody>
          <a:bodyPr wrap="square" lIns="0" tIns="0" rIns="0" bIns="0" rtlCol="0" anchor="t">
            <a:normAutofit/>
          </a:bodyPr>
          <a:lstStyle/>
          <a:p>
            <a:pPr marL="0" indent="0">
              <a:buNone/>
            </a:pPr>
            <a:r>
              <a:rPr lang="fr-CA" sz="1720" noProof="0" dirty="0">
                <a:solidFill>
                  <a:srgbClr val="486581"/>
                </a:solidFill>
                <a:latin typeface="Calibri" pitchFamily="34" charset="0"/>
                <a:ea typeface="Calibri" pitchFamily="34" charset="-122"/>
                <a:cs typeface="Calibri" pitchFamily="34" charset="-120"/>
              </a:rPr>
              <a:t>At-least-one.</a:t>
            </a:r>
            <a:endParaRPr lang="fr-CA" sz="1720" noProof="0" dirty="0"/>
          </a:p>
        </p:txBody>
      </p:sp>
      <p:pic>
        <p:nvPicPr>
          <p:cNvPr id="36" name="Image 35">
            <a:extLst>
              <a:ext uri="{FF2B5EF4-FFF2-40B4-BE49-F238E27FC236}">
                <a16:creationId xmlns:a16="http://schemas.microsoft.com/office/drawing/2014/main" id="{62006F19-284E-D8FC-CC36-BECCE395A080}"/>
              </a:ext>
            </a:extLst>
          </p:cNvPr>
          <p:cNvPicPr>
            <a:picLocks noChangeAspect="1"/>
          </p:cNvPicPr>
          <p:nvPr>
            <p:custDataLst>
              <p:tags r:id="rId37"/>
            </p:custDataLst>
          </p:nvPr>
        </p:nvPicPr>
        <p:blipFill>
          <a:blip r:embed="rId42"/>
          <a:stretch>
            <a:fillRect/>
          </a:stretch>
        </p:blipFill>
        <p:spPr>
          <a:xfrm>
            <a:off x="618969" y="3753049"/>
            <a:ext cx="457332" cy="451874"/>
          </a:xfrm>
          <a:prstGeom prst="rect">
            <a:avLst/>
          </a:prstGeom>
        </p:spPr>
      </p:pic>
      <p:sp>
        <p:nvSpPr>
          <p:cNvPr id="37" name="Shape 18">
            <a:extLst>
              <a:ext uri="{FF2B5EF4-FFF2-40B4-BE49-F238E27FC236}">
                <a16:creationId xmlns:a16="http://schemas.microsoft.com/office/drawing/2014/main" id="{5CBD5119-7018-77E1-E86B-31F45E134A68}"/>
              </a:ext>
            </a:extLst>
          </p:cNvPr>
          <p:cNvSpPr/>
          <p:nvPr>
            <p:custDataLst>
              <p:tags r:id="rId38"/>
            </p:custDataLst>
          </p:nvPr>
        </p:nvSpPr>
        <p:spPr>
          <a:xfrm flipH="1" flipV="1">
            <a:off x="8908535" y="4847593"/>
            <a:ext cx="1274825" cy="216350"/>
          </a:xfrm>
          <a:prstGeom prst="line">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fr-CA" dirty="0"/>
          </a:p>
        </p:txBody>
      </p:sp>
      <p:pic>
        <p:nvPicPr>
          <p:cNvPr id="39" name="Image 38">
            <a:extLst>
              <a:ext uri="{FF2B5EF4-FFF2-40B4-BE49-F238E27FC236}">
                <a16:creationId xmlns:a16="http://schemas.microsoft.com/office/drawing/2014/main" id="{3FEAC137-9863-B236-C0F8-B085C7090745}"/>
              </a:ext>
            </a:extLst>
          </p:cNvPr>
          <p:cNvPicPr>
            <a:picLocks noChangeAspect="1"/>
          </p:cNvPicPr>
          <p:nvPr/>
        </p:nvPicPr>
        <p:blipFill>
          <a:blip r:embed="rId43"/>
          <a:stretch>
            <a:fillRect/>
          </a:stretch>
        </p:blipFill>
        <p:spPr>
          <a:xfrm>
            <a:off x="618969" y="4655507"/>
            <a:ext cx="512982" cy="41501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en-CA"/>
          </a:p>
        </p:txBody>
      </p:sp>
      <p:sp>
        <p:nvSpPr>
          <p:cNvPr id="3" name="Text 1"/>
          <p:cNvSpPr/>
          <p:nvPr>
            <p:custDataLst>
              <p:tags r:id="rId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en-US" sz="1100" b="1" kern="0" spc="50" dirty="0">
                <a:solidFill>
                  <a:srgbClr val="1F6FEB"/>
                </a:solidFill>
                <a:latin typeface="Calibri" pitchFamily="34" charset="0"/>
                <a:ea typeface="Calibri" pitchFamily="34" charset="-122"/>
                <a:cs typeface="Calibri" pitchFamily="34" charset="-120"/>
              </a:rPr>
              <a:t>03 / FIABILISER LES EFFETS</a:t>
            </a:r>
            <a:endParaRPr lang="en-US" sz="1100" dirty="0"/>
          </a:p>
        </p:txBody>
      </p:sp>
      <p:sp>
        <p:nvSpPr>
          <p:cNvPr id="4" name="Text 2"/>
          <p:cNvSpPr/>
          <p:nvPr>
            <p:custDataLst>
              <p:tags r:id="rId3"/>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en-US" sz="1000" b="1" dirty="0">
                <a:solidFill>
                  <a:srgbClr val="829AB1"/>
                </a:solidFill>
                <a:latin typeface="Calibri" pitchFamily="34" charset="0"/>
                <a:ea typeface="Calibri" pitchFamily="34" charset="-122"/>
                <a:cs typeface="Calibri" pitchFamily="34" charset="-120"/>
              </a:rPr>
              <a:t>PUBLICATION ET VISIBILITÉ KAFKA</a:t>
            </a:r>
            <a:endParaRPr lang="en-US" sz="1000" dirty="0"/>
          </a:p>
        </p:txBody>
      </p:sp>
      <p:sp>
        <p:nvSpPr>
          <p:cNvPr id="5" name="Text 3"/>
          <p:cNvSpPr/>
          <p:nvPr>
            <p:custDataLst>
              <p:tags r:id="rId4"/>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en-US" sz="2700" b="1" dirty="0">
                <a:solidFill>
                  <a:srgbClr val="102A43"/>
                </a:solidFill>
                <a:latin typeface="Calibri" pitchFamily="34" charset="0"/>
                <a:ea typeface="Calibri" pitchFamily="34" charset="-122"/>
                <a:cs typeface="Calibri" pitchFamily="34" charset="-120"/>
              </a:rPr>
              <a:t>Trois mécanismes différents travaillent ensemble</a:t>
            </a:r>
            <a:endParaRPr lang="en-US" sz="2700" dirty="0"/>
          </a:p>
        </p:txBody>
      </p:sp>
      <p:sp>
        <p:nvSpPr>
          <p:cNvPr id="6" name="Text 4"/>
          <p:cNvSpPr/>
          <p:nvPr>
            <p:custDataLst>
              <p:tags r:id="rId5"/>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en-US" sz="1650" dirty="0">
                <a:solidFill>
                  <a:srgbClr val="486581"/>
                </a:solidFill>
                <a:latin typeface="Calibri" pitchFamily="34" charset="0"/>
                <a:ea typeface="Calibri" pitchFamily="34" charset="-122"/>
                <a:cs typeface="Calibri" pitchFamily="34" charset="-120"/>
              </a:rPr>
              <a:t>Idempotence du producteur, transaction Kafka et isolation du consommateur ne répondent pas à la même question.</a:t>
            </a:r>
            <a:endParaRPr lang="en-US" sz="1650" dirty="0"/>
          </a:p>
        </p:txBody>
      </p:sp>
      <p:sp>
        <p:nvSpPr>
          <p:cNvPr id="7" name="Text 5"/>
          <p:cNvSpPr/>
          <p:nvPr>
            <p:custDataLst>
              <p:tags r:id="rId6"/>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en-US" sz="900" dirty="0">
                <a:solidFill>
                  <a:srgbClr val="486581"/>
                </a:solidFill>
                <a:latin typeface="Calibri" pitchFamily="34" charset="0"/>
                <a:ea typeface="Calibri" pitchFamily="34" charset="-122"/>
                <a:cs typeface="Calibri" pitchFamily="34" charset="-120"/>
              </a:rPr>
              <a:t>Guide d'ingénierie Kafka · Projet EDA</a:t>
            </a:r>
            <a:endParaRPr lang="en-US" sz="900" dirty="0"/>
          </a:p>
        </p:txBody>
      </p:sp>
      <p:sp>
        <p:nvSpPr>
          <p:cNvPr id="8" name="Text 6"/>
          <p:cNvSpPr/>
          <p:nvPr>
            <p:custDataLst>
              <p:tags r:id="rId7"/>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en-US" sz="900" dirty="0">
                <a:solidFill>
                  <a:srgbClr val="486581"/>
                </a:solidFill>
                <a:latin typeface="Calibri" pitchFamily="34" charset="0"/>
                <a:ea typeface="Calibri" pitchFamily="34" charset="-122"/>
                <a:cs typeface="Calibri" pitchFamily="34" charset="-120"/>
              </a:rPr>
              <a:t>17</a:t>
            </a:r>
            <a:endParaRPr lang="en-US" sz="900" dirty="0"/>
          </a:p>
        </p:txBody>
      </p:sp>
      <p:sp>
        <p:nvSpPr>
          <p:cNvPr id="9" name="Shape 7"/>
          <p:cNvSpPr/>
          <p:nvPr>
            <p:custDataLst>
              <p:tags r:id="rId8"/>
            </p:custDataLst>
          </p:nvPr>
        </p:nvSpPr>
        <p:spPr>
          <a:xfrm>
            <a:off x="530352" y="2010427"/>
            <a:ext cx="3520440" cy="3055349"/>
          </a:xfrm>
          <a:prstGeom prst="roundRect">
            <a:avLst>
              <a:gd name="adj" fmla="val 2849"/>
            </a:avLst>
          </a:prstGeom>
          <a:solidFill>
            <a:srgbClr val="EFF6FF"/>
          </a:solidFill>
          <a:ln w="8890">
            <a:solidFill>
              <a:srgbClr val="D9E2EC"/>
            </a:solidFill>
            <a:prstDash val="solid"/>
          </a:ln>
        </p:spPr>
        <p:txBody>
          <a:bodyPr/>
          <a:lstStyle/>
          <a:p>
            <a:endParaRPr lang="en-CA"/>
          </a:p>
        </p:txBody>
      </p:sp>
      <p:sp>
        <p:nvSpPr>
          <p:cNvPr id="10" name="Shape 8"/>
          <p:cNvSpPr/>
          <p:nvPr>
            <p:custDataLst>
              <p:tags r:id="rId9"/>
            </p:custDataLst>
          </p:nvPr>
        </p:nvSpPr>
        <p:spPr>
          <a:xfrm>
            <a:off x="758952" y="2266460"/>
            <a:ext cx="731520" cy="0"/>
          </a:xfrm>
          <a:prstGeom prst="line">
            <a:avLst/>
          </a:prstGeom>
          <a:noFill/>
          <a:ln w="29210">
            <a:solidFill>
              <a:srgbClr val="1F6FEB"/>
            </a:solidFill>
            <a:prstDash val="solid"/>
          </a:ln>
        </p:spPr>
        <p:txBody>
          <a:bodyPr/>
          <a:lstStyle/>
          <a:p>
            <a:endParaRPr lang="en-CA"/>
          </a:p>
        </p:txBody>
      </p:sp>
      <p:sp>
        <p:nvSpPr>
          <p:cNvPr id="11" name="Text 9"/>
          <p:cNvSpPr/>
          <p:nvPr>
            <p:custDataLst>
              <p:tags r:id="rId10"/>
            </p:custDataLst>
          </p:nvPr>
        </p:nvSpPr>
        <p:spPr>
          <a:xfrm>
            <a:off x="758952" y="2495060"/>
            <a:ext cx="3063240" cy="548640"/>
          </a:xfrm>
          <a:prstGeom prst="rect">
            <a:avLst/>
          </a:prstGeom>
          <a:noFill/>
          <a:ln/>
        </p:spPr>
        <p:txBody>
          <a:bodyPr wrap="square" lIns="0" tIns="0" rIns="0" bIns="0" rtlCol="0" anchor="t">
            <a:normAutofit/>
          </a:bodyPr>
          <a:lstStyle/>
          <a:p>
            <a:pPr marL="0" indent="0">
              <a:buNone/>
            </a:pPr>
            <a:r>
              <a:rPr lang="en-US" sz="2000" b="1" dirty="0">
                <a:solidFill>
                  <a:srgbClr val="102A43"/>
                </a:solidFill>
                <a:latin typeface="Calibri" pitchFamily="34" charset="0"/>
                <a:ea typeface="Calibri" pitchFamily="34" charset="-122"/>
                <a:cs typeface="Calibri" pitchFamily="34" charset="-120"/>
              </a:rPr>
              <a:t>Producteur idempotent</a:t>
            </a:r>
            <a:endParaRPr lang="en-US" sz="2000" dirty="0"/>
          </a:p>
        </p:txBody>
      </p:sp>
      <p:sp>
        <p:nvSpPr>
          <p:cNvPr id="12" name="Text 10"/>
          <p:cNvSpPr/>
          <p:nvPr>
            <p:custDataLst>
              <p:tags r:id="rId11"/>
            </p:custDataLst>
          </p:nvPr>
        </p:nvSpPr>
        <p:spPr>
          <a:xfrm>
            <a:off x="758952" y="3125996"/>
            <a:ext cx="3063240" cy="1939780"/>
          </a:xfrm>
          <a:prstGeom prst="rect">
            <a:avLst/>
          </a:prstGeom>
          <a:noFill/>
          <a:ln/>
        </p:spPr>
        <p:txBody>
          <a:bodyPr wrap="square" lIns="0" tIns="0" rIns="0" bIns="0" rtlCol="0" anchor="t">
            <a:normAutofit/>
          </a:bodyPr>
          <a:lstStyle/>
          <a:p>
            <a:pPr marL="0" indent="0">
              <a:buNone/>
            </a:pPr>
            <a:r>
              <a:rPr lang="en-US" sz="1750" dirty="0">
                <a:solidFill>
                  <a:srgbClr val="486581"/>
                </a:solidFill>
                <a:latin typeface="Calibri" pitchFamily="34" charset="0"/>
                <a:ea typeface="Calibri" pitchFamily="34" charset="-122"/>
                <a:cs typeface="Calibri" pitchFamily="34" charset="-120"/>
              </a:rPr>
              <a:t>Éviter les doublons dus aux nouvelles tentatives du producteur.</a:t>
            </a:r>
            <a:endParaRPr lang="en-US" sz="1750" dirty="0"/>
          </a:p>
          <a:p>
            <a:pPr marL="0" indent="0">
              <a:buNone/>
            </a:pPr>
            <a:endParaRPr lang="en-US" sz="1750" dirty="0"/>
          </a:p>
          <a:p>
            <a:pPr marL="0" indent="0">
              <a:buNone/>
            </a:pPr>
            <a:endParaRPr lang="en-US" sz="1750" b="1" dirty="0">
              <a:solidFill>
                <a:srgbClr val="C00000"/>
              </a:solidFill>
              <a:latin typeface="Calibri" pitchFamily="34" charset="0"/>
              <a:ea typeface="Calibri" pitchFamily="34" charset="-122"/>
              <a:cs typeface="Calibri" pitchFamily="34" charset="-120"/>
            </a:endParaRPr>
          </a:p>
          <a:p>
            <a:pPr marL="0" indent="0">
              <a:buNone/>
            </a:pPr>
            <a:endParaRPr lang="en-US" sz="1750" b="1" dirty="0">
              <a:solidFill>
                <a:srgbClr val="C00000"/>
              </a:solidFill>
              <a:latin typeface="Calibri" pitchFamily="34" charset="0"/>
              <a:ea typeface="Calibri" pitchFamily="34" charset="-122"/>
              <a:cs typeface="Calibri" pitchFamily="34" charset="-120"/>
            </a:endParaRPr>
          </a:p>
          <a:p>
            <a:pPr marL="0" indent="0">
              <a:buNone/>
            </a:pPr>
            <a:r>
              <a:rPr lang="en-US" sz="1750" b="1" noProof="1">
                <a:solidFill>
                  <a:srgbClr val="C00000"/>
                </a:solidFill>
                <a:latin typeface="Calibri" pitchFamily="34" charset="0"/>
                <a:ea typeface="Calibri" pitchFamily="34" charset="-122"/>
                <a:cs typeface="Calibri" pitchFamily="34" charset="-120"/>
              </a:rPr>
              <a:t>enable.idempotence=true</a:t>
            </a:r>
            <a:endParaRPr lang="en-US" sz="1750" b="1" noProof="1">
              <a:solidFill>
                <a:srgbClr val="C00000"/>
              </a:solidFill>
            </a:endParaRPr>
          </a:p>
        </p:txBody>
      </p:sp>
      <p:sp>
        <p:nvSpPr>
          <p:cNvPr id="13" name="Shape 11"/>
          <p:cNvSpPr/>
          <p:nvPr>
            <p:custDataLst>
              <p:tags r:id="rId12"/>
            </p:custDataLst>
          </p:nvPr>
        </p:nvSpPr>
        <p:spPr>
          <a:xfrm>
            <a:off x="4334256" y="2010428"/>
            <a:ext cx="3520440" cy="3055348"/>
          </a:xfrm>
          <a:prstGeom prst="roundRect">
            <a:avLst>
              <a:gd name="adj" fmla="val 2849"/>
            </a:avLst>
          </a:prstGeom>
          <a:solidFill>
            <a:srgbClr val="EFFAF8"/>
          </a:solidFill>
          <a:ln w="8890">
            <a:solidFill>
              <a:srgbClr val="D9E2EC"/>
            </a:solidFill>
            <a:prstDash val="solid"/>
          </a:ln>
        </p:spPr>
        <p:txBody>
          <a:bodyPr/>
          <a:lstStyle/>
          <a:p>
            <a:endParaRPr lang="en-CA"/>
          </a:p>
        </p:txBody>
      </p:sp>
      <p:sp>
        <p:nvSpPr>
          <p:cNvPr id="14" name="Shape 12"/>
          <p:cNvSpPr/>
          <p:nvPr>
            <p:custDataLst>
              <p:tags r:id="rId13"/>
            </p:custDataLst>
          </p:nvPr>
        </p:nvSpPr>
        <p:spPr>
          <a:xfrm>
            <a:off x="4562856" y="2266460"/>
            <a:ext cx="731520" cy="0"/>
          </a:xfrm>
          <a:prstGeom prst="line">
            <a:avLst/>
          </a:prstGeom>
          <a:noFill/>
          <a:ln w="29210">
            <a:solidFill>
              <a:srgbClr val="0F766E"/>
            </a:solidFill>
            <a:prstDash val="solid"/>
          </a:ln>
        </p:spPr>
        <p:txBody>
          <a:bodyPr/>
          <a:lstStyle/>
          <a:p>
            <a:endParaRPr lang="en-CA"/>
          </a:p>
        </p:txBody>
      </p:sp>
      <p:sp>
        <p:nvSpPr>
          <p:cNvPr id="15" name="Text 13"/>
          <p:cNvSpPr/>
          <p:nvPr>
            <p:custDataLst>
              <p:tags r:id="rId14"/>
            </p:custDataLst>
          </p:nvPr>
        </p:nvSpPr>
        <p:spPr>
          <a:xfrm>
            <a:off x="4562856" y="2495060"/>
            <a:ext cx="3063240" cy="548640"/>
          </a:xfrm>
          <a:prstGeom prst="rect">
            <a:avLst/>
          </a:prstGeom>
          <a:noFill/>
          <a:ln/>
        </p:spPr>
        <p:txBody>
          <a:bodyPr wrap="square" lIns="0" tIns="0" rIns="0" bIns="0" rtlCol="0" anchor="t">
            <a:normAutofit/>
          </a:bodyPr>
          <a:lstStyle/>
          <a:p>
            <a:pPr marL="0" indent="0">
              <a:buNone/>
            </a:pPr>
            <a:r>
              <a:rPr lang="en-US" sz="2000" b="1" dirty="0">
                <a:solidFill>
                  <a:srgbClr val="102A43"/>
                </a:solidFill>
                <a:latin typeface="Calibri" pitchFamily="34" charset="0"/>
                <a:ea typeface="Calibri" pitchFamily="34" charset="-122"/>
                <a:cs typeface="Calibri" pitchFamily="34" charset="-120"/>
              </a:rPr>
              <a:t>Transaction Kafka</a:t>
            </a:r>
            <a:endParaRPr lang="en-US" sz="2000" dirty="0"/>
          </a:p>
        </p:txBody>
      </p:sp>
      <p:sp>
        <p:nvSpPr>
          <p:cNvPr id="16" name="Text 14"/>
          <p:cNvSpPr/>
          <p:nvPr>
            <p:custDataLst>
              <p:tags r:id="rId15"/>
            </p:custDataLst>
          </p:nvPr>
        </p:nvSpPr>
        <p:spPr>
          <a:xfrm>
            <a:off x="4562856" y="3125996"/>
            <a:ext cx="3063240" cy="1939780"/>
          </a:xfrm>
          <a:prstGeom prst="rect">
            <a:avLst/>
          </a:prstGeom>
          <a:noFill/>
          <a:ln/>
        </p:spPr>
        <p:txBody>
          <a:bodyPr wrap="square" lIns="0" tIns="0" rIns="0" bIns="0" rtlCol="0" anchor="t">
            <a:normAutofit/>
          </a:bodyPr>
          <a:lstStyle/>
          <a:p>
            <a:pPr marL="0" indent="0">
              <a:buNone/>
            </a:pPr>
            <a:r>
              <a:rPr lang="en-US" sz="1750" dirty="0">
                <a:solidFill>
                  <a:srgbClr val="486581"/>
                </a:solidFill>
                <a:latin typeface="Calibri" pitchFamily="34" charset="0"/>
                <a:ea typeface="Calibri" pitchFamily="34" charset="-122"/>
                <a:cs typeface="Calibri" pitchFamily="34" charset="-120"/>
              </a:rPr>
              <a:t>Valider ou annuler un ensemble de publications dans Kafka.</a:t>
            </a:r>
            <a:endParaRPr lang="en-US" sz="1750" dirty="0"/>
          </a:p>
          <a:p>
            <a:pPr marL="0" indent="0">
              <a:buNone/>
            </a:pPr>
            <a:endParaRPr lang="en-US" sz="1750" dirty="0"/>
          </a:p>
          <a:p>
            <a:pPr marL="0" indent="0">
              <a:buNone/>
            </a:pPr>
            <a:endParaRPr lang="en-US" sz="1750" dirty="0">
              <a:solidFill>
                <a:srgbClr val="486581"/>
              </a:solidFill>
              <a:latin typeface="Calibri" pitchFamily="34" charset="0"/>
              <a:ea typeface="Calibri" pitchFamily="34" charset="-122"/>
              <a:cs typeface="Calibri" pitchFamily="34" charset="-120"/>
            </a:endParaRPr>
          </a:p>
          <a:p>
            <a:pPr marL="0" indent="0">
              <a:buNone/>
            </a:pPr>
            <a:endParaRPr lang="en-US" sz="1750" b="1" dirty="0">
              <a:solidFill>
                <a:srgbClr val="C00000"/>
              </a:solidFill>
              <a:latin typeface="Calibri" pitchFamily="34" charset="0"/>
              <a:ea typeface="Calibri" pitchFamily="34" charset="-122"/>
              <a:cs typeface="Calibri" pitchFamily="34" charset="-120"/>
            </a:endParaRPr>
          </a:p>
          <a:p>
            <a:pPr marL="0" indent="0">
              <a:buNone/>
            </a:pPr>
            <a:endParaRPr lang="en-US" sz="1750" b="1" dirty="0">
              <a:solidFill>
                <a:srgbClr val="C00000"/>
              </a:solidFill>
              <a:latin typeface="Calibri" pitchFamily="34" charset="0"/>
              <a:ea typeface="Calibri" pitchFamily="34" charset="-122"/>
              <a:cs typeface="Calibri" pitchFamily="34" charset="-120"/>
            </a:endParaRPr>
          </a:p>
          <a:p>
            <a:pPr marL="0" indent="0">
              <a:buNone/>
            </a:pPr>
            <a:r>
              <a:rPr lang="en-US" sz="1750" b="1" dirty="0">
                <a:solidFill>
                  <a:srgbClr val="C00000"/>
                </a:solidFill>
                <a:latin typeface="Calibri" pitchFamily="34" charset="0"/>
                <a:ea typeface="Calibri" pitchFamily="34" charset="-122"/>
                <a:cs typeface="Calibri" pitchFamily="34" charset="-120"/>
              </a:rPr>
              <a:t>commit / abort</a:t>
            </a:r>
            <a:endParaRPr lang="en-US" sz="1750" b="1" dirty="0">
              <a:solidFill>
                <a:srgbClr val="C00000"/>
              </a:solidFill>
            </a:endParaRPr>
          </a:p>
        </p:txBody>
      </p:sp>
      <p:sp>
        <p:nvSpPr>
          <p:cNvPr id="17" name="Shape 15"/>
          <p:cNvSpPr/>
          <p:nvPr>
            <p:custDataLst>
              <p:tags r:id="rId16"/>
            </p:custDataLst>
          </p:nvPr>
        </p:nvSpPr>
        <p:spPr>
          <a:xfrm>
            <a:off x="8138160" y="2010428"/>
            <a:ext cx="3520440" cy="3055348"/>
          </a:xfrm>
          <a:prstGeom prst="roundRect">
            <a:avLst>
              <a:gd name="adj" fmla="val 2849"/>
            </a:avLst>
          </a:prstGeom>
          <a:solidFill>
            <a:srgbClr val="FFF7ED"/>
          </a:solidFill>
          <a:ln w="8890">
            <a:solidFill>
              <a:srgbClr val="D9E2EC"/>
            </a:solidFill>
            <a:prstDash val="solid"/>
          </a:ln>
        </p:spPr>
        <p:txBody>
          <a:bodyPr/>
          <a:lstStyle/>
          <a:p>
            <a:endParaRPr lang="en-CA"/>
          </a:p>
        </p:txBody>
      </p:sp>
      <p:sp>
        <p:nvSpPr>
          <p:cNvPr id="18" name="Shape 16"/>
          <p:cNvSpPr/>
          <p:nvPr>
            <p:custDataLst>
              <p:tags r:id="rId17"/>
            </p:custDataLst>
          </p:nvPr>
        </p:nvSpPr>
        <p:spPr>
          <a:xfrm>
            <a:off x="8366760" y="2266460"/>
            <a:ext cx="731520" cy="0"/>
          </a:xfrm>
          <a:prstGeom prst="line">
            <a:avLst/>
          </a:prstGeom>
          <a:noFill/>
          <a:ln w="29210">
            <a:solidFill>
              <a:srgbClr val="B45309"/>
            </a:solidFill>
            <a:prstDash val="solid"/>
          </a:ln>
        </p:spPr>
        <p:txBody>
          <a:bodyPr/>
          <a:lstStyle/>
          <a:p>
            <a:endParaRPr lang="en-CA"/>
          </a:p>
        </p:txBody>
      </p:sp>
      <p:sp>
        <p:nvSpPr>
          <p:cNvPr id="19" name="Text 17"/>
          <p:cNvSpPr/>
          <p:nvPr>
            <p:custDataLst>
              <p:tags r:id="rId18"/>
            </p:custDataLst>
          </p:nvPr>
        </p:nvSpPr>
        <p:spPr>
          <a:xfrm>
            <a:off x="8366760" y="2495060"/>
            <a:ext cx="3063240" cy="548640"/>
          </a:xfrm>
          <a:prstGeom prst="rect">
            <a:avLst/>
          </a:prstGeom>
          <a:noFill/>
          <a:ln/>
        </p:spPr>
        <p:txBody>
          <a:bodyPr wrap="square" lIns="0" tIns="0" rIns="0" bIns="0" rtlCol="0" anchor="t">
            <a:normAutofit/>
          </a:bodyPr>
          <a:lstStyle/>
          <a:p>
            <a:pPr marL="0" indent="0">
              <a:buNone/>
            </a:pPr>
            <a:r>
              <a:rPr lang="en-US" sz="2000" b="1" dirty="0">
                <a:solidFill>
                  <a:srgbClr val="102A43"/>
                </a:solidFill>
                <a:latin typeface="Calibri" pitchFamily="34" charset="0"/>
                <a:ea typeface="Calibri" pitchFamily="34" charset="-122"/>
                <a:cs typeface="Calibri" pitchFamily="34" charset="-120"/>
              </a:rPr>
              <a:t>Consommateur isolé</a:t>
            </a:r>
            <a:endParaRPr lang="en-US" sz="2000" dirty="0"/>
          </a:p>
        </p:txBody>
      </p:sp>
      <p:sp>
        <p:nvSpPr>
          <p:cNvPr id="20" name="Text 18"/>
          <p:cNvSpPr/>
          <p:nvPr>
            <p:custDataLst>
              <p:tags r:id="rId19"/>
            </p:custDataLst>
          </p:nvPr>
        </p:nvSpPr>
        <p:spPr>
          <a:xfrm>
            <a:off x="8366760" y="3125996"/>
            <a:ext cx="3063240" cy="1939780"/>
          </a:xfrm>
          <a:prstGeom prst="rect">
            <a:avLst/>
          </a:prstGeom>
          <a:noFill/>
          <a:ln/>
        </p:spPr>
        <p:txBody>
          <a:bodyPr wrap="square" lIns="0" tIns="0" rIns="0" bIns="0" rtlCol="0" anchor="t">
            <a:normAutofit/>
          </a:bodyPr>
          <a:lstStyle/>
          <a:p>
            <a:pPr marL="0" indent="0">
              <a:buNone/>
            </a:pPr>
            <a:r>
              <a:rPr lang="en-US" sz="1750" dirty="0">
                <a:solidFill>
                  <a:srgbClr val="486581"/>
                </a:solidFill>
                <a:latin typeface="Calibri" pitchFamily="34" charset="0"/>
                <a:ea typeface="Calibri" pitchFamily="34" charset="-122"/>
                <a:cs typeface="Calibri" pitchFamily="34" charset="-120"/>
              </a:rPr>
              <a:t>Messages transactionnels : lire seulement après validation.</a:t>
            </a:r>
            <a:endParaRPr lang="en-US" sz="1750" dirty="0"/>
          </a:p>
          <a:p>
            <a:pPr marL="0" indent="0">
              <a:buNone/>
            </a:pPr>
            <a:endParaRPr lang="en-US" sz="1750" dirty="0"/>
          </a:p>
          <a:p>
            <a:pPr marL="0" indent="0">
              <a:buNone/>
            </a:pPr>
            <a:endParaRPr lang="en-US" sz="1750" dirty="0">
              <a:solidFill>
                <a:srgbClr val="486581"/>
              </a:solidFill>
              <a:latin typeface="Calibri" pitchFamily="34" charset="0"/>
              <a:ea typeface="Calibri" pitchFamily="34" charset="-122"/>
              <a:cs typeface="Calibri" pitchFamily="34" charset="-120"/>
            </a:endParaRPr>
          </a:p>
          <a:p>
            <a:pPr marL="0" indent="0">
              <a:buNone/>
            </a:pPr>
            <a:endParaRPr lang="en-US" sz="1750" b="1" noProof="1">
              <a:solidFill>
                <a:srgbClr val="C00000"/>
              </a:solidFill>
              <a:latin typeface="Calibri" pitchFamily="34" charset="0"/>
              <a:ea typeface="Calibri" pitchFamily="34" charset="-122"/>
              <a:cs typeface="Calibri" pitchFamily="34" charset="-120"/>
            </a:endParaRPr>
          </a:p>
          <a:p>
            <a:pPr marL="0" indent="0">
              <a:buNone/>
            </a:pPr>
            <a:r>
              <a:rPr lang="en-US" sz="1750" b="1" noProof="1">
                <a:solidFill>
                  <a:srgbClr val="C00000"/>
                </a:solidFill>
                <a:latin typeface="Calibri" pitchFamily="34" charset="0"/>
                <a:ea typeface="Calibri" pitchFamily="34" charset="-122"/>
                <a:cs typeface="Calibri" pitchFamily="34" charset="-120"/>
              </a:rPr>
              <a:t>isolation.level</a:t>
            </a:r>
            <a:r>
              <a:rPr lang="en-US" sz="1750" b="1" dirty="0">
                <a:solidFill>
                  <a:srgbClr val="C00000"/>
                </a:solidFill>
                <a:latin typeface="Calibri" pitchFamily="34" charset="0"/>
                <a:ea typeface="Calibri" pitchFamily="34" charset="-122"/>
                <a:cs typeface="Calibri" pitchFamily="34" charset="-120"/>
              </a:rPr>
              <a:t>=</a:t>
            </a:r>
            <a:endParaRPr lang="en-US" sz="1750" b="1" dirty="0">
              <a:solidFill>
                <a:srgbClr val="C00000"/>
              </a:solidFill>
            </a:endParaRPr>
          </a:p>
          <a:p>
            <a:pPr marL="0" indent="0">
              <a:buNone/>
            </a:pPr>
            <a:r>
              <a:rPr lang="en-US" sz="1750" b="1" dirty="0">
                <a:solidFill>
                  <a:srgbClr val="C00000"/>
                </a:solidFill>
                <a:latin typeface="Calibri" pitchFamily="34" charset="0"/>
                <a:ea typeface="Calibri" pitchFamily="34" charset="-122"/>
                <a:cs typeface="Calibri" pitchFamily="34" charset="-120"/>
              </a:rPr>
              <a:t>read_committed</a:t>
            </a:r>
            <a:endParaRPr lang="en-US" sz="1750" b="1" dirty="0">
              <a:solidFill>
                <a:srgbClr val="C00000"/>
              </a:solidFill>
            </a:endParaRPr>
          </a:p>
        </p:txBody>
      </p:sp>
      <p:sp>
        <p:nvSpPr>
          <p:cNvPr id="21" name="Shape 19"/>
          <p:cNvSpPr/>
          <p:nvPr>
            <p:custDataLst>
              <p:tags r:id="rId20"/>
            </p:custDataLst>
          </p:nvPr>
        </p:nvSpPr>
        <p:spPr>
          <a:xfrm>
            <a:off x="530352" y="5715000"/>
            <a:ext cx="11128248" cy="448056"/>
          </a:xfrm>
          <a:prstGeom prst="roundRect">
            <a:avLst>
              <a:gd name="adj" fmla="val 20408"/>
            </a:avLst>
          </a:prstGeom>
          <a:solidFill>
            <a:srgbClr val="EFF6FF"/>
          </a:solidFill>
          <a:ln w="8890">
            <a:solidFill>
              <a:srgbClr val="EFF6FF"/>
            </a:solidFill>
            <a:prstDash val="solid"/>
          </a:ln>
        </p:spPr>
        <p:txBody>
          <a:bodyPr/>
          <a:lstStyle/>
          <a:p>
            <a:endParaRPr lang="en-CA"/>
          </a:p>
        </p:txBody>
      </p:sp>
      <p:sp>
        <p:nvSpPr>
          <p:cNvPr id="22" name="Text 20"/>
          <p:cNvSpPr/>
          <p:nvPr>
            <p:custDataLst>
              <p:tags r:id="rId21"/>
            </p:custDataLst>
          </p:nvPr>
        </p:nvSpPr>
        <p:spPr>
          <a:xfrm>
            <a:off x="731520" y="5820156"/>
            <a:ext cx="10716768" cy="274320"/>
          </a:xfrm>
          <a:prstGeom prst="rect">
            <a:avLst/>
          </a:prstGeom>
          <a:noFill/>
          <a:ln/>
        </p:spPr>
        <p:txBody>
          <a:bodyPr wrap="square" lIns="0" tIns="0" rIns="0" bIns="0" rtlCol="0" anchor="t">
            <a:normAutofit/>
          </a:bodyPr>
          <a:lstStyle/>
          <a:p>
            <a:pPr marL="0" indent="0">
              <a:buNone/>
            </a:pPr>
            <a:r>
              <a:rPr lang="en-US" sz="1550" b="1" dirty="0">
                <a:solidFill>
                  <a:srgbClr val="102A43"/>
                </a:solidFill>
                <a:latin typeface="Calibri" pitchFamily="34" charset="0"/>
                <a:ea typeface="Calibri" pitchFamily="34" charset="-122"/>
                <a:cs typeface="Calibri" pitchFamily="34" charset="-120"/>
              </a:rPr>
              <a:t>Ces mécanismes Kafka ne remplacent pas l'atomicité ni l'idempotence de l'effet SQL.</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fr-CA" noProof="0" dirty="0"/>
          </a:p>
        </p:txBody>
      </p:sp>
      <p:sp>
        <p:nvSpPr>
          <p:cNvPr id="3" name="Text 1"/>
          <p:cNvSpPr/>
          <p:nvPr>
            <p:custDataLst>
              <p:tags r:id="rId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fr-CA" sz="1100" b="1" kern="0" spc="50" noProof="0" dirty="0">
                <a:solidFill>
                  <a:srgbClr val="1F6FEB"/>
                </a:solidFill>
                <a:latin typeface="Calibri" pitchFamily="34" charset="0"/>
                <a:ea typeface="Calibri" pitchFamily="34" charset="-122"/>
                <a:cs typeface="Calibri" pitchFamily="34" charset="-120"/>
              </a:rPr>
              <a:t>03 / FIABILISER LES EFFETS</a:t>
            </a:r>
            <a:endParaRPr lang="fr-CA" sz="1100" noProof="0" dirty="0"/>
          </a:p>
        </p:txBody>
      </p:sp>
      <p:sp>
        <p:nvSpPr>
          <p:cNvPr id="4" name="Text 2"/>
          <p:cNvSpPr/>
          <p:nvPr>
            <p:custDataLst>
              <p:tags r:id="rId3"/>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fr-CA" sz="1000" b="1" noProof="0" dirty="0">
                <a:solidFill>
                  <a:srgbClr val="829AB1"/>
                </a:solidFill>
                <a:latin typeface="Calibri" pitchFamily="34" charset="0"/>
                <a:ea typeface="Calibri" pitchFamily="34" charset="-122"/>
                <a:cs typeface="Calibri" pitchFamily="34" charset="-120"/>
              </a:rPr>
              <a:t>COMMIT SQL ET OFFSET</a:t>
            </a:r>
            <a:endParaRPr lang="fr-CA" sz="1000" noProof="0" dirty="0"/>
          </a:p>
        </p:txBody>
      </p:sp>
      <p:sp>
        <p:nvSpPr>
          <p:cNvPr id="5" name="Text 3"/>
          <p:cNvSpPr/>
          <p:nvPr>
            <p:custDataLst>
              <p:tags r:id="rId4"/>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fr-CA" sz="2700" b="1" noProof="0" dirty="0">
                <a:solidFill>
                  <a:srgbClr val="102A43"/>
                </a:solidFill>
                <a:latin typeface="Calibri" pitchFamily="34" charset="0"/>
                <a:ea typeface="Calibri" pitchFamily="34" charset="-122"/>
                <a:cs typeface="Calibri" pitchFamily="34" charset="-120"/>
              </a:rPr>
              <a:t>Le commit métier doit précéder l'acquittement</a:t>
            </a:r>
            <a:endParaRPr lang="fr-CA" sz="2700" noProof="0" dirty="0"/>
          </a:p>
        </p:txBody>
      </p:sp>
      <p:sp>
        <p:nvSpPr>
          <p:cNvPr id="6" name="Text 4"/>
          <p:cNvSpPr/>
          <p:nvPr>
            <p:custDataLst>
              <p:tags r:id="rId5"/>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fr-CA" sz="1650" noProof="0" dirty="0">
                <a:solidFill>
                  <a:srgbClr val="486581"/>
                </a:solidFill>
                <a:latin typeface="Calibri" pitchFamily="34" charset="0"/>
                <a:ea typeface="Calibri" pitchFamily="34" charset="-122"/>
                <a:cs typeface="Calibri" pitchFamily="34" charset="-120"/>
              </a:rPr>
              <a:t>Une panne entre les deux validations provoque une relivraison : c'est précisément le rôle de l'idempotence.</a:t>
            </a:r>
            <a:endParaRPr lang="fr-CA" sz="1650" noProof="0" dirty="0"/>
          </a:p>
        </p:txBody>
      </p:sp>
      <p:sp>
        <p:nvSpPr>
          <p:cNvPr id="7" name="Text 5"/>
          <p:cNvSpPr/>
          <p:nvPr>
            <p:custDataLst>
              <p:tags r:id="rId6"/>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fr-CA" sz="900" noProof="0" dirty="0">
                <a:solidFill>
                  <a:srgbClr val="486581"/>
                </a:solidFill>
                <a:latin typeface="Calibri" pitchFamily="34" charset="0"/>
                <a:ea typeface="Calibri" pitchFamily="34" charset="-122"/>
                <a:cs typeface="Calibri" pitchFamily="34" charset="-120"/>
              </a:rPr>
              <a:t>Guide d'ingénierie Kafka · Projet EDA</a:t>
            </a:r>
            <a:endParaRPr lang="fr-CA" sz="900" noProof="0" dirty="0"/>
          </a:p>
        </p:txBody>
      </p:sp>
      <p:sp>
        <p:nvSpPr>
          <p:cNvPr id="8" name="Text 6"/>
          <p:cNvSpPr/>
          <p:nvPr>
            <p:custDataLst>
              <p:tags r:id="rId7"/>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fr-CA" sz="900" noProof="0" dirty="0">
                <a:solidFill>
                  <a:srgbClr val="486581"/>
                </a:solidFill>
                <a:latin typeface="Calibri" pitchFamily="34" charset="0"/>
                <a:ea typeface="Calibri" pitchFamily="34" charset="-122"/>
                <a:cs typeface="Calibri" pitchFamily="34" charset="-120"/>
              </a:rPr>
              <a:t>18</a:t>
            </a:r>
            <a:endParaRPr lang="fr-CA" sz="900" noProof="0" dirty="0"/>
          </a:p>
        </p:txBody>
      </p:sp>
      <p:sp>
        <p:nvSpPr>
          <p:cNvPr id="9" name="Shape 7"/>
          <p:cNvSpPr/>
          <p:nvPr>
            <p:custDataLst>
              <p:tags r:id="rId8"/>
            </p:custDataLst>
          </p:nvPr>
        </p:nvSpPr>
        <p:spPr>
          <a:xfrm>
            <a:off x="643128" y="2007613"/>
            <a:ext cx="2560320" cy="1554480"/>
          </a:xfrm>
          <a:prstGeom prst="roundRect">
            <a:avLst>
              <a:gd name="adj" fmla="val 5882"/>
            </a:avLst>
          </a:prstGeom>
          <a:solidFill>
            <a:srgbClr val="EFF6FF"/>
          </a:solidFill>
          <a:ln w="8890">
            <a:solidFill>
              <a:srgbClr val="1F6FEB"/>
            </a:solidFill>
            <a:prstDash val="solid"/>
          </a:ln>
        </p:spPr>
        <p:txBody>
          <a:bodyPr/>
          <a:lstStyle/>
          <a:p>
            <a:endParaRPr lang="fr-CA" noProof="0" dirty="0"/>
          </a:p>
        </p:txBody>
      </p:sp>
      <p:sp>
        <p:nvSpPr>
          <p:cNvPr id="10" name="Text 8"/>
          <p:cNvSpPr/>
          <p:nvPr>
            <p:custDataLst>
              <p:tags r:id="rId9"/>
            </p:custDataLst>
          </p:nvPr>
        </p:nvSpPr>
        <p:spPr>
          <a:xfrm>
            <a:off x="789432" y="2216732"/>
            <a:ext cx="2267712" cy="475488"/>
          </a:xfrm>
          <a:prstGeom prst="rect">
            <a:avLst/>
          </a:prstGeom>
          <a:noFill/>
          <a:ln/>
        </p:spPr>
        <p:txBody>
          <a:bodyPr wrap="square" lIns="0" tIns="0" rIns="0" bIns="0" rtlCol="0" anchor="t">
            <a:normAutofit/>
          </a:bodyPr>
          <a:lstStyle/>
          <a:p>
            <a:pPr marL="0" indent="0" algn="ctr">
              <a:buNone/>
            </a:pPr>
            <a:r>
              <a:rPr lang="fr-CA" sz="1850" b="1" noProof="0" dirty="0">
                <a:solidFill>
                  <a:srgbClr val="1F6FEB"/>
                </a:solidFill>
                <a:latin typeface="Calibri" pitchFamily="34" charset="0"/>
                <a:ea typeface="Calibri" pitchFamily="34" charset="-122"/>
                <a:cs typeface="Calibri" pitchFamily="34" charset="-120"/>
              </a:rPr>
              <a:t>Lire le message</a:t>
            </a:r>
            <a:endParaRPr lang="fr-CA" sz="1850" noProof="0" dirty="0"/>
          </a:p>
        </p:txBody>
      </p:sp>
      <p:sp>
        <p:nvSpPr>
          <p:cNvPr id="11" name="Text 9"/>
          <p:cNvSpPr/>
          <p:nvPr>
            <p:custDataLst>
              <p:tags r:id="rId10"/>
            </p:custDataLst>
          </p:nvPr>
        </p:nvSpPr>
        <p:spPr>
          <a:xfrm>
            <a:off x="807720" y="2783660"/>
            <a:ext cx="2231136" cy="649224"/>
          </a:xfrm>
          <a:prstGeom prst="rect">
            <a:avLst/>
          </a:prstGeom>
          <a:noFill/>
          <a:ln/>
        </p:spPr>
        <p:txBody>
          <a:bodyPr wrap="square" lIns="0" tIns="0" rIns="0" bIns="0" rtlCol="0" anchor="t">
            <a:normAutofit/>
          </a:bodyPr>
          <a:lstStyle/>
          <a:p>
            <a:pPr marL="0" indent="0" algn="ctr">
              <a:buNone/>
            </a:pPr>
            <a:r>
              <a:rPr lang="fr-CA" noProof="0" dirty="0">
                <a:solidFill>
                  <a:srgbClr val="486581"/>
                </a:solidFill>
                <a:latin typeface="Calibri" pitchFamily="34" charset="0"/>
                <a:ea typeface="Calibri" pitchFamily="34" charset="-122"/>
                <a:cs typeface="Calibri" pitchFamily="34" charset="-120"/>
              </a:rPr>
              <a:t>Kafka</a:t>
            </a:r>
            <a:endParaRPr lang="fr-CA" noProof="0" dirty="0"/>
          </a:p>
        </p:txBody>
      </p:sp>
      <p:sp>
        <p:nvSpPr>
          <p:cNvPr id="12" name="Shape 10"/>
          <p:cNvSpPr/>
          <p:nvPr>
            <p:custDataLst>
              <p:tags r:id="rId11"/>
            </p:custDataLst>
          </p:nvPr>
        </p:nvSpPr>
        <p:spPr>
          <a:xfrm>
            <a:off x="3203448" y="2765372"/>
            <a:ext cx="210312" cy="0"/>
          </a:xfrm>
          <a:prstGeom prst="line">
            <a:avLst/>
          </a:prstGeom>
          <a:noFill/>
          <a:ln w="28575">
            <a:solidFill>
              <a:srgbClr val="1F6FEB"/>
            </a:solidFill>
            <a:prstDash val="solid"/>
            <a:headEnd type="none"/>
            <a:tailEnd type="triangle"/>
          </a:ln>
        </p:spPr>
        <p:txBody>
          <a:bodyPr/>
          <a:lstStyle/>
          <a:p>
            <a:endParaRPr lang="fr-CA" noProof="0" dirty="0"/>
          </a:p>
        </p:txBody>
      </p:sp>
      <p:sp>
        <p:nvSpPr>
          <p:cNvPr id="13" name="Shape 11"/>
          <p:cNvSpPr/>
          <p:nvPr>
            <p:custDataLst>
              <p:tags r:id="rId12"/>
            </p:custDataLst>
          </p:nvPr>
        </p:nvSpPr>
        <p:spPr>
          <a:xfrm>
            <a:off x="3413760" y="2007613"/>
            <a:ext cx="2560320" cy="1554480"/>
          </a:xfrm>
          <a:prstGeom prst="roundRect">
            <a:avLst>
              <a:gd name="adj" fmla="val 5882"/>
            </a:avLst>
          </a:prstGeom>
          <a:solidFill>
            <a:srgbClr val="EFFAF8"/>
          </a:solidFill>
          <a:ln w="8890">
            <a:solidFill>
              <a:srgbClr val="0F766E"/>
            </a:solidFill>
            <a:prstDash val="solid"/>
          </a:ln>
        </p:spPr>
        <p:txBody>
          <a:bodyPr/>
          <a:lstStyle/>
          <a:p>
            <a:endParaRPr lang="fr-CA" noProof="0" dirty="0"/>
          </a:p>
        </p:txBody>
      </p:sp>
      <p:sp>
        <p:nvSpPr>
          <p:cNvPr id="14" name="Text 12"/>
          <p:cNvSpPr/>
          <p:nvPr>
            <p:custDataLst>
              <p:tags r:id="rId13"/>
            </p:custDataLst>
          </p:nvPr>
        </p:nvSpPr>
        <p:spPr>
          <a:xfrm>
            <a:off x="3560064" y="2216732"/>
            <a:ext cx="2267712" cy="475488"/>
          </a:xfrm>
          <a:prstGeom prst="rect">
            <a:avLst/>
          </a:prstGeom>
          <a:noFill/>
          <a:ln/>
        </p:spPr>
        <p:txBody>
          <a:bodyPr wrap="square" lIns="0" tIns="0" rIns="0" bIns="0" rtlCol="0" anchor="t">
            <a:normAutofit/>
          </a:bodyPr>
          <a:lstStyle/>
          <a:p>
            <a:pPr marL="0" indent="0" algn="ctr">
              <a:buNone/>
            </a:pPr>
            <a:r>
              <a:rPr lang="fr-CA" sz="1850" b="1" noProof="0" dirty="0">
                <a:solidFill>
                  <a:srgbClr val="0F766E"/>
                </a:solidFill>
                <a:latin typeface="Calibri" pitchFamily="34" charset="0"/>
                <a:ea typeface="Calibri" pitchFamily="34" charset="-122"/>
                <a:cs typeface="Calibri" pitchFamily="34" charset="-120"/>
              </a:rPr>
              <a:t>Traiter + commit</a:t>
            </a:r>
            <a:endParaRPr lang="fr-CA" sz="1850" noProof="0" dirty="0"/>
          </a:p>
        </p:txBody>
      </p:sp>
      <p:sp>
        <p:nvSpPr>
          <p:cNvPr id="15" name="Text 13"/>
          <p:cNvSpPr/>
          <p:nvPr>
            <p:custDataLst>
              <p:tags r:id="rId14"/>
            </p:custDataLst>
          </p:nvPr>
        </p:nvSpPr>
        <p:spPr>
          <a:xfrm>
            <a:off x="3578352" y="2783660"/>
            <a:ext cx="2231136" cy="649224"/>
          </a:xfrm>
          <a:prstGeom prst="rect">
            <a:avLst/>
          </a:prstGeom>
          <a:noFill/>
          <a:ln/>
        </p:spPr>
        <p:txBody>
          <a:bodyPr wrap="square" lIns="0" tIns="0" rIns="0" bIns="0" rtlCol="0" anchor="t">
            <a:normAutofit/>
          </a:bodyPr>
          <a:lstStyle/>
          <a:p>
            <a:pPr marL="0" indent="0" algn="ctr">
              <a:buNone/>
            </a:pPr>
            <a:r>
              <a:rPr lang="fr-CA" noProof="0" dirty="0">
                <a:solidFill>
                  <a:srgbClr val="486581"/>
                </a:solidFill>
                <a:latin typeface="Calibri" pitchFamily="34" charset="0"/>
                <a:ea typeface="Calibri" pitchFamily="34" charset="-122"/>
                <a:cs typeface="Calibri" pitchFamily="34" charset="-120"/>
              </a:rPr>
              <a:t>Transaction SQL</a:t>
            </a:r>
            <a:endParaRPr lang="fr-CA" noProof="0" dirty="0"/>
          </a:p>
        </p:txBody>
      </p:sp>
      <p:sp>
        <p:nvSpPr>
          <p:cNvPr id="16" name="Shape 14"/>
          <p:cNvSpPr/>
          <p:nvPr>
            <p:custDataLst>
              <p:tags r:id="rId15"/>
            </p:custDataLst>
          </p:nvPr>
        </p:nvSpPr>
        <p:spPr>
          <a:xfrm>
            <a:off x="5974080" y="2765372"/>
            <a:ext cx="219456" cy="0"/>
          </a:xfrm>
          <a:prstGeom prst="line">
            <a:avLst/>
          </a:prstGeom>
          <a:noFill/>
          <a:ln w="28575">
            <a:solidFill>
              <a:srgbClr val="1F6FEB"/>
            </a:solidFill>
            <a:prstDash val="solid"/>
            <a:headEnd type="none"/>
            <a:tailEnd type="triangle"/>
          </a:ln>
        </p:spPr>
        <p:txBody>
          <a:bodyPr/>
          <a:lstStyle/>
          <a:p>
            <a:endParaRPr lang="fr-CA" noProof="0" dirty="0"/>
          </a:p>
        </p:txBody>
      </p:sp>
      <p:sp>
        <p:nvSpPr>
          <p:cNvPr id="17" name="Shape 15"/>
          <p:cNvSpPr/>
          <p:nvPr>
            <p:custDataLst>
              <p:tags r:id="rId16"/>
            </p:custDataLst>
          </p:nvPr>
        </p:nvSpPr>
        <p:spPr>
          <a:xfrm>
            <a:off x="6184392" y="2011543"/>
            <a:ext cx="2560320" cy="1554480"/>
          </a:xfrm>
          <a:prstGeom prst="roundRect">
            <a:avLst>
              <a:gd name="adj" fmla="val 5882"/>
            </a:avLst>
          </a:prstGeom>
          <a:solidFill>
            <a:srgbClr val="FFF2F2"/>
          </a:solidFill>
          <a:ln w="8890">
            <a:solidFill>
              <a:srgbClr val="B42318"/>
            </a:solidFill>
            <a:prstDash val="solid"/>
          </a:ln>
        </p:spPr>
        <p:txBody>
          <a:bodyPr/>
          <a:lstStyle/>
          <a:p>
            <a:endParaRPr lang="fr-CA" noProof="0" dirty="0"/>
          </a:p>
        </p:txBody>
      </p:sp>
      <p:sp>
        <p:nvSpPr>
          <p:cNvPr id="18" name="Text 16"/>
          <p:cNvSpPr/>
          <p:nvPr>
            <p:custDataLst>
              <p:tags r:id="rId17"/>
            </p:custDataLst>
          </p:nvPr>
        </p:nvSpPr>
        <p:spPr>
          <a:xfrm>
            <a:off x="6330696" y="2220662"/>
            <a:ext cx="2267712" cy="475488"/>
          </a:xfrm>
          <a:prstGeom prst="rect">
            <a:avLst/>
          </a:prstGeom>
          <a:noFill/>
          <a:ln/>
        </p:spPr>
        <p:txBody>
          <a:bodyPr wrap="square" lIns="0" tIns="0" rIns="0" bIns="0" rtlCol="0" anchor="t">
            <a:normAutofit/>
          </a:bodyPr>
          <a:lstStyle/>
          <a:p>
            <a:pPr marL="0" indent="0" algn="ctr">
              <a:buNone/>
            </a:pPr>
            <a:r>
              <a:rPr lang="fr-CA" sz="1850" b="1" noProof="0" dirty="0">
                <a:solidFill>
                  <a:srgbClr val="B42318"/>
                </a:solidFill>
                <a:latin typeface="Calibri" pitchFamily="34" charset="0"/>
                <a:ea typeface="Calibri" pitchFamily="34" charset="-122"/>
                <a:cs typeface="Calibri" pitchFamily="34" charset="-120"/>
              </a:rPr>
              <a:t>Fenêtre de panne</a:t>
            </a:r>
            <a:endParaRPr lang="fr-CA" sz="1850" noProof="0" dirty="0"/>
          </a:p>
        </p:txBody>
      </p:sp>
      <p:sp>
        <p:nvSpPr>
          <p:cNvPr id="19" name="Text 17"/>
          <p:cNvSpPr/>
          <p:nvPr>
            <p:custDataLst>
              <p:tags r:id="rId18"/>
            </p:custDataLst>
          </p:nvPr>
        </p:nvSpPr>
        <p:spPr>
          <a:xfrm>
            <a:off x="6348984" y="2787590"/>
            <a:ext cx="2231136" cy="649224"/>
          </a:xfrm>
          <a:prstGeom prst="rect">
            <a:avLst/>
          </a:prstGeom>
          <a:noFill/>
          <a:ln/>
        </p:spPr>
        <p:txBody>
          <a:bodyPr wrap="square" lIns="0" tIns="0" rIns="0" bIns="0" rtlCol="0" anchor="t">
            <a:normAutofit/>
          </a:bodyPr>
          <a:lstStyle/>
          <a:p>
            <a:pPr marL="0" indent="0" algn="ctr">
              <a:buNone/>
            </a:pPr>
            <a:r>
              <a:rPr lang="fr-CA" noProof="0" dirty="0">
                <a:solidFill>
                  <a:srgbClr val="486581"/>
                </a:solidFill>
                <a:latin typeface="Calibri" pitchFamily="34" charset="0"/>
                <a:ea typeface="Calibri" pitchFamily="34" charset="-122"/>
                <a:cs typeface="Calibri" pitchFamily="34" charset="-120"/>
              </a:rPr>
              <a:t>L'offset </a:t>
            </a:r>
          </a:p>
          <a:p>
            <a:pPr marL="0" indent="0" algn="ctr">
              <a:buNone/>
            </a:pPr>
            <a:r>
              <a:rPr lang="fr-CA" noProof="0" dirty="0">
                <a:solidFill>
                  <a:srgbClr val="486581"/>
                </a:solidFill>
                <a:latin typeface="Calibri" pitchFamily="34" charset="0"/>
                <a:ea typeface="Calibri" pitchFamily="34" charset="-122"/>
                <a:cs typeface="Calibri" pitchFamily="34" charset="-120"/>
              </a:rPr>
              <a:t>n'a pas avancé</a:t>
            </a:r>
            <a:endParaRPr lang="fr-CA" noProof="0" dirty="0"/>
          </a:p>
        </p:txBody>
      </p:sp>
      <p:sp>
        <p:nvSpPr>
          <p:cNvPr id="20" name="Shape 18"/>
          <p:cNvSpPr/>
          <p:nvPr>
            <p:custDataLst>
              <p:tags r:id="rId19"/>
            </p:custDataLst>
          </p:nvPr>
        </p:nvSpPr>
        <p:spPr>
          <a:xfrm>
            <a:off x="8744712" y="2769302"/>
            <a:ext cx="210312" cy="0"/>
          </a:xfrm>
          <a:prstGeom prst="line">
            <a:avLst/>
          </a:prstGeom>
          <a:noFill/>
          <a:ln w="28575">
            <a:solidFill>
              <a:srgbClr val="1F6FEB"/>
            </a:solidFill>
            <a:prstDash val="solid"/>
            <a:headEnd type="none"/>
            <a:tailEnd type="triangle"/>
          </a:ln>
        </p:spPr>
        <p:txBody>
          <a:bodyPr/>
          <a:lstStyle/>
          <a:p>
            <a:endParaRPr lang="fr-CA" noProof="0" dirty="0"/>
          </a:p>
        </p:txBody>
      </p:sp>
      <p:sp>
        <p:nvSpPr>
          <p:cNvPr id="21" name="Shape 19"/>
          <p:cNvSpPr/>
          <p:nvPr>
            <p:custDataLst>
              <p:tags r:id="rId20"/>
            </p:custDataLst>
          </p:nvPr>
        </p:nvSpPr>
        <p:spPr>
          <a:xfrm>
            <a:off x="8955024" y="2011543"/>
            <a:ext cx="2548126" cy="1554480"/>
          </a:xfrm>
          <a:prstGeom prst="roundRect">
            <a:avLst>
              <a:gd name="adj" fmla="val 5882"/>
            </a:avLst>
          </a:prstGeom>
          <a:solidFill>
            <a:srgbClr val="EFF6FF"/>
          </a:solidFill>
          <a:ln w="8890">
            <a:solidFill>
              <a:srgbClr val="1F6FEB"/>
            </a:solidFill>
            <a:prstDash val="solid"/>
          </a:ln>
        </p:spPr>
        <p:txBody>
          <a:bodyPr/>
          <a:lstStyle/>
          <a:p>
            <a:endParaRPr lang="fr-CA" noProof="0" dirty="0"/>
          </a:p>
        </p:txBody>
      </p:sp>
      <p:sp>
        <p:nvSpPr>
          <p:cNvPr id="22" name="Text 20"/>
          <p:cNvSpPr/>
          <p:nvPr>
            <p:custDataLst>
              <p:tags r:id="rId21"/>
            </p:custDataLst>
          </p:nvPr>
        </p:nvSpPr>
        <p:spPr>
          <a:xfrm>
            <a:off x="9101328" y="2220662"/>
            <a:ext cx="2514600" cy="475488"/>
          </a:xfrm>
          <a:prstGeom prst="rect">
            <a:avLst/>
          </a:prstGeom>
          <a:noFill/>
          <a:ln/>
        </p:spPr>
        <p:txBody>
          <a:bodyPr wrap="square" lIns="0" tIns="0" rIns="0" bIns="0" rtlCol="0" anchor="t">
            <a:normAutofit/>
          </a:bodyPr>
          <a:lstStyle/>
          <a:p>
            <a:pPr marL="0" indent="0" algn="ctr">
              <a:buNone/>
            </a:pPr>
            <a:r>
              <a:rPr lang="fr-CA" sz="1850" b="1" noProof="0" dirty="0">
                <a:solidFill>
                  <a:srgbClr val="1F6FEB"/>
                </a:solidFill>
                <a:latin typeface="Calibri" pitchFamily="34" charset="0"/>
                <a:ea typeface="Calibri" pitchFamily="34" charset="-122"/>
                <a:cs typeface="Calibri" pitchFamily="34" charset="-120"/>
              </a:rPr>
              <a:t>Acquitter (ACK)</a:t>
            </a:r>
            <a:endParaRPr lang="fr-CA" sz="1850" noProof="0" dirty="0"/>
          </a:p>
        </p:txBody>
      </p:sp>
      <p:sp>
        <p:nvSpPr>
          <p:cNvPr id="23" name="Text 21"/>
          <p:cNvSpPr/>
          <p:nvPr>
            <p:custDataLst>
              <p:tags r:id="rId22"/>
            </p:custDataLst>
          </p:nvPr>
        </p:nvSpPr>
        <p:spPr>
          <a:xfrm>
            <a:off x="8942830" y="2787590"/>
            <a:ext cx="2560320" cy="649224"/>
          </a:xfrm>
          <a:prstGeom prst="rect">
            <a:avLst/>
          </a:prstGeom>
          <a:noFill/>
          <a:ln/>
        </p:spPr>
        <p:txBody>
          <a:bodyPr wrap="square" lIns="0" tIns="0" rIns="0" bIns="0" rtlCol="0" anchor="t">
            <a:normAutofit/>
          </a:bodyPr>
          <a:lstStyle/>
          <a:p>
            <a:pPr marL="0" indent="0" algn="ctr">
              <a:buNone/>
            </a:pPr>
            <a:r>
              <a:rPr lang="fr-CA" noProof="0" dirty="0">
                <a:solidFill>
                  <a:srgbClr val="486581"/>
                </a:solidFill>
                <a:latin typeface="Calibri" pitchFamily="34" charset="0"/>
                <a:ea typeface="Calibri" pitchFamily="34" charset="-122"/>
                <a:cs typeface="Calibri" pitchFamily="34" charset="-120"/>
              </a:rPr>
              <a:t>Offset Kafka</a:t>
            </a:r>
            <a:endParaRPr lang="fr-CA" noProof="0" dirty="0"/>
          </a:p>
        </p:txBody>
      </p:sp>
      <p:sp>
        <p:nvSpPr>
          <p:cNvPr id="24" name="Shape 22"/>
          <p:cNvSpPr/>
          <p:nvPr>
            <p:custDataLst>
              <p:tags r:id="rId23"/>
            </p:custDataLst>
          </p:nvPr>
        </p:nvSpPr>
        <p:spPr>
          <a:xfrm>
            <a:off x="530352" y="3768957"/>
            <a:ext cx="5443728" cy="1808879"/>
          </a:xfrm>
          <a:prstGeom prst="roundRect">
            <a:avLst>
              <a:gd name="adj" fmla="val 9524"/>
            </a:avLst>
          </a:prstGeom>
          <a:solidFill>
            <a:srgbClr val="FFF7ED"/>
          </a:solidFill>
          <a:ln w="8890">
            <a:solidFill>
              <a:srgbClr val="D9E2EC"/>
            </a:solidFill>
            <a:prstDash val="solid"/>
          </a:ln>
        </p:spPr>
        <p:txBody>
          <a:bodyPr/>
          <a:lstStyle/>
          <a:p>
            <a:endParaRPr lang="fr-CA" noProof="0" dirty="0"/>
          </a:p>
        </p:txBody>
      </p:sp>
      <p:sp>
        <p:nvSpPr>
          <p:cNvPr id="25" name="Text 23"/>
          <p:cNvSpPr/>
          <p:nvPr>
            <p:custDataLst>
              <p:tags r:id="rId24"/>
            </p:custDataLst>
          </p:nvPr>
        </p:nvSpPr>
        <p:spPr>
          <a:xfrm>
            <a:off x="731520" y="3942694"/>
            <a:ext cx="4892040" cy="292608"/>
          </a:xfrm>
          <a:prstGeom prst="rect">
            <a:avLst/>
          </a:prstGeom>
          <a:noFill/>
          <a:ln/>
        </p:spPr>
        <p:txBody>
          <a:bodyPr wrap="square" lIns="0" tIns="0" rIns="0" bIns="0" rtlCol="0" anchor="t">
            <a:normAutofit lnSpcReduction="10000"/>
          </a:bodyPr>
          <a:lstStyle/>
          <a:p>
            <a:pPr marL="0" indent="0">
              <a:buNone/>
            </a:pPr>
            <a:r>
              <a:rPr lang="fr-CA" sz="2000" b="1" noProof="0" dirty="0">
                <a:solidFill>
                  <a:srgbClr val="B45309"/>
                </a:solidFill>
                <a:latin typeface="Calibri" pitchFamily="34" charset="0"/>
                <a:ea typeface="Calibri" pitchFamily="34" charset="-122"/>
                <a:cs typeface="Calibri" pitchFamily="34" charset="-120"/>
              </a:rPr>
              <a:t>Offset avant SQL</a:t>
            </a:r>
            <a:endParaRPr lang="fr-CA" sz="2000" noProof="0" dirty="0"/>
          </a:p>
        </p:txBody>
      </p:sp>
      <p:sp>
        <p:nvSpPr>
          <p:cNvPr id="26" name="Text 24"/>
          <p:cNvSpPr/>
          <p:nvPr>
            <p:custDataLst>
              <p:tags r:id="rId25"/>
            </p:custDataLst>
          </p:nvPr>
        </p:nvSpPr>
        <p:spPr>
          <a:xfrm>
            <a:off x="731520" y="4354174"/>
            <a:ext cx="4892040" cy="1077362"/>
          </a:xfrm>
          <a:prstGeom prst="rect">
            <a:avLst/>
          </a:prstGeom>
          <a:noFill/>
          <a:ln/>
        </p:spPr>
        <p:txBody>
          <a:bodyPr wrap="square" lIns="0" tIns="0" rIns="0" bIns="0" rtlCol="0" anchor="t">
            <a:normAutofit/>
          </a:bodyPr>
          <a:lstStyle/>
          <a:p>
            <a:pPr marL="0" indent="0">
              <a:buNone/>
            </a:pPr>
            <a:r>
              <a:rPr lang="fr-CA" sz="1650" noProof="0" dirty="0">
                <a:solidFill>
                  <a:srgbClr val="486581"/>
                </a:solidFill>
                <a:latin typeface="Calibri" pitchFamily="34" charset="0"/>
                <a:ea typeface="Calibri" pitchFamily="34" charset="-122"/>
                <a:cs typeface="Calibri" pitchFamily="34" charset="-120"/>
              </a:rPr>
              <a:t>Risque : l'effet métier peut être perdu.</a:t>
            </a:r>
          </a:p>
          <a:p>
            <a:pPr marL="0" indent="0">
              <a:buNone/>
            </a:pPr>
            <a:endParaRPr lang="fr-CA" sz="1650" noProof="0" dirty="0">
              <a:solidFill>
                <a:srgbClr val="486581"/>
              </a:solidFill>
              <a:latin typeface="Calibri" pitchFamily="34" charset="0"/>
              <a:ea typeface="Calibri" pitchFamily="34" charset="-122"/>
              <a:cs typeface="Calibri" pitchFamily="34" charset="-120"/>
            </a:endParaRPr>
          </a:p>
          <a:p>
            <a:pPr marL="285750" indent="-285750">
              <a:buFont typeface="Arial" panose="020B0604020202020204" pitchFamily="34" charset="0"/>
              <a:buChar char="•"/>
            </a:pPr>
            <a:r>
              <a:rPr lang="fr-CA" sz="1650" noProof="0" dirty="0">
                <a:solidFill>
                  <a:srgbClr val="486581"/>
                </a:solidFill>
                <a:latin typeface="Calibri" pitchFamily="34" charset="0"/>
                <a:ea typeface="Calibri" pitchFamily="34" charset="-122"/>
                <a:cs typeface="Calibri" pitchFamily="34" charset="-120"/>
              </a:rPr>
              <a:t>Panne/Arrêt – Pas de relivraison.</a:t>
            </a:r>
          </a:p>
          <a:p>
            <a:pPr marL="285750" indent="-285750">
              <a:buFont typeface="Arial" panose="020B0604020202020204" pitchFamily="34" charset="0"/>
              <a:buChar char="•"/>
            </a:pPr>
            <a:r>
              <a:rPr lang="fr-CA" sz="1650" dirty="0">
                <a:solidFill>
                  <a:srgbClr val="486581"/>
                </a:solidFill>
                <a:latin typeface="Calibri" pitchFamily="34" charset="0"/>
                <a:ea typeface="Calibri" pitchFamily="34" charset="-122"/>
                <a:cs typeface="Calibri" pitchFamily="34" charset="-120"/>
              </a:rPr>
              <a:t>Exception</a:t>
            </a:r>
            <a:r>
              <a:rPr lang="fr-CA" sz="1650" noProof="0" dirty="0">
                <a:solidFill>
                  <a:srgbClr val="486581"/>
                </a:solidFill>
                <a:latin typeface="Calibri" pitchFamily="34" charset="0"/>
                <a:ea typeface="Calibri" pitchFamily="34" charset="-122"/>
                <a:cs typeface="Calibri" pitchFamily="34" charset="-120"/>
              </a:rPr>
              <a:t> – Pas de relivraison.</a:t>
            </a:r>
            <a:endParaRPr lang="fr-CA" sz="1650" noProof="0" dirty="0"/>
          </a:p>
        </p:txBody>
      </p:sp>
      <p:sp>
        <p:nvSpPr>
          <p:cNvPr id="27" name="Shape 25"/>
          <p:cNvSpPr/>
          <p:nvPr>
            <p:custDataLst>
              <p:tags r:id="rId26"/>
            </p:custDataLst>
          </p:nvPr>
        </p:nvSpPr>
        <p:spPr>
          <a:xfrm>
            <a:off x="6217922" y="3764387"/>
            <a:ext cx="5443728" cy="1808881"/>
          </a:xfrm>
          <a:prstGeom prst="roundRect">
            <a:avLst>
              <a:gd name="adj" fmla="val 9524"/>
            </a:avLst>
          </a:prstGeom>
          <a:solidFill>
            <a:srgbClr val="EFFAF8"/>
          </a:solidFill>
          <a:ln w="8890">
            <a:solidFill>
              <a:srgbClr val="D9E2EC"/>
            </a:solidFill>
            <a:prstDash val="solid"/>
          </a:ln>
        </p:spPr>
        <p:txBody>
          <a:bodyPr/>
          <a:lstStyle/>
          <a:p>
            <a:endParaRPr lang="fr-CA" noProof="0" dirty="0"/>
          </a:p>
        </p:txBody>
      </p:sp>
      <p:sp>
        <p:nvSpPr>
          <p:cNvPr id="28" name="Text 26"/>
          <p:cNvSpPr/>
          <p:nvPr>
            <p:custDataLst>
              <p:tags r:id="rId27"/>
            </p:custDataLst>
          </p:nvPr>
        </p:nvSpPr>
        <p:spPr>
          <a:xfrm>
            <a:off x="6423660" y="3949492"/>
            <a:ext cx="4892040" cy="292608"/>
          </a:xfrm>
          <a:prstGeom prst="rect">
            <a:avLst/>
          </a:prstGeom>
          <a:noFill/>
          <a:ln/>
        </p:spPr>
        <p:txBody>
          <a:bodyPr wrap="square" lIns="0" tIns="0" rIns="0" bIns="0" rtlCol="0" anchor="t">
            <a:normAutofit lnSpcReduction="10000"/>
          </a:bodyPr>
          <a:lstStyle/>
          <a:p>
            <a:pPr marL="0" indent="0">
              <a:buNone/>
            </a:pPr>
            <a:r>
              <a:rPr lang="fr-CA" sz="2000" b="1" noProof="0" dirty="0">
                <a:solidFill>
                  <a:srgbClr val="0F766E"/>
                </a:solidFill>
                <a:latin typeface="Calibri" pitchFamily="34" charset="0"/>
                <a:ea typeface="Calibri" pitchFamily="34" charset="-122"/>
                <a:cs typeface="Calibri" pitchFamily="34" charset="-120"/>
              </a:rPr>
              <a:t>SQL avant offset</a:t>
            </a:r>
            <a:endParaRPr lang="fr-CA" sz="2000" noProof="0" dirty="0"/>
          </a:p>
        </p:txBody>
      </p:sp>
      <p:sp>
        <p:nvSpPr>
          <p:cNvPr id="29" name="Text 27"/>
          <p:cNvSpPr/>
          <p:nvPr>
            <p:custDataLst>
              <p:tags r:id="rId28"/>
            </p:custDataLst>
          </p:nvPr>
        </p:nvSpPr>
        <p:spPr>
          <a:xfrm>
            <a:off x="6423660" y="4360972"/>
            <a:ext cx="4892040" cy="1077362"/>
          </a:xfrm>
          <a:prstGeom prst="rect">
            <a:avLst/>
          </a:prstGeom>
          <a:noFill/>
          <a:ln/>
        </p:spPr>
        <p:txBody>
          <a:bodyPr wrap="square" lIns="0" tIns="0" rIns="0" bIns="0" rtlCol="0" anchor="t">
            <a:normAutofit/>
          </a:bodyPr>
          <a:lstStyle/>
          <a:p>
            <a:pPr marL="0" indent="0">
              <a:buNone/>
            </a:pPr>
            <a:r>
              <a:rPr lang="fr-CA" sz="1650" noProof="0" dirty="0">
                <a:solidFill>
                  <a:srgbClr val="486581"/>
                </a:solidFill>
                <a:latin typeface="Calibri" pitchFamily="34" charset="0"/>
                <a:ea typeface="Calibri" pitchFamily="34" charset="-122"/>
                <a:cs typeface="Calibri" pitchFamily="34" charset="-120"/>
              </a:rPr>
              <a:t>Risque : l'effet peut être tenté de nouveau.</a:t>
            </a:r>
          </a:p>
          <a:p>
            <a:pPr marL="0" indent="0">
              <a:buNone/>
            </a:pPr>
            <a:endParaRPr lang="fr-CA" sz="1650" dirty="0">
              <a:solidFill>
                <a:srgbClr val="486581"/>
              </a:solidFill>
              <a:latin typeface="Calibri" pitchFamily="34" charset="0"/>
              <a:ea typeface="Calibri" pitchFamily="34" charset="-122"/>
              <a:cs typeface="Calibri" pitchFamily="34" charset="-120"/>
            </a:endParaRPr>
          </a:p>
          <a:p>
            <a:pPr marL="285750" indent="-285750">
              <a:buFont typeface="Arial" panose="020B0604020202020204" pitchFamily="34" charset="0"/>
              <a:buChar char="•"/>
            </a:pPr>
            <a:r>
              <a:rPr lang="fr-CA" sz="1650" noProof="0" dirty="0">
                <a:solidFill>
                  <a:srgbClr val="486581"/>
                </a:solidFill>
                <a:latin typeface="Calibri" pitchFamily="34" charset="0"/>
                <a:ea typeface="Calibri" pitchFamily="34" charset="-122"/>
                <a:cs typeface="Calibri" pitchFamily="34" charset="-120"/>
              </a:rPr>
              <a:t>Panne/Arrêt – Relivraison.</a:t>
            </a:r>
          </a:p>
          <a:p>
            <a:pPr marL="285750" indent="-285750">
              <a:buFont typeface="Arial" panose="020B0604020202020204" pitchFamily="34" charset="0"/>
              <a:buChar char="•"/>
            </a:pPr>
            <a:r>
              <a:rPr lang="fr-CA" sz="1650" dirty="0">
                <a:solidFill>
                  <a:srgbClr val="486581"/>
                </a:solidFill>
                <a:latin typeface="Calibri" pitchFamily="34" charset="0"/>
                <a:ea typeface="Calibri" pitchFamily="34" charset="-122"/>
                <a:cs typeface="Calibri" pitchFamily="34" charset="-120"/>
              </a:rPr>
              <a:t>Exception – Relivraison.</a:t>
            </a:r>
            <a:endParaRPr lang="fr-CA" sz="1650" noProof="0" dirty="0">
              <a:solidFill>
                <a:srgbClr val="486581"/>
              </a:solidFill>
              <a:latin typeface="Calibri" pitchFamily="34" charset="0"/>
              <a:ea typeface="Calibri" pitchFamily="34" charset="-122"/>
              <a:cs typeface="Calibri" pitchFamily="34" charset="-120"/>
            </a:endParaRPr>
          </a:p>
        </p:txBody>
      </p:sp>
      <p:sp>
        <p:nvSpPr>
          <p:cNvPr id="30" name="Shape 28"/>
          <p:cNvSpPr/>
          <p:nvPr>
            <p:custDataLst>
              <p:tags r:id="rId29"/>
            </p:custDataLst>
          </p:nvPr>
        </p:nvSpPr>
        <p:spPr>
          <a:xfrm>
            <a:off x="530352" y="5715000"/>
            <a:ext cx="11128248" cy="448056"/>
          </a:xfrm>
          <a:prstGeom prst="roundRect">
            <a:avLst>
              <a:gd name="adj" fmla="val 20408"/>
            </a:avLst>
          </a:prstGeom>
          <a:solidFill>
            <a:srgbClr val="EFF6FF"/>
          </a:solidFill>
          <a:ln w="8890">
            <a:solidFill>
              <a:srgbClr val="EFF6FF"/>
            </a:solidFill>
            <a:prstDash val="solid"/>
          </a:ln>
        </p:spPr>
        <p:txBody>
          <a:bodyPr/>
          <a:lstStyle/>
          <a:p>
            <a:endParaRPr lang="fr-CA" noProof="0" dirty="0"/>
          </a:p>
        </p:txBody>
      </p:sp>
      <p:sp>
        <p:nvSpPr>
          <p:cNvPr id="31" name="Text 29"/>
          <p:cNvSpPr/>
          <p:nvPr>
            <p:custDataLst>
              <p:tags r:id="rId30"/>
            </p:custDataLst>
          </p:nvPr>
        </p:nvSpPr>
        <p:spPr>
          <a:xfrm>
            <a:off x="731520" y="5820156"/>
            <a:ext cx="10716768" cy="274320"/>
          </a:xfrm>
          <a:prstGeom prst="rect">
            <a:avLst/>
          </a:prstGeom>
          <a:noFill/>
          <a:ln/>
        </p:spPr>
        <p:txBody>
          <a:bodyPr wrap="square" lIns="0" tIns="0" rIns="0" bIns="0" rtlCol="0" anchor="t">
            <a:normAutofit/>
          </a:bodyPr>
          <a:lstStyle/>
          <a:p>
            <a:pPr marL="0" indent="0">
              <a:buNone/>
            </a:pPr>
            <a:r>
              <a:rPr lang="fr-CA" sz="1550" b="1" noProof="0" dirty="0">
                <a:solidFill>
                  <a:srgbClr val="102A43"/>
                </a:solidFill>
                <a:latin typeface="Calibri" pitchFamily="34" charset="0"/>
                <a:ea typeface="Calibri" pitchFamily="34" charset="-122"/>
                <a:cs typeface="Calibri" pitchFamily="34" charset="-120"/>
              </a:rPr>
              <a:t>Un doublon de livraison doit devenir un non-événement pour les données – Le traitement DOIT ÊTRE IDEMPOTENT.</a:t>
            </a:r>
            <a:endParaRPr lang="fr-CA" sz="1550" noProof="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fr-CA" noProof="0" dirty="0"/>
          </a:p>
        </p:txBody>
      </p:sp>
      <p:sp>
        <p:nvSpPr>
          <p:cNvPr id="3" name="Text 1"/>
          <p:cNvSpPr/>
          <p:nvPr>
            <p:custDataLst>
              <p:tags r:id="rId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fr-CA" sz="1100" b="1" kern="0" spc="50" noProof="0" dirty="0">
                <a:solidFill>
                  <a:srgbClr val="1F6FEB"/>
                </a:solidFill>
                <a:latin typeface="Calibri" pitchFamily="34" charset="0"/>
                <a:ea typeface="Calibri" pitchFamily="34" charset="-122"/>
                <a:cs typeface="Calibri" pitchFamily="34" charset="-120"/>
              </a:rPr>
              <a:t>03 / FIABILISER LES EFFETS</a:t>
            </a:r>
            <a:endParaRPr lang="fr-CA" sz="1100" noProof="0" dirty="0"/>
          </a:p>
        </p:txBody>
      </p:sp>
      <p:sp>
        <p:nvSpPr>
          <p:cNvPr id="4" name="Text 2"/>
          <p:cNvSpPr/>
          <p:nvPr>
            <p:custDataLst>
              <p:tags r:id="rId3"/>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fr-CA" sz="1000" b="1" noProof="0" dirty="0">
                <a:solidFill>
                  <a:srgbClr val="829AB1"/>
                </a:solidFill>
                <a:latin typeface="Calibri" pitchFamily="34" charset="0"/>
                <a:ea typeface="Calibri" pitchFamily="34" charset="-122"/>
                <a:cs typeface="Calibri" pitchFamily="34" charset="-120"/>
              </a:rPr>
              <a:t>INBOX / JRN_EVENT / OUTBOX</a:t>
            </a:r>
            <a:endParaRPr lang="fr-CA" sz="1000" noProof="0" dirty="0"/>
          </a:p>
        </p:txBody>
      </p:sp>
      <p:sp>
        <p:nvSpPr>
          <p:cNvPr id="5" name="Text 3"/>
          <p:cNvSpPr/>
          <p:nvPr>
            <p:custDataLst>
              <p:tags r:id="rId4"/>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fr-CA" sz="2700" b="1" noProof="0" dirty="0">
                <a:solidFill>
                  <a:srgbClr val="102A43"/>
                </a:solidFill>
                <a:latin typeface="Calibri" pitchFamily="34" charset="0"/>
                <a:ea typeface="Calibri" pitchFamily="34" charset="-122"/>
                <a:cs typeface="Calibri" pitchFamily="34" charset="-120"/>
              </a:rPr>
              <a:t>Reconnaître l'événement (le message) – Idempotence</a:t>
            </a:r>
            <a:endParaRPr lang="fr-CA" sz="2700" noProof="0" dirty="0"/>
          </a:p>
        </p:txBody>
      </p:sp>
      <p:sp>
        <p:nvSpPr>
          <p:cNvPr id="6" name="Text 4"/>
          <p:cNvSpPr/>
          <p:nvPr>
            <p:custDataLst>
              <p:tags r:id="rId5"/>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fr-CA" sz="1650" noProof="0" dirty="0">
                <a:solidFill>
                  <a:srgbClr val="486581"/>
                </a:solidFill>
                <a:latin typeface="Calibri" pitchFamily="34" charset="0"/>
                <a:ea typeface="Calibri" pitchFamily="34" charset="-122"/>
                <a:cs typeface="Calibri" pitchFamily="34" charset="-120"/>
              </a:rPr>
              <a:t>Un même événement livré plusieurs fois ne doit appliquer l'effet métier qu'une seule fois.</a:t>
            </a:r>
            <a:endParaRPr lang="fr-CA" sz="1650" noProof="0" dirty="0"/>
          </a:p>
        </p:txBody>
      </p:sp>
      <p:sp>
        <p:nvSpPr>
          <p:cNvPr id="7" name="Text 5"/>
          <p:cNvSpPr/>
          <p:nvPr>
            <p:custDataLst>
              <p:tags r:id="rId6"/>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fr-CA" sz="900" noProof="0" dirty="0">
                <a:solidFill>
                  <a:srgbClr val="486581"/>
                </a:solidFill>
                <a:latin typeface="Calibri" pitchFamily="34" charset="0"/>
                <a:ea typeface="Calibri" pitchFamily="34" charset="-122"/>
                <a:cs typeface="Calibri" pitchFamily="34" charset="-120"/>
              </a:rPr>
              <a:t>Guide d'ingénierie Kafka · Projet EDA</a:t>
            </a:r>
            <a:endParaRPr lang="fr-CA" sz="900" noProof="0" dirty="0"/>
          </a:p>
        </p:txBody>
      </p:sp>
      <p:sp>
        <p:nvSpPr>
          <p:cNvPr id="8" name="Text 6"/>
          <p:cNvSpPr/>
          <p:nvPr>
            <p:custDataLst>
              <p:tags r:id="rId7"/>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fr-CA" sz="900" noProof="0" dirty="0">
                <a:solidFill>
                  <a:srgbClr val="486581"/>
                </a:solidFill>
                <a:latin typeface="Calibri" pitchFamily="34" charset="0"/>
                <a:ea typeface="Calibri" pitchFamily="34" charset="-122"/>
                <a:cs typeface="Calibri" pitchFamily="34" charset="-120"/>
              </a:rPr>
              <a:t>19</a:t>
            </a:r>
            <a:endParaRPr lang="fr-CA" sz="900" noProof="0" dirty="0"/>
          </a:p>
        </p:txBody>
      </p:sp>
      <p:sp>
        <p:nvSpPr>
          <p:cNvPr id="9" name="Shape 7"/>
          <p:cNvSpPr/>
          <p:nvPr>
            <p:custDataLst>
              <p:tags r:id="rId8"/>
            </p:custDataLst>
          </p:nvPr>
        </p:nvSpPr>
        <p:spPr>
          <a:xfrm>
            <a:off x="530352" y="2003330"/>
            <a:ext cx="4971951" cy="3497963"/>
          </a:xfrm>
          <a:prstGeom prst="roundRect">
            <a:avLst>
              <a:gd name="adj" fmla="val 2762"/>
            </a:avLst>
          </a:prstGeom>
          <a:solidFill>
            <a:srgbClr val="EFFAF8"/>
          </a:solidFill>
          <a:ln w="8890">
            <a:solidFill>
              <a:srgbClr val="0F766E"/>
            </a:solidFill>
            <a:prstDash val="solid"/>
          </a:ln>
        </p:spPr>
        <p:txBody>
          <a:bodyPr/>
          <a:lstStyle/>
          <a:p>
            <a:endParaRPr lang="fr-CA" noProof="0" dirty="0"/>
          </a:p>
        </p:txBody>
      </p:sp>
      <p:sp>
        <p:nvSpPr>
          <p:cNvPr id="10" name="Text 8"/>
          <p:cNvSpPr/>
          <p:nvPr>
            <p:custDataLst>
              <p:tags r:id="rId9"/>
            </p:custDataLst>
          </p:nvPr>
        </p:nvSpPr>
        <p:spPr>
          <a:xfrm>
            <a:off x="804672" y="2241075"/>
            <a:ext cx="4761241" cy="237744"/>
          </a:xfrm>
          <a:prstGeom prst="rect">
            <a:avLst/>
          </a:prstGeom>
          <a:noFill/>
          <a:ln/>
        </p:spPr>
        <p:txBody>
          <a:bodyPr wrap="square" lIns="0" tIns="0" rIns="0" bIns="0" rtlCol="0" anchor="t">
            <a:normAutofit/>
          </a:bodyPr>
          <a:lstStyle/>
          <a:p>
            <a:pPr marL="0" indent="0">
              <a:buNone/>
            </a:pPr>
            <a:r>
              <a:rPr lang="fr-CA" sz="1100" b="1" kern="0" spc="50" noProof="0" dirty="0">
                <a:solidFill>
                  <a:srgbClr val="0F766E"/>
                </a:solidFill>
                <a:latin typeface="Calibri" pitchFamily="34" charset="0"/>
                <a:ea typeface="Calibri" pitchFamily="34" charset="-122"/>
                <a:cs typeface="Calibri" pitchFamily="34" charset="-120"/>
              </a:rPr>
              <a:t>UNE TRANSACTION SQL</a:t>
            </a:r>
            <a:endParaRPr lang="fr-CA" sz="1100" noProof="0" dirty="0"/>
          </a:p>
        </p:txBody>
      </p:sp>
      <p:sp>
        <p:nvSpPr>
          <p:cNvPr id="11" name="Text 9"/>
          <p:cNvSpPr/>
          <p:nvPr>
            <p:custDataLst>
              <p:tags r:id="rId10"/>
            </p:custDataLst>
          </p:nvPr>
        </p:nvSpPr>
        <p:spPr>
          <a:xfrm>
            <a:off x="808252" y="2534280"/>
            <a:ext cx="493776" cy="438912"/>
          </a:xfrm>
          <a:prstGeom prst="rect">
            <a:avLst/>
          </a:prstGeom>
          <a:noFill/>
          <a:ln/>
        </p:spPr>
        <p:txBody>
          <a:bodyPr wrap="square" lIns="0" tIns="0" rIns="0" bIns="0" rtlCol="0" anchor="t">
            <a:normAutofit/>
          </a:bodyPr>
          <a:lstStyle/>
          <a:p>
            <a:pPr marL="0" indent="0">
              <a:buNone/>
            </a:pPr>
            <a:r>
              <a:rPr lang="fr-CA" sz="2500" b="1" noProof="0" dirty="0">
                <a:solidFill>
                  <a:srgbClr val="0F766E"/>
                </a:solidFill>
                <a:latin typeface="Calibri" pitchFamily="34" charset="0"/>
                <a:ea typeface="Calibri" pitchFamily="34" charset="-122"/>
                <a:cs typeface="Calibri" pitchFamily="34" charset="-120"/>
              </a:rPr>
              <a:t>1</a:t>
            </a:r>
            <a:endParaRPr lang="fr-CA" sz="2500" noProof="0" dirty="0"/>
          </a:p>
        </p:txBody>
      </p:sp>
      <p:sp>
        <p:nvSpPr>
          <p:cNvPr id="12" name="Text 10"/>
          <p:cNvSpPr/>
          <p:nvPr>
            <p:custDataLst>
              <p:tags r:id="rId11"/>
            </p:custDataLst>
          </p:nvPr>
        </p:nvSpPr>
        <p:spPr>
          <a:xfrm>
            <a:off x="1385120" y="2574831"/>
            <a:ext cx="3902500" cy="365760"/>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Vérifier / enregistrer l'identité</a:t>
            </a:r>
            <a:endParaRPr lang="fr-CA" sz="2000" noProof="0" dirty="0"/>
          </a:p>
        </p:txBody>
      </p:sp>
      <p:sp>
        <p:nvSpPr>
          <p:cNvPr id="13" name="Text 11"/>
          <p:cNvSpPr/>
          <p:nvPr>
            <p:custDataLst>
              <p:tags r:id="rId12"/>
            </p:custDataLst>
          </p:nvPr>
        </p:nvSpPr>
        <p:spPr>
          <a:xfrm>
            <a:off x="1385121" y="3086895"/>
            <a:ext cx="3902500" cy="384048"/>
          </a:xfrm>
          <a:prstGeom prst="rect">
            <a:avLst/>
          </a:prstGeom>
          <a:noFill/>
          <a:ln/>
        </p:spPr>
        <p:txBody>
          <a:bodyPr wrap="square" lIns="0" tIns="0" rIns="0" bIns="0" rtlCol="0" anchor="t">
            <a:normAutofit/>
          </a:bodyPr>
          <a:lstStyle/>
          <a:p>
            <a:pPr marL="0" indent="0">
              <a:buNone/>
            </a:pPr>
            <a:r>
              <a:rPr lang="fr-CA" sz="1720" noProof="0" dirty="0">
                <a:solidFill>
                  <a:srgbClr val="486581"/>
                </a:solidFill>
                <a:latin typeface="Calibri" pitchFamily="34" charset="0"/>
                <a:ea typeface="Calibri" pitchFamily="34" charset="-122"/>
                <a:cs typeface="Calibri" pitchFamily="34" charset="-120"/>
              </a:rPr>
              <a:t>JRN_EVENT : (CONSUMER_ID, EVENT_ID)</a:t>
            </a:r>
            <a:endParaRPr lang="fr-CA" sz="1720" noProof="0" dirty="0"/>
          </a:p>
        </p:txBody>
      </p:sp>
      <p:sp>
        <p:nvSpPr>
          <p:cNvPr id="14" name="Text 12"/>
          <p:cNvSpPr/>
          <p:nvPr>
            <p:custDataLst>
              <p:tags r:id="rId13"/>
            </p:custDataLst>
          </p:nvPr>
        </p:nvSpPr>
        <p:spPr>
          <a:xfrm>
            <a:off x="808252" y="3539722"/>
            <a:ext cx="493776" cy="438912"/>
          </a:xfrm>
          <a:prstGeom prst="rect">
            <a:avLst/>
          </a:prstGeom>
          <a:noFill/>
          <a:ln/>
        </p:spPr>
        <p:txBody>
          <a:bodyPr wrap="square" lIns="0" tIns="0" rIns="0" bIns="0" rtlCol="0" anchor="t">
            <a:normAutofit/>
          </a:bodyPr>
          <a:lstStyle/>
          <a:p>
            <a:pPr marL="0" indent="0">
              <a:buNone/>
            </a:pPr>
            <a:r>
              <a:rPr lang="fr-CA" sz="2500" b="1" noProof="0" dirty="0">
                <a:solidFill>
                  <a:srgbClr val="0F766E"/>
                </a:solidFill>
                <a:latin typeface="Calibri" pitchFamily="34" charset="0"/>
                <a:ea typeface="Calibri" pitchFamily="34" charset="-122"/>
                <a:cs typeface="Calibri" pitchFamily="34" charset="-120"/>
              </a:rPr>
              <a:t>2</a:t>
            </a:r>
            <a:endParaRPr lang="fr-CA" sz="2500" noProof="0" dirty="0"/>
          </a:p>
        </p:txBody>
      </p:sp>
      <p:sp>
        <p:nvSpPr>
          <p:cNvPr id="15" name="Text 13"/>
          <p:cNvSpPr/>
          <p:nvPr>
            <p:custDataLst>
              <p:tags r:id="rId14"/>
            </p:custDataLst>
          </p:nvPr>
        </p:nvSpPr>
        <p:spPr>
          <a:xfrm>
            <a:off x="1385121" y="3580273"/>
            <a:ext cx="3902500" cy="365760"/>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Appliquer puis enregistrer l'issue</a:t>
            </a:r>
            <a:endParaRPr lang="fr-CA" sz="2000" noProof="0" dirty="0"/>
          </a:p>
        </p:txBody>
      </p:sp>
      <p:sp>
        <p:nvSpPr>
          <p:cNvPr id="16" name="Text 14"/>
          <p:cNvSpPr/>
          <p:nvPr>
            <p:custDataLst>
              <p:tags r:id="rId15"/>
            </p:custDataLst>
          </p:nvPr>
        </p:nvSpPr>
        <p:spPr>
          <a:xfrm>
            <a:off x="1385120" y="4092337"/>
            <a:ext cx="3902500" cy="384048"/>
          </a:xfrm>
          <a:prstGeom prst="rect">
            <a:avLst/>
          </a:prstGeom>
          <a:noFill/>
          <a:ln/>
        </p:spPr>
        <p:txBody>
          <a:bodyPr wrap="square" lIns="0" tIns="0" rIns="0" bIns="0" rtlCol="0" anchor="t">
            <a:normAutofit fontScale="92500"/>
          </a:bodyPr>
          <a:lstStyle/>
          <a:p>
            <a:pPr marL="0" indent="0">
              <a:buNone/>
            </a:pPr>
            <a:r>
              <a:rPr lang="fr-CA" sz="1720" noProof="0" dirty="0">
                <a:solidFill>
                  <a:srgbClr val="486581"/>
                </a:solidFill>
                <a:latin typeface="Calibri" pitchFamily="34" charset="0"/>
                <a:ea typeface="Calibri" pitchFamily="34" charset="-122"/>
                <a:cs typeface="Calibri" pitchFamily="34" charset="-120"/>
              </a:rPr>
              <a:t>INVENTORY + solde + REQUEST + JRN_EVENT</a:t>
            </a:r>
            <a:endParaRPr lang="fr-CA" sz="1720" noProof="0" dirty="0"/>
          </a:p>
        </p:txBody>
      </p:sp>
      <p:sp>
        <p:nvSpPr>
          <p:cNvPr id="21" name="Shape 19"/>
          <p:cNvSpPr/>
          <p:nvPr>
            <p:custDataLst>
              <p:tags r:id="rId16"/>
            </p:custDataLst>
          </p:nvPr>
        </p:nvSpPr>
        <p:spPr>
          <a:xfrm>
            <a:off x="530352" y="5715000"/>
            <a:ext cx="11128248" cy="448056"/>
          </a:xfrm>
          <a:prstGeom prst="roundRect">
            <a:avLst>
              <a:gd name="adj" fmla="val 20408"/>
            </a:avLst>
          </a:prstGeom>
          <a:solidFill>
            <a:srgbClr val="EFF6FF"/>
          </a:solidFill>
          <a:ln w="8890">
            <a:solidFill>
              <a:srgbClr val="EFF6FF"/>
            </a:solidFill>
            <a:prstDash val="solid"/>
          </a:ln>
        </p:spPr>
        <p:txBody>
          <a:bodyPr/>
          <a:lstStyle/>
          <a:p>
            <a:endParaRPr lang="fr-CA" noProof="0" dirty="0"/>
          </a:p>
        </p:txBody>
      </p:sp>
      <p:sp>
        <p:nvSpPr>
          <p:cNvPr id="22" name="Text 20"/>
          <p:cNvSpPr/>
          <p:nvPr>
            <p:custDataLst>
              <p:tags r:id="rId17"/>
            </p:custDataLst>
          </p:nvPr>
        </p:nvSpPr>
        <p:spPr>
          <a:xfrm>
            <a:off x="731520" y="5820156"/>
            <a:ext cx="10716768" cy="274320"/>
          </a:xfrm>
          <a:prstGeom prst="rect">
            <a:avLst/>
          </a:prstGeom>
          <a:noFill/>
          <a:ln/>
        </p:spPr>
        <p:txBody>
          <a:bodyPr wrap="square" lIns="0" tIns="0" rIns="0" bIns="0" rtlCol="0" anchor="t">
            <a:normAutofit/>
          </a:bodyPr>
          <a:lstStyle/>
          <a:p>
            <a:pPr marL="0" indent="0">
              <a:buNone/>
            </a:pPr>
            <a:r>
              <a:rPr lang="fr-CA" sz="1550" b="1" noProof="0" dirty="0">
                <a:solidFill>
                  <a:srgbClr val="102A43"/>
                </a:solidFill>
                <a:latin typeface="Calibri" pitchFamily="34" charset="0"/>
                <a:ea typeface="Calibri" pitchFamily="34" charset="-122"/>
                <a:cs typeface="Calibri" pitchFamily="34" charset="-120"/>
              </a:rPr>
              <a:t>Marqueur de déduplication et effets métier : valider ensemble, ou annuler ensemble.</a:t>
            </a:r>
            <a:endParaRPr lang="fr-CA" sz="1550" noProof="0" dirty="0"/>
          </a:p>
        </p:txBody>
      </p:sp>
      <p:pic>
        <p:nvPicPr>
          <p:cNvPr id="40" name="Image 39">
            <a:extLst>
              <a:ext uri="{FF2B5EF4-FFF2-40B4-BE49-F238E27FC236}">
                <a16:creationId xmlns:a16="http://schemas.microsoft.com/office/drawing/2014/main" id="{703DECC0-4748-F36B-857E-31E3D4C1CCD1}"/>
              </a:ext>
            </a:extLst>
          </p:cNvPr>
          <p:cNvPicPr>
            <a:picLocks noChangeAspect="1"/>
          </p:cNvPicPr>
          <p:nvPr>
            <p:custDataLst>
              <p:tags r:id="rId18"/>
            </p:custDataLst>
          </p:nvPr>
        </p:nvPicPr>
        <p:blipFill>
          <a:blip r:embed="rId30"/>
          <a:stretch>
            <a:fillRect/>
          </a:stretch>
        </p:blipFill>
        <p:spPr>
          <a:xfrm>
            <a:off x="5728914" y="2049050"/>
            <a:ext cx="5819958" cy="3144947"/>
          </a:xfrm>
          <a:prstGeom prst="rect">
            <a:avLst/>
          </a:prstGeom>
        </p:spPr>
      </p:pic>
      <p:sp>
        <p:nvSpPr>
          <p:cNvPr id="28" name="Text 15">
            <a:extLst>
              <a:ext uri="{FF2B5EF4-FFF2-40B4-BE49-F238E27FC236}">
                <a16:creationId xmlns:a16="http://schemas.microsoft.com/office/drawing/2014/main" id="{AE7694D4-E77F-0286-F996-F959F9A9C93D}"/>
              </a:ext>
            </a:extLst>
          </p:cNvPr>
          <p:cNvSpPr/>
          <p:nvPr>
            <p:custDataLst>
              <p:tags r:id="rId19"/>
            </p:custDataLst>
          </p:nvPr>
        </p:nvSpPr>
        <p:spPr>
          <a:xfrm>
            <a:off x="10047382" y="2671243"/>
            <a:ext cx="1597067" cy="603502"/>
          </a:xfrm>
          <a:prstGeom prst="rect">
            <a:avLst/>
          </a:prstGeom>
          <a:noFill/>
          <a:ln/>
        </p:spPr>
        <p:txBody>
          <a:bodyPr wrap="square" lIns="0" tIns="0" rIns="0" bIns="0" rtlCol="0" anchor="t">
            <a:normAutofit/>
          </a:bodyPr>
          <a:lstStyle/>
          <a:p>
            <a:pPr marL="0" indent="0">
              <a:buNone/>
            </a:pPr>
            <a:r>
              <a:rPr lang="fr-CA" sz="1720" noProof="0" dirty="0">
                <a:solidFill>
                  <a:srgbClr val="486581"/>
                </a:solidFill>
                <a:latin typeface="Calibri" pitchFamily="34" charset="0"/>
                <a:ea typeface="Calibri" pitchFamily="34" charset="-122"/>
                <a:cs typeface="Calibri" pitchFamily="34" charset="-120"/>
              </a:rPr>
              <a:t>Vérifier </a:t>
            </a:r>
          </a:p>
          <a:p>
            <a:pPr marL="0" indent="0">
              <a:buNone/>
            </a:pPr>
            <a:r>
              <a:rPr lang="fr-CA" sz="1720" noProof="0" dirty="0">
                <a:solidFill>
                  <a:srgbClr val="486581"/>
                </a:solidFill>
                <a:latin typeface="Calibri" pitchFamily="34" charset="0"/>
                <a:ea typeface="Calibri" pitchFamily="34" charset="-122"/>
                <a:cs typeface="Calibri" pitchFamily="34" charset="-120"/>
              </a:rPr>
              <a:t>l’</a:t>
            </a:r>
            <a:r>
              <a:rPr lang="fr-CA" sz="1720" dirty="0">
                <a:solidFill>
                  <a:srgbClr val="486581"/>
                </a:solidFill>
                <a:latin typeface="Calibri" pitchFamily="34" charset="0"/>
                <a:ea typeface="Calibri" pitchFamily="34" charset="-122"/>
                <a:cs typeface="Calibri" pitchFamily="34" charset="-120"/>
              </a:rPr>
              <a:t>idempotence.</a:t>
            </a:r>
            <a:endParaRPr lang="fr-CA" sz="1720" noProof="0" dirty="0"/>
          </a:p>
        </p:txBody>
      </p:sp>
      <p:sp>
        <p:nvSpPr>
          <p:cNvPr id="34" name="Shape 18">
            <a:extLst>
              <a:ext uri="{FF2B5EF4-FFF2-40B4-BE49-F238E27FC236}">
                <a16:creationId xmlns:a16="http://schemas.microsoft.com/office/drawing/2014/main" id="{CE817A6D-DDAF-4221-0082-3ADEC8CAE78A}"/>
              </a:ext>
            </a:extLst>
          </p:cNvPr>
          <p:cNvSpPr/>
          <p:nvPr>
            <p:custDataLst>
              <p:tags r:id="rId20"/>
            </p:custDataLst>
          </p:nvPr>
        </p:nvSpPr>
        <p:spPr>
          <a:xfrm flipH="1">
            <a:off x="8484041" y="2976372"/>
            <a:ext cx="1467971" cy="160020"/>
          </a:xfrm>
          <a:prstGeom prst="line">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fr-CA" dirty="0"/>
          </a:p>
        </p:txBody>
      </p:sp>
      <p:sp>
        <p:nvSpPr>
          <p:cNvPr id="36" name="Text 15">
            <a:extLst>
              <a:ext uri="{FF2B5EF4-FFF2-40B4-BE49-F238E27FC236}">
                <a16:creationId xmlns:a16="http://schemas.microsoft.com/office/drawing/2014/main" id="{C97EE499-20BF-98FF-A8BE-9ECE60342177}"/>
              </a:ext>
            </a:extLst>
          </p:cNvPr>
          <p:cNvSpPr/>
          <p:nvPr>
            <p:custDataLst>
              <p:tags r:id="rId21"/>
            </p:custDataLst>
          </p:nvPr>
        </p:nvSpPr>
        <p:spPr>
          <a:xfrm>
            <a:off x="7911626" y="1859354"/>
            <a:ext cx="2040385" cy="417502"/>
          </a:xfrm>
          <a:prstGeom prst="rect">
            <a:avLst/>
          </a:prstGeom>
          <a:noFill/>
          <a:ln/>
        </p:spPr>
        <p:txBody>
          <a:bodyPr wrap="square" lIns="0" tIns="0" rIns="0" bIns="0" rtlCol="0" anchor="t">
            <a:normAutofit/>
          </a:bodyPr>
          <a:lstStyle/>
          <a:p>
            <a:pPr marL="0" indent="0">
              <a:buNone/>
            </a:pPr>
            <a:r>
              <a:rPr lang="fr-CA" sz="1720" noProof="0" dirty="0">
                <a:solidFill>
                  <a:srgbClr val="486581"/>
                </a:solidFill>
                <a:latin typeface="Calibri" pitchFamily="34" charset="0"/>
                <a:ea typeface="Calibri" pitchFamily="34" charset="-122"/>
                <a:cs typeface="Calibri" pitchFamily="34" charset="-120"/>
              </a:rPr>
              <a:t>Une seule transaction.</a:t>
            </a:r>
            <a:endParaRPr lang="fr-CA" sz="1720" noProof="0" dirty="0"/>
          </a:p>
        </p:txBody>
      </p:sp>
      <p:sp>
        <p:nvSpPr>
          <p:cNvPr id="30" name="Shape 18">
            <a:extLst>
              <a:ext uri="{FF2B5EF4-FFF2-40B4-BE49-F238E27FC236}">
                <a16:creationId xmlns:a16="http://schemas.microsoft.com/office/drawing/2014/main" id="{56FFB5B1-64C6-31B8-EC5D-83B25EFBA911}"/>
              </a:ext>
            </a:extLst>
          </p:cNvPr>
          <p:cNvSpPr/>
          <p:nvPr>
            <p:custDataLst>
              <p:tags r:id="rId22"/>
            </p:custDataLst>
          </p:nvPr>
        </p:nvSpPr>
        <p:spPr>
          <a:xfrm flipH="1">
            <a:off x="6615484" y="2003330"/>
            <a:ext cx="1230068" cy="392398"/>
          </a:xfrm>
          <a:prstGeom prst="line">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fr-CA" dirty="0"/>
          </a:p>
        </p:txBody>
      </p:sp>
      <p:sp>
        <p:nvSpPr>
          <p:cNvPr id="32" name="Text 15">
            <a:extLst>
              <a:ext uri="{FF2B5EF4-FFF2-40B4-BE49-F238E27FC236}">
                <a16:creationId xmlns:a16="http://schemas.microsoft.com/office/drawing/2014/main" id="{30066B1F-C24A-3AD0-D7C8-7E4B52D6AB9C}"/>
              </a:ext>
            </a:extLst>
          </p:cNvPr>
          <p:cNvSpPr/>
          <p:nvPr>
            <p:custDataLst>
              <p:tags r:id="rId23"/>
            </p:custDataLst>
          </p:nvPr>
        </p:nvSpPr>
        <p:spPr>
          <a:xfrm>
            <a:off x="9218025" y="3607486"/>
            <a:ext cx="2685077" cy="603503"/>
          </a:xfrm>
          <a:prstGeom prst="rect">
            <a:avLst/>
          </a:prstGeom>
          <a:noFill/>
          <a:ln/>
        </p:spPr>
        <p:txBody>
          <a:bodyPr wrap="square" lIns="0" tIns="0" rIns="0" bIns="0" rtlCol="0" anchor="t">
            <a:normAutofit/>
          </a:bodyPr>
          <a:lstStyle/>
          <a:p>
            <a:pPr marL="0" indent="0">
              <a:buNone/>
            </a:pPr>
            <a:r>
              <a:rPr lang="fr-CA" sz="1720" noProof="1">
                <a:solidFill>
                  <a:srgbClr val="486581"/>
                </a:solidFill>
                <a:latin typeface="Calibri" pitchFamily="34" charset="0"/>
                <a:ea typeface="Calibri" pitchFamily="34" charset="-122"/>
                <a:cs typeface="Calibri" pitchFamily="34" charset="-120"/>
              </a:rPr>
              <a:t>Référence de la journalisation pour la mise à jour.</a:t>
            </a:r>
            <a:endParaRPr lang="fr-CA" sz="1720" noProof="1"/>
          </a:p>
        </p:txBody>
      </p:sp>
      <p:sp>
        <p:nvSpPr>
          <p:cNvPr id="38" name="Shape 18">
            <a:extLst>
              <a:ext uri="{FF2B5EF4-FFF2-40B4-BE49-F238E27FC236}">
                <a16:creationId xmlns:a16="http://schemas.microsoft.com/office/drawing/2014/main" id="{CCDCF7D1-0AA6-E16E-2B42-8D15FD04F4B9}"/>
              </a:ext>
            </a:extLst>
          </p:cNvPr>
          <p:cNvSpPr/>
          <p:nvPr>
            <p:custDataLst>
              <p:tags r:id="rId24"/>
            </p:custDataLst>
          </p:nvPr>
        </p:nvSpPr>
        <p:spPr>
          <a:xfrm flipH="1">
            <a:off x="8627162" y="3849624"/>
            <a:ext cx="590861" cy="132190"/>
          </a:xfrm>
          <a:prstGeom prst="line">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fr-CA" dirty="0"/>
          </a:p>
        </p:txBody>
      </p:sp>
      <p:sp>
        <p:nvSpPr>
          <p:cNvPr id="42" name="Text 15">
            <a:extLst>
              <a:ext uri="{FF2B5EF4-FFF2-40B4-BE49-F238E27FC236}">
                <a16:creationId xmlns:a16="http://schemas.microsoft.com/office/drawing/2014/main" id="{07DE219E-B028-5C6D-EDD0-323A46F63A4C}"/>
              </a:ext>
            </a:extLst>
          </p:cNvPr>
          <p:cNvSpPr/>
          <p:nvPr>
            <p:custDataLst>
              <p:tags r:id="rId25"/>
            </p:custDataLst>
          </p:nvPr>
        </p:nvSpPr>
        <p:spPr>
          <a:xfrm>
            <a:off x="9619167" y="4798271"/>
            <a:ext cx="1882791" cy="585422"/>
          </a:xfrm>
          <a:prstGeom prst="rect">
            <a:avLst/>
          </a:prstGeom>
          <a:noFill/>
          <a:ln/>
        </p:spPr>
        <p:txBody>
          <a:bodyPr wrap="square" lIns="0" tIns="0" rIns="0" bIns="0" rtlCol="0" anchor="t">
            <a:normAutofit/>
          </a:bodyPr>
          <a:lstStyle/>
          <a:p>
            <a:pPr marL="0" indent="0">
              <a:buNone/>
            </a:pPr>
            <a:r>
              <a:rPr lang="fr-CA" sz="1720" noProof="1">
                <a:solidFill>
                  <a:srgbClr val="486581"/>
                </a:solidFill>
                <a:latin typeface="Calibri" pitchFamily="34" charset="0"/>
                <a:ea typeface="Calibri" pitchFamily="34" charset="-122"/>
                <a:cs typeface="Calibri" pitchFamily="34" charset="-120"/>
              </a:rPr>
              <a:t>Afin ... Début de la logique d’affaires.</a:t>
            </a:r>
            <a:endParaRPr lang="fr-CA" sz="1720" noProof="1"/>
          </a:p>
        </p:txBody>
      </p:sp>
      <p:sp>
        <p:nvSpPr>
          <p:cNvPr id="44" name="Shape 18">
            <a:extLst>
              <a:ext uri="{FF2B5EF4-FFF2-40B4-BE49-F238E27FC236}">
                <a16:creationId xmlns:a16="http://schemas.microsoft.com/office/drawing/2014/main" id="{87C45AB9-B348-F4A1-A8AA-E3C830DAACAA}"/>
              </a:ext>
            </a:extLst>
          </p:cNvPr>
          <p:cNvSpPr/>
          <p:nvPr>
            <p:custDataLst>
              <p:tags r:id="rId26"/>
            </p:custDataLst>
          </p:nvPr>
        </p:nvSpPr>
        <p:spPr>
          <a:xfrm flipH="1" flipV="1">
            <a:off x="8821905" y="4911589"/>
            <a:ext cx="751475" cy="160020"/>
          </a:xfrm>
          <a:prstGeom prst="line">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fr-CA" dirty="0"/>
          </a:p>
        </p:txBody>
      </p:sp>
      <p:sp>
        <p:nvSpPr>
          <p:cNvPr id="46" name="Text 11">
            <a:extLst>
              <a:ext uri="{FF2B5EF4-FFF2-40B4-BE49-F238E27FC236}">
                <a16:creationId xmlns:a16="http://schemas.microsoft.com/office/drawing/2014/main" id="{7A9E15E9-CC3B-BA44-2565-BDCA9CAF1BC0}"/>
              </a:ext>
            </a:extLst>
          </p:cNvPr>
          <p:cNvSpPr/>
          <p:nvPr>
            <p:custDataLst>
              <p:tags r:id="rId27"/>
            </p:custDataLst>
          </p:nvPr>
        </p:nvSpPr>
        <p:spPr>
          <a:xfrm>
            <a:off x="643128" y="4632630"/>
            <a:ext cx="4731556" cy="722796"/>
          </a:xfrm>
          <a:prstGeom prst="rect">
            <a:avLst/>
          </a:prstGeom>
          <a:noFill/>
          <a:ln/>
        </p:spPr>
        <p:txBody>
          <a:bodyPr wrap="square" lIns="0" tIns="0" rIns="0" bIns="0" rtlCol="0" anchor="t">
            <a:normAutofit/>
          </a:bodyPr>
          <a:lstStyle/>
          <a:p>
            <a:pPr algn="ctr"/>
            <a:r>
              <a:rPr lang="fr-CA" sz="1400" b="1" dirty="0">
                <a:solidFill>
                  <a:schemeClr val="accent6">
                    <a:lumMod val="50000"/>
                  </a:schemeClr>
                </a:solidFill>
              </a:rPr>
              <a:t>Une contrainte d'unicité reste l'autorité de déduplication face à la concurrence. Il ne constitue pas le commit. Garder distincts l'identité, le type de traitement et son résultat.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fr-CA" noProof="0" dirty="0"/>
          </a:p>
        </p:txBody>
      </p:sp>
      <p:sp>
        <p:nvSpPr>
          <p:cNvPr id="3" name="Text 1"/>
          <p:cNvSpPr/>
          <p:nvPr>
            <p:custDataLst>
              <p:tags r:id="rId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fr-CA" sz="1100" b="1" kern="0" spc="50" noProof="0" dirty="0">
                <a:solidFill>
                  <a:srgbClr val="1F6FEB"/>
                </a:solidFill>
                <a:latin typeface="Calibri" pitchFamily="34" charset="0"/>
                <a:ea typeface="Calibri" pitchFamily="34" charset="-122"/>
                <a:cs typeface="Calibri" pitchFamily="34" charset="-120"/>
              </a:rPr>
              <a:t>03 / FIABILISER LES EFFETS</a:t>
            </a:r>
            <a:endParaRPr lang="fr-CA" sz="1100" noProof="0" dirty="0"/>
          </a:p>
        </p:txBody>
      </p:sp>
      <p:sp>
        <p:nvSpPr>
          <p:cNvPr id="4" name="Text 2"/>
          <p:cNvSpPr/>
          <p:nvPr>
            <p:custDataLst>
              <p:tags r:id="rId3"/>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fr-CA" sz="1000" b="1" noProof="0" dirty="0">
                <a:solidFill>
                  <a:srgbClr val="829AB1"/>
                </a:solidFill>
                <a:latin typeface="Calibri" pitchFamily="34" charset="0"/>
                <a:ea typeface="Calibri" pitchFamily="34" charset="-122"/>
                <a:cs typeface="Calibri" pitchFamily="34" charset="-120"/>
              </a:rPr>
              <a:t>RÉ-ESSAI / DLT / REJEU</a:t>
            </a:r>
            <a:endParaRPr lang="fr-CA" sz="1000" noProof="0" dirty="0"/>
          </a:p>
        </p:txBody>
      </p:sp>
      <p:sp>
        <p:nvSpPr>
          <p:cNvPr id="5" name="Text 3"/>
          <p:cNvSpPr/>
          <p:nvPr>
            <p:custDataLst>
              <p:tags r:id="rId4"/>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fr-CA" sz="2700" b="1" noProof="0" dirty="0">
                <a:solidFill>
                  <a:srgbClr val="102A43"/>
                </a:solidFill>
                <a:latin typeface="Calibri" pitchFamily="34" charset="0"/>
                <a:ea typeface="Calibri" pitchFamily="34" charset="-122"/>
                <a:cs typeface="Calibri" pitchFamily="34" charset="-120"/>
              </a:rPr>
              <a:t>Une erreur doit suivre un parcours explicite</a:t>
            </a:r>
            <a:endParaRPr lang="fr-CA" sz="2700" noProof="0" dirty="0"/>
          </a:p>
        </p:txBody>
      </p:sp>
      <p:sp>
        <p:nvSpPr>
          <p:cNvPr id="6" name="Text 4"/>
          <p:cNvSpPr/>
          <p:nvPr>
            <p:custDataLst>
              <p:tags r:id="rId5"/>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fr-CA" sz="1650" noProof="0" dirty="0">
                <a:solidFill>
                  <a:srgbClr val="486581"/>
                </a:solidFill>
                <a:latin typeface="Calibri" pitchFamily="34" charset="0"/>
                <a:ea typeface="Calibri" pitchFamily="34" charset="-122"/>
                <a:cs typeface="Calibri" pitchFamily="34" charset="-120"/>
              </a:rPr>
              <a:t>Réessayer un incident transitoire, isoler un échec persistant, puis organiser un rejeu contrôlé.</a:t>
            </a:r>
            <a:endParaRPr lang="fr-CA" sz="1650" noProof="0" dirty="0"/>
          </a:p>
        </p:txBody>
      </p:sp>
      <p:sp>
        <p:nvSpPr>
          <p:cNvPr id="7" name="Text 5"/>
          <p:cNvSpPr/>
          <p:nvPr>
            <p:custDataLst>
              <p:tags r:id="rId6"/>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fr-CA" sz="900" noProof="0" dirty="0">
                <a:solidFill>
                  <a:srgbClr val="486581"/>
                </a:solidFill>
                <a:latin typeface="Calibri" pitchFamily="34" charset="0"/>
                <a:ea typeface="Calibri" pitchFamily="34" charset="-122"/>
                <a:cs typeface="Calibri" pitchFamily="34" charset="-120"/>
              </a:rPr>
              <a:t>Guide d'ingénierie Kafka · Projet EDA</a:t>
            </a:r>
            <a:endParaRPr lang="fr-CA" sz="900" noProof="0" dirty="0"/>
          </a:p>
        </p:txBody>
      </p:sp>
      <p:sp>
        <p:nvSpPr>
          <p:cNvPr id="8" name="Text 6"/>
          <p:cNvSpPr/>
          <p:nvPr>
            <p:custDataLst>
              <p:tags r:id="rId7"/>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fr-CA" sz="900" noProof="0" dirty="0">
                <a:solidFill>
                  <a:srgbClr val="486581"/>
                </a:solidFill>
                <a:latin typeface="Calibri" pitchFamily="34" charset="0"/>
                <a:ea typeface="Calibri" pitchFamily="34" charset="-122"/>
                <a:cs typeface="Calibri" pitchFamily="34" charset="-120"/>
              </a:rPr>
              <a:t>20</a:t>
            </a:r>
            <a:endParaRPr lang="fr-CA" sz="900" noProof="0" dirty="0"/>
          </a:p>
        </p:txBody>
      </p:sp>
      <p:sp>
        <p:nvSpPr>
          <p:cNvPr id="9" name="Shape 7"/>
          <p:cNvSpPr/>
          <p:nvPr>
            <p:custDataLst>
              <p:tags r:id="rId8"/>
            </p:custDataLst>
          </p:nvPr>
        </p:nvSpPr>
        <p:spPr>
          <a:xfrm>
            <a:off x="543670" y="1987032"/>
            <a:ext cx="2404872" cy="1441968"/>
          </a:xfrm>
          <a:prstGeom prst="roundRect">
            <a:avLst>
              <a:gd name="adj" fmla="val 5128"/>
            </a:avLst>
          </a:prstGeom>
          <a:solidFill>
            <a:srgbClr val="EFF6FF"/>
          </a:solidFill>
          <a:ln w="8890">
            <a:solidFill>
              <a:srgbClr val="1F6FEB"/>
            </a:solidFill>
            <a:prstDash val="solid"/>
          </a:ln>
        </p:spPr>
        <p:txBody>
          <a:bodyPr/>
          <a:lstStyle/>
          <a:p>
            <a:endParaRPr lang="fr-CA" noProof="0" dirty="0"/>
          </a:p>
        </p:txBody>
      </p:sp>
      <p:sp>
        <p:nvSpPr>
          <p:cNvPr id="10" name="Text 8"/>
          <p:cNvSpPr/>
          <p:nvPr>
            <p:custDataLst>
              <p:tags r:id="rId9"/>
            </p:custDataLst>
          </p:nvPr>
        </p:nvSpPr>
        <p:spPr>
          <a:xfrm>
            <a:off x="543670" y="2188200"/>
            <a:ext cx="2404872" cy="475488"/>
          </a:xfrm>
          <a:prstGeom prst="rect">
            <a:avLst/>
          </a:prstGeom>
          <a:noFill/>
          <a:ln/>
        </p:spPr>
        <p:txBody>
          <a:bodyPr wrap="square" lIns="0" tIns="0" rIns="0" bIns="0" rtlCol="0" anchor="t">
            <a:normAutofit/>
          </a:bodyPr>
          <a:lstStyle/>
          <a:p>
            <a:pPr marL="0" indent="0" algn="ctr">
              <a:buNone/>
            </a:pPr>
            <a:r>
              <a:rPr lang="fr-CA" sz="1850" b="1" noProof="0" dirty="0">
                <a:solidFill>
                  <a:srgbClr val="1F6FEB"/>
                </a:solidFill>
                <a:latin typeface="Calibri" pitchFamily="34" charset="0"/>
                <a:ea typeface="Calibri" pitchFamily="34" charset="-122"/>
                <a:cs typeface="Calibri" pitchFamily="34" charset="-120"/>
              </a:rPr>
              <a:t>Échec</a:t>
            </a:r>
            <a:endParaRPr lang="fr-CA" sz="1850" noProof="0" dirty="0"/>
          </a:p>
        </p:txBody>
      </p:sp>
      <p:sp>
        <p:nvSpPr>
          <p:cNvPr id="11" name="Text 9"/>
          <p:cNvSpPr/>
          <p:nvPr>
            <p:custDataLst>
              <p:tags r:id="rId10"/>
            </p:custDataLst>
          </p:nvPr>
        </p:nvSpPr>
        <p:spPr>
          <a:xfrm>
            <a:off x="530352" y="2747973"/>
            <a:ext cx="2404872" cy="320040"/>
          </a:xfrm>
          <a:prstGeom prst="rect">
            <a:avLst/>
          </a:prstGeom>
          <a:noFill/>
          <a:ln/>
        </p:spPr>
        <p:txBody>
          <a:bodyPr wrap="square" lIns="0" tIns="0" rIns="0" bIns="0" rtlCol="0" anchor="t">
            <a:normAutofit/>
          </a:bodyPr>
          <a:lstStyle/>
          <a:p>
            <a:pPr marL="0" indent="0" algn="ctr">
              <a:buNone/>
            </a:pPr>
            <a:r>
              <a:rPr lang="fr-CA" sz="1620" noProof="0" dirty="0">
                <a:solidFill>
                  <a:srgbClr val="486581"/>
                </a:solidFill>
                <a:latin typeface="Calibri" pitchFamily="34" charset="0"/>
                <a:ea typeface="Calibri" pitchFamily="34" charset="-122"/>
                <a:cs typeface="Calibri" pitchFamily="34" charset="-120"/>
              </a:rPr>
              <a:t>Identifier la cause</a:t>
            </a:r>
            <a:endParaRPr lang="fr-CA" sz="1620" noProof="0" dirty="0"/>
          </a:p>
        </p:txBody>
      </p:sp>
      <p:sp>
        <p:nvSpPr>
          <p:cNvPr id="12" name="Shape 10"/>
          <p:cNvSpPr/>
          <p:nvPr>
            <p:custDataLst>
              <p:tags r:id="rId11"/>
            </p:custDataLst>
          </p:nvPr>
        </p:nvSpPr>
        <p:spPr>
          <a:xfrm>
            <a:off x="2948542" y="2740417"/>
            <a:ext cx="406510" cy="0"/>
          </a:xfrm>
          <a:prstGeom prst="line">
            <a:avLst/>
          </a:prstGeom>
          <a:noFill/>
          <a:ln w="28575">
            <a:solidFill>
              <a:srgbClr val="1F6FEB"/>
            </a:solidFill>
            <a:prstDash val="solid"/>
            <a:headEnd type="none"/>
            <a:tailEnd type="triangle"/>
          </a:ln>
        </p:spPr>
        <p:txBody>
          <a:bodyPr/>
          <a:lstStyle/>
          <a:p>
            <a:endParaRPr lang="fr-CA" noProof="0" dirty="0"/>
          </a:p>
        </p:txBody>
      </p:sp>
      <p:sp>
        <p:nvSpPr>
          <p:cNvPr id="13" name="Shape 11"/>
          <p:cNvSpPr/>
          <p:nvPr>
            <p:custDataLst>
              <p:tags r:id="rId12"/>
            </p:custDataLst>
          </p:nvPr>
        </p:nvSpPr>
        <p:spPr>
          <a:xfrm>
            <a:off x="3341734" y="1987032"/>
            <a:ext cx="2404872" cy="1441967"/>
          </a:xfrm>
          <a:prstGeom prst="roundRect">
            <a:avLst>
              <a:gd name="adj" fmla="val 5128"/>
            </a:avLst>
          </a:prstGeom>
          <a:solidFill>
            <a:srgbClr val="EFF6FF"/>
          </a:solidFill>
          <a:ln w="8890">
            <a:solidFill>
              <a:srgbClr val="1F6FEB"/>
            </a:solidFill>
            <a:prstDash val="solid"/>
          </a:ln>
        </p:spPr>
        <p:txBody>
          <a:bodyPr/>
          <a:lstStyle/>
          <a:p>
            <a:endParaRPr lang="fr-CA" noProof="0" dirty="0"/>
          </a:p>
        </p:txBody>
      </p:sp>
      <p:sp>
        <p:nvSpPr>
          <p:cNvPr id="14" name="Text 12"/>
          <p:cNvSpPr/>
          <p:nvPr>
            <p:custDataLst>
              <p:tags r:id="rId13"/>
            </p:custDataLst>
          </p:nvPr>
        </p:nvSpPr>
        <p:spPr>
          <a:xfrm>
            <a:off x="3341734" y="2188200"/>
            <a:ext cx="2404872" cy="475488"/>
          </a:xfrm>
          <a:prstGeom prst="rect">
            <a:avLst/>
          </a:prstGeom>
          <a:noFill/>
          <a:ln/>
        </p:spPr>
        <p:txBody>
          <a:bodyPr wrap="square" lIns="0" tIns="0" rIns="0" bIns="0" rtlCol="0" anchor="t">
            <a:normAutofit/>
          </a:bodyPr>
          <a:lstStyle/>
          <a:p>
            <a:pPr marL="0" indent="0" algn="ctr">
              <a:buNone/>
            </a:pPr>
            <a:r>
              <a:rPr lang="fr-CA" sz="1850" b="1" noProof="0" dirty="0">
                <a:solidFill>
                  <a:srgbClr val="1F6FEB"/>
                </a:solidFill>
                <a:latin typeface="Calibri" pitchFamily="34" charset="0"/>
                <a:ea typeface="Calibri" pitchFamily="34" charset="-122"/>
                <a:cs typeface="Calibri" pitchFamily="34" charset="-120"/>
              </a:rPr>
              <a:t>Ré-essai borné</a:t>
            </a:r>
            <a:endParaRPr lang="fr-CA" sz="1850" noProof="0" dirty="0"/>
          </a:p>
        </p:txBody>
      </p:sp>
      <p:sp>
        <p:nvSpPr>
          <p:cNvPr id="15" name="Text 13"/>
          <p:cNvSpPr/>
          <p:nvPr>
            <p:custDataLst>
              <p:tags r:id="rId14"/>
            </p:custDataLst>
          </p:nvPr>
        </p:nvSpPr>
        <p:spPr>
          <a:xfrm>
            <a:off x="3368370" y="2743201"/>
            <a:ext cx="2404872" cy="320040"/>
          </a:xfrm>
          <a:prstGeom prst="rect">
            <a:avLst/>
          </a:prstGeom>
          <a:noFill/>
          <a:ln/>
        </p:spPr>
        <p:txBody>
          <a:bodyPr wrap="square" lIns="0" tIns="0" rIns="0" bIns="0" rtlCol="0" anchor="t">
            <a:normAutofit/>
          </a:bodyPr>
          <a:lstStyle/>
          <a:p>
            <a:pPr marL="0" indent="0" algn="ctr">
              <a:buNone/>
            </a:pPr>
            <a:r>
              <a:rPr lang="fr-CA" sz="1620" noProof="0" dirty="0">
                <a:solidFill>
                  <a:srgbClr val="486581"/>
                </a:solidFill>
                <a:latin typeface="Calibri" pitchFamily="34" charset="0"/>
                <a:ea typeface="Calibri" pitchFamily="34" charset="-122"/>
                <a:cs typeface="Calibri" pitchFamily="34" charset="-120"/>
              </a:rPr>
              <a:t>Attendre puis réessayer</a:t>
            </a:r>
            <a:endParaRPr lang="fr-CA" sz="1620" noProof="0" dirty="0"/>
          </a:p>
        </p:txBody>
      </p:sp>
      <p:sp>
        <p:nvSpPr>
          <p:cNvPr id="17" name="Shape 15"/>
          <p:cNvSpPr/>
          <p:nvPr>
            <p:custDataLst>
              <p:tags r:id="rId15"/>
            </p:custDataLst>
          </p:nvPr>
        </p:nvSpPr>
        <p:spPr>
          <a:xfrm>
            <a:off x="6139798" y="1987032"/>
            <a:ext cx="2404872" cy="1441968"/>
          </a:xfrm>
          <a:prstGeom prst="roundRect">
            <a:avLst>
              <a:gd name="adj" fmla="val 5128"/>
            </a:avLst>
          </a:prstGeom>
          <a:solidFill>
            <a:srgbClr val="FFF7ED"/>
          </a:solidFill>
          <a:ln w="8890">
            <a:solidFill>
              <a:srgbClr val="B45309"/>
            </a:solidFill>
            <a:prstDash val="solid"/>
          </a:ln>
        </p:spPr>
        <p:txBody>
          <a:bodyPr/>
          <a:lstStyle/>
          <a:p>
            <a:endParaRPr lang="fr-CA" noProof="0" dirty="0"/>
          </a:p>
        </p:txBody>
      </p:sp>
      <p:sp>
        <p:nvSpPr>
          <p:cNvPr id="18" name="Text 16"/>
          <p:cNvSpPr/>
          <p:nvPr>
            <p:custDataLst>
              <p:tags r:id="rId16"/>
            </p:custDataLst>
          </p:nvPr>
        </p:nvSpPr>
        <p:spPr>
          <a:xfrm>
            <a:off x="6139798" y="2188200"/>
            <a:ext cx="2404872" cy="475488"/>
          </a:xfrm>
          <a:prstGeom prst="rect">
            <a:avLst/>
          </a:prstGeom>
          <a:noFill/>
          <a:ln/>
        </p:spPr>
        <p:txBody>
          <a:bodyPr wrap="square" lIns="0" tIns="0" rIns="0" bIns="0" rtlCol="0" anchor="t">
            <a:normAutofit/>
          </a:bodyPr>
          <a:lstStyle/>
          <a:p>
            <a:pPr marL="0" indent="0" algn="ctr">
              <a:buNone/>
            </a:pPr>
            <a:r>
              <a:rPr lang="fr-CA" sz="1850" b="1" noProof="0" dirty="0">
                <a:solidFill>
                  <a:srgbClr val="B45309"/>
                </a:solidFill>
                <a:latin typeface="Calibri" pitchFamily="34" charset="0"/>
                <a:ea typeface="Calibri" pitchFamily="34" charset="-122"/>
                <a:cs typeface="Calibri" pitchFamily="34" charset="-120"/>
              </a:rPr>
              <a:t>DLT</a:t>
            </a:r>
            <a:endParaRPr lang="fr-CA" sz="1850" noProof="0" dirty="0"/>
          </a:p>
        </p:txBody>
      </p:sp>
      <p:sp>
        <p:nvSpPr>
          <p:cNvPr id="19" name="Text 17"/>
          <p:cNvSpPr/>
          <p:nvPr>
            <p:custDataLst>
              <p:tags r:id="rId17"/>
            </p:custDataLst>
          </p:nvPr>
        </p:nvSpPr>
        <p:spPr>
          <a:xfrm>
            <a:off x="6126480" y="2739624"/>
            <a:ext cx="2418190" cy="320040"/>
          </a:xfrm>
          <a:prstGeom prst="rect">
            <a:avLst/>
          </a:prstGeom>
          <a:noFill/>
          <a:ln/>
        </p:spPr>
        <p:txBody>
          <a:bodyPr wrap="square" lIns="0" tIns="0" rIns="0" bIns="0" rtlCol="0" anchor="t">
            <a:normAutofit/>
          </a:bodyPr>
          <a:lstStyle/>
          <a:p>
            <a:pPr marL="0" indent="0" algn="ctr">
              <a:buNone/>
            </a:pPr>
            <a:r>
              <a:rPr lang="fr-CA" sz="1620" noProof="0" dirty="0">
                <a:solidFill>
                  <a:srgbClr val="486581"/>
                </a:solidFill>
                <a:latin typeface="Calibri" pitchFamily="34" charset="0"/>
                <a:ea typeface="Calibri" pitchFamily="34" charset="-122"/>
                <a:cs typeface="Calibri" pitchFamily="34" charset="-120"/>
              </a:rPr>
              <a:t>Topic des échecs</a:t>
            </a:r>
            <a:endParaRPr lang="fr-CA" sz="1620" noProof="0" dirty="0"/>
          </a:p>
        </p:txBody>
      </p:sp>
      <p:sp>
        <p:nvSpPr>
          <p:cNvPr id="21" name="Shape 19"/>
          <p:cNvSpPr/>
          <p:nvPr>
            <p:custDataLst>
              <p:tags r:id="rId18"/>
            </p:custDataLst>
          </p:nvPr>
        </p:nvSpPr>
        <p:spPr>
          <a:xfrm>
            <a:off x="8937862" y="1987032"/>
            <a:ext cx="2404872" cy="1441966"/>
          </a:xfrm>
          <a:prstGeom prst="roundRect">
            <a:avLst>
              <a:gd name="adj" fmla="val 5128"/>
            </a:avLst>
          </a:prstGeom>
          <a:solidFill>
            <a:srgbClr val="EFFAF8"/>
          </a:solidFill>
          <a:ln w="8890">
            <a:solidFill>
              <a:srgbClr val="0F766E"/>
            </a:solidFill>
            <a:prstDash val="solid"/>
          </a:ln>
        </p:spPr>
        <p:txBody>
          <a:bodyPr/>
          <a:lstStyle/>
          <a:p>
            <a:endParaRPr lang="fr-CA" noProof="0" dirty="0"/>
          </a:p>
        </p:txBody>
      </p:sp>
      <p:sp>
        <p:nvSpPr>
          <p:cNvPr id="22" name="Text 20"/>
          <p:cNvSpPr/>
          <p:nvPr>
            <p:custDataLst>
              <p:tags r:id="rId19"/>
            </p:custDataLst>
          </p:nvPr>
        </p:nvSpPr>
        <p:spPr>
          <a:xfrm>
            <a:off x="8937862" y="2188200"/>
            <a:ext cx="2404872" cy="475488"/>
          </a:xfrm>
          <a:prstGeom prst="rect">
            <a:avLst/>
          </a:prstGeom>
          <a:noFill/>
          <a:ln/>
        </p:spPr>
        <p:txBody>
          <a:bodyPr wrap="square" lIns="0" tIns="0" rIns="0" bIns="0" rtlCol="0" anchor="t">
            <a:normAutofit/>
          </a:bodyPr>
          <a:lstStyle/>
          <a:p>
            <a:pPr marL="0" indent="0" algn="ctr">
              <a:buNone/>
            </a:pPr>
            <a:r>
              <a:rPr lang="fr-CA" sz="1850" b="1" noProof="0" dirty="0">
                <a:solidFill>
                  <a:srgbClr val="0F766E"/>
                </a:solidFill>
                <a:latin typeface="Calibri" pitchFamily="34" charset="0"/>
                <a:ea typeface="Calibri" pitchFamily="34" charset="-122"/>
                <a:cs typeface="Calibri" pitchFamily="34" charset="-120"/>
              </a:rPr>
              <a:t>Rejeu</a:t>
            </a:r>
            <a:endParaRPr lang="fr-CA" sz="1850" noProof="0" dirty="0"/>
          </a:p>
        </p:txBody>
      </p:sp>
      <p:sp>
        <p:nvSpPr>
          <p:cNvPr id="23" name="Text 21"/>
          <p:cNvSpPr/>
          <p:nvPr>
            <p:custDataLst>
              <p:tags r:id="rId20"/>
            </p:custDataLst>
          </p:nvPr>
        </p:nvSpPr>
        <p:spPr>
          <a:xfrm>
            <a:off x="8937862" y="2705232"/>
            <a:ext cx="2404872" cy="271536"/>
          </a:xfrm>
          <a:prstGeom prst="rect">
            <a:avLst/>
          </a:prstGeom>
          <a:noFill/>
          <a:ln/>
        </p:spPr>
        <p:txBody>
          <a:bodyPr wrap="square" lIns="0" tIns="0" rIns="0" bIns="0" rtlCol="0" anchor="t">
            <a:normAutofit/>
          </a:bodyPr>
          <a:lstStyle/>
          <a:p>
            <a:pPr marL="0" indent="0" algn="ctr">
              <a:buNone/>
            </a:pPr>
            <a:r>
              <a:rPr lang="fr-CA" sz="1620" noProof="0" dirty="0">
                <a:solidFill>
                  <a:srgbClr val="486581"/>
                </a:solidFill>
                <a:latin typeface="Calibri" pitchFamily="34" charset="0"/>
                <a:ea typeface="Calibri" pitchFamily="34" charset="-122"/>
                <a:cs typeface="Calibri" pitchFamily="34" charset="-120"/>
              </a:rPr>
              <a:t>Après analyse et correction</a:t>
            </a:r>
            <a:endParaRPr lang="fr-CA" sz="1620" noProof="0" dirty="0"/>
          </a:p>
        </p:txBody>
      </p:sp>
      <p:sp>
        <p:nvSpPr>
          <p:cNvPr id="24" name="Text 22"/>
          <p:cNvSpPr/>
          <p:nvPr>
            <p:custDataLst>
              <p:tags r:id="rId21"/>
            </p:custDataLst>
          </p:nvPr>
        </p:nvSpPr>
        <p:spPr>
          <a:xfrm>
            <a:off x="768096" y="4649787"/>
            <a:ext cx="10716768" cy="557784"/>
          </a:xfrm>
          <a:prstGeom prst="rect">
            <a:avLst/>
          </a:prstGeom>
          <a:noFill/>
          <a:ln/>
        </p:spPr>
        <p:txBody>
          <a:bodyPr wrap="square" lIns="0" tIns="0" rIns="0" bIns="0" rtlCol="0" anchor="t">
            <a:normAutofit lnSpcReduction="10000"/>
          </a:bodyPr>
          <a:lstStyle/>
          <a:p>
            <a:pPr marL="0" indent="0" algn="ctr">
              <a:buNone/>
            </a:pPr>
            <a:r>
              <a:rPr lang="fr-CA" sz="1900" b="1" noProof="0" dirty="0">
                <a:solidFill>
                  <a:srgbClr val="102A43"/>
                </a:solidFill>
                <a:latin typeface="Calibri" pitchFamily="34" charset="0"/>
                <a:ea typeface="Calibri" pitchFamily="34" charset="-122"/>
                <a:cs typeface="Calibri" pitchFamily="34" charset="-120"/>
              </a:rPr>
              <a:t>Procédure</a:t>
            </a:r>
          </a:p>
          <a:p>
            <a:pPr marL="0" indent="0" algn="ctr">
              <a:buNone/>
            </a:pPr>
            <a:r>
              <a:rPr lang="fr-CA" sz="1900" noProof="0" dirty="0">
                <a:solidFill>
                  <a:srgbClr val="102A43"/>
                </a:solidFill>
                <a:latin typeface="Calibri" pitchFamily="34" charset="0"/>
                <a:ea typeface="Calibri" pitchFamily="34" charset="-122"/>
                <a:cs typeface="Calibri" pitchFamily="34" charset="-120"/>
              </a:rPr>
              <a:t>Comment faire le rejeu … Un message en DLT n’est pas un état final.</a:t>
            </a:r>
            <a:endParaRPr lang="fr-CA" sz="1900" noProof="0" dirty="0"/>
          </a:p>
        </p:txBody>
      </p:sp>
      <p:sp>
        <p:nvSpPr>
          <p:cNvPr id="25" name="Shape 23"/>
          <p:cNvSpPr/>
          <p:nvPr>
            <p:custDataLst>
              <p:tags r:id="rId22"/>
            </p:custDataLst>
          </p:nvPr>
        </p:nvSpPr>
        <p:spPr>
          <a:xfrm>
            <a:off x="530352" y="5715000"/>
            <a:ext cx="11128248" cy="448056"/>
          </a:xfrm>
          <a:prstGeom prst="roundRect">
            <a:avLst>
              <a:gd name="adj" fmla="val 20408"/>
            </a:avLst>
          </a:prstGeom>
          <a:solidFill>
            <a:srgbClr val="FFF7ED"/>
          </a:solidFill>
          <a:ln w="8890">
            <a:solidFill>
              <a:srgbClr val="FFF7ED"/>
            </a:solidFill>
            <a:prstDash val="solid"/>
          </a:ln>
        </p:spPr>
        <p:txBody>
          <a:bodyPr/>
          <a:lstStyle/>
          <a:p>
            <a:endParaRPr lang="fr-CA" noProof="0" dirty="0"/>
          </a:p>
        </p:txBody>
      </p:sp>
      <p:sp>
        <p:nvSpPr>
          <p:cNvPr id="26" name="Text 24"/>
          <p:cNvSpPr/>
          <p:nvPr>
            <p:custDataLst>
              <p:tags r:id="rId23"/>
            </p:custDataLst>
          </p:nvPr>
        </p:nvSpPr>
        <p:spPr>
          <a:xfrm>
            <a:off x="731520" y="5820156"/>
            <a:ext cx="10716768" cy="274320"/>
          </a:xfrm>
          <a:prstGeom prst="rect">
            <a:avLst/>
          </a:prstGeom>
          <a:noFill/>
          <a:ln/>
        </p:spPr>
        <p:txBody>
          <a:bodyPr wrap="square" lIns="0" tIns="0" rIns="0" bIns="0" rtlCol="0" anchor="t">
            <a:normAutofit/>
          </a:bodyPr>
          <a:lstStyle/>
          <a:p>
            <a:pPr marL="0" indent="0">
              <a:buNone/>
            </a:pPr>
            <a:r>
              <a:rPr lang="fr-CA" sz="1550" b="1" noProof="0" dirty="0">
                <a:solidFill>
                  <a:srgbClr val="B45309"/>
                </a:solidFill>
                <a:latin typeface="Calibri" pitchFamily="34" charset="0"/>
                <a:ea typeface="Calibri" pitchFamily="34" charset="-122"/>
                <a:cs typeface="Calibri" pitchFamily="34" charset="-120"/>
              </a:rPr>
              <a:t>Une DLT doit avoir un responsable et une procédure de traitement (Ne pas transformer le DLT en oubliette).</a:t>
            </a:r>
            <a:endParaRPr lang="fr-CA" sz="1550" noProof="0" dirty="0"/>
          </a:p>
        </p:txBody>
      </p:sp>
      <p:sp>
        <p:nvSpPr>
          <p:cNvPr id="32" name="Shape 10">
            <a:extLst>
              <a:ext uri="{FF2B5EF4-FFF2-40B4-BE49-F238E27FC236}">
                <a16:creationId xmlns:a16="http://schemas.microsoft.com/office/drawing/2014/main" id="{E3DBEA03-A0A2-5052-475C-55F48F1C1898}"/>
              </a:ext>
            </a:extLst>
          </p:cNvPr>
          <p:cNvSpPr/>
          <p:nvPr>
            <p:custDataLst>
              <p:tags r:id="rId24"/>
            </p:custDataLst>
          </p:nvPr>
        </p:nvSpPr>
        <p:spPr>
          <a:xfrm>
            <a:off x="5740770" y="2741742"/>
            <a:ext cx="406510" cy="0"/>
          </a:xfrm>
          <a:prstGeom prst="line">
            <a:avLst/>
          </a:prstGeom>
          <a:noFill/>
          <a:ln w="28575">
            <a:solidFill>
              <a:srgbClr val="1F6FEB"/>
            </a:solidFill>
            <a:prstDash val="solid"/>
            <a:headEnd type="none"/>
            <a:tailEnd type="triangle"/>
          </a:ln>
        </p:spPr>
        <p:txBody>
          <a:bodyPr/>
          <a:lstStyle/>
          <a:p>
            <a:endParaRPr lang="fr-CA" noProof="0" dirty="0"/>
          </a:p>
        </p:txBody>
      </p:sp>
      <p:sp>
        <p:nvSpPr>
          <p:cNvPr id="34" name="Shape 10">
            <a:extLst>
              <a:ext uri="{FF2B5EF4-FFF2-40B4-BE49-F238E27FC236}">
                <a16:creationId xmlns:a16="http://schemas.microsoft.com/office/drawing/2014/main" id="{0B060B9E-35DA-0636-5D19-A854D67A6A00}"/>
              </a:ext>
            </a:extLst>
          </p:cNvPr>
          <p:cNvSpPr/>
          <p:nvPr>
            <p:custDataLst>
              <p:tags r:id="rId25"/>
            </p:custDataLst>
          </p:nvPr>
        </p:nvSpPr>
        <p:spPr>
          <a:xfrm>
            <a:off x="8564811" y="2751022"/>
            <a:ext cx="406510" cy="0"/>
          </a:xfrm>
          <a:prstGeom prst="line">
            <a:avLst/>
          </a:prstGeom>
          <a:noFill/>
          <a:ln w="28575">
            <a:solidFill>
              <a:srgbClr val="1F6FEB"/>
            </a:solidFill>
            <a:prstDash val="solid"/>
            <a:headEnd type="none"/>
            <a:tailEnd type="triangle"/>
          </a:ln>
        </p:spPr>
        <p:txBody>
          <a:bodyPr/>
          <a:lstStyle/>
          <a:p>
            <a:endParaRPr lang="fr-CA" noProof="0" dirty="0"/>
          </a:p>
        </p:txBody>
      </p:sp>
      <p:sp>
        <p:nvSpPr>
          <p:cNvPr id="36" name="Text 22">
            <a:extLst>
              <a:ext uri="{FF2B5EF4-FFF2-40B4-BE49-F238E27FC236}">
                <a16:creationId xmlns:a16="http://schemas.microsoft.com/office/drawing/2014/main" id="{6A9C6AB3-D664-821D-B062-80AB2037F593}"/>
              </a:ext>
            </a:extLst>
          </p:cNvPr>
          <p:cNvSpPr/>
          <p:nvPr>
            <p:custDataLst>
              <p:tags r:id="rId26"/>
            </p:custDataLst>
          </p:nvPr>
        </p:nvSpPr>
        <p:spPr>
          <a:xfrm>
            <a:off x="731520" y="3791906"/>
            <a:ext cx="10716768" cy="557784"/>
          </a:xfrm>
          <a:prstGeom prst="rect">
            <a:avLst/>
          </a:prstGeom>
          <a:noFill/>
          <a:ln/>
        </p:spPr>
        <p:txBody>
          <a:bodyPr wrap="square" lIns="0" tIns="0" rIns="0" bIns="0" rtlCol="0" anchor="t">
            <a:normAutofit lnSpcReduction="10000"/>
          </a:bodyPr>
          <a:lstStyle/>
          <a:p>
            <a:pPr marL="0" indent="0" algn="ctr">
              <a:buNone/>
            </a:pPr>
            <a:r>
              <a:rPr lang="fr-CA" sz="1900" b="1" noProof="0" dirty="0">
                <a:solidFill>
                  <a:srgbClr val="102A43"/>
                </a:solidFill>
                <a:latin typeface="Calibri" pitchFamily="34" charset="0"/>
                <a:ea typeface="Calibri" pitchFamily="34" charset="-122"/>
                <a:cs typeface="Calibri" pitchFamily="34" charset="-120"/>
              </a:rPr>
              <a:t>Contexte</a:t>
            </a:r>
          </a:p>
          <a:p>
            <a:pPr marL="0" indent="0" algn="ctr">
              <a:buNone/>
            </a:pPr>
            <a:r>
              <a:rPr lang="fr-CA" sz="1900" noProof="0" dirty="0">
                <a:solidFill>
                  <a:srgbClr val="102A43"/>
                </a:solidFill>
                <a:latin typeface="Calibri" pitchFamily="34" charset="0"/>
                <a:ea typeface="Calibri" pitchFamily="34" charset="-122"/>
                <a:cs typeface="Calibri" pitchFamily="34" charset="-120"/>
              </a:rPr>
              <a:t>Identité de l'événement, topic, partition, offset et cause de l'échec.</a:t>
            </a:r>
            <a:endParaRPr lang="fr-CA" sz="1900" noProof="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fr-CA" noProof="0" dirty="0"/>
          </a:p>
        </p:txBody>
      </p:sp>
      <p:sp>
        <p:nvSpPr>
          <p:cNvPr id="3" name="Text 1"/>
          <p:cNvSpPr/>
          <p:nvPr>
            <p:custDataLst>
              <p:tags r:id="rId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fr-CA" sz="1100" b="1" kern="0" spc="50" noProof="0" dirty="0">
                <a:solidFill>
                  <a:srgbClr val="1F6FEB"/>
                </a:solidFill>
                <a:latin typeface="Calibri" pitchFamily="34" charset="0"/>
                <a:ea typeface="Calibri" pitchFamily="34" charset="-122"/>
                <a:cs typeface="Calibri" pitchFamily="34" charset="-120"/>
              </a:rPr>
              <a:t>04 / EXPLORER FLINK</a:t>
            </a:r>
            <a:endParaRPr lang="fr-CA" sz="1100" noProof="0" dirty="0"/>
          </a:p>
        </p:txBody>
      </p:sp>
      <p:sp>
        <p:nvSpPr>
          <p:cNvPr id="4" name="Text 2"/>
          <p:cNvSpPr/>
          <p:nvPr>
            <p:custDataLst>
              <p:tags r:id="rId3"/>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fr-CA" sz="1000" b="1" noProof="0" dirty="0">
                <a:solidFill>
                  <a:srgbClr val="829AB1"/>
                </a:solidFill>
                <a:latin typeface="Calibri" pitchFamily="34" charset="0"/>
                <a:ea typeface="Calibri" pitchFamily="34" charset="-122"/>
                <a:cs typeface="Calibri" pitchFamily="34" charset="-120"/>
              </a:rPr>
              <a:t>DEUX CHEMINS DU SANDBOX</a:t>
            </a:r>
            <a:endParaRPr lang="fr-CA" sz="1000" noProof="0" dirty="0"/>
          </a:p>
        </p:txBody>
      </p:sp>
      <p:sp>
        <p:nvSpPr>
          <p:cNvPr id="5" name="Text 3"/>
          <p:cNvSpPr/>
          <p:nvPr>
            <p:custDataLst>
              <p:tags r:id="rId4"/>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fr-CA" sz="2700" b="1" noProof="0" dirty="0">
                <a:solidFill>
                  <a:srgbClr val="102A43"/>
                </a:solidFill>
                <a:latin typeface="Calibri" pitchFamily="34" charset="0"/>
                <a:ea typeface="Calibri" pitchFamily="34" charset="-122"/>
                <a:cs typeface="Calibri" pitchFamily="34" charset="-120"/>
              </a:rPr>
              <a:t>Flink change le transport, pas l'intention métier</a:t>
            </a:r>
            <a:endParaRPr lang="fr-CA" sz="2700" noProof="0" dirty="0"/>
          </a:p>
        </p:txBody>
      </p:sp>
      <p:sp>
        <p:nvSpPr>
          <p:cNvPr id="6" name="Text 4"/>
          <p:cNvSpPr/>
          <p:nvPr>
            <p:custDataLst>
              <p:tags r:id="rId5"/>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fr-CA" sz="1650" noProof="0" dirty="0">
                <a:solidFill>
                  <a:srgbClr val="486581"/>
                </a:solidFill>
                <a:latin typeface="Calibri" pitchFamily="34" charset="0"/>
                <a:ea typeface="Calibri" pitchFamily="34" charset="-122"/>
                <a:cs typeface="Calibri" pitchFamily="34" charset="-120"/>
              </a:rPr>
              <a:t>Le bouton Flink permet de choisit le topic de publication; les deux chemins convergent vers le même traitement.</a:t>
            </a:r>
            <a:endParaRPr lang="fr-CA" sz="1650" noProof="0" dirty="0"/>
          </a:p>
        </p:txBody>
      </p:sp>
      <p:sp>
        <p:nvSpPr>
          <p:cNvPr id="7" name="Text 5"/>
          <p:cNvSpPr/>
          <p:nvPr>
            <p:custDataLst>
              <p:tags r:id="rId6"/>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fr-CA" sz="900" noProof="0" dirty="0">
                <a:solidFill>
                  <a:srgbClr val="486581"/>
                </a:solidFill>
                <a:latin typeface="Calibri" pitchFamily="34" charset="0"/>
                <a:ea typeface="Calibri" pitchFamily="34" charset="-122"/>
                <a:cs typeface="Calibri" pitchFamily="34" charset="-120"/>
              </a:rPr>
              <a:t>Guide d'ingénierie Kafka · Projet EDA</a:t>
            </a:r>
            <a:endParaRPr lang="fr-CA" sz="900" noProof="0" dirty="0"/>
          </a:p>
        </p:txBody>
      </p:sp>
      <p:sp>
        <p:nvSpPr>
          <p:cNvPr id="8" name="Text 6"/>
          <p:cNvSpPr/>
          <p:nvPr>
            <p:custDataLst>
              <p:tags r:id="rId7"/>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fr-CA" sz="900" noProof="0" dirty="0">
                <a:solidFill>
                  <a:srgbClr val="486581"/>
                </a:solidFill>
                <a:latin typeface="Calibri" pitchFamily="34" charset="0"/>
                <a:ea typeface="Calibri" pitchFamily="34" charset="-122"/>
                <a:cs typeface="Calibri" pitchFamily="34" charset="-120"/>
              </a:rPr>
              <a:t>21</a:t>
            </a:r>
            <a:endParaRPr lang="fr-CA" sz="900" noProof="0" dirty="0"/>
          </a:p>
        </p:txBody>
      </p:sp>
      <p:sp>
        <p:nvSpPr>
          <p:cNvPr id="12" name="Shape 10"/>
          <p:cNvSpPr/>
          <p:nvPr>
            <p:custDataLst>
              <p:tags r:id="rId8"/>
            </p:custDataLst>
          </p:nvPr>
        </p:nvSpPr>
        <p:spPr>
          <a:xfrm>
            <a:off x="3020568" y="1994705"/>
            <a:ext cx="3419856" cy="1344168"/>
          </a:xfrm>
          <a:prstGeom prst="roundRect">
            <a:avLst>
              <a:gd name="adj" fmla="val 6803"/>
            </a:avLst>
          </a:prstGeom>
          <a:solidFill>
            <a:srgbClr val="EFF6FF"/>
          </a:solidFill>
          <a:ln w="8890">
            <a:solidFill>
              <a:srgbClr val="1F6FEB"/>
            </a:solidFill>
            <a:prstDash val="solid"/>
          </a:ln>
        </p:spPr>
        <p:txBody>
          <a:bodyPr/>
          <a:lstStyle/>
          <a:p>
            <a:endParaRPr lang="fr-CA" noProof="0" dirty="0"/>
          </a:p>
        </p:txBody>
      </p:sp>
      <p:sp>
        <p:nvSpPr>
          <p:cNvPr id="13" name="Text 11"/>
          <p:cNvSpPr/>
          <p:nvPr>
            <p:custDataLst>
              <p:tags r:id="rId9"/>
            </p:custDataLst>
          </p:nvPr>
        </p:nvSpPr>
        <p:spPr>
          <a:xfrm>
            <a:off x="3166872" y="2195873"/>
            <a:ext cx="3127248" cy="475488"/>
          </a:xfrm>
          <a:prstGeom prst="rect">
            <a:avLst/>
          </a:prstGeom>
          <a:noFill/>
          <a:ln/>
        </p:spPr>
        <p:txBody>
          <a:bodyPr wrap="square" lIns="0" tIns="0" rIns="0" bIns="0" rtlCol="0" anchor="t">
            <a:normAutofit/>
          </a:bodyPr>
          <a:lstStyle/>
          <a:p>
            <a:pPr marL="0" indent="0" algn="ctr">
              <a:buNone/>
            </a:pPr>
            <a:r>
              <a:rPr lang="fr-CA" sz="1850" b="1" noProof="0" dirty="0">
                <a:solidFill>
                  <a:srgbClr val="1F6FEB"/>
                </a:solidFill>
                <a:latin typeface="Calibri" pitchFamily="34" charset="0"/>
                <a:ea typeface="Calibri" pitchFamily="34" charset="-122"/>
                <a:cs typeface="Calibri" pitchFamily="34" charset="-120"/>
              </a:rPr>
              <a:t>Kafka direct</a:t>
            </a:r>
            <a:endParaRPr lang="fr-CA" sz="1850" noProof="0" dirty="0"/>
          </a:p>
        </p:txBody>
      </p:sp>
      <p:sp>
        <p:nvSpPr>
          <p:cNvPr id="14" name="Text 12"/>
          <p:cNvSpPr/>
          <p:nvPr>
            <p:custDataLst>
              <p:tags r:id="rId10"/>
            </p:custDataLst>
          </p:nvPr>
        </p:nvSpPr>
        <p:spPr>
          <a:xfrm>
            <a:off x="3185160" y="2762801"/>
            <a:ext cx="3090672" cy="438912"/>
          </a:xfrm>
          <a:prstGeom prst="rect">
            <a:avLst/>
          </a:prstGeom>
          <a:noFill/>
          <a:ln/>
        </p:spPr>
        <p:txBody>
          <a:bodyPr wrap="square" lIns="0" tIns="0" rIns="0" bIns="0" rtlCol="0" anchor="t">
            <a:normAutofit/>
          </a:bodyPr>
          <a:lstStyle/>
          <a:p>
            <a:pPr marL="0" indent="0" algn="ctr">
              <a:buNone/>
            </a:pPr>
            <a:r>
              <a:rPr lang="fr-CA" sz="1620" noProof="1">
                <a:solidFill>
                  <a:srgbClr val="486581"/>
                </a:solidFill>
                <a:latin typeface="Calibri" pitchFamily="34" charset="0"/>
                <a:ea typeface="Calibri" pitchFamily="34" charset="-122"/>
                <a:cs typeface="Calibri" pitchFamily="34" charset="-120"/>
              </a:rPr>
              <a:t>APP-Kafka-Requests</a:t>
            </a:r>
            <a:endParaRPr lang="fr-CA" sz="1620" noProof="1"/>
          </a:p>
        </p:txBody>
      </p:sp>
      <p:sp>
        <p:nvSpPr>
          <p:cNvPr id="15" name="Shape 13"/>
          <p:cNvSpPr/>
          <p:nvPr>
            <p:custDataLst>
              <p:tags r:id="rId11"/>
            </p:custDataLst>
          </p:nvPr>
        </p:nvSpPr>
        <p:spPr>
          <a:xfrm>
            <a:off x="3020568" y="3640625"/>
            <a:ext cx="3419856" cy="1344168"/>
          </a:xfrm>
          <a:prstGeom prst="roundRect">
            <a:avLst>
              <a:gd name="adj" fmla="val 6803"/>
            </a:avLst>
          </a:prstGeom>
          <a:solidFill>
            <a:srgbClr val="EFFAF8"/>
          </a:solidFill>
          <a:ln w="8890">
            <a:solidFill>
              <a:srgbClr val="0F766E"/>
            </a:solidFill>
            <a:prstDash val="solid"/>
          </a:ln>
        </p:spPr>
        <p:txBody>
          <a:bodyPr/>
          <a:lstStyle/>
          <a:p>
            <a:endParaRPr lang="fr-CA" noProof="0" dirty="0"/>
          </a:p>
        </p:txBody>
      </p:sp>
      <p:sp>
        <p:nvSpPr>
          <p:cNvPr id="16" name="Text 14"/>
          <p:cNvSpPr/>
          <p:nvPr>
            <p:custDataLst>
              <p:tags r:id="rId12"/>
            </p:custDataLst>
          </p:nvPr>
        </p:nvSpPr>
        <p:spPr>
          <a:xfrm>
            <a:off x="3166872" y="3841793"/>
            <a:ext cx="3127248" cy="475488"/>
          </a:xfrm>
          <a:prstGeom prst="rect">
            <a:avLst/>
          </a:prstGeom>
          <a:noFill/>
          <a:ln/>
        </p:spPr>
        <p:txBody>
          <a:bodyPr wrap="square" lIns="0" tIns="0" rIns="0" bIns="0" rtlCol="0" anchor="t">
            <a:normAutofit/>
          </a:bodyPr>
          <a:lstStyle/>
          <a:p>
            <a:pPr marL="0" indent="0" algn="ctr">
              <a:buNone/>
            </a:pPr>
            <a:r>
              <a:rPr lang="fr-CA" sz="1850" b="1" noProof="0" dirty="0">
                <a:solidFill>
                  <a:srgbClr val="0F766E"/>
                </a:solidFill>
                <a:latin typeface="Calibri" pitchFamily="34" charset="0"/>
                <a:ea typeface="Calibri" pitchFamily="34" charset="-122"/>
                <a:cs typeface="Calibri" pitchFamily="34" charset="-120"/>
              </a:rPr>
              <a:t>Chemin Flink</a:t>
            </a:r>
            <a:endParaRPr lang="fr-CA" sz="1850" noProof="0" dirty="0"/>
          </a:p>
        </p:txBody>
      </p:sp>
      <p:sp>
        <p:nvSpPr>
          <p:cNvPr id="17" name="Text 15"/>
          <p:cNvSpPr/>
          <p:nvPr>
            <p:custDataLst>
              <p:tags r:id="rId13"/>
            </p:custDataLst>
          </p:nvPr>
        </p:nvSpPr>
        <p:spPr>
          <a:xfrm>
            <a:off x="3185160" y="4408721"/>
            <a:ext cx="3090672" cy="438912"/>
          </a:xfrm>
          <a:prstGeom prst="rect">
            <a:avLst/>
          </a:prstGeom>
          <a:noFill/>
          <a:ln/>
        </p:spPr>
        <p:txBody>
          <a:bodyPr wrap="square" lIns="0" tIns="0" rIns="0" bIns="0" rtlCol="0" anchor="t">
            <a:normAutofit/>
          </a:bodyPr>
          <a:lstStyle/>
          <a:p>
            <a:pPr marL="0" indent="0" algn="ctr">
              <a:buNone/>
            </a:pPr>
            <a:r>
              <a:rPr lang="fr-CA" sz="1620" noProof="1">
                <a:solidFill>
                  <a:srgbClr val="486581"/>
                </a:solidFill>
                <a:latin typeface="Calibri" pitchFamily="34" charset="0"/>
                <a:ea typeface="Calibri" pitchFamily="34" charset="-122"/>
                <a:cs typeface="Calibri" pitchFamily="34" charset="-120"/>
              </a:rPr>
              <a:t>APP-Flink-Requests</a:t>
            </a:r>
            <a:endParaRPr lang="fr-CA" sz="1620" noProof="1"/>
          </a:p>
        </p:txBody>
      </p:sp>
      <p:sp>
        <p:nvSpPr>
          <p:cNvPr id="18" name="Shape 16"/>
          <p:cNvSpPr/>
          <p:nvPr>
            <p:custDataLst>
              <p:tags r:id="rId14"/>
            </p:custDataLst>
          </p:nvPr>
        </p:nvSpPr>
        <p:spPr>
          <a:xfrm>
            <a:off x="6987540" y="1994705"/>
            <a:ext cx="2121408" cy="1344168"/>
          </a:xfrm>
          <a:prstGeom prst="roundRect">
            <a:avLst>
              <a:gd name="adj" fmla="val 6803"/>
            </a:avLst>
          </a:prstGeom>
          <a:solidFill>
            <a:srgbClr val="EFF6FF"/>
          </a:solidFill>
          <a:ln w="8890">
            <a:solidFill>
              <a:srgbClr val="1F6FEB"/>
            </a:solidFill>
            <a:prstDash val="solid"/>
          </a:ln>
        </p:spPr>
        <p:txBody>
          <a:bodyPr/>
          <a:lstStyle/>
          <a:p>
            <a:endParaRPr lang="fr-CA" noProof="0" dirty="0"/>
          </a:p>
        </p:txBody>
      </p:sp>
      <p:sp>
        <p:nvSpPr>
          <p:cNvPr id="19" name="Text 17"/>
          <p:cNvSpPr/>
          <p:nvPr>
            <p:custDataLst>
              <p:tags r:id="rId15"/>
            </p:custDataLst>
          </p:nvPr>
        </p:nvSpPr>
        <p:spPr>
          <a:xfrm>
            <a:off x="7133844" y="2195873"/>
            <a:ext cx="1828800" cy="475488"/>
          </a:xfrm>
          <a:prstGeom prst="rect">
            <a:avLst/>
          </a:prstGeom>
          <a:noFill/>
          <a:ln/>
        </p:spPr>
        <p:txBody>
          <a:bodyPr wrap="square" lIns="0" tIns="0" rIns="0" bIns="0" rtlCol="0" anchor="t">
            <a:normAutofit/>
          </a:bodyPr>
          <a:lstStyle/>
          <a:p>
            <a:pPr marL="0" indent="0" algn="ctr">
              <a:buNone/>
            </a:pPr>
            <a:r>
              <a:rPr lang="fr-CA" sz="1850" b="1" noProof="0" dirty="0">
                <a:solidFill>
                  <a:srgbClr val="1F6FEB"/>
                </a:solidFill>
                <a:latin typeface="Calibri" pitchFamily="34" charset="0"/>
                <a:ea typeface="Calibri" pitchFamily="34" charset="-122"/>
                <a:cs typeface="Calibri" pitchFamily="34" charset="-120"/>
              </a:rPr>
              <a:t>Listener</a:t>
            </a:r>
            <a:endParaRPr lang="fr-CA" sz="1850" noProof="0" dirty="0"/>
          </a:p>
        </p:txBody>
      </p:sp>
      <p:sp>
        <p:nvSpPr>
          <p:cNvPr id="20" name="Text 18"/>
          <p:cNvSpPr/>
          <p:nvPr>
            <p:custDataLst>
              <p:tags r:id="rId16"/>
            </p:custDataLst>
          </p:nvPr>
        </p:nvSpPr>
        <p:spPr>
          <a:xfrm>
            <a:off x="7152132" y="2762801"/>
            <a:ext cx="1792224" cy="438912"/>
          </a:xfrm>
          <a:prstGeom prst="rect">
            <a:avLst/>
          </a:prstGeom>
          <a:noFill/>
          <a:ln/>
        </p:spPr>
        <p:txBody>
          <a:bodyPr wrap="square" lIns="0" tIns="0" rIns="0" bIns="0" rtlCol="0" anchor="t">
            <a:normAutofit/>
          </a:bodyPr>
          <a:lstStyle/>
          <a:p>
            <a:pPr marL="0" indent="0" algn="ctr">
              <a:buNone/>
            </a:pPr>
            <a:r>
              <a:rPr lang="fr-CA" sz="1620" noProof="0" dirty="0">
                <a:solidFill>
                  <a:srgbClr val="486581"/>
                </a:solidFill>
                <a:latin typeface="Calibri" pitchFamily="34" charset="0"/>
                <a:ea typeface="Calibri" pitchFamily="34" charset="-122"/>
                <a:cs typeface="Calibri" pitchFamily="34" charset="-120"/>
              </a:rPr>
              <a:t>Spring Kafka</a:t>
            </a:r>
            <a:endParaRPr lang="fr-CA" sz="1620" noProof="0" dirty="0"/>
          </a:p>
        </p:txBody>
      </p:sp>
      <p:sp>
        <p:nvSpPr>
          <p:cNvPr id="21" name="Shape 19"/>
          <p:cNvSpPr/>
          <p:nvPr>
            <p:custDataLst>
              <p:tags r:id="rId17"/>
            </p:custDataLst>
          </p:nvPr>
        </p:nvSpPr>
        <p:spPr>
          <a:xfrm>
            <a:off x="6987540" y="3640625"/>
            <a:ext cx="2121408" cy="1344168"/>
          </a:xfrm>
          <a:prstGeom prst="roundRect">
            <a:avLst>
              <a:gd name="adj" fmla="val 6803"/>
            </a:avLst>
          </a:prstGeom>
          <a:solidFill>
            <a:srgbClr val="EFFAF8"/>
          </a:solidFill>
          <a:ln w="8890">
            <a:solidFill>
              <a:srgbClr val="0F766E"/>
            </a:solidFill>
            <a:prstDash val="solid"/>
          </a:ln>
        </p:spPr>
        <p:txBody>
          <a:bodyPr/>
          <a:lstStyle/>
          <a:p>
            <a:endParaRPr lang="fr-CA" noProof="0" dirty="0"/>
          </a:p>
        </p:txBody>
      </p:sp>
      <p:sp>
        <p:nvSpPr>
          <p:cNvPr id="22" name="Text 20"/>
          <p:cNvSpPr/>
          <p:nvPr>
            <p:custDataLst>
              <p:tags r:id="rId18"/>
            </p:custDataLst>
          </p:nvPr>
        </p:nvSpPr>
        <p:spPr>
          <a:xfrm>
            <a:off x="7133844" y="3841793"/>
            <a:ext cx="1828800" cy="475488"/>
          </a:xfrm>
          <a:prstGeom prst="rect">
            <a:avLst/>
          </a:prstGeom>
          <a:noFill/>
          <a:ln/>
        </p:spPr>
        <p:txBody>
          <a:bodyPr wrap="square" lIns="0" tIns="0" rIns="0" bIns="0" rtlCol="0" anchor="t">
            <a:normAutofit/>
          </a:bodyPr>
          <a:lstStyle/>
          <a:p>
            <a:pPr marL="0" indent="0" algn="ctr">
              <a:buNone/>
            </a:pPr>
            <a:r>
              <a:rPr lang="fr-CA" sz="1850" b="1" noProof="0" dirty="0">
                <a:solidFill>
                  <a:srgbClr val="0F766E"/>
                </a:solidFill>
                <a:latin typeface="Calibri" pitchFamily="34" charset="0"/>
                <a:ea typeface="Calibri" pitchFamily="34" charset="-122"/>
                <a:cs typeface="Calibri" pitchFamily="34" charset="-120"/>
              </a:rPr>
              <a:t>Job Flink</a:t>
            </a:r>
            <a:endParaRPr lang="fr-CA" sz="1850" noProof="0" dirty="0"/>
          </a:p>
        </p:txBody>
      </p:sp>
      <p:sp>
        <p:nvSpPr>
          <p:cNvPr id="23" name="Text 21"/>
          <p:cNvSpPr/>
          <p:nvPr>
            <p:custDataLst>
              <p:tags r:id="rId19"/>
            </p:custDataLst>
          </p:nvPr>
        </p:nvSpPr>
        <p:spPr>
          <a:xfrm>
            <a:off x="7152132" y="4408721"/>
            <a:ext cx="1792224" cy="438912"/>
          </a:xfrm>
          <a:prstGeom prst="rect">
            <a:avLst/>
          </a:prstGeom>
          <a:noFill/>
          <a:ln/>
        </p:spPr>
        <p:txBody>
          <a:bodyPr wrap="square" lIns="0" tIns="0" rIns="0" bIns="0" rtlCol="0" anchor="t">
            <a:normAutofit/>
          </a:bodyPr>
          <a:lstStyle/>
          <a:p>
            <a:pPr marL="0" indent="0" algn="ctr">
              <a:buNone/>
            </a:pPr>
            <a:r>
              <a:rPr lang="fr-CA" sz="1620" noProof="0" dirty="0">
                <a:solidFill>
                  <a:srgbClr val="486581"/>
                </a:solidFill>
                <a:latin typeface="Calibri" pitchFamily="34" charset="0"/>
                <a:ea typeface="Calibri" pitchFamily="34" charset="-122"/>
                <a:cs typeface="Calibri" pitchFamily="34" charset="-120"/>
              </a:rPr>
              <a:t>ProcessorSink</a:t>
            </a:r>
            <a:endParaRPr lang="fr-CA" sz="1620" noProof="0" dirty="0"/>
          </a:p>
        </p:txBody>
      </p:sp>
      <p:sp>
        <p:nvSpPr>
          <p:cNvPr id="27" name="Shape 25"/>
          <p:cNvSpPr/>
          <p:nvPr>
            <p:custDataLst>
              <p:tags r:id="rId20"/>
            </p:custDataLst>
          </p:nvPr>
        </p:nvSpPr>
        <p:spPr>
          <a:xfrm flipV="1">
            <a:off x="2532888" y="2721653"/>
            <a:ext cx="505968" cy="480060"/>
          </a:xfrm>
          <a:prstGeom prst="line">
            <a:avLst/>
          </a:prstGeom>
          <a:noFill/>
          <a:ln w="28575">
            <a:solidFill>
              <a:srgbClr val="1F6FEB"/>
            </a:solidFill>
            <a:prstDash val="solid"/>
            <a:headEnd type="none"/>
            <a:tailEnd type="triangle"/>
          </a:ln>
        </p:spPr>
        <p:txBody>
          <a:bodyPr/>
          <a:lstStyle/>
          <a:p>
            <a:endParaRPr lang="fr-CA" noProof="0" dirty="0"/>
          </a:p>
        </p:txBody>
      </p:sp>
      <p:sp>
        <p:nvSpPr>
          <p:cNvPr id="28" name="Shape 26"/>
          <p:cNvSpPr/>
          <p:nvPr>
            <p:custDataLst>
              <p:tags r:id="rId21"/>
            </p:custDataLst>
          </p:nvPr>
        </p:nvSpPr>
        <p:spPr>
          <a:xfrm>
            <a:off x="2514600" y="3713777"/>
            <a:ext cx="505968" cy="603504"/>
          </a:xfrm>
          <a:prstGeom prst="line">
            <a:avLst/>
          </a:prstGeom>
          <a:noFill/>
          <a:ln w="28575">
            <a:solidFill>
              <a:srgbClr val="0F766E"/>
            </a:solidFill>
            <a:prstDash val="solid"/>
            <a:headEnd type="none"/>
            <a:tailEnd type="triangle"/>
          </a:ln>
        </p:spPr>
        <p:txBody>
          <a:bodyPr/>
          <a:lstStyle/>
          <a:p>
            <a:endParaRPr lang="fr-CA" noProof="0" dirty="0"/>
          </a:p>
        </p:txBody>
      </p:sp>
      <p:sp>
        <p:nvSpPr>
          <p:cNvPr id="29" name="Shape 27"/>
          <p:cNvSpPr/>
          <p:nvPr>
            <p:custDataLst>
              <p:tags r:id="rId22"/>
            </p:custDataLst>
          </p:nvPr>
        </p:nvSpPr>
        <p:spPr>
          <a:xfrm>
            <a:off x="6440424" y="2671361"/>
            <a:ext cx="547116" cy="0"/>
          </a:xfrm>
          <a:prstGeom prst="line">
            <a:avLst/>
          </a:prstGeom>
          <a:noFill/>
          <a:ln w="28575">
            <a:solidFill>
              <a:srgbClr val="1F6FEB"/>
            </a:solidFill>
            <a:prstDash val="solid"/>
            <a:headEnd type="none"/>
            <a:tailEnd type="triangle"/>
          </a:ln>
        </p:spPr>
        <p:txBody>
          <a:bodyPr/>
          <a:lstStyle/>
          <a:p>
            <a:endParaRPr lang="fr-CA" noProof="0" dirty="0"/>
          </a:p>
        </p:txBody>
      </p:sp>
      <p:sp>
        <p:nvSpPr>
          <p:cNvPr id="30" name="Shape 28"/>
          <p:cNvSpPr/>
          <p:nvPr>
            <p:custDataLst>
              <p:tags r:id="rId23"/>
            </p:custDataLst>
          </p:nvPr>
        </p:nvSpPr>
        <p:spPr>
          <a:xfrm>
            <a:off x="6440424" y="4317281"/>
            <a:ext cx="547116" cy="0"/>
          </a:xfrm>
          <a:prstGeom prst="line">
            <a:avLst/>
          </a:prstGeom>
          <a:noFill/>
          <a:ln w="28575">
            <a:solidFill>
              <a:srgbClr val="0F766E"/>
            </a:solidFill>
            <a:prstDash val="solid"/>
            <a:headEnd type="none"/>
            <a:tailEnd type="triangle"/>
          </a:ln>
        </p:spPr>
        <p:txBody>
          <a:bodyPr/>
          <a:lstStyle/>
          <a:p>
            <a:endParaRPr lang="fr-CA" noProof="0" dirty="0"/>
          </a:p>
        </p:txBody>
      </p:sp>
      <p:sp>
        <p:nvSpPr>
          <p:cNvPr id="31" name="Shape 29"/>
          <p:cNvSpPr/>
          <p:nvPr>
            <p:custDataLst>
              <p:tags r:id="rId24"/>
            </p:custDataLst>
          </p:nvPr>
        </p:nvSpPr>
        <p:spPr>
          <a:xfrm>
            <a:off x="9090660" y="2598213"/>
            <a:ext cx="562356" cy="704084"/>
          </a:xfrm>
          <a:prstGeom prst="line">
            <a:avLst/>
          </a:prstGeom>
          <a:noFill/>
          <a:ln w="28575">
            <a:solidFill>
              <a:srgbClr val="1F6FEB"/>
            </a:solidFill>
            <a:prstDash val="solid"/>
            <a:headEnd type="none"/>
            <a:tailEnd type="triangle"/>
          </a:ln>
        </p:spPr>
        <p:txBody>
          <a:bodyPr/>
          <a:lstStyle/>
          <a:p>
            <a:endParaRPr lang="fr-CA" noProof="0" dirty="0"/>
          </a:p>
        </p:txBody>
      </p:sp>
      <p:sp>
        <p:nvSpPr>
          <p:cNvPr id="32" name="Shape 30"/>
          <p:cNvSpPr/>
          <p:nvPr>
            <p:custDataLst>
              <p:tags r:id="rId25"/>
            </p:custDataLst>
          </p:nvPr>
        </p:nvSpPr>
        <p:spPr>
          <a:xfrm flipV="1">
            <a:off x="9127236" y="3677201"/>
            <a:ext cx="525780" cy="704084"/>
          </a:xfrm>
          <a:prstGeom prst="line">
            <a:avLst/>
          </a:prstGeom>
          <a:noFill/>
          <a:ln w="28575">
            <a:solidFill>
              <a:srgbClr val="0F766E"/>
            </a:solidFill>
            <a:prstDash val="solid"/>
            <a:headEnd type="none"/>
            <a:tailEnd type="triangle"/>
          </a:ln>
        </p:spPr>
        <p:txBody>
          <a:bodyPr/>
          <a:lstStyle/>
          <a:p>
            <a:endParaRPr lang="fr-CA" noProof="0" dirty="0"/>
          </a:p>
        </p:txBody>
      </p:sp>
      <p:sp>
        <p:nvSpPr>
          <p:cNvPr id="33" name="Shape 31"/>
          <p:cNvSpPr/>
          <p:nvPr>
            <p:custDataLst>
              <p:tags r:id="rId26"/>
            </p:custDataLst>
          </p:nvPr>
        </p:nvSpPr>
        <p:spPr>
          <a:xfrm>
            <a:off x="530352" y="5715000"/>
            <a:ext cx="11128248" cy="448056"/>
          </a:xfrm>
          <a:prstGeom prst="roundRect">
            <a:avLst>
              <a:gd name="adj" fmla="val 20408"/>
            </a:avLst>
          </a:prstGeom>
          <a:solidFill>
            <a:srgbClr val="EFF6FF"/>
          </a:solidFill>
          <a:ln w="8890">
            <a:solidFill>
              <a:srgbClr val="EFF6FF"/>
            </a:solidFill>
            <a:prstDash val="solid"/>
          </a:ln>
        </p:spPr>
        <p:txBody>
          <a:bodyPr/>
          <a:lstStyle/>
          <a:p>
            <a:endParaRPr lang="fr-CA" noProof="0" dirty="0"/>
          </a:p>
        </p:txBody>
      </p:sp>
      <p:sp>
        <p:nvSpPr>
          <p:cNvPr id="34" name="Text 32"/>
          <p:cNvSpPr/>
          <p:nvPr>
            <p:custDataLst>
              <p:tags r:id="rId27"/>
            </p:custDataLst>
          </p:nvPr>
        </p:nvSpPr>
        <p:spPr>
          <a:xfrm>
            <a:off x="731520" y="5820156"/>
            <a:ext cx="10716768" cy="274320"/>
          </a:xfrm>
          <a:prstGeom prst="rect">
            <a:avLst/>
          </a:prstGeom>
          <a:noFill/>
          <a:ln/>
        </p:spPr>
        <p:txBody>
          <a:bodyPr wrap="square" lIns="0" tIns="0" rIns="0" bIns="0" rtlCol="0" anchor="t">
            <a:normAutofit/>
          </a:bodyPr>
          <a:lstStyle/>
          <a:p>
            <a:pPr marL="0" indent="0">
              <a:buNone/>
            </a:pPr>
            <a:r>
              <a:rPr lang="fr-CA" sz="1550" b="1" noProof="0" dirty="0">
                <a:solidFill>
                  <a:srgbClr val="102A43"/>
                </a:solidFill>
                <a:latin typeface="Calibri" pitchFamily="34" charset="0"/>
                <a:ea typeface="Calibri" pitchFamily="34" charset="-122"/>
                <a:cs typeface="Calibri" pitchFamily="34" charset="-120"/>
              </a:rPr>
              <a:t>Un même effet SQL, mais des frontières de progression et de reprise différentes.</a:t>
            </a:r>
            <a:endParaRPr lang="fr-CA" sz="1550" noProof="0" dirty="0"/>
          </a:p>
        </p:txBody>
      </p:sp>
      <p:sp>
        <p:nvSpPr>
          <p:cNvPr id="36" name="Shape 7">
            <a:extLst>
              <a:ext uri="{FF2B5EF4-FFF2-40B4-BE49-F238E27FC236}">
                <a16:creationId xmlns:a16="http://schemas.microsoft.com/office/drawing/2014/main" id="{580B7EFD-F16C-A3CE-9662-44C3E441C232}"/>
              </a:ext>
            </a:extLst>
          </p:cNvPr>
          <p:cNvSpPr/>
          <p:nvPr>
            <p:custDataLst>
              <p:tags r:id="rId28"/>
            </p:custDataLst>
          </p:nvPr>
        </p:nvSpPr>
        <p:spPr>
          <a:xfrm>
            <a:off x="9656064" y="2813093"/>
            <a:ext cx="2002536" cy="1353312"/>
          </a:xfrm>
          <a:prstGeom prst="roundRect">
            <a:avLst>
              <a:gd name="adj" fmla="val 6757"/>
            </a:avLst>
          </a:prstGeom>
          <a:solidFill>
            <a:srgbClr val="F5F8FC"/>
          </a:solidFill>
          <a:ln w="8890">
            <a:solidFill>
              <a:srgbClr val="102A43"/>
            </a:solidFill>
            <a:prstDash val="solid"/>
          </a:ln>
        </p:spPr>
        <p:txBody>
          <a:bodyPr/>
          <a:lstStyle/>
          <a:p>
            <a:endParaRPr lang="fr-CA" noProof="0" dirty="0"/>
          </a:p>
        </p:txBody>
      </p:sp>
      <p:sp>
        <p:nvSpPr>
          <p:cNvPr id="38" name="Text 8">
            <a:extLst>
              <a:ext uri="{FF2B5EF4-FFF2-40B4-BE49-F238E27FC236}">
                <a16:creationId xmlns:a16="http://schemas.microsoft.com/office/drawing/2014/main" id="{B3312F8D-004E-4229-5F15-0C4130209F17}"/>
              </a:ext>
            </a:extLst>
          </p:cNvPr>
          <p:cNvSpPr/>
          <p:nvPr>
            <p:custDataLst>
              <p:tags r:id="rId29"/>
            </p:custDataLst>
          </p:nvPr>
        </p:nvSpPr>
        <p:spPr>
          <a:xfrm>
            <a:off x="9802368" y="3014261"/>
            <a:ext cx="1709928" cy="475488"/>
          </a:xfrm>
          <a:prstGeom prst="rect">
            <a:avLst/>
          </a:prstGeom>
          <a:noFill/>
          <a:ln/>
        </p:spPr>
        <p:txBody>
          <a:bodyPr wrap="square" lIns="0" tIns="0" rIns="0" bIns="0" rtlCol="0" anchor="t">
            <a:normAutofit/>
          </a:bodyPr>
          <a:lstStyle/>
          <a:p>
            <a:pPr algn="ctr"/>
            <a:r>
              <a:rPr lang="fr-CA" sz="1850" b="1" noProof="0" dirty="0">
                <a:solidFill>
                  <a:srgbClr val="102A43"/>
                </a:solidFill>
                <a:latin typeface="Calibri" pitchFamily="34" charset="0"/>
                <a:ea typeface="Calibri" pitchFamily="34" charset="-122"/>
                <a:cs typeface="Calibri" pitchFamily="34" charset="-120"/>
              </a:rPr>
              <a:t>Métier</a:t>
            </a:r>
            <a:endParaRPr lang="fr-CA" sz="1850" noProof="0" dirty="0"/>
          </a:p>
        </p:txBody>
      </p:sp>
      <p:sp>
        <p:nvSpPr>
          <p:cNvPr id="40" name="Text 9">
            <a:extLst>
              <a:ext uri="{FF2B5EF4-FFF2-40B4-BE49-F238E27FC236}">
                <a16:creationId xmlns:a16="http://schemas.microsoft.com/office/drawing/2014/main" id="{7C6BB356-E351-A86E-EC94-BCF159115A51}"/>
              </a:ext>
            </a:extLst>
          </p:cNvPr>
          <p:cNvSpPr/>
          <p:nvPr>
            <p:custDataLst>
              <p:tags r:id="rId30"/>
            </p:custDataLst>
          </p:nvPr>
        </p:nvSpPr>
        <p:spPr>
          <a:xfrm>
            <a:off x="9820656" y="3581189"/>
            <a:ext cx="1673352" cy="448056"/>
          </a:xfrm>
          <a:prstGeom prst="rect">
            <a:avLst/>
          </a:prstGeom>
          <a:noFill/>
          <a:ln/>
        </p:spPr>
        <p:txBody>
          <a:bodyPr wrap="square" lIns="0" tIns="0" rIns="0" bIns="0" rtlCol="0" anchor="t">
            <a:normAutofit lnSpcReduction="10000"/>
          </a:bodyPr>
          <a:lstStyle/>
          <a:p>
            <a:pPr algn="ctr"/>
            <a:r>
              <a:rPr lang="fr-CA" sz="1620" noProof="0" dirty="0">
                <a:solidFill>
                  <a:srgbClr val="486581"/>
                </a:solidFill>
                <a:latin typeface="Calibri" pitchFamily="34" charset="0"/>
                <a:ea typeface="Calibri" pitchFamily="34" charset="-122"/>
                <a:cs typeface="Calibri" pitchFamily="34" charset="-120"/>
              </a:rPr>
              <a:t>handle()</a:t>
            </a:r>
            <a:endParaRPr lang="fr-CA" sz="1620" noProof="0" dirty="0"/>
          </a:p>
          <a:p>
            <a:pPr algn="ctr"/>
            <a:r>
              <a:rPr lang="fr-CA" sz="1620" noProof="0" dirty="0">
                <a:solidFill>
                  <a:srgbClr val="486581"/>
                </a:solidFill>
                <a:latin typeface="Calibri" pitchFamily="34" charset="0"/>
                <a:ea typeface="Calibri" pitchFamily="34" charset="-122"/>
                <a:cs typeface="Calibri" pitchFamily="34" charset="-120"/>
              </a:rPr>
              <a:t>process()</a:t>
            </a:r>
            <a:endParaRPr lang="fr-CA" sz="1620" noProof="0" dirty="0"/>
          </a:p>
          <a:p>
            <a:pPr marL="0" indent="0" algn="ctr">
              <a:buNone/>
            </a:pPr>
            <a:endParaRPr lang="fr-CA" sz="1620" noProof="0" dirty="0"/>
          </a:p>
        </p:txBody>
      </p:sp>
      <p:sp>
        <p:nvSpPr>
          <p:cNvPr id="9" name="Shape 7"/>
          <p:cNvSpPr/>
          <p:nvPr>
            <p:custDataLst>
              <p:tags r:id="rId31"/>
            </p:custDataLst>
          </p:nvPr>
        </p:nvSpPr>
        <p:spPr>
          <a:xfrm>
            <a:off x="530352" y="2787606"/>
            <a:ext cx="2002536" cy="1353312"/>
          </a:xfrm>
          <a:prstGeom prst="roundRect">
            <a:avLst>
              <a:gd name="adj" fmla="val 6757"/>
            </a:avLst>
          </a:prstGeom>
          <a:solidFill>
            <a:srgbClr val="F5F8FC"/>
          </a:solidFill>
          <a:ln w="8890">
            <a:solidFill>
              <a:srgbClr val="102A43"/>
            </a:solidFill>
            <a:prstDash val="solid"/>
          </a:ln>
        </p:spPr>
        <p:txBody>
          <a:bodyPr/>
          <a:lstStyle/>
          <a:p>
            <a:endParaRPr lang="fr-CA" noProof="0" dirty="0"/>
          </a:p>
        </p:txBody>
      </p:sp>
      <p:sp>
        <p:nvSpPr>
          <p:cNvPr id="10" name="Text 8"/>
          <p:cNvSpPr/>
          <p:nvPr>
            <p:custDataLst>
              <p:tags r:id="rId32"/>
            </p:custDataLst>
          </p:nvPr>
        </p:nvSpPr>
        <p:spPr>
          <a:xfrm>
            <a:off x="676656" y="2988774"/>
            <a:ext cx="1709928" cy="475488"/>
          </a:xfrm>
          <a:prstGeom prst="rect">
            <a:avLst/>
          </a:prstGeom>
          <a:noFill/>
          <a:ln/>
        </p:spPr>
        <p:txBody>
          <a:bodyPr wrap="square" lIns="0" tIns="0" rIns="0" bIns="0" rtlCol="0" anchor="t">
            <a:normAutofit/>
          </a:bodyPr>
          <a:lstStyle/>
          <a:p>
            <a:pPr marL="0" indent="0" algn="ctr">
              <a:buNone/>
            </a:pPr>
            <a:r>
              <a:rPr lang="fr-CA" sz="1850" b="1" noProof="0" dirty="0">
                <a:solidFill>
                  <a:srgbClr val="102A43"/>
                </a:solidFill>
                <a:latin typeface="Calibri" pitchFamily="34" charset="0"/>
                <a:ea typeface="Calibri" pitchFamily="34" charset="-122"/>
                <a:cs typeface="Calibri" pitchFamily="34" charset="-120"/>
              </a:rPr>
              <a:t>PipelineSrv</a:t>
            </a:r>
            <a:endParaRPr lang="fr-CA" sz="1850" noProof="0" dirty="0"/>
          </a:p>
        </p:txBody>
      </p:sp>
      <p:sp>
        <p:nvSpPr>
          <p:cNvPr id="11" name="Text 9"/>
          <p:cNvSpPr/>
          <p:nvPr>
            <p:custDataLst>
              <p:tags r:id="rId33"/>
            </p:custDataLst>
          </p:nvPr>
        </p:nvSpPr>
        <p:spPr>
          <a:xfrm>
            <a:off x="694944" y="3555702"/>
            <a:ext cx="1673352" cy="448056"/>
          </a:xfrm>
          <a:prstGeom prst="rect">
            <a:avLst/>
          </a:prstGeom>
          <a:noFill/>
          <a:ln/>
        </p:spPr>
        <p:txBody>
          <a:bodyPr wrap="square" lIns="0" tIns="0" rIns="0" bIns="0" rtlCol="0" anchor="t">
            <a:normAutofit/>
          </a:bodyPr>
          <a:lstStyle/>
          <a:p>
            <a:pPr marL="0" indent="0" algn="ctr">
              <a:buNone/>
            </a:pPr>
            <a:r>
              <a:rPr lang="fr-CA" sz="1620" noProof="0" dirty="0">
                <a:solidFill>
                  <a:srgbClr val="486581"/>
                </a:solidFill>
                <a:latin typeface="Calibri" pitchFamily="34" charset="0"/>
                <a:ea typeface="Calibri" pitchFamily="34" charset="-122"/>
                <a:cs typeface="Calibri" pitchFamily="34" charset="-120"/>
              </a:rPr>
              <a:t>Publication</a:t>
            </a:r>
            <a:endParaRPr lang="fr-CA" sz="1620" noProof="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fr-CA" noProof="0" dirty="0"/>
          </a:p>
        </p:txBody>
      </p:sp>
      <p:sp>
        <p:nvSpPr>
          <p:cNvPr id="3" name="Text 1"/>
          <p:cNvSpPr/>
          <p:nvPr>
            <p:custDataLst>
              <p:tags r:id="rId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fr-CA" sz="1100" b="1" kern="0" spc="50" noProof="0" dirty="0">
                <a:solidFill>
                  <a:srgbClr val="1F6FEB"/>
                </a:solidFill>
                <a:latin typeface="Calibri" pitchFamily="34" charset="0"/>
                <a:ea typeface="Calibri" pitchFamily="34" charset="-122"/>
                <a:cs typeface="Calibri" pitchFamily="34" charset="-120"/>
              </a:rPr>
              <a:t>04 / EXPLORER FLINK</a:t>
            </a:r>
            <a:endParaRPr lang="fr-CA" sz="1100" noProof="0" dirty="0"/>
          </a:p>
        </p:txBody>
      </p:sp>
      <p:sp>
        <p:nvSpPr>
          <p:cNvPr id="4" name="Text 2"/>
          <p:cNvSpPr/>
          <p:nvPr>
            <p:custDataLst>
              <p:tags r:id="rId3"/>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fr-CA" sz="1000" b="1" noProof="0" dirty="0">
                <a:solidFill>
                  <a:srgbClr val="829AB1"/>
                </a:solidFill>
                <a:latin typeface="Calibri" pitchFamily="34" charset="0"/>
                <a:ea typeface="Calibri" pitchFamily="34" charset="-122"/>
                <a:cs typeface="Calibri" pitchFamily="34" charset="-120"/>
              </a:rPr>
              <a:t>CHECKPOINT ET EFFET EXTERNE</a:t>
            </a:r>
            <a:endParaRPr lang="fr-CA" sz="1000" noProof="0" dirty="0"/>
          </a:p>
        </p:txBody>
      </p:sp>
      <p:sp>
        <p:nvSpPr>
          <p:cNvPr id="5" name="Text 3"/>
          <p:cNvSpPr/>
          <p:nvPr>
            <p:custDataLst>
              <p:tags r:id="rId4"/>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fr-CA" sz="2700" b="1" noProof="0" dirty="0">
                <a:solidFill>
                  <a:srgbClr val="102A43"/>
                </a:solidFill>
                <a:latin typeface="Calibri" pitchFamily="34" charset="0"/>
                <a:ea typeface="Calibri" pitchFamily="34" charset="-122"/>
                <a:cs typeface="Calibri" pitchFamily="34" charset="-120"/>
              </a:rPr>
              <a:t>Un checkpoint Flink n'est pas un commit SQL</a:t>
            </a:r>
            <a:endParaRPr lang="fr-CA" sz="2700" noProof="0" dirty="0"/>
          </a:p>
        </p:txBody>
      </p:sp>
      <p:sp>
        <p:nvSpPr>
          <p:cNvPr id="6" name="Text 4"/>
          <p:cNvSpPr/>
          <p:nvPr>
            <p:custDataLst>
              <p:tags r:id="rId5"/>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fr-CA" sz="1650" noProof="0" dirty="0">
                <a:solidFill>
                  <a:srgbClr val="486581"/>
                </a:solidFill>
                <a:latin typeface="Calibri" pitchFamily="34" charset="0"/>
                <a:ea typeface="Calibri" pitchFamily="34" charset="-122"/>
                <a:cs typeface="Calibri" pitchFamily="34" charset="-120"/>
              </a:rPr>
              <a:t>Le dernier checkpoint terminé fixe le point de reprise Flink, pas l'état déjà validé dans SQL.</a:t>
            </a:r>
            <a:endParaRPr lang="fr-CA" sz="1650" noProof="0" dirty="0"/>
          </a:p>
        </p:txBody>
      </p:sp>
      <p:sp>
        <p:nvSpPr>
          <p:cNvPr id="7" name="Text 5"/>
          <p:cNvSpPr/>
          <p:nvPr>
            <p:custDataLst>
              <p:tags r:id="rId6"/>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fr-CA" sz="900" noProof="0" dirty="0">
                <a:solidFill>
                  <a:srgbClr val="486581"/>
                </a:solidFill>
                <a:latin typeface="Calibri" pitchFamily="34" charset="0"/>
                <a:ea typeface="Calibri" pitchFamily="34" charset="-122"/>
                <a:cs typeface="Calibri" pitchFamily="34" charset="-120"/>
              </a:rPr>
              <a:t>Guide d'ingénierie Kafka · Projet EDA</a:t>
            </a:r>
            <a:endParaRPr lang="fr-CA" sz="900" noProof="0" dirty="0"/>
          </a:p>
        </p:txBody>
      </p:sp>
      <p:sp>
        <p:nvSpPr>
          <p:cNvPr id="8" name="Text 6"/>
          <p:cNvSpPr/>
          <p:nvPr>
            <p:custDataLst>
              <p:tags r:id="rId7"/>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fr-CA" sz="900" noProof="0" dirty="0">
                <a:solidFill>
                  <a:srgbClr val="486581"/>
                </a:solidFill>
                <a:latin typeface="Calibri" pitchFamily="34" charset="0"/>
                <a:ea typeface="Calibri" pitchFamily="34" charset="-122"/>
                <a:cs typeface="Calibri" pitchFamily="34" charset="-120"/>
              </a:rPr>
              <a:t>22</a:t>
            </a:r>
            <a:endParaRPr lang="fr-CA" sz="900" noProof="0" dirty="0"/>
          </a:p>
        </p:txBody>
      </p:sp>
      <p:sp>
        <p:nvSpPr>
          <p:cNvPr id="9" name="Text 7"/>
          <p:cNvSpPr/>
          <p:nvPr>
            <p:custDataLst>
              <p:tags r:id="rId8"/>
            </p:custDataLst>
          </p:nvPr>
        </p:nvSpPr>
        <p:spPr>
          <a:xfrm>
            <a:off x="974078" y="2403670"/>
            <a:ext cx="1540522" cy="217771"/>
          </a:xfrm>
          <a:prstGeom prst="rect">
            <a:avLst/>
          </a:prstGeom>
          <a:noFill/>
          <a:ln/>
        </p:spPr>
        <p:txBody>
          <a:bodyPr wrap="square" lIns="0" tIns="0" rIns="0" bIns="0" rtlCol="0" anchor="t">
            <a:normAutofit/>
          </a:bodyPr>
          <a:lstStyle/>
          <a:p>
            <a:pPr marL="0" indent="0">
              <a:buNone/>
            </a:pPr>
            <a:r>
              <a:rPr lang="fr-CA" sz="1400" b="1" kern="0" spc="50" noProof="0" dirty="0">
                <a:solidFill>
                  <a:srgbClr val="1F6FEB"/>
                </a:solidFill>
                <a:latin typeface="Calibri" pitchFamily="34" charset="0"/>
                <a:ea typeface="Calibri" pitchFamily="34" charset="-122"/>
                <a:cs typeface="Calibri" pitchFamily="34" charset="-120"/>
              </a:rPr>
              <a:t>CHEMIN DIRECT</a:t>
            </a:r>
            <a:endParaRPr lang="fr-CA" sz="1100" noProof="0" dirty="0"/>
          </a:p>
        </p:txBody>
      </p:sp>
      <p:sp>
        <p:nvSpPr>
          <p:cNvPr id="10" name="Text 8"/>
          <p:cNvSpPr/>
          <p:nvPr>
            <p:custDataLst>
              <p:tags r:id="rId9"/>
            </p:custDataLst>
          </p:nvPr>
        </p:nvSpPr>
        <p:spPr>
          <a:xfrm>
            <a:off x="974079" y="4139587"/>
            <a:ext cx="1540522" cy="252661"/>
          </a:xfrm>
          <a:prstGeom prst="rect">
            <a:avLst/>
          </a:prstGeom>
          <a:noFill/>
          <a:ln/>
        </p:spPr>
        <p:txBody>
          <a:bodyPr wrap="square" lIns="0" tIns="0" rIns="0" bIns="0" rtlCol="0" anchor="t">
            <a:noAutofit/>
          </a:bodyPr>
          <a:lstStyle/>
          <a:p>
            <a:pPr marL="0" indent="0">
              <a:buNone/>
            </a:pPr>
            <a:r>
              <a:rPr lang="fr-CA" sz="1400" b="1" kern="0" spc="50" noProof="0" dirty="0">
                <a:solidFill>
                  <a:srgbClr val="0F766E"/>
                </a:solidFill>
                <a:latin typeface="Calibri" pitchFamily="34" charset="0"/>
                <a:ea typeface="Calibri" pitchFamily="34" charset="-122"/>
                <a:cs typeface="Calibri" pitchFamily="34" charset="-120"/>
              </a:rPr>
              <a:t>CHEMIN FLINK</a:t>
            </a:r>
            <a:endParaRPr lang="fr-CA" sz="1400" noProof="0" dirty="0"/>
          </a:p>
        </p:txBody>
      </p:sp>
      <p:sp>
        <p:nvSpPr>
          <p:cNvPr id="11" name="Shape 9"/>
          <p:cNvSpPr/>
          <p:nvPr>
            <p:custDataLst>
              <p:tags r:id="rId10"/>
            </p:custDataLst>
          </p:nvPr>
        </p:nvSpPr>
        <p:spPr>
          <a:xfrm>
            <a:off x="2496312" y="2017937"/>
            <a:ext cx="2724912" cy="1051560"/>
          </a:xfrm>
          <a:prstGeom prst="roundRect">
            <a:avLst>
              <a:gd name="adj" fmla="val 8696"/>
            </a:avLst>
          </a:prstGeom>
          <a:solidFill>
            <a:srgbClr val="EFF6FF"/>
          </a:solidFill>
          <a:ln w="8890">
            <a:solidFill>
              <a:srgbClr val="1F6FEB"/>
            </a:solidFill>
            <a:prstDash val="solid"/>
          </a:ln>
        </p:spPr>
        <p:txBody>
          <a:bodyPr/>
          <a:lstStyle/>
          <a:p>
            <a:endParaRPr lang="fr-CA" noProof="0" dirty="0"/>
          </a:p>
        </p:txBody>
      </p:sp>
      <p:sp>
        <p:nvSpPr>
          <p:cNvPr id="12" name="Text 10"/>
          <p:cNvSpPr/>
          <p:nvPr>
            <p:custDataLst>
              <p:tags r:id="rId11"/>
            </p:custDataLst>
          </p:nvPr>
        </p:nvSpPr>
        <p:spPr>
          <a:xfrm>
            <a:off x="2642616" y="2219105"/>
            <a:ext cx="2432304" cy="475488"/>
          </a:xfrm>
          <a:prstGeom prst="rect">
            <a:avLst/>
          </a:prstGeom>
          <a:noFill/>
          <a:ln/>
        </p:spPr>
        <p:txBody>
          <a:bodyPr wrap="square" lIns="0" tIns="0" rIns="0" bIns="0" rtlCol="0" anchor="t">
            <a:normAutofit/>
          </a:bodyPr>
          <a:lstStyle/>
          <a:p>
            <a:pPr marL="0" indent="0" algn="ctr">
              <a:buNone/>
            </a:pPr>
            <a:r>
              <a:rPr lang="fr-CA" sz="1850" b="1" noProof="0" dirty="0">
                <a:solidFill>
                  <a:srgbClr val="1F6FEB"/>
                </a:solidFill>
                <a:latin typeface="Calibri" pitchFamily="34" charset="0"/>
                <a:ea typeface="Calibri" pitchFamily="34" charset="-122"/>
                <a:cs typeface="Calibri" pitchFamily="34" charset="-120"/>
              </a:rPr>
              <a:t>Commit SQL r1</a:t>
            </a:r>
            <a:endParaRPr lang="fr-CA" sz="1850" noProof="0" dirty="0"/>
          </a:p>
        </p:txBody>
      </p:sp>
      <p:sp>
        <p:nvSpPr>
          <p:cNvPr id="13" name="Text 11"/>
          <p:cNvSpPr/>
          <p:nvPr>
            <p:custDataLst>
              <p:tags r:id="rId12"/>
            </p:custDataLst>
          </p:nvPr>
        </p:nvSpPr>
        <p:spPr>
          <a:xfrm>
            <a:off x="2496312" y="3136392"/>
            <a:ext cx="2724912" cy="256032"/>
          </a:xfrm>
          <a:prstGeom prst="rect">
            <a:avLst/>
          </a:prstGeom>
          <a:noFill/>
          <a:ln/>
        </p:spPr>
        <p:txBody>
          <a:bodyPr wrap="square" lIns="0" tIns="0" rIns="0" bIns="0" rtlCol="0" anchor="t">
            <a:normAutofit/>
          </a:bodyPr>
          <a:lstStyle/>
          <a:p>
            <a:pPr marL="0" indent="0" algn="ctr">
              <a:buNone/>
            </a:pPr>
            <a:r>
              <a:rPr lang="fr-CA" sz="1600" noProof="0" dirty="0">
                <a:solidFill>
                  <a:srgbClr val="1F6FEB"/>
                </a:solidFill>
                <a:latin typeface="Calibri" pitchFamily="34" charset="0"/>
                <a:ea typeface="Calibri" pitchFamily="34" charset="-122"/>
                <a:cs typeface="Calibri" pitchFamily="34" charset="-120"/>
              </a:rPr>
              <a:t>puis ACK</a:t>
            </a:r>
            <a:endParaRPr lang="fr-CA" sz="1600" noProof="0" dirty="0"/>
          </a:p>
        </p:txBody>
      </p:sp>
      <p:sp>
        <p:nvSpPr>
          <p:cNvPr id="14" name="Shape 12"/>
          <p:cNvSpPr/>
          <p:nvPr>
            <p:custDataLst>
              <p:tags r:id="rId13"/>
            </p:custDataLst>
          </p:nvPr>
        </p:nvSpPr>
        <p:spPr>
          <a:xfrm>
            <a:off x="5221224" y="2530001"/>
            <a:ext cx="228600" cy="0"/>
          </a:xfrm>
          <a:prstGeom prst="line">
            <a:avLst/>
          </a:prstGeom>
          <a:noFill/>
          <a:ln w="28575">
            <a:solidFill>
              <a:srgbClr val="1F6FEB"/>
            </a:solidFill>
            <a:prstDash val="solid"/>
            <a:headEnd type="none"/>
            <a:tailEnd type="triangle"/>
          </a:ln>
        </p:spPr>
        <p:txBody>
          <a:bodyPr/>
          <a:lstStyle/>
          <a:p>
            <a:endParaRPr lang="fr-CA" noProof="0" dirty="0"/>
          </a:p>
        </p:txBody>
      </p:sp>
      <p:sp>
        <p:nvSpPr>
          <p:cNvPr id="15" name="Shape 13"/>
          <p:cNvSpPr/>
          <p:nvPr>
            <p:custDataLst>
              <p:tags r:id="rId14"/>
            </p:custDataLst>
          </p:nvPr>
        </p:nvSpPr>
        <p:spPr>
          <a:xfrm>
            <a:off x="5449824" y="2017937"/>
            <a:ext cx="2724912" cy="1051560"/>
          </a:xfrm>
          <a:prstGeom prst="roundRect">
            <a:avLst>
              <a:gd name="adj" fmla="val 8696"/>
            </a:avLst>
          </a:prstGeom>
          <a:solidFill>
            <a:srgbClr val="EFF6FF"/>
          </a:solidFill>
          <a:ln w="8890">
            <a:solidFill>
              <a:srgbClr val="1F6FEB"/>
            </a:solidFill>
            <a:prstDash val="solid"/>
          </a:ln>
        </p:spPr>
        <p:txBody>
          <a:bodyPr/>
          <a:lstStyle/>
          <a:p>
            <a:endParaRPr lang="fr-CA" noProof="0" dirty="0"/>
          </a:p>
        </p:txBody>
      </p:sp>
      <p:sp>
        <p:nvSpPr>
          <p:cNvPr id="16" name="Text 14"/>
          <p:cNvSpPr/>
          <p:nvPr>
            <p:custDataLst>
              <p:tags r:id="rId15"/>
            </p:custDataLst>
          </p:nvPr>
        </p:nvSpPr>
        <p:spPr>
          <a:xfrm>
            <a:off x="5596128" y="2219105"/>
            <a:ext cx="2432304" cy="475488"/>
          </a:xfrm>
          <a:prstGeom prst="rect">
            <a:avLst/>
          </a:prstGeom>
          <a:noFill/>
          <a:ln/>
        </p:spPr>
        <p:txBody>
          <a:bodyPr wrap="square" lIns="0" tIns="0" rIns="0" bIns="0" rtlCol="0" anchor="t">
            <a:normAutofit/>
          </a:bodyPr>
          <a:lstStyle/>
          <a:p>
            <a:pPr marL="0" indent="0" algn="ctr">
              <a:buNone/>
            </a:pPr>
            <a:r>
              <a:rPr lang="fr-CA" sz="1850" b="1" noProof="0" dirty="0">
                <a:solidFill>
                  <a:srgbClr val="1F6FEB"/>
                </a:solidFill>
                <a:latin typeface="Calibri" pitchFamily="34" charset="0"/>
                <a:ea typeface="Calibri" pitchFamily="34" charset="-122"/>
                <a:cs typeface="Calibri" pitchFamily="34" charset="-120"/>
              </a:rPr>
              <a:t>Commit SQL r2</a:t>
            </a:r>
            <a:endParaRPr lang="fr-CA" sz="1850" noProof="0" dirty="0"/>
          </a:p>
        </p:txBody>
      </p:sp>
      <p:sp>
        <p:nvSpPr>
          <p:cNvPr id="17" name="Text 15"/>
          <p:cNvSpPr/>
          <p:nvPr>
            <p:custDataLst>
              <p:tags r:id="rId16"/>
            </p:custDataLst>
          </p:nvPr>
        </p:nvSpPr>
        <p:spPr>
          <a:xfrm>
            <a:off x="5449824" y="3136392"/>
            <a:ext cx="2724912" cy="256032"/>
          </a:xfrm>
          <a:prstGeom prst="rect">
            <a:avLst/>
          </a:prstGeom>
          <a:noFill/>
          <a:ln/>
        </p:spPr>
        <p:txBody>
          <a:bodyPr wrap="square" lIns="0" tIns="0" rIns="0" bIns="0" rtlCol="0" anchor="t">
            <a:normAutofit/>
          </a:bodyPr>
          <a:lstStyle/>
          <a:p>
            <a:pPr marL="0" indent="0" algn="ctr">
              <a:buNone/>
            </a:pPr>
            <a:r>
              <a:rPr lang="fr-CA" sz="1600" noProof="0" dirty="0">
                <a:solidFill>
                  <a:srgbClr val="1F6FEB"/>
                </a:solidFill>
                <a:latin typeface="Calibri" pitchFamily="34" charset="0"/>
                <a:ea typeface="Calibri" pitchFamily="34" charset="-122"/>
                <a:cs typeface="Calibri" pitchFamily="34" charset="-120"/>
              </a:rPr>
              <a:t>puis ACK</a:t>
            </a:r>
            <a:endParaRPr lang="fr-CA" sz="1600" noProof="0" dirty="0"/>
          </a:p>
        </p:txBody>
      </p:sp>
      <p:sp>
        <p:nvSpPr>
          <p:cNvPr id="18" name="Shape 16"/>
          <p:cNvSpPr/>
          <p:nvPr>
            <p:custDataLst>
              <p:tags r:id="rId17"/>
            </p:custDataLst>
          </p:nvPr>
        </p:nvSpPr>
        <p:spPr>
          <a:xfrm>
            <a:off x="8174736" y="2530001"/>
            <a:ext cx="228600" cy="0"/>
          </a:xfrm>
          <a:prstGeom prst="line">
            <a:avLst/>
          </a:prstGeom>
          <a:noFill/>
          <a:ln w="28575">
            <a:solidFill>
              <a:srgbClr val="1F6FEB"/>
            </a:solidFill>
            <a:prstDash val="solid"/>
            <a:headEnd type="none"/>
            <a:tailEnd type="triangle"/>
          </a:ln>
        </p:spPr>
        <p:txBody>
          <a:bodyPr/>
          <a:lstStyle/>
          <a:p>
            <a:endParaRPr lang="fr-CA" noProof="0" dirty="0"/>
          </a:p>
        </p:txBody>
      </p:sp>
      <p:sp>
        <p:nvSpPr>
          <p:cNvPr id="19" name="Shape 17"/>
          <p:cNvSpPr/>
          <p:nvPr>
            <p:custDataLst>
              <p:tags r:id="rId18"/>
            </p:custDataLst>
          </p:nvPr>
        </p:nvSpPr>
        <p:spPr>
          <a:xfrm>
            <a:off x="8403336" y="2017937"/>
            <a:ext cx="2724912" cy="1051560"/>
          </a:xfrm>
          <a:prstGeom prst="roundRect">
            <a:avLst>
              <a:gd name="adj" fmla="val 8696"/>
            </a:avLst>
          </a:prstGeom>
          <a:solidFill>
            <a:srgbClr val="EFF6FF"/>
          </a:solidFill>
          <a:ln w="8890">
            <a:solidFill>
              <a:srgbClr val="1F6FEB"/>
            </a:solidFill>
            <a:prstDash val="solid"/>
          </a:ln>
        </p:spPr>
        <p:txBody>
          <a:bodyPr/>
          <a:lstStyle/>
          <a:p>
            <a:endParaRPr lang="fr-CA" noProof="0" dirty="0"/>
          </a:p>
        </p:txBody>
      </p:sp>
      <p:sp>
        <p:nvSpPr>
          <p:cNvPr id="20" name="Text 18"/>
          <p:cNvSpPr/>
          <p:nvPr>
            <p:custDataLst>
              <p:tags r:id="rId19"/>
            </p:custDataLst>
          </p:nvPr>
        </p:nvSpPr>
        <p:spPr>
          <a:xfrm>
            <a:off x="8549640" y="2219105"/>
            <a:ext cx="2432304" cy="475488"/>
          </a:xfrm>
          <a:prstGeom prst="rect">
            <a:avLst/>
          </a:prstGeom>
          <a:noFill/>
          <a:ln/>
        </p:spPr>
        <p:txBody>
          <a:bodyPr wrap="square" lIns="0" tIns="0" rIns="0" bIns="0" rtlCol="0" anchor="t">
            <a:normAutofit/>
          </a:bodyPr>
          <a:lstStyle/>
          <a:p>
            <a:pPr marL="0" indent="0" algn="ctr">
              <a:buNone/>
            </a:pPr>
            <a:r>
              <a:rPr lang="fr-CA" sz="1850" b="1" noProof="0" dirty="0">
                <a:solidFill>
                  <a:srgbClr val="1F6FEB"/>
                </a:solidFill>
                <a:latin typeface="Calibri" pitchFamily="34" charset="0"/>
                <a:ea typeface="Calibri" pitchFamily="34" charset="-122"/>
                <a:cs typeface="Calibri" pitchFamily="34" charset="-120"/>
              </a:rPr>
              <a:t>Commit SQL r3</a:t>
            </a:r>
            <a:endParaRPr lang="fr-CA" sz="1850" noProof="0" dirty="0"/>
          </a:p>
        </p:txBody>
      </p:sp>
      <p:sp>
        <p:nvSpPr>
          <p:cNvPr id="21" name="Text 19"/>
          <p:cNvSpPr/>
          <p:nvPr>
            <p:custDataLst>
              <p:tags r:id="rId20"/>
            </p:custDataLst>
          </p:nvPr>
        </p:nvSpPr>
        <p:spPr>
          <a:xfrm>
            <a:off x="8403336" y="3136392"/>
            <a:ext cx="2724912" cy="256032"/>
          </a:xfrm>
          <a:prstGeom prst="rect">
            <a:avLst/>
          </a:prstGeom>
          <a:noFill/>
          <a:ln/>
        </p:spPr>
        <p:txBody>
          <a:bodyPr wrap="square" lIns="0" tIns="0" rIns="0" bIns="0" rtlCol="0" anchor="t">
            <a:normAutofit/>
          </a:bodyPr>
          <a:lstStyle/>
          <a:p>
            <a:pPr marL="0" indent="0" algn="ctr">
              <a:buNone/>
            </a:pPr>
            <a:r>
              <a:rPr lang="fr-CA" sz="1600" noProof="0" dirty="0">
                <a:solidFill>
                  <a:srgbClr val="1F6FEB"/>
                </a:solidFill>
                <a:latin typeface="Calibri" pitchFamily="34" charset="0"/>
                <a:ea typeface="Calibri" pitchFamily="34" charset="-122"/>
                <a:cs typeface="Calibri" pitchFamily="34" charset="-120"/>
              </a:rPr>
              <a:t>puis ACK</a:t>
            </a:r>
            <a:endParaRPr lang="fr-CA" sz="1600" noProof="0" dirty="0"/>
          </a:p>
        </p:txBody>
      </p:sp>
      <p:sp>
        <p:nvSpPr>
          <p:cNvPr id="22" name="Shape 20"/>
          <p:cNvSpPr/>
          <p:nvPr>
            <p:custDataLst>
              <p:tags r:id="rId21"/>
            </p:custDataLst>
          </p:nvPr>
        </p:nvSpPr>
        <p:spPr>
          <a:xfrm>
            <a:off x="2496312" y="3746153"/>
            <a:ext cx="2724912" cy="1051560"/>
          </a:xfrm>
          <a:prstGeom prst="roundRect">
            <a:avLst>
              <a:gd name="adj" fmla="val 8696"/>
            </a:avLst>
          </a:prstGeom>
          <a:solidFill>
            <a:srgbClr val="EFFAF8"/>
          </a:solidFill>
          <a:ln w="8890">
            <a:solidFill>
              <a:srgbClr val="0F766E"/>
            </a:solidFill>
            <a:prstDash val="solid"/>
          </a:ln>
        </p:spPr>
        <p:txBody>
          <a:bodyPr/>
          <a:lstStyle/>
          <a:p>
            <a:endParaRPr lang="fr-CA" noProof="0" dirty="0"/>
          </a:p>
        </p:txBody>
      </p:sp>
      <p:sp>
        <p:nvSpPr>
          <p:cNvPr id="23" name="Text 21"/>
          <p:cNvSpPr/>
          <p:nvPr>
            <p:custDataLst>
              <p:tags r:id="rId22"/>
            </p:custDataLst>
          </p:nvPr>
        </p:nvSpPr>
        <p:spPr>
          <a:xfrm>
            <a:off x="2642616" y="3947321"/>
            <a:ext cx="2432304" cy="475488"/>
          </a:xfrm>
          <a:prstGeom prst="rect">
            <a:avLst/>
          </a:prstGeom>
          <a:noFill/>
          <a:ln/>
        </p:spPr>
        <p:txBody>
          <a:bodyPr wrap="square" lIns="0" tIns="0" rIns="0" bIns="0" rtlCol="0" anchor="t">
            <a:normAutofit/>
          </a:bodyPr>
          <a:lstStyle/>
          <a:p>
            <a:pPr marL="0" indent="0" algn="ctr">
              <a:buNone/>
            </a:pPr>
            <a:r>
              <a:rPr lang="fr-CA" sz="1850" b="1" noProof="0" dirty="0">
                <a:solidFill>
                  <a:srgbClr val="0F766E"/>
                </a:solidFill>
                <a:latin typeface="Calibri" pitchFamily="34" charset="0"/>
                <a:ea typeface="Calibri" pitchFamily="34" charset="-122"/>
                <a:cs typeface="Calibri" pitchFamily="34" charset="-120"/>
              </a:rPr>
              <a:t>Commit SQL r1</a:t>
            </a:r>
            <a:endParaRPr lang="fr-CA" sz="1850" noProof="0" dirty="0"/>
          </a:p>
        </p:txBody>
      </p:sp>
      <p:sp>
        <p:nvSpPr>
          <p:cNvPr id="24" name="Shape 22"/>
          <p:cNvSpPr/>
          <p:nvPr>
            <p:custDataLst>
              <p:tags r:id="rId23"/>
            </p:custDataLst>
          </p:nvPr>
        </p:nvSpPr>
        <p:spPr>
          <a:xfrm>
            <a:off x="5221224" y="4267361"/>
            <a:ext cx="228600" cy="0"/>
          </a:xfrm>
          <a:prstGeom prst="line">
            <a:avLst/>
          </a:prstGeom>
          <a:noFill/>
          <a:ln w="28575">
            <a:solidFill>
              <a:srgbClr val="0F766E"/>
            </a:solidFill>
            <a:prstDash val="solid"/>
            <a:headEnd type="none"/>
            <a:tailEnd type="triangle"/>
          </a:ln>
        </p:spPr>
        <p:txBody>
          <a:bodyPr/>
          <a:lstStyle/>
          <a:p>
            <a:endParaRPr lang="fr-CA" noProof="0" dirty="0"/>
          </a:p>
        </p:txBody>
      </p:sp>
      <p:sp>
        <p:nvSpPr>
          <p:cNvPr id="25" name="Shape 23"/>
          <p:cNvSpPr/>
          <p:nvPr>
            <p:custDataLst>
              <p:tags r:id="rId24"/>
            </p:custDataLst>
          </p:nvPr>
        </p:nvSpPr>
        <p:spPr>
          <a:xfrm>
            <a:off x="5449824" y="3746153"/>
            <a:ext cx="2724912" cy="1051560"/>
          </a:xfrm>
          <a:prstGeom prst="roundRect">
            <a:avLst>
              <a:gd name="adj" fmla="val 8696"/>
            </a:avLst>
          </a:prstGeom>
          <a:solidFill>
            <a:srgbClr val="EFFAF8"/>
          </a:solidFill>
          <a:ln w="8890">
            <a:solidFill>
              <a:srgbClr val="0F766E"/>
            </a:solidFill>
            <a:prstDash val="solid"/>
          </a:ln>
        </p:spPr>
        <p:txBody>
          <a:bodyPr/>
          <a:lstStyle/>
          <a:p>
            <a:endParaRPr lang="fr-CA" noProof="0" dirty="0"/>
          </a:p>
        </p:txBody>
      </p:sp>
      <p:sp>
        <p:nvSpPr>
          <p:cNvPr id="26" name="Text 24"/>
          <p:cNvSpPr/>
          <p:nvPr>
            <p:custDataLst>
              <p:tags r:id="rId25"/>
            </p:custDataLst>
          </p:nvPr>
        </p:nvSpPr>
        <p:spPr>
          <a:xfrm>
            <a:off x="5596128" y="3947321"/>
            <a:ext cx="2432304" cy="475488"/>
          </a:xfrm>
          <a:prstGeom prst="rect">
            <a:avLst/>
          </a:prstGeom>
          <a:noFill/>
          <a:ln/>
        </p:spPr>
        <p:txBody>
          <a:bodyPr wrap="square" lIns="0" tIns="0" rIns="0" bIns="0" rtlCol="0" anchor="t">
            <a:normAutofit/>
          </a:bodyPr>
          <a:lstStyle/>
          <a:p>
            <a:pPr marL="0" indent="0" algn="ctr">
              <a:buNone/>
            </a:pPr>
            <a:r>
              <a:rPr lang="fr-CA" sz="1850" b="1" noProof="0" dirty="0">
                <a:solidFill>
                  <a:srgbClr val="0F766E"/>
                </a:solidFill>
                <a:latin typeface="Calibri" pitchFamily="34" charset="0"/>
                <a:ea typeface="Calibri" pitchFamily="34" charset="-122"/>
                <a:cs typeface="Calibri" pitchFamily="34" charset="-120"/>
              </a:rPr>
              <a:t>Commit SQL r2</a:t>
            </a:r>
            <a:endParaRPr lang="fr-CA" sz="1850" noProof="0" dirty="0"/>
          </a:p>
        </p:txBody>
      </p:sp>
      <p:sp>
        <p:nvSpPr>
          <p:cNvPr id="27" name="Shape 25"/>
          <p:cNvSpPr/>
          <p:nvPr>
            <p:custDataLst>
              <p:tags r:id="rId26"/>
            </p:custDataLst>
          </p:nvPr>
        </p:nvSpPr>
        <p:spPr>
          <a:xfrm>
            <a:off x="8174736" y="4267361"/>
            <a:ext cx="228600" cy="0"/>
          </a:xfrm>
          <a:prstGeom prst="line">
            <a:avLst/>
          </a:prstGeom>
          <a:noFill/>
          <a:ln w="28575">
            <a:solidFill>
              <a:srgbClr val="0F766E"/>
            </a:solidFill>
            <a:prstDash val="solid"/>
            <a:headEnd type="none"/>
            <a:tailEnd type="triangle"/>
          </a:ln>
        </p:spPr>
        <p:txBody>
          <a:bodyPr/>
          <a:lstStyle/>
          <a:p>
            <a:endParaRPr lang="fr-CA" noProof="0" dirty="0"/>
          </a:p>
        </p:txBody>
      </p:sp>
      <p:sp>
        <p:nvSpPr>
          <p:cNvPr id="28" name="Shape 26"/>
          <p:cNvSpPr/>
          <p:nvPr>
            <p:custDataLst>
              <p:tags r:id="rId27"/>
            </p:custDataLst>
          </p:nvPr>
        </p:nvSpPr>
        <p:spPr>
          <a:xfrm>
            <a:off x="8403336" y="3746153"/>
            <a:ext cx="2724912" cy="1051560"/>
          </a:xfrm>
          <a:prstGeom prst="roundRect">
            <a:avLst>
              <a:gd name="adj" fmla="val 8696"/>
            </a:avLst>
          </a:prstGeom>
          <a:solidFill>
            <a:srgbClr val="EFFAF8"/>
          </a:solidFill>
          <a:ln w="8890">
            <a:solidFill>
              <a:srgbClr val="0F766E"/>
            </a:solidFill>
            <a:prstDash val="solid"/>
          </a:ln>
        </p:spPr>
        <p:txBody>
          <a:bodyPr/>
          <a:lstStyle/>
          <a:p>
            <a:endParaRPr lang="fr-CA" noProof="0" dirty="0"/>
          </a:p>
        </p:txBody>
      </p:sp>
      <p:sp>
        <p:nvSpPr>
          <p:cNvPr id="29" name="Text 27"/>
          <p:cNvSpPr/>
          <p:nvPr>
            <p:custDataLst>
              <p:tags r:id="rId28"/>
            </p:custDataLst>
          </p:nvPr>
        </p:nvSpPr>
        <p:spPr>
          <a:xfrm>
            <a:off x="8549640" y="3947321"/>
            <a:ext cx="2432304" cy="475488"/>
          </a:xfrm>
          <a:prstGeom prst="rect">
            <a:avLst/>
          </a:prstGeom>
          <a:noFill/>
          <a:ln/>
        </p:spPr>
        <p:txBody>
          <a:bodyPr wrap="square" lIns="0" tIns="0" rIns="0" bIns="0" rtlCol="0" anchor="t">
            <a:normAutofit/>
          </a:bodyPr>
          <a:lstStyle/>
          <a:p>
            <a:pPr marL="0" indent="0" algn="ctr">
              <a:buNone/>
            </a:pPr>
            <a:r>
              <a:rPr lang="fr-CA" sz="1850" b="1" noProof="0" dirty="0">
                <a:solidFill>
                  <a:srgbClr val="0F766E"/>
                </a:solidFill>
                <a:latin typeface="Calibri" pitchFamily="34" charset="0"/>
                <a:ea typeface="Calibri" pitchFamily="34" charset="-122"/>
                <a:cs typeface="Calibri" pitchFamily="34" charset="-120"/>
              </a:rPr>
              <a:t>Checkpoint</a:t>
            </a:r>
            <a:endParaRPr lang="fr-CA" sz="1850" noProof="0" dirty="0"/>
          </a:p>
        </p:txBody>
      </p:sp>
      <p:sp>
        <p:nvSpPr>
          <p:cNvPr id="30" name="Text 28"/>
          <p:cNvSpPr/>
          <p:nvPr>
            <p:custDataLst>
              <p:tags r:id="rId29"/>
            </p:custDataLst>
          </p:nvPr>
        </p:nvSpPr>
        <p:spPr>
          <a:xfrm>
            <a:off x="2523744" y="4944016"/>
            <a:ext cx="8613648" cy="292608"/>
          </a:xfrm>
          <a:prstGeom prst="rect">
            <a:avLst/>
          </a:prstGeom>
          <a:noFill/>
          <a:ln/>
        </p:spPr>
        <p:txBody>
          <a:bodyPr wrap="square" lIns="0" tIns="0" rIns="0" bIns="0" rtlCol="0" anchor="t">
            <a:normAutofit/>
          </a:bodyPr>
          <a:lstStyle/>
          <a:p>
            <a:pPr marL="0" indent="0" algn="ctr">
              <a:buNone/>
            </a:pPr>
            <a:r>
              <a:rPr lang="fr-CA" sz="1700" noProof="0" dirty="0">
                <a:solidFill>
                  <a:srgbClr val="0F766E"/>
                </a:solidFill>
                <a:latin typeface="Calibri" pitchFamily="34" charset="0"/>
                <a:ea typeface="Calibri" pitchFamily="34" charset="-122"/>
                <a:cs typeface="Calibri" pitchFamily="34" charset="-120"/>
              </a:rPr>
              <a:t>Reprise depuis le dernier checkpoint terminé</a:t>
            </a:r>
            <a:endParaRPr lang="fr-CA" sz="1700" noProof="0" dirty="0"/>
          </a:p>
        </p:txBody>
      </p:sp>
      <p:sp>
        <p:nvSpPr>
          <p:cNvPr id="31" name="Shape 29"/>
          <p:cNvSpPr/>
          <p:nvPr>
            <p:custDataLst>
              <p:tags r:id="rId30"/>
            </p:custDataLst>
          </p:nvPr>
        </p:nvSpPr>
        <p:spPr>
          <a:xfrm>
            <a:off x="530352" y="5715000"/>
            <a:ext cx="11128248" cy="448056"/>
          </a:xfrm>
          <a:prstGeom prst="roundRect">
            <a:avLst>
              <a:gd name="adj" fmla="val 20408"/>
            </a:avLst>
          </a:prstGeom>
          <a:solidFill>
            <a:srgbClr val="FFF7ED"/>
          </a:solidFill>
          <a:ln w="8890">
            <a:solidFill>
              <a:srgbClr val="FFF7ED"/>
            </a:solidFill>
            <a:prstDash val="solid"/>
          </a:ln>
        </p:spPr>
        <p:txBody>
          <a:bodyPr/>
          <a:lstStyle/>
          <a:p>
            <a:endParaRPr lang="fr-CA" noProof="0" dirty="0"/>
          </a:p>
        </p:txBody>
      </p:sp>
      <p:sp>
        <p:nvSpPr>
          <p:cNvPr id="32" name="Text 30"/>
          <p:cNvSpPr/>
          <p:nvPr>
            <p:custDataLst>
              <p:tags r:id="rId31"/>
            </p:custDataLst>
          </p:nvPr>
        </p:nvSpPr>
        <p:spPr>
          <a:xfrm>
            <a:off x="731520" y="5820156"/>
            <a:ext cx="10716768" cy="274320"/>
          </a:xfrm>
          <a:prstGeom prst="rect">
            <a:avLst/>
          </a:prstGeom>
          <a:noFill/>
          <a:ln/>
        </p:spPr>
        <p:txBody>
          <a:bodyPr wrap="square" lIns="0" tIns="0" rIns="0" bIns="0" rtlCol="0" anchor="t">
            <a:normAutofit/>
          </a:bodyPr>
          <a:lstStyle/>
          <a:p>
            <a:pPr marL="0" indent="0">
              <a:buNone/>
            </a:pPr>
            <a:r>
              <a:rPr lang="fr-CA" sz="1550" b="1" noProof="0" dirty="0">
                <a:solidFill>
                  <a:srgbClr val="B45309"/>
                </a:solidFill>
                <a:latin typeface="Calibri" pitchFamily="34" charset="0"/>
                <a:ea typeface="Calibri" pitchFamily="34" charset="-122"/>
                <a:cs typeface="Calibri" pitchFamily="34" charset="-120"/>
              </a:rPr>
              <a:t>Note : l'idempotence doit aussi être considérée pour les compteurs et les effets secondaires (Voir Dashboard).</a:t>
            </a:r>
            <a:endParaRPr lang="fr-CA" sz="1550" noProof="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en-CA"/>
          </a:p>
        </p:txBody>
      </p:sp>
      <p:sp>
        <p:nvSpPr>
          <p:cNvPr id="3" name="Text 1"/>
          <p:cNvSpPr/>
          <p:nvPr>
            <p:custDataLst>
              <p:tags r:id="rId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en-US" sz="1100" b="1" kern="0" spc="50" dirty="0">
                <a:solidFill>
                  <a:srgbClr val="1F6FEB"/>
                </a:solidFill>
                <a:latin typeface="Calibri" pitchFamily="34" charset="0"/>
                <a:ea typeface="Calibri" pitchFamily="34" charset="-122"/>
                <a:cs typeface="Calibri" pitchFamily="34" charset="-120"/>
              </a:rPr>
              <a:t>04 / EXPLORER FLINK</a:t>
            </a:r>
            <a:endParaRPr lang="en-US" sz="1100" dirty="0"/>
          </a:p>
        </p:txBody>
      </p:sp>
      <p:sp>
        <p:nvSpPr>
          <p:cNvPr id="4" name="Text 2"/>
          <p:cNvSpPr/>
          <p:nvPr>
            <p:custDataLst>
              <p:tags r:id="rId3"/>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en-US" sz="1000" b="1" dirty="0">
                <a:solidFill>
                  <a:srgbClr val="829AB1"/>
                </a:solidFill>
                <a:latin typeface="Calibri" pitchFamily="34" charset="0"/>
                <a:ea typeface="Calibri" pitchFamily="34" charset="-122"/>
                <a:cs typeface="Calibri" pitchFamily="34" charset="-120"/>
              </a:rPr>
              <a:t>LIMITES EXPLICITES DU GUIDE</a:t>
            </a:r>
            <a:endParaRPr lang="en-US" sz="1000" dirty="0"/>
          </a:p>
        </p:txBody>
      </p:sp>
      <p:sp>
        <p:nvSpPr>
          <p:cNvPr id="5" name="Text 3"/>
          <p:cNvSpPr/>
          <p:nvPr>
            <p:custDataLst>
              <p:tags r:id="rId4"/>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en-US" sz="2700" b="1" dirty="0">
                <a:solidFill>
                  <a:srgbClr val="102A43"/>
                </a:solidFill>
                <a:latin typeface="Calibri" pitchFamily="34" charset="0"/>
                <a:ea typeface="Calibri" pitchFamily="34" charset="-122"/>
                <a:cs typeface="Calibri" pitchFamily="34" charset="-120"/>
              </a:rPr>
              <a:t>Le pont in-JVM n'est pas une intégration distribuée</a:t>
            </a:r>
            <a:endParaRPr lang="en-US" sz="2700" dirty="0"/>
          </a:p>
        </p:txBody>
      </p:sp>
      <p:sp>
        <p:nvSpPr>
          <p:cNvPr id="6" name="Text 4"/>
          <p:cNvSpPr/>
          <p:nvPr>
            <p:custDataLst>
              <p:tags r:id="rId5"/>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en-US" sz="1650" dirty="0">
                <a:solidFill>
                  <a:srgbClr val="486581"/>
                </a:solidFill>
                <a:latin typeface="Calibri" pitchFamily="34" charset="0"/>
                <a:ea typeface="Calibri" pitchFamily="34" charset="-122"/>
                <a:cs typeface="Calibri" pitchFamily="34" charset="-120"/>
              </a:rPr>
              <a:t>Un TaskManager distant ne partage ni les beans Spring, ni les repositories JPA, ni l'état statique de l'application.</a:t>
            </a:r>
            <a:endParaRPr lang="en-US" sz="1650" dirty="0"/>
          </a:p>
        </p:txBody>
      </p:sp>
      <p:sp>
        <p:nvSpPr>
          <p:cNvPr id="7" name="Text 5"/>
          <p:cNvSpPr/>
          <p:nvPr>
            <p:custDataLst>
              <p:tags r:id="rId6"/>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en-US" sz="900" dirty="0">
                <a:solidFill>
                  <a:srgbClr val="486581"/>
                </a:solidFill>
                <a:latin typeface="Calibri" pitchFamily="34" charset="0"/>
                <a:ea typeface="Calibri" pitchFamily="34" charset="-122"/>
                <a:cs typeface="Calibri" pitchFamily="34" charset="-120"/>
              </a:rPr>
              <a:t>Guide d'ingénierie Kafka · Projet EDA</a:t>
            </a:r>
            <a:endParaRPr lang="en-US" sz="900" dirty="0"/>
          </a:p>
        </p:txBody>
      </p:sp>
      <p:sp>
        <p:nvSpPr>
          <p:cNvPr id="8" name="Text 6"/>
          <p:cNvSpPr/>
          <p:nvPr>
            <p:custDataLst>
              <p:tags r:id="rId7"/>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en-US" sz="900" dirty="0">
                <a:solidFill>
                  <a:srgbClr val="486581"/>
                </a:solidFill>
                <a:latin typeface="Calibri" pitchFamily="34" charset="0"/>
                <a:ea typeface="Calibri" pitchFamily="34" charset="-122"/>
                <a:cs typeface="Calibri" pitchFamily="34" charset="-120"/>
              </a:rPr>
              <a:t>23</a:t>
            </a:r>
            <a:endParaRPr lang="en-US" sz="900" dirty="0"/>
          </a:p>
        </p:txBody>
      </p:sp>
      <p:sp>
        <p:nvSpPr>
          <p:cNvPr id="9" name="Shape 7"/>
          <p:cNvSpPr/>
          <p:nvPr>
            <p:custDataLst>
              <p:tags r:id="rId8"/>
            </p:custDataLst>
          </p:nvPr>
        </p:nvSpPr>
        <p:spPr>
          <a:xfrm>
            <a:off x="530352" y="2053859"/>
            <a:ext cx="5367528" cy="3163824"/>
          </a:xfrm>
          <a:prstGeom prst="roundRect">
            <a:avLst>
              <a:gd name="adj" fmla="val 2890"/>
            </a:avLst>
          </a:prstGeom>
          <a:solidFill>
            <a:srgbClr val="FFF7ED"/>
          </a:solidFill>
          <a:ln w="8890">
            <a:solidFill>
              <a:srgbClr val="D9E2EC"/>
            </a:solidFill>
            <a:prstDash val="solid"/>
          </a:ln>
        </p:spPr>
        <p:txBody>
          <a:bodyPr/>
          <a:lstStyle/>
          <a:p>
            <a:endParaRPr lang="en-CA"/>
          </a:p>
        </p:txBody>
      </p:sp>
      <p:sp>
        <p:nvSpPr>
          <p:cNvPr id="10" name="Shape 8"/>
          <p:cNvSpPr/>
          <p:nvPr>
            <p:custDataLst>
              <p:tags r:id="rId9"/>
            </p:custDataLst>
          </p:nvPr>
        </p:nvSpPr>
        <p:spPr>
          <a:xfrm>
            <a:off x="758952" y="2309891"/>
            <a:ext cx="731520" cy="0"/>
          </a:xfrm>
          <a:prstGeom prst="line">
            <a:avLst/>
          </a:prstGeom>
          <a:noFill/>
          <a:ln w="29210">
            <a:solidFill>
              <a:srgbClr val="B45309"/>
            </a:solidFill>
            <a:prstDash val="solid"/>
          </a:ln>
        </p:spPr>
        <p:txBody>
          <a:bodyPr/>
          <a:lstStyle/>
          <a:p>
            <a:endParaRPr lang="en-CA"/>
          </a:p>
        </p:txBody>
      </p:sp>
      <p:sp>
        <p:nvSpPr>
          <p:cNvPr id="11" name="Text 9"/>
          <p:cNvSpPr/>
          <p:nvPr>
            <p:custDataLst>
              <p:tags r:id="rId10"/>
            </p:custDataLst>
          </p:nvPr>
        </p:nvSpPr>
        <p:spPr>
          <a:xfrm>
            <a:off x="758952" y="2538491"/>
            <a:ext cx="4910328" cy="548640"/>
          </a:xfrm>
          <a:prstGeom prst="rect">
            <a:avLst/>
          </a:prstGeom>
          <a:noFill/>
          <a:ln/>
        </p:spPr>
        <p:txBody>
          <a:bodyPr wrap="square" lIns="0" tIns="0" rIns="0" bIns="0" rtlCol="0" anchor="t">
            <a:normAutofit/>
          </a:bodyPr>
          <a:lstStyle/>
          <a:p>
            <a:pPr marL="0" indent="0">
              <a:buNone/>
            </a:pPr>
            <a:r>
              <a:rPr lang="en-US" sz="2400" b="1" dirty="0">
                <a:solidFill>
                  <a:srgbClr val="102A43"/>
                </a:solidFill>
                <a:latin typeface="Calibri" pitchFamily="34" charset="0"/>
                <a:ea typeface="Calibri" pitchFamily="34" charset="-122"/>
                <a:cs typeface="Calibri" pitchFamily="34" charset="-120"/>
              </a:rPr>
              <a:t>Sandbox local</a:t>
            </a:r>
            <a:endParaRPr lang="en-US" sz="2400" dirty="0"/>
          </a:p>
        </p:txBody>
      </p:sp>
      <p:sp>
        <p:nvSpPr>
          <p:cNvPr id="12" name="Text 10"/>
          <p:cNvSpPr/>
          <p:nvPr>
            <p:custDataLst>
              <p:tags r:id="rId11"/>
            </p:custDataLst>
          </p:nvPr>
        </p:nvSpPr>
        <p:spPr>
          <a:xfrm>
            <a:off x="758952" y="3169427"/>
            <a:ext cx="4910328" cy="1883664"/>
          </a:xfrm>
          <a:prstGeom prst="rect">
            <a:avLst/>
          </a:prstGeom>
          <a:noFill/>
          <a:ln/>
        </p:spPr>
        <p:txBody>
          <a:bodyPr wrap="square" lIns="0" tIns="0" rIns="0" bIns="0" rtlCol="0" anchor="t">
            <a:normAutofit/>
          </a:bodyPr>
          <a:lstStyle/>
          <a:p>
            <a:pPr marL="0" indent="0">
              <a:buNone/>
            </a:pPr>
            <a:r>
              <a:rPr lang="en-US" sz="2000" dirty="0">
                <a:solidFill>
                  <a:srgbClr val="486581"/>
                </a:solidFill>
                <a:latin typeface="Calibri" pitchFamily="34" charset="0"/>
                <a:ea typeface="Calibri" pitchFamily="34" charset="-122"/>
                <a:cs typeface="Calibri" pitchFamily="34" charset="-120"/>
              </a:rPr>
              <a:t>MiniCluster et Spring partagent une JVM.</a:t>
            </a:r>
            <a:endParaRPr lang="en-US" sz="2000" dirty="0"/>
          </a:p>
          <a:p>
            <a:pPr marL="0" indent="0">
              <a:buNone/>
            </a:pPr>
            <a:endParaRPr lang="en-US" sz="2000" dirty="0"/>
          </a:p>
          <a:p>
            <a:pPr marL="0" indent="0">
              <a:buNone/>
            </a:pPr>
            <a:r>
              <a:rPr lang="en-US" sz="2000" dirty="0">
                <a:solidFill>
                  <a:srgbClr val="486581"/>
                </a:solidFill>
                <a:latin typeface="Calibri" pitchFamily="34" charset="0"/>
                <a:ea typeface="Calibri" pitchFamily="34" charset="-122"/>
                <a:cs typeface="Calibri" pitchFamily="34" charset="-120"/>
              </a:rPr>
              <a:t>Le pont résout le service à l'exécution.</a:t>
            </a:r>
            <a:endParaRPr lang="en-US" sz="2000" dirty="0"/>
          </a:p>
          <a:p>
            <a:pPr marL="0" indent="0">
              <a:buNone/>
            </a:pPr>
            <a:endParaRPr lang="en-US" sz="2000" dirty="0"/>
          </a:p>
          <a:p>
            <a:pPr marL="0" indent="0">
              <a:buNone/>
            </a:pPr>
            <a:r>
              <a:rPr lang="en-US" sz="2000" dirty="0">
                <a:solidFill>
                  <a:srgbClr val="486581"/>
                </a:solidFill>
                <a:latin typeface="Calibri" pitchFamily="34" charset="0"/>
                <a:ea typeface="Calibri" pitchFamily="34" charset="-122"/>
                <a:cs typeface="Calibri" pitchFamily="34" charset="-120"/>
              </a:rPr>
              <a:t>Le chemin value-only abandonne clés et en-têtes.</a:t>
            </a:r>
            <a:endParaRPr lang="en-US" sz="2000" dirty="0"/>
          </a:p>
        </p:txBody>
      </p:sp>
      <p:sp>
        <p:nvSpPr>
          <p:cNvPr id="13" name="Shape 11"/>
          <p:cNvSpPr/>
          <p:nvPr>
            <p:custDataLst>
              <p:tags r:id="rId12"/>
            </p:custDataLst>
          </p:nvPr>
        </p:nvSpPr>
        <p:spPr>
          <a:xfrm>
            <a:off x="6281928" y="2053859"/>
            <a:ext cx="5376672" cy="3163824"/>
          </a:xfrm>
          <a:prstGeom prst="roundRect">
            <a:avLst>
              <a:gd name="adj" fmla="val 2890"/>
            </a:avLst>
          </a:prstGeom>
          <a:solidFill>
            <a:srgbClr val="EFFAF8"/>
          </a:solidFill>
          <a:ln w="8890">
            <a:solidFill>
              <a:srgbClr val="D9E2EC"/>
            </a:solidFill>
            <a:prstDash val="solid"/>
          </a:ln>
        </p:spPr>
        <p:txBody>
          <a:bodyPr/>
          <a:lstStyle/>
          <a:p>
            <a:endParaRPr lang="en-CA"/>
          </a:p>
        </p:txBody>
      </p:sp>
      <p:sp>
        <p:nvSpPr>
          <p:cNvPr id="14" name="Shape 12"/>
          <p:cNvSpPr/>
          <p:nvPr>
            <p:custDataLst>
              <p:tags r:id="rId13"/>
            </p:custDataLst>
          </p:nvPr>
        </p:nvSpPr>
        <p:spPr>
          <a:xfrm>
            <a:off x="6510528" y="2309891"/>
            <a:ext cx="731520" cy="0"/>
          </a:xfrm>
          <a:prstGeom prst="line">
            <a:avLst/>
          </a:prstGeom>
          <a:noFill/>
          <a:ln w="29210">
            <a:solidFill>
              <a:srgbClr val="0F766E"/>
            </a:solidFill>
            <a:prstDash val="solid"/>
          </a:ln>
        </p:spPr>
        <p:txBody>
          <a:bodyPr/>
          <a:lstStyle/>
          <a:p>
            <a:endParaRPr lang="en-CA"/>
          </a:p>
        </p:txBody>
      </p:sp>
      <p:sp>
        <p:nvSpPr>
          <p:cNvPr id="15" name="Text 13"/>
          <p:cNvSpPr/>
          <p:nvPr>
            <p:custDataLst>
              <p:tags r:id="rId14"/>
            </p:custDataLst>
          </p:nvPr>
        </p:nvSpPr>
        <p:spPr>
          <a:xfrm>
            <a:off x="6510528" y="2538491"/>
            <a:ext cx="4919472" cy="548640"/>
          </a:xfrm>
          <a:prstGeom prst="rect">
            <a:avLst/>
          </a:prstGeom>
          <a:noFill/>
          <a:ln/>
        </p:spPr>
        <p:txBody>
          <a:bodyPr wrap="square" lIns="0" tIns="0" rIns="0" bIns="0" rtlCol="0" anchor="t">
            <a:normAutofit/>
          </a:bodyPr>
          <a:lstStyle/>
          <a:p>
            <a:pPr marL="0" indent="0">
              <a:buNone/>
            </a:pPr>
            <a:r>
              <a:rPr lang="en-US" sz="2400" b="1" dirty="0">
                <a:solidFill>
                  <a:srgbClr val="102A43"/>
                </a:solidFill>
                <a:latin typeface="Calibri" pitchFamily="34" charset="0"/>
                <a:ea typeface="Calibri" pitchFamily="34" charset="-122"/>
                <a:cs typeface="Calibri" pitchFamily="34" charset="-120"/>
              </a:rPr>
              <a:t>Architecture distribuée</a:t>
            </a:r>
            <a:endParaRPr lang="en-US" sz="2400" dirty="0"/>
          </a:p>
        </p:txBody>
      </p:sp>
      <p:sp>
        <p:nvSpPr>
          <p:cNvPr id="16" name="Text 14"/>
          <p:cNvSpPr/>
          <p:nvPr>
            <p:custDataLst>
              <p:tags r:id="rId15"/>
            </p:custDataLst>
          </p:nvPr>
        </p:nvSpPr>
        <p:spPr>
          <a:xfrm>
            <a:off x="6510528" y="3169427"/>
            <a:ext cx="4919472" cy="1883664"/>
          </a:xfrm>
          <a:prstGeom prst="rect">
            <a:avLst/>
          </a:prstGeom>
          <a:noFill/>
          <a:ln/>
        </p:spPr>
        <p:txBody>
          <a:bodyPr wrap="square" lIns="0" tIns="0" rIns="0" bIns="0" rtlCol="0" anchor="t">
            <a:normAutofit/>
          </a:bodyPr>
          <a:lstStyle/>
          <a:p>
            <a:pPr marL="0" indent="0">
              <a:buNone/>
            </a:pPr>
            <a:r>
              <a:rPr lang="en-US" sz="2000" dirty="0">
                <a:solidFill>
                  <a:srgbClr val="486581"/>
                </a:solidFill>
                <a:latin typeface="Calibri" pitchFamily="34" charset="0"/>
                <a:ea typeface="Calibri" pitchFamily="34" charset="-122"/>
                <a:cs typeface="Calibri" pitchFamily="34" charset="-120"/>
              </a:rPr>
              <a:t>Séparer les runtimes.</a:t>
            </a:r>
            <a:endParaRPr lang="en-US" sz="2000" dirty="0"/>
          </a:p>
          <a:p>
            <a:pPr marL="0" indent="0">
              <a:buNone/>
            </a:pPr>
            <a:endParaRPr lang="en-US" sz="2000" dirty="0"/>
          </a:p>
          <a:p>
            <a:pPr marL="0" indent="0">
              <a:buNone/>
            </a:pPr>
            <a:r>
              <a:rPr lang="en-US" sz="2000" dirty="0">
                <a:solidFill>
                  <a:srgbClr val="486581"/>
                </a:solidFill>
                <a:latin typeface="Calibri" pitchFamily="34" charset="0"/>
                <a:ea typeface="Calibri" pitchFamily="34" charset="-122"/>
                <a:cs typeface="Calibri" pitchFamily="34" charset="-120"/>
              </a:rPr>
              <a:t>Partager des règles Java, pas des beans actifs.</a:t>
            </a:r>
            <a:endParaRPr lang="en-US" sz="2000" dirty="0"/>
          </a:p>
          <a:p>
            <a:pPr marL="0" indent="0">
              <a:buNone/>
            </a:pPr>
            <a:endParaRPr lang="en-US" sz="2000" dirty="0"/>
          </a:p>
          <a:p>
            <a:pPr marL="0" indent="0">
              <a:buNone/>
            </a:pPr>
            <a:r>
              <a:rPr lang="en-US" sz="2000" dirty="0">
                <a:solidFill>
                  <a:srgbClr val="486581"/>
                </a:solidFill>
                <a:latin typeface="Calibri" pitchFamily="34" charset="0"/>
                <a:ea typeface="Calibri" pitchFamily="34" charset="-122"/>
                <a:cs typeface="Calibri" pitchFamily="34" charset="-120"/>
              </a:rPr>
              <a:t>Choisir un connecteur ou un contrat distant.</a:t>
            </a:r>
            <a:endParaRPr lang="en-US" sz="2000" dirty="0"/>
          </a:p>
        </p:txBody>
      </p:sp>
      <p:sp>
        <p:nvSpPr>
          <p:cNvPr id="17" name="Shape 15"/>
          <p:cNvSpPr/>
          <p:nvPr>
            <p:custDataLst>
              <p:tags r:id="rId16"/>
            </p:custDataLst>
          </p:nvPr>
        </p:nvSpPr>
        <p:spPr>
          <a:xfrm>
            <a:off x="530352" y="5715000"/>
            <a:ext cx="11128248" cy="448056"/>
          </a:xfrm>
          <a:prstGeom prst="roundRect">
            <a:avLst>
              <a:gd name="adj" fmla="val 20408"/>
            </a:avLst>
          </a:prstGeom>
          <a:solidFill>
            <a:srgbClr val="EFF6FF"/>
          </a:solidFill>
          <a:ln w="8890">
            <a:solidFill>
              <a:srgbClr val="EFF6FF"/>
            </a:solidFill>
            <a:prstDash val="solid"/>
          </a:ln>
        </p:spPr>
        <p:txBody>
          <a:bodyPr/>
          <a:lstStyle/>
          <a:p>
            <a:endParaRPr lang="en-CA"/>
          </a:p>
        </p:txBody>
      </p:sp>
      <p:sp>
        <p:nvSpPr>
          <p:cNvPr id="18" name="Text 16"/>
          <p:cNvSpPr/>
          <p:nvPr>
            <p:custDataLst>
              <p:tags r:id="rId17"/>
            </p:custDataLst>
          </p:nvPr>
        </p:nvSpPr>
        <p:spPr>
          <a:xfrm>
            <a:off x="731520" y="5820156"/>
            <a:ext cx="10716768" cy="274320"/>
          </a:xfrm>
          <a:prstGeom prst="rect">
            <a:avLst/>
          </a:prstGeom>
          <a:noFill/>
          <a:ln/>
        </p:spPr>
        <p:txBody>
          <a:bodyPr wrap="square" lIns="0" tIns="0" rIns="0" bIns="0" rtlCol="0" anchor="t">
            <a:normAutofit/>
          </a:bodyPr>
          <a:lstStyle/>
          <a:p>
            <a:pPr marL="0" indent="0">
              <a:buNone/>
            </a:pPr>
            <a:r>
              <a:rPr lang="en-US" sz="1550" b="1" dirty="0">
                <a:solidFill>
                  <a:srgbClr val="102A43"/>
                </a:solidFill>
                <a:latin typeface="Calibri" pitchFamily="34" charset="0"/>
                <a:ea typeface="Calibri" pitchFamily="34" charset="-122"/>
                <a:cs typeface="Calibri" pitchFamily="34" charset="-120"/>
              </a:rPr>
              <a:t>Choisir le modèle de déploiement avant de choisir le mode d'intégration.</a:t>
            </a:r>
            <a:endParaRPr lang="en-US" sz="15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fr-CA" noProof="0" dirty="0"/>
          </a:p>
        </p:txBody>
      </p:sp>
      <p:sp>
        <p:nvSpPr>
          <p:cNvPr id="3" name="Text 1"/>
          <p:cNvSpPr/>
          <p:nvPr>
            <p:custDataLst>
              <p:tags r:id="rId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fr-CA" sz="1100" b="1" kern="0" spc="50" noProof="0" dirty="0">
                <a:solidFill>
                  <a:srgbClr val="1F6FEB"/>
                </a:solidFill>
                <a:latin typeface="Calibri" pitchFamily="34" charset="0"/>
                <a:ea typeface="Calibri" pitchFamily="34" charset="-122"/>
                <a:cs typeface="Calibri" pitchFamily="34" charset="-120"/>
              </a:rPr>
              <a:t>05 / EXPLOITER ET DISTRIBUER</a:t>
            </a:r>
            <a:endParaRPr lang="fr-CA" sz="1100" noProof="0" dirty="0"/>
          </a:p>
        </p:txBody>
      </p:sp>
      <p:sp>
        <p:nvSpPr>
          <p:cNvPr id="4" name="Text 2"/>
          <p:cNvSpPr/>
          <p:nvPr>
            <p:custDataLst>
              <p:tags r:id="rId3"/>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fr-CA" sz="1000" b="1" noProof="0" dirty="0">
                <a:solidFill>
                  <a:srgbClr val="829AB1"/>
                </a:solidFill>
                <a:latin typeface="Calibri" pitchFamily="34" charset="0"/>
                <a:ea typeface="Calibri" pitchFamily="34" charset="-122"/>
                <a:cs typeface="Calibri" pitchFamily="34" charset="-120"/>
              </a:rPr>
              <a:t>PODS / THREADS / PARTITIONS</a:t>
            </a:r>
            <a:endParaRPr lang="fr-CA" sz="1000" noProof="0" dirty="0"/>
          </a:p>
        </p:txBody>
      </p:sp>
      <p:sp>
        <p:nvSpPr>
          <p:cNvPr id="5" name="Text 3"/>
          <p:cNvSpPr/>
          <p:nvPr>
            <p:custDataLst>
              <p:tags r:id="rId4"/>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fr-CA" sz="2700" b="1" noProof="0" dirty="0">
                <a:solidFill>
                  <a:srgbClr val="102A43"/>
                </a:solidFill>
                <a:latin typeface="Calibri" pitchFamily="34" charset="0"/>
                <a:ea typeface="Calibri" pitchFamily="34" charset="-122"/>
                <a:cs typeface="Calibri" pitchFamily="34" charset="-120"/>
              </a:rPr>
              <a:t>Le nombre de partitions fixe les limites de l’élasticité horizontale</a:t>
            </a:r>
            <a:endParaRPr lang="fr-CA" sz="2700" noProof="0" dirty="0"/>
          </a:p>
        </p:txBody>
      </p:sp>
      <p:sp>
        <p:nvSpPr>
          <p:cNvPr id="6" name="Text 4"/>
          <p:cNvSpPr/>
          <p:nvPr>
            <p:custDataLst>
              <p:tags r:id="rId5"/>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fr-CA" sz="1650" noProof="0" dirty="0">
                <a:solidFill>
                  <a:srgbClr val="486581"/>
                </a:solidFill>
                <a:latin typeface="Calibri" pitchFamily="34" charset="0"/>
                <a:ea typeface="Calibri" pitchFamily="34" charset="-122"/>
                <a:cs typeface="Calibri" pitchFamily="34" charset="-120"/>
              </a:rPr>
              <a:t>Ajouter des pods n'ajoute du parallélisme que s'il reste des partitions à leur attribuer.</a:t>
            </a:r>
            <a:endParaRPr lang="fr-CA" sz="1650" noProof="0" dirty="0"/>
          </a:p>
        </p:txBody>
      </p:sp>
      <p:sp>
        <p:nvSpPr>
          <p:cNvPr id="7" name="Text 5"/>
          <p:cNvSpPr/>
          <p:nvPr>
            <p:custDataLst>
              <p:tags r:id="rId6"/>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fr-CA" sz="900" noProof="0" dirty="0">
                <a:solidFill>
                  <a:srgbClr val="486581"/>
                </a:solidFill>
                <a:latin typeface="Calibri" pitchFamily="34" charset="0"/>
                <a:ea typeface="Calibri" pitchFamily="34" charset="-122"/>
                <a:cs typeface="Calibri" pitchFamily="34" charset="-120"/>
              </a:rPr>
              <a:t>Guide d'ingénierie Kafka · Projet EDA</a:t>
            </a:r>
            <a:endParaRPr lang="fr-CA" sz="900" noProof="0" dirty="0"/>
          </a:p>
        </p:txBody>
      </p:sp>
      <p:sp>
        <p:nvSpPr>
          <p:cNvPr id="8" name="Text 6"/>
          <p:cNvSpPr/>
          <p:nvPr>
            <p:custDataLst>
              <p:tags r:id="rId7"/>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fr-CA" sz="900" noProof="0" dirty="0">
                <a:solidFill>
                  <a:srgbClr val="486581"/>
                </a:solidFill>
                <a:latin typeface="Calibri" pitchFamily="34" charset="0"/>
                <a:ea typeface="Calibri" pitchFamily="34" charset="-122"/>
                <a:cs typeface="Calibri" pitchFamily="34" charset="-120"/>
              </a:rPr>
              <a:t>24</a:t>
            </a:r>
            <a:endParaRPr lang="fr-CA" sz="900" noProof="0" dirty="0"/>
          </a:p>
        </p:txBody>
      </p:sp>
      <p:sp>
        <p:nvSpPr>
          <p:cNvPr id="9" name="Shape 7"/>
          <p:cNvSpPr/>
          <p:nvPr>
            <p:custDataLst>
              <p:tags r:id="rId8"/>
            </p:custDataLst>
          </p:nvPr>
        </p:nvSpPr>
        <p:spPr>
          <a:xfrm>
            <a:off x="530352" y="2029968"/>
            <a:ext cx="11128248" cy="822960"/>
          </a:xfrm>
          <a:prstGeom prst="roundRect">
            <a:avLst>
              <a:gd name="adj" fmla="val 11111"/>
            </a:avLst>
          </a:prstGeom>
          <a:solidFill>
            <a:srgbClr val="102A43"/>
          </a:solidFill>
          <a:ln w="8890">
            <a:solidFill>
              <a:srgbClr val="102A43"/>
            </a:solidFill>
            <a:prstDash val="solid"/>
          </a:ln>
        </p:spPr>
        <p:txBody>
          <a:bodyPr/>
          <a:lstStyle/>
          <a:p>
            <a:endParaRPr lang="fr-CA" noProof="0" dirty="0"/>
          </a:p>
        </p:txBody>
      </p:sp>
      <p:sp>
        <p:nvSpPr>
          <p:cNvPr id="10" name="Text 8"/>
          <p:cNvSpPr/>
          <p:nvPr>
            <p:custDataLst>
              <p:tags r:id="rId9"/>
            </p:custDataLst>
          </p:nvPr>
        </p:nvSpPr>
        <p:spPr>
          <a:xfrm>
            <a:off x="786384" y="2267712"/>
            <a:ext cx="10607040" cy="365760"/>
          </a:xfrm>
          <a:prstGeom prst="rect">
            <a:avLst/>
          </a:prstGeom>
          <a:noFill/>
          <a:ln/>
        </p:spPr>
        <p:txBody>
          <a:bodyPr wrap="square" lIns="0" tIns="0" rIns="0" bIns="0" rtlCol="0" anchor="t">
            <a:normAutofit lnSpcReduction="10000"/>
          </a:bodyPr>
          <a:lstStyle/>
          <a:p>
            <a:pPr marL="0" indent="0" algn="ctr">
              <a:buNone/>
            </a:pPr>
            <a:r>
              <a:rPr lang="fr-CA" sz="2500" b="1" noProof="0" dirty="0">
                <a:solidFill>
                  <a:srgbClr val="FFFFFF"/>
                </a:solidFill>
                <a:latin typeface="Calibri" pitchFamily="34" charset="0"/>
                <a:ea typeface="Calibri" pitchFamily="34" charset="-122"/>
                <a:cs typeface="Calibri" pitchFamily="34" charset="-120"/>
              </a:rPr>
              <a:t>Parallélisme utile = min(partitions, pods × threads par pod)</a:t>
            </a:r>
            <a:endParaRPr lang="fr-CA" sz="2500" noProof="0" dirty="0"/>
          </a:p>
        </p:txBody>
      </p:sp>
      <p:sp>
        <p:nvSpPr>
          <p:cNvPr id="11" name="Shape 9"/>
          <p:cNvSpPr/>
          <p:nvPr>
            <p:custDataLst>
              <p:tags r:id="rId10"/>
            </p:custDataLst>
          </p:nvPr>
        </p:nvSpPr>
        <p:spPr>
          <a:xfrm>
            <a:off x="530352" y="2983698"/>
            <a:ext cx="3872484" cy="475488"/>
          </a:xfrm>
          <a:prstGeom prst="roundRect">
            <a:avLst>
              <a:gd name="adj" fmla="val 19231"/>
            </a:avLst>
          </a:prstGeom>
          <a:solidFill>
            <a:srgbClr val="1F6FEB"/>
          </a:solidFill>
          <a:ln w="8890">
            <a:solidFill>
              <a:srgbClr val="1F6FEB"/>
            </a:solidFill>
            <a:prstDash val="solid"/>
          </a:ln>
        </p:spPr>
        <p:txBody>
          <a:bodyPr/>
          <a:lstStyle/>
          <a:p>
            <a:endParaRPr lang="fr-CA" noProof="0" dirty="0"/>
          </a:p>
        </p:txBody>
      </p:sp>
      <p:sp>
        <p:nvSpPr>
          <p:cNvPr id="12" name="Text 10"/>
          <p:cNvSpPr/>
          <p:nvPr>
            <p:custDataLst>
              <p:tags r:id="rId11"/>
            </p:custDataLst>
          </p:nvPr>
        </p:nvSpPr>
        <p:spPr>
          <a:xfrm>
            <a:off x="658368" y="3093426"/>
            <a:ext cx="3639312" cy="265176"/>
          </a:xfrm>
          <a:prstGeom prst="rect">
            <a:avLst/>
          </a:prstGeom>
          <a:noFill/>
          <a:ln/>
        </p:spPr>
        <p:txBody>
          <a:bodyPr wrap="square" lIns="0" tIns="0" rIns="0" bIns="0" rtlCol="0" anchor="t">
            <a:normAutofit/>
          </a:bodyPr>
          <a:lstStyle/>
          <a:p>
            <a:pPr marL="0" indent="0">
              <a:buNone/>
            </a:pPr>
            <a:r>
              <a:rPr lang="fr-CA" sz="1520" b="1" noProof="0" dirty="0">
                <a:solidFill>
                  <a:srgbClr val="FFFFFF"/>
                </a:solidFill>
                <a:latin typeface="Calibri" pitchFamily="34" charset="0"/>
                <a:ea typeface="Calibri" pitchFamily="34" charset="-122"/>
                <a:cs typeface="Calibri" pitchFamily="34" charset="-120"/>
              </a:rPr>
              <a:t>Exemple : 8 partitions</a:t>
            </a:r>
            <a:endParaRPr lang="fr-CA" sz="1520" noProof="0" dirty="0"/>
          </a:p>
        </p:txBody>
      </p:sp>
      <p:sp>
        <p:nvSpPr>
          <p:cNvPr id="13" name="Shape 11"/>
          <p:cNvSpPr/>
          <p:nvPr>
            <p:custDataLst>
              <p:tags r:id="rId12"/>
            </p:custDataLst>
          </p:nvPr>
        </p:nvSpPr>
        <p:spPr>
          <a:xfrm>
            <a:off x="4443984" y="2983698"/>
            <a:ext cx="2921508" cy="475488"/>
          </a:xfrm>
          <a:prstGeom prst="roundRect">
            <a:avLst>
              <a:gd name="adj" fmla="val 19231"/>
            </a:avLst>
          </a:prstGeom>
          <a:solidFill>
            <a:srgbClr val="1F6FEB"/>
          </a:solidFill>
          <a:ln w="8890">
            <a:solidFill>
              <a:srgbClr val="1F6FEB"/>
            </a:solidFill>
            <a:prstDash val="solid"/>
          </a:ln>
        </p:spPr>
        <p:txBody>
          <a:bodyPr/>
          <a:lstStyle/>
          <a:p>
            <a:endParaRPr lang="fr-CA" noProof="0" dirty="0"/>
          </a:p>
        </p:txBody>
      </p:sp>
      <p:sp>
        <p:nvSpPr>
          <p:cNvPr id="14" name="Text 12"/>
          <p:cNvSpPr/>
          <p:nvPr>
            <p:custDataLst>
              <p:tags r:id="rId13"/>
            </p:custDataLst>
          </p:nvPr>
        </p:nvSpPr>
        <p:spPr>
          <a:xfrm>
            <a:off x="4572000" y="3093426"/>
            <a:ext cx="2688336" cy="265176"/>
          </a:xfrm>
          <a:prstGeom prst="rect">
            <a:avLst/>
          </a:prstGeom>
          <a:noFill/>
          <a:ln/>
        </p:spPr>
        <p:txBody>
          <a:bodyPr wrap="square" lIns="0" tIns="0" rIns="0" bIns="0" rtlCol="0" anchor="t">
            <a:normAutofit/>
          </a:bodyPr>
          <a:lstStyle/>
          <a:p>
            <a:pPr marL="0" indent="0">
              <a:buNone/>
            </a:pPr>
            <a:r>
              <a:rPr lang="fr-CA" sz="1520" b="1" noProof="0" dirty="0">
                <a:solidFill>
                  <a:srgbClr val="FFFFFF"/>
                </a:solidFill>
                <a:latin typeface="Calibri" pitchFamily="34" charset="0"/>
                <a:ea typeface="Calibri" pitchFamily="34" charset="-122"/>
                <a:cs typeface="Calibri" pitchFamily="34" charset="-120"/>
              </a:rPr>
              <a:t>Threads demandés</a:t>
            </a:r>
            <a:endParaRPr lang="fr-CA" sz="1520" noProof="0" dirty="0"/>
          </a:p>
        </p:txBody>
      </p:sp>
      <p:sp>
        <p:nvSpPr>
          <p:cNvPr id="15" name="Shape 13"/>
          <p:cNvSpPr/>
          <p:nvPr>
            <p:custDataLst>
              <p:tags r:id="rId14"/>
            </p:custDataLst>
          </p:nvPr>
        </p:nvSpPr>
        <p:spPr>
          <a:xfrm>
            <a:off x="7406640" y="2983698"/>
            <a:ext cx="4210812" cy="475488"/>
          </a:xfrm>
          <a:prstGeom prst="roundRect">
            <a:avLst>
              <a:gd name="adj" fmla="val 19231"/>
            </a:avLst>
          </a:prstGeom>
          <a:solidFill>
            <a:srgbClr val="1F6FEB"/>
          </a:solidFill>
          <a:ln w="8890">
            <a:solidFill>
              <a:srgbClr val="1F6FEB"/>
            </a:solidFill>
            <a:prstDash val="solid"/>
          </a:ln>
        </p:spPr>
        <p:txBody>
          <a:bodyPr/>
          <a:lstStyle/>
          <a:p>
            <a:endParaRPr lang="fr-CA" noProof="0" dirty="0"/>
          </a:p>
        </p:txBody>
      </p:sp>
      <p:sp>
        <p:nvSpPr>
          <p:cNvPr id="16" name="Text 14"/>
          <p:cNvSpPr/>
          <p:nvPr>
            <p:custDataLst>
              <p:tags r:id="rId15"/>
            </p:custDataLst>
          </p:nvPr>
        </p:nvSpPr>
        <p:spPr>
          <a:xfrm>
            <a:off x="7534656" y="3093426"/>
            <a:ext cx="3977640" cy="265176"/>
          </a:xfrm>
          <a:prstGeom prst="rect">
            <a:avLst/>
          </a:prstGeom>
          <a:noFill/>
          <a:ln/>
        </p:spPr>
        <p:txBody>
          <a:bodyPr wrap="square" lIns="0" tIns="0" rIns="0" bIns="0" rtlCol="0" anchor="t">
            <a:normAutofit/>
          </a:bodyPr>
          <a:lstStyle/>
          <a:p>
            <a:pPr marL="0" indent="0">
              <a:buNone/>
            </a:pPr>
            <a:r>
              <a:rPr lang="fr-CA" sz="1520" b="1" noProof="0" dirty="0">
                <a:solidFill>
                  <a:srgbClr val="FFFFFF"/>
                </a:solidFill>
                <a:latin typeface="Calibri" pitchFamily="34" charset="0"/>
                <a:ea typeface="Calibri" pitchFamily="34" charset="-122"/>
                <a:cs typeface="Calibri" pitchFamily="34" charset="-120"/>
              </a:rPr>
              <a:t>Threads actifs au maximum</a:t>
            </a:r>
            <a:endParaRPr lang="fr-CA" sz="1520" noProof="0" dirty="0"/>
          </a:p>
        </p:txBody>
      </p:sp>
      <p:sp>
        <p:nvSpPr>
          <p:cNvPr id="17" name="Shape 15"/>
          <p:cNvSpPr/>
          <p:nvPr>
            <p:custDataLst>
              <p:tags r:id="rId16"/>
            </p:custDataLst>
          </p:nvPr>
        </p:nvSpPr>
        <p:spPr>
          <a:xfrm>
            <a:off x="530352" y="3514050"/>
            <a:ext cx="3872484" cy="445008"/>
          </a:xfrm>
          <a:prstGeom prst="roundRect">
            <a:avLst>
              <a:gd name="adj" fmla="val 20548"/>
            </a:avLst>
          </a:prstGeom>
          <a:solidFill>
            <a:srgbClr val="F5F8FC"/>
          </a:solidFill>
          <a:ln w="8890">
            <a:solidFill>
              <a:srgbClr val="D9E2EC"/>
            </a:solidFill>
            <a:prstDash val="solid"/>
          </a:ln>
        </p:spPr>
        <p:txBody>
          <a:bodyPr/>
          <a:lstStyle/>
          <a:p>
            <a:endParaRPr lang="fr-CA" noProof="0" dirty="0"/>
          </a:p>
        </p:txBody>
      </p:sp>
      <p:sp>
        <p:nvSpPr>
          <p:cNvPr id="18" name="Text 16"/>
          <p:cNvSpPr/>
          <p:nvPr>
            <p:custDataLst>
              <p:tags r:id="rId17"/>
            </p:custDataLst>
          </p:nvPr>
        </p:nvSpPr>
        <p:spPr>
          <a:xfrm>
            <a:off x="658368" y="3623778"/>
            <a:ext cx="3630168" cy="307848"/>
          </a:xfrm>
          <a:prstGeom prst="rect">
            <a:avLst/>
          </a:prstGeom>
          <a:noFill/>
          <a:ln/>
        </p:spPr>
        <p:txBody>
          <a:bodyPr wrap="square" lIns="0" tIns="0" rIns="0" bIns="0" rtlCol="0" anchor="t">
            <a:normAutofit/>
          </a:bodyPr>
          <a:lstStyle/>
          <a:p>
            <a:pPr marL="0" indent="0">
              <a:buNone/>
            </a:pPr>
            <a:r>
              <a:rPr lang="fr-CA" sz="1600" b="1" noProof="0" dirty="0">
                <a:solidFill>
                  <a:srgbClr val="102A43"/>
                </a:solidFill>
                <a:latin typeface="Calibri" pitchFamily="34" charset="0"/>
                <a:ea typeface="Calibri" pitchFamily="34" charset="-122"/>
                <a:cs typeface="Calibri" pitchFamily="34" charset="-120"/>
              </a:rPr>
              <a:t>1 pod × 2 threads</a:t>
            </a:r>
            <a:endParaRPr lang="fr-CA" sz="1600" noProof="0" dirty="0"/>
          </a:p>
        </p:txBody>
      </p:sp>
      <p:sp>
        <p:nvSpPr>
          <p:cNvPr id="19" name="Shape 17"/>
          <p:cNvSpPr/>
          <p:nvPr>
            <p:custDataLst>
              <p:tags r:id="rId18"/>
            </p:custDataLst>
          </p:nvPr>
        </p:nvSpPr>
        <p:spPr>
          <a:xfrm>
            <a:off x="4443984" y="3514050"/>
            <a:ext cx="2921508" cy="445008"/>
          </a:xfrm>
          <a:prstGeom prst="roundRect">
            <a:avLst>
              <a:gd name="adj" fmla="val 20548"/>
            </a:avLst>
          </a:prstGeom>
          <a:solidFill>
            <a:srgbClr val="F5F8FC"/>
          </a:solidFill>
          <a:ln w="8890">
            <a:solidFill>
              <a:srgbClr val="D9E2EC"/>
            </a:solidFill>
            <a:prstDash val="solid"/>
          </a:ln>
        </p:spPr>
        <p:txBody>
          <a:bodyPr/>
          <a:lstStyle/>
          <a:p>
            <a:endParaRPr lang="fr-CA" noProof="0" dirty="0"/>
          </a:p>
        </p:txBody>
      </p:sp>
      <p:sp>
        <p:nvSpPr>
          <p:cNvPr id="20" name="Text 18"/>
          <p:cNvSpPr/>
          <p:nvPr>
            <p:custDataLst>
              <p:tags r:id="rId19"/>
            </p:custDataLst>
          </p:nvPr>
        </p:nvSpPr>
        <p:spPr>
          <a:xfrm>
            <a:off x="4572000" y="3623778"/>
            <a:ext cx="2679192" cy="307848"/>
          </a:xfrm>
          <a:prstGeom prst="rect">
            <a:avLst/>
          </a:prstGeom>
          <a:noFill/>
          <a:ln/>
        </p:spPr>
        <p:txBody>
          <a:bodyPr wrap="square" lIns="0" tIns="0" rIns="0" bIns="0" rtlCol="0" anchor="t">
            <a:normAutofit/>
          </a:bodyPr>
          <a:lstStyle/>
          <a:p>
            <a:pPr marL="0" indent="0">
              <a:buNone/>
            </a:pPr>
            <a:r>
              <a:rPr lang="fr-CA" sz="1600" noProof="0" dirty="0">
                <a:solidFill>
                  <a:srgbClr val="486581"/>
                </a:solidFill>
                <a:latin typeface="Calibri" pitchFamily="34" charset="0"/>
                <a:ea typeface="Calibri" pitchFamily="34" charset="-122"/>
                <a:cs typeface="Calibri" pitchFamily="34" charset="-120"/>
              </a:rPr>
              <a:t>2</a:t>
            </a:r>
            <a:endParaRPr lang="fr-CA" sz="1600" noProof="0" dirty="0"/>
          </a:p>
        </p:txBody>
      </p:sp>
      <p:sp>
        <p:nvSpPr>
          <p:cNvPr id="21" name="Shape 19"/>
          <p:cNvSpPr/>
          <p:nvPr>
            <p:custDataLst>
              <p:tags r:id="rId20"/>
            </p:custDataLst>
          </p:nvPr>
        </p:nvSpPr>
        <p:spPr>
          <a:xfrm>
            <a:off x="7406640" y="3514050"/>
            <a:ext cx="4210812" cy="445008"/>
          </a:xfrm>
          <a:prstGeom prst="roundRect">
            <a:avLst>
              <a:gd name="adj" fmla="val 20548"/>
            </a:avLst>
          </a:prstGeom>
          <a:solidFill>
            <a:srgbClr val="F5F8FC"/>
          </a:solidFill>
          <a:ln w="8890">
            <a:solidFill>
              <a:srgbClr val="D9E2EC"/>
            </a:solidFill>
            <a:prstDash val="solid"/>
          </a:ln>
        </p:spPr>
        <p:txBody>
          <a:bodyPr/>
          <a:lstStyle/>
          <a:p>
            <a:endParaRPr lang="fr-CA" noProof="0" dirty="0"/>
          </a:p>
        </p:txBody>
      </p:sp>
      <p:sp>
        <p:nvSpPr>
          <p:cNvPr id="22" name="Text 20"/>
          <p:cNvSpPr/>
          <p:nvPr>
            <p:custDataLst>
              <p:tags r:id="rId21"/>
            </p:custDataLst>
          </p:nvPr>
        </p:nvSpPr>
        <p:spPr>
          <a:xfrm>
            <a:off x="7534656" y="3623778"/>
            <a:ext cx="3968496" cy="307848"/>
          </a:xfrm>
          <a:prstGeom prst="rect">
            <a:avLst/>
          </a:prstGeom>
          <a:noFill/>
          <a:ln/>
        </p:spPr>
        <p:txBody>
          <a:bodyPr wrap="square" lIns="0" tIns="0" rIns="0" bIns="0" rtlCol="0" anchor="t">
            <a:normAutofit/>
          </a:bodyPr>
          <a:lstStyle/>
          <a:p>
            <a:pPr marL="0" indent="0">
              <a:buNone/>
            </a:pPr>
            <a:r>
              <a:rPr lang="fr-CA" sz="1600" noProof="0" dirty="0">
                <a:solidFill>
                  <a:srgbClr val="486581"/>
                </a:solidFill>
                <a:latin typeface="Calibri" pitchFamily="34" charset="0"/>
                <a:ea typeface="Calibri" pitchFamily="34" charset="-122"/>
                <a:cs typeface="Calibri" pitchFamily="34" charset="-120"/>
              </a:rPr>
              <a:t>2</a:t>
            </a:r>
            <a:endParaRPr lang="fr-CA" sz="1600" noProof="0" dirty="0"/>
          </a:p>
        </p:txBody>
      </p:sp>
      <p:sp>
        <p:nvSpPr>
          <p:cNvPr id="23" name="Shape 21"/>
          <p:cNvSpPr/>
          <p:nvPr>
            <p:custDataLst>
              <p:tags r:id="rId22"/>
            </p:custDataLst>
          </p:nvPr>
        </p:nvSpPr>
        <p:spPr>
          <a:xfrm>
            <a:off x="530352" y="4023066"/>
            <a:ext cx="3872484" cy="445008"/>
          </a:xfrm>
          <a:prstGeom prst="roundRect">
            <a:avLst>
              <a:gd name="adj" fmla="val 20548"/>
            </a:avLst>
          </a:prstGeom>
          <a:solidFill>
            <a:srgbClr val="FFFFFF"/>
          </a:solidFill>
          <a:ln w="8890">
            <a:solidFill>
              <a:srgbClr val="D9E2EC"/>
            </a:solidFill>
            <a:prstDash val="solid"/>
          </a:ln>
        </p:spPr>
        <p:txBody>
          <a:bodyPr/>
          <a:lstStyle/>
          <a:p>
            <a:endParaRPr lang="fr-CA" noProof="0" dirty="0"/>
          </a:p>
        </p:txBody>
      </p:sp>
      <p:sp>
        <p:nvSpPr>
          <p:cNvPr id="24" name="Text 22"/>
          <p:cNvSpPr/>
          <p:nvPr>
            <p:custDataLst>
              <p:tags r:id="rId23"/>
            </p:custDataLst>
          </p:nvPr>
        </p:nvSpPr>
        <p:spPr>
          <a:xfrm>
            <a:off x="658368" y="4132794"/>
            <a:ext cx="3630168" cy="307848"/>
          </a:xfrm>
          <a:prstGeom prst="rect">
            <a:avLst/>
          </a:prstGeom>
          <a:noFill/>
          <a:ln/>
        </p:spPr>
        <p:txBody>
          <a:bodyPr wrap="square" lIns="0" tIns="0" rIns="0" bIns="0" rtlCol="0" anchor="t">
            <a:normAutofit/>
          </a:bodyPr>
          <a:lstStyle/>
          <a:p>
            <a:pPr marL="0" indent="0">
              <a:buNone/>
            </a:pPr>
            <a:r>
              <a:rPr lang="fr-CA" sz="1600" b="1" noProof="0" dirty="0">
                <a:solidFill>
                  <a:srgbClr val="102A43"/>
                </a:solidFill>
                <a:latin typeface="Calibri" pitchFamily="34" charset="0"/>
                <a:ea typeface="Calibri" pitchFamily="34" charset="-122"/>
                <a:cs typeface="Calibri" pitchFamily="34" charset="-120"/>
              </a:rPr>
              <a:t>4 pods × 2 threads</a:t>
            </a:r>
            <a:endParaRPr lang="fr-CA" sz="1600" noProof="0" dirty="0"/>
          </a:p>
        </p:txBody>
      </p:sp>
      <p:sp>
        <p:nvSpPr>
          <p:cNvPr id="25" name="Shape 23"/>
          <p:cNvSpPr/>
          <p:nvPr>
            <p:custDataLst>
              <p:tags r:id="rId24"/>
            </p:custDataLst>
          </p:nvPr>
        </p:nvSpPr>
        <p:spPr>
          <a:xfrm>
            <a:off x="4443984" y="4023066"/>
            <a:ext cx="2921508" cy="445008"/>
          </a:xfrm>
          <a:prstGeom prst="roundRect">
            <a:avLst>
              <a:gd name="adj" fmla="val 20548"/>
            </a:avLst>
          </a:prstGeom>
          <a:solidFill>
            <a:srgbClr val="FFFFFF"/>
          </a:solidFill>
          <a:ln w="8890">
            <a:solidFill>
              <a:srgbClr val="D9E2EC"/>
            </a:solidFill>
            <a:prstDash val="solid"/>
          </a:ln>
        </p:spPr>
        <p:txBody>
          <a:bodyPr/>
          <a:lstStyle/>
          <a:p>
            <a:endParaRPr lang="fr-CA" noProof="0" dirty="0"/>
          </a:p>
        </p:txBody>
      </p:sp>
      <p:sp>
        <p:nvSpPr>
          <p:cNvPr id="26" name="Text 24"/>
          <p:cNvSpPr/>
          <p:nvPr>
            <p:custDataLst>
              <p:tags r:id="rId25"/>
            </p:custDataLst>
          </p:nvPr>
        </p:nvSpPr>
        <p:spPr>
          <a:xfrm>
            <a:off x="4572000" y="4132794"/>
            <a:ext cx="2679192" cy="307848"/>
          </a:xfrm>
          <a:prstGeom prst="rect">
            <a:avLst/>
          </a:prstGeom>
          <a:noFill/>
          <a:ln/>
        </p:spPr>
        <p:txBody>
          <a:bodyPr wrap="square" lIns="0" tIns="0" rIns="0" bIns="0" rtlCol="0" anchor="t">
            <a:normAutofit/>
          </a:bodyPr>
          <a:lstStyle/>
          <a:p>
            <a:pPr marL="0" indent="0">
              <a:buNone/>
            </a:pPr>
            <a:r>
              <a:rPr lang="fr-CA" sz="1600" noProof="0" dirty="0">
                <a:solidFill>
                  <a:srgbClr val="486581"/>
                </a:solidFill>
                <a:latin typeface="Calibri" pitchFamily="34" charset="0"/>
                <a:ea typeface="Calibri" pitchFamily="34" charset="-122"/>
                <a:cs typeface="Calibri" pitchFamily="34" charset="-120"/>
              </a:rPr>
              <a:t>8</a:t>
            </a:r>
            <a:endParaRPr lang="fr-CA" sz="1600" noProof="0" dirty="0"/>
          </a:p>
        </p:txBody>
      </p:sp>
      <p:sp>
        <p:nvSpPr>
          <p:cNvPr id="27" name="Shape 25"/>
          <p:cNvSpPr/>
          <p:nvPr>
            <p:custDataLst>
              <p:tags r:id="rId26"/>
            </p:custDataLst>
          </p:nvPr>
        </p:nvSpPr>
        <p:spPr>
          <a:xfrm>
            <a:off x="7406640" y="4023066"/>
            <a:ext cx="4210812" cy="445008"/>
          </a:xfrm>
          <a:prstGeom prst="roundRect">
            <a:avLst>
              <a:gd name="adj" fmla="val 20548"/>
            </a:avLst>
          </a:prstGeom>
          <a:solidFill>
            <a:srgbClr val="FFFFFF"/>
          </a:solidFill>
          <a:ln w="8890">
            <a:solidFill>
              <a:srgbClr val="D9E2EC"/>
            </a:solidFill>
            <a:prstDash val="solid"/>
          </a:ln>
        </p:spPr>
        <p:txBody>
          <a:bodyPr/>
          <a:lstStyle/>
          <a:p>
            <a:endParaRPr lang="fr-CA" noProof="0" dirty="0"/>
          </a:p>
        </p:txBody>
      </p:sp>
      <p:sp>
        <p:nvSpPr>
          <p:cNvPr id="28" name="Text 26"/>
          <p:cNvSpPr/>
          <p:nvPr>
            <p:custDataLst>
              <p:tags r:id="rId27"/>
            </p:custDataLst>
          </p:nvPr>
        </p:nvSpPr>
        <p:spPr>
          <a:xfrm>
            <a:off x="7534656" y="4132794"/>
            <a:ext cx="3968496" cy="307848"/>
          </a:xfrm>
          <a:prstGeom prst="rect">
            <a:avLst/>
          </a:prstGeom>
          <a:noFill/>
          <a:ln/>
        </p:spPr>
        <p:txBody>
          <a:bodyPr wrap="square" lIns="0" tIns="0" rIns="0" bIns="0" rtlCol="0" anchor="t">
            <a:normAutofit/>
          </a:bodyPr>
          <a:lstStyle/>
          <a:p>
            <a:pPr marL="0" indent="0">
              <a:buNone/>
            </a:pPr>
            <a:r>
              <a:rPr lang="fr-CA" sz="1600" noProof="0" dirty="0">
                <a:solidFill>
                  <a:srgbClr val="486581"/>
                </a:solidFill>
                <a:latin typeface="Calibri" pitchFamily="34" charset="0"/>
                <a:ea typeface="Calibri" pitchFamily="34" charset="-122"/>
                <a:cs typeface="Calibri" pitchFamily="34" charset="-120"/>
              </a:rPr>
              <a:t>8</a:t>
            </a:r>
            <a:endParaRPr lang="fr-CA" sz="1600" noProof="0" dirty="0"/>
          </a:p>
        </p:txBody>
      </p:sp>
      <p:sp>
        <p:nvSpPr>
          <p:cNvPr id="29" name="Shape 27"/>
          <p:cNvSpPr/>
          <p:nvPr>
            <p:custDataLst>
              <p:tags r:id="rId28"/>
            </p:custDataLst>
          </p:nvPr>
        </p:nvSpPr>
        <p:spPr>
          <a:xfrm>
            <a:off x="530352" y="4532082"/>
            <a:ext cx="3872484" cy="445008"/>
          </a:xfrm>
          <a:prstGeom prst="roundRect">
            <a:avLst>
              <a:gd name="adj" fmla="val 20548"/>
            </a:avLst>
          </a:prstGeom>
          <a:solidFill>
            <a:srgbClr val="F5F8FC"/>
          </a:solidFill>
          <a:ln w="8890">
            <a:solidFill>
              <a:srgbClr val="D9E2EC"/>
            </a:solidFill>
            <a:prstDash val="solid"/>
          </a:ln>
        </p:spPr>
        <p:txBody>
          <a:bodyPr/>
          <a:lstStyle/>
          <a:p>
            <a:endParaRPr lang="fr-CA" noProof="0" dirty="0"/>
          </a:p>
        </p:txBody>
      </p:sp>
      <p:sp>
        <p:nvSpPr>
          <p:cNvPr id="30" name="Text 28"/>
          <p:cNvSpPr/>
          <p:nvPr>
            <p:custDataLst>
              <p:tags r:id="rId29"/>
            </p:custDataLst>
          </p:nvPr>
        </p:nvSpPr>
        <p:spPr>
          <a:xfrm>
            <a:off x="658368" y="4641810"/>
            <a:ext cx="3630168" cy="307848"/>
          </a:xfrm>
          <a:prstGeom prst="rect">
            <a:avLst/>
          </a:prstGeom>
          <a:noFill/>
          <a:ln/>
        </p:spPr>
        <p:txBody>
          <a:bodyPr wrap="square" lIns="0" tIns="0" rIns="0" bIns="0" rtlCol="0" anchor="t">
            <a:normAutofit/>
          </a:bodyPr>
          <a:lstStyle/>
          <a:p>
            <a:pPr marL="0" indent="0">
              <a:buNone/>
            </a:pPr>
            <a:r>
              <a:rPr lang="fr-CA" sz="1600" b="1" noProof="0" dirty="0">
                <a:solidFill>
                  <a:srgbClr val="102A43"/>
                </a:solidFill>
                <a:latin typeface="Calibri" pitchFamily="34" charset="0"/>
                <a:ea typeface="Calibri" pitchFamily="34" charset="-122"/>
                <a:cs typeface="Calibri" pitchFamily="34" charset="-120"/>
              </a:rPr>
              <a:t>5 pods × 2 threads</a:t>
            </a:r>
            <a:endParaRPr lang="fr-CA" sz="1600" noProof="0" dirty="0"/>
          </a:p>
        </p:txBody>
      </p:sp>
      <p:sp>
        <p:nvSpPr>
          <p:cNvPr id="31" name="Shape 29"/>
          <p:cNvSpPr/>
          <p:nvPr>
            <p:custDataLst>
              <p:tags r:id="rId30"/>
            </p:custDataLst>
          </p:nvPr>
        </p:nvSpPr>
        <p:spPr>
          <a:xfrm>
            <a:off x="4443984" y="4532082"/>
            <a:ext cx="2921508" cy="445008"/>
          </a:xfrm>
          <a:prstGeom prst="roundRect">
            <a:avLst>
              <a:gd name="adj" fmla="val 20548"/>
            </a:avLst>
          </a:prstGeom>
          <a:solidFill>
            <a:srgbClr val="F5F8FC"/>
          </a:solidFill>
          <a:ln w="8890">
            <a:solidFill>
              <a:srgbClr val="D9E2EC"/>
            </a:solidFill>
            <a:prstDash val="solid"/>
          </a:ln>
        </p:spPr>
        <p:txBody>
          <a:bodyPr/>
          <a:lstStyle/>
          <a:p>
            <a:endParaRPr lang="fr-CA" noProof="0" dirty="0"/>
          </a:p>
        </p:txBody>
      </p:sp>
      <p:sp>
        <p:nvSpPr>
          <p:cNvPr id="32" name="Text 30"/>
          <p:cNvSpPr/>
          <p:nvPr>
            <p:custDataLst>
              <p:tags r:id="rId31"/>
            </p:custDataLst>
          </p:nvPr>
        </p:nvSpPr>
        <p:spPr>
          <a:xfrm>
            <a:off x="4572000" y="4641810"/>
            <a:ext cx="2679192" cy="307848"/>
          </a:xfrm>
          <a:prstGeom prst="rect">
            <a:avLst/>
          </a:prstGeom>
          <a:noFill/>
          <a:ln/>
        </p:spPr>
        <p:txBody>
          <a:bodyPr wrap="square" lIns="0" tIns="0" rIns="0" bIns="0" rtlCol="0" anchor="t">
            <a:normAutofit/>
          </a:bodyPr>
          <a:lstStyle/>
          <a:p>
            <a:pPr marL="0" indent="0">
              <a:buNone/>
            </a:pPr>
            <a:r>
              <a:rPr lang="fr-CA" sz="1600" noProof="0" dirty="0">
                <a:solidFill>
                  <a:srgbClr val="486581"/>
                </a:solidFill>
                <a:latin typeface="Calibri" pitchFamily="34" charset="0"/>
                <a:ea typeface="Calibri" pitchFamily="34" charset="-122"/>
                <a:cs typeface="Calibri" pitchFamily="34" charset="-120"/>
              </a:rPr>
              <a:t>10</a:t>
            </a:r>
            <a:endParaRPr lang="fr-CA" sz="1600" noProof="0" dirty="0"/>
          </a:p>
        </p:txBody>
      </p:sp>
      <p:sp>
        <p:nvSpPr>
          <p:cNvPr id="33" name="Shape 31"/>
          <p:cNvSpPr/>
          <p:nvPr>
            <p:custDataLst>
              <p:tags r:id="rId32"/>
            </p:custDataLst>
          </p:nvPr>
        </p:nvSpPr>
        <p:spPr>
          <a:xfrm>
            <a:off x="7406640" y="4532082"/>
            <a:ext cx="4210812" cy="445008"/>
          </a:xfrm>
          <a:prstGeom prst="roundRect">
            <a:avLst>
              <a:gd name="adj" fmla="val 20548"/>
            </a:avLst>
          </a:prstGeom>
          <a:solidFill>
            <a:srgbClr val="F5F8FC"/>
          </a:solidFill>
          <a:ln w="8890">
            <a:solidFill>
              <a:srgbClr val="D9E2EC"/>
            </a:solidFill>
            <a:prstDash val="solid"/>
          </a:ln>
        </p:spPr>
        <p:txBody>
          <a:bodyPr/>
          <a:lstStyle/>
          <a:p>
            <a:endParaRPr lang="fr-CA" noProof="0" dirty="0"/>
          </a:p>
        </p:txBody>
      </p:sp>
      <p:sp>
        <p:nvSpPr>
          <p:cNvPr id="34" name="Text 32"/>
          <p:cNvSpPr/>
          <p:nvPr>
            <p:custDataLst>
              <p:tags r:id="rId33"/>
            </p:custDataLst>
          </p:nvPr>
        </p:nvSpPr>
        <p:spPr>
          <a:xfrm>
            <a:off x="7534656" y="4641810"/>
            <a:ext cx="3968496" cy="307848"/>
          </a:xfrm>
          <a:prstGeom prst="rect">
            <a:avLst/>
          </a:prstGeom>
          <a:noFill/>
          <a:ln/>
        </p:spPr>
        <p:txBody>
          <a:bodyPr wrap="square" lIns="0" tIns="0" rIns="0" bIns="0" rtlCol="0" anchor="t">
            <a:normAutofit/>
          </a:bodyPr>
          <a:lstStyle/>
          <a:p>
            <a:r>
              <a:rPr lang="fr-CA" sz="1600" dirty="0">
                <a:solidFill>
                  <a:srgbClr val="486581"/>
                </a:solidFill>
                <a:latin typeface="Calibri" pitchFamily="34" charset="0"/>
                <a:ea typeface="Calibri" pitchFamily="34" charset="-122"/>
                <a:cs typeface="Calibri" pitchFamily="34" charset="-120"/>
              </a:rPr>
              <a:t>8 (2 threads inactifs)</a:t>
            </a:r>
            <a:endParaRPr lang="fr-CA" sz="1600" noProof="0" dirty="0"/>
          </a:p>
        </p:txBody>
      </p:sp>
      <p:sp>
        <p:nvSpPr>
          <p:cNvPr id="35" name="Shape 33"/>
          <p:cNvSpPr/>
          <p:nvPr>
            <p:custDataLst>
              <p:tags r:id="rId34"/>
            </p:custDataLst>
          </p:nvPr>
        </p:nvSpPr>
        <p:spPr>
          <a:xfrm>
            <a:off x="530352" y="5715000"/>
            <a:ext cx="11128248" cy="448056"/>
          </a:xfrm>
          <a:prstGeom prst="roundRect">
            <a:avLst>
              <a:gd name="adj" fmla="val 20408"/>
            </a:avLst>
          </a:prstGeom>
          <a:solidFill>
            <a:srgbClr val="EFF6FF"/>
          </a:solidFill>
          <a:ln w="8890">
            <a:solidFill>
              <a:srgbClr val="EFF6FF"/>
            </a:solidFill>
            <a:prstDash val="solid"/>
          </a:ln>
        </p:spPr>
        <p:txBody>
          <a:bodyPr/>
          <a:lstStyle/>
          <a:p>
            <a:endParaRPr lang="fr-CA" noProof="0" dirty="0"/>
          </a:p>
        </p:txBody>
      </p:sp>
      <p:sp>
        <p:nvSpPr>
          <p:cNvPr id="36" name="Text 34"/>
          <p:cNvSpPr/>
          <p:nvPr>
            <p:custDataLst>
              <p:tags r:id="rId35"/>
            </p:custDataLst>
          </p:nvPr>
        </p:nvSpPr>
        <p:spPr>
          <a:xfrm>
            <a:off x="731520" y="5820156"/>
            <a:ext cx="10716768" cy="274320"/>
          </a:xfrm>
          <a:prstGeom prst="rect">
            <a:avLst/>
          </a:prstGeom>
          <a:noFill/>
          <a:ln/>
        </p:spPr>
        <p:txBody>
          <a:bodyPr wrap="square" lIns="0" tIns="0" rIns="0" bIns="0" rtlCol="0" anchor="t">
            <a:normAutofit/>
          </a:bodyPr>
          <a:lstStyle/>
          <a:p>
            <a:pPr marL="0" indent="0">
              <a:buNone/>
            </a:pPr>
            <a:r>
              <a:rPr lang="fr-CA" sz="1550" b="1" noProof="0" dirty="0">
                <a:solidFill>
                  <a:srgbClr val="102A43"/>
                </a:solidFill>
                <a:latin typeface="Calibri" pitchFamily="34" charset="0"/>
                <a:ea typeface="Calibri" pitchFamily="34" charset="-122"/>
                <a:cs typeface="Calibri" pitchFamily="34" charset="-120"/>
              </a:rPr>
              <a:t>Les threads excédentaires ne créent ni partitions ni capacité utile.</a:t>
            </a:r>
            <a:endParaRPr lang="fr-CA" sz="1550" noProof="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EADE3F2D-EC84-BE5C-F3B9-BA4E40448420}"/>
              </a:ext>
            </a:extLst>
          </p:cNvPr>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fr-CA" noProof="0" dirty="0"/>
          </a:p>
        </p:txBody>
      </p:sp>
      <p:sp>
        <p:nvSpPr>
          <p:cNvPr id="5" name="Text 3">
            <a:extLst>
              <a:ext uri="{FF2B5EF4-FFF2-40B4-BE49-F238E27FC236}">
                <a16:creationId xmlns:a16="http://schemas.microsoft.com/office/drawing/2014/main" id="{50281AA8-2D15-ED90-27FD-F54C1F5BCA47}"/>
              </a:ext>
            </a:extLst>
          </p:cNvPr>
          <p:cNvSpPr/>
          <p:nvPr>
            <p:custDataLst>
              <p:tags r:id="rId2"/>
            </p:custDataLst>
          </p:nvPr>
        </p:nvSpPr>
        <p:spPr>
          <a:xfrm>
            <a:off x="530352" y="795528"/>
            <a:ext cx="11128248" cy="667512"/>
          </a:xfrm>
          <a:prstGeom prst="rect">
            <a:avLst/>
          </a:prstGeom>
          <a:noFill/>
          <a:ln/>
        </p:spPr>
        <p:txBody>
          <a:bodyPr wrap="square" lIns="0" tIns="0" rIns="0" bIns="0" rtlCol="0" anchor="t">
            <a:normAutofit/>
          </a:bodyPr>
          <a:lstStyle/>
          <a:p>
            <a:r>
              <a:rPr lang="fr-CA" sz="2700" b="1" noProof="0" dirty="0">
                <a:solidFill>
                  <a:srgbClr val="102A43"/>
                </a:solidFill>
                <a:latin typeface="Calibri" pitchFamily="34" charset="0"/>
                <a:ea typeface="Calibri" pitchFamily="34" charset="-122"/>
                <a:cs typeface="Calibri" pitchFamily="34" charset="-120"/>
              </a:rPr>
              <a:t>Latence et Lag … La bête noire de l’EDA</a:t>
            </a:r>
            <a:endParaRPr lang="fr-CA" sz="2700" noProof="0" dirty="0"/>
          </a:p>
        </p:txBody>
      </p:sp>
      <p:sp>
        <p:nvSpPr>
          <p:cNvPr id="7" name="Text 4">
            <a:extLst>
              <a:ext uri="{FF2B5EF4-FFF2-40B4-BE49-F238E27FC236}">
                <a16:creationId xmlns:a16="http://schemas.microsoft.com/office/drawing/2014/main" id="{21811CD3-34C4-66A6-F791-74B9455E0F7B}"/>
              </a:ext>
            </a:extLst>
          </p:cNvPr>
          <p:cNvSpPr/>
          <p:nvPr>
            <p:custDataLst>
              <p:tags r:id="rId3"/>
            </p:custDataLst>
          </p:nvPr>
        </p:nvSpPr>
        <p:spPr>
          <a:xfrm>
            <a:off x="530352" y="1508760"/>
            <a:ext cx="11018520" cy="603504"/>
          </a:xfrm>
          <a:prstGeom prst="rect">
            <a:avLst/>
          </a:prstGeom>
          <a:noFill/>
          <a:ln/>
        </p:spPr>
        <p:txBody>
          <a:bodyPr wrap="square" lIns="0" tIns="0" rIns="0" bIns="0" rtlCol="0" anchor="t">
            <a:normAutofit/>
          </a:bodyPr>
          <a:lstStyle/>
          <a:p>
            <a:r>
              <a:rPr lang="fr-CA" sz="1650" noProof="0" dirty="0">
                <a:solidFill>
                  <a:srgbClr val="486581"/>
                </a:solidFill>
                <a:latin typeface="Calibri" pitchFamily="34" charset="0"/>
                <a:ea typeface="Calibri" pitchFamily="34" charset="-122"/>
                <a:cs typeface="Calibri" pitchFamily="34" charset="-120"/>
              </a:rPr>
              <a:t>Deux mesures complémentaires : le lag indique un retard en volume; la latence indique l’impact temporel réel.</a:t>
            </a:r>
          </a:p>
          <a:p>
            <a:endParaRPr lang="fr-CA" sz="1650" noProof="0" dirty="0">
              <a:solidFill>
                <a:srgbClr val="486581"/>
              </a:solidFill>
              <a:latin typeface="Calibri" pitchFamily="34" charset="0"/>
              <a:ea typeface="Calibri" pitchFamily="34" charset="-122"/>
              <a:cs typeface="Calibri" pitchFamily="34" charset="-120"/>
            </a:endParaRPr>
          </a:p>
        </p:txBody>
      </p:sp>
      <p:sp>
        <p:nvSpPr>
          <p:cNvPr id="9" name="Text 2">
            <a:extLst>
              <a:ext uri="{FF2B5EF4-FFF2-40B4-BE49-F238E27FC236}">
                <a16:creationId xmlns:a16="http://schemas.microsoft.com/office/drawing/2014/main" id="{15E03934-29E6-42CA-F592-0971AE55C5C5}"/>
              </a:ext>
            </a:extLst>
          </p:cNvPr>
          <p:cNvSpPr/>
          <p:nvPr>
            <p:custDataLst>
              <p:tags r:id="rId4"/>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fr-CA" sz="1000" b="1" noProof="0" dirty="0">
                <a:solidFill>
                  <a:srgbClr val="829AB1"/>
                </a:solidFill>
                <a:latin typeface="Calibri" pitchFamily="34" charset="0"/>
                <a:ea typeface="Calibri" pitchFamily="34" charset="-122"/>
                <a:cs typeface="Calibri" pitchFamily="34" charset="-120"/>
              </a:rPr>
              <a:t>LATENCE ET LAG EDA</a:t>
            </a:r>
            <a:endParaRPr lang="fr-CA" sz="1000" noProof="0" dirty="0"/>
          </a:p>
        </p:txBody>
      </p:sp>
      <p:sp>
        <p:nvSpPr>
          <p:cNvPr id="11" name="Text 1">
            <a:extLst>
              <a:ext uri="{FF2B5EF4-FFF2-40B4-BE49-F238E27FC236}">
                <a16:creationId xmlns:a16="http://schemas.microsoft.com/office/drawing/2014/main" id="{F6060947-EA2F-F791-730C-B79F8DFCDE4F}"/>
              </a:ext>
            </a:extLst>
          </p:cNvPr>
          <p:cNvSpPr/>
          <p:nvPr>
            <p:custDataLst>
              <p:tags r:id="rId5"/>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fr-CA" sz="1100" b="1" kern="0" spc="50" noProof="0" dirty="0">
                <a:solidFill>
                  <a:srgbClr val="1F6FEB"/>
                </a:solidFill>
                <a:latin typeface="Calibri" pitchFamily="34" charset="0"/>
                <a:ea typeface="Calibri" pitchFamily="34" charset="-122"/>
                <a:cs typeface="Calibri" pitchFamily="34" charset="-120"/>
              </a:rPr>
              <a:t>05 / EXPLOITER ET DISTRIBUER</a:t>
            </a:r>
            <a:endParaRPr lang="fr-CA" sz="1100" noProof="0" dirty="0"/>
          </a:p>
        </p:txBody>
      </p:sp>
      <p:sp>
        <p:nvSpPr>
          <p:cNvPr id="13" name="Text 5">
            <a:extLst>
              <a:ext uri="{FF2B5EF4-FFF2-40B4-BE49-F238E27FC236}">
                <a16:creationId xmlns:a16="http://schemas.microsoft.com/office/drawing/2014/main" id="{A625A4A8-AA01-9CDC-43D0-1F6181A618C0}"/>
              </a:ext>
            </a:extLst>
          </p:cNvPr>
          <p:cNvSpPr/>
          <p:nvPr>
            <p:custDataLst>
              <p:tags r:id="rId6"/>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fr-CA" sz="900" noProof="0" dirty="0">
                <a:solidFill>
                  <a:srgbClr val="486581"/>
                </a:solidFill>
                <a:latin typeface="Calibri" pitchFamily="34" charset="0"/>
                <a:ea typeface="Calibri" pitchFamily="34" charset="-122"/>
                <a:cs typeface="Calibri" pitchFamily="34" charset="-120"/>
              </a:rPr>
              <a:t>Guide d'ingénierie Kafka · Projet EDA</a:t>
            </a:r>
            <a:endParaRPr lang="fr-CA" sz="900" noProof="0" dirty="0"/>
          </a:p>
        </p:txBody>
      </p:sp>
      <p:sp>
        <p:nvSpPr>
          <p:cNvPr id="15" name="Shape 19">
            <a:extLst>
              <a:ext uri="{FF2B5EF4-FFF2-40B4-BE49-F238E27FC236}">
                <a16:creationId xmlns:a16="http://schemas.microsoft.com/office/drawing/2014/main" id="{F079E07C-6D08-A4BD-7021-91ECED19F7BF}"/>
              </a:ext>
            </a:extLst>
          </p:cNvPr>
          <p:cNvSpPr/>
          <p:nvPr>
            <p:custDataLst>
              <p:tags r:id="rId7"/>
            </p:custDataLst>
          </p:nvPr>
        </p:nvSpPr>
        <p:spPr>
          <a:xfrm>
            <a:off x="530352" y="5715000"/>
            <a:ext cx="11128248" cy="448056"/>
          </a:xfrm>
          <a:prstGeom prst="roundRect">
            <a:avLst>
              <a:gd name="adj" fmla="val 20408"/>
            </a:avLst>
          </a:prstGeom>
          <a:solidFill>
            <a:srgbClr val="EFF6FF"/>
          </a:solidFill>
          <a:ln w="8890">
            <a:solidFill>
              <a:srgbClr val="EFF6FF"/>
            </a:solidFill>
            <a:prstDash val="solid"/>
          </a:ln>
        </p:spPr>
        <p:txBody>
          <a:bodyPr/>
          <a:lstStyle/>
          <a:p>
            <a:endParaRPr lang="fr-CA" noProof="0" dirty="0"/>
          </a:p>
        </p:txBody>
      </p:sp>
      <p:sp>
        <p:nvSpPr>
          <p:cNvPr id="17" name="Text 20">
            <a:extLst>
              <a:ext uri="{FF2B5EF4-FFF2-40B4-BE49-F238E27FC236}">
                <a16:creationId xmlns:a16="http://schemas.microsoft.com/office/drawing/2014/main" id="{C533EFD0-1298-5EE8-CA2B-2DB1BB11BCA2}"/>
              </a:ext>
            </a:extLst>
          </p:cNvPr>
          <p:cNvSpPr/>
          <p:nvPr>
            <p:custDataLst>
              <p:tags r:id="rId8"/>
            </p:custDataLst>
          </p:nvPr>
        </p:nvSpPr>
        <p:spPr>
          <a:xfrm>
            <a:off x="731520" y="5820156"/>
            <a:ext cx="10716768" cy="274320"/>
          </a:xfrm>
          <a:prstGeom prst="rect">
            <a:avLst/>
          </a:prstGeom>
          <a:noFill/>
          <a:ln/>
        </p:spPr>
        <p:txBody>
          <a:bodyPr wrap="square" lIns="0" tIns="0" rIns="0" bIns="0" rtlCol="0" anchor="t">
            <a:normAutofit/>
          </a:bodyPr>
          <a:lstStyle/>
          <a:p>
            <a:r>
              <a:rPr lang="fr-CA" sz="1550" b="1" noProof="0" dirty="0">
                <a:solidFill>
                  <a:srgbClr val="102A43"/>
                </a:solidFill>
                <a:latin typeface="Calibri" pitchFamily="34" charset="0"/>
                <a:ea typeface="Calibri" pitchFamily="34" charset="-122"/>
                <a:cs typeface="Calibri" pitchFamily="34" charset="-120"/>
              </a:rPr>
              <a:t>À retenir : Lag </a:t>
            </a:r>
            <a:r>
              <a:rPr lang="fr-CA" sz="1550" b="1" dirty="0">
                <a:solidFill>
                  <a:srgbClr val="102A43"/>
                </a:solidFill>
                <a:latin typeface="Calibri" pitchFamily="34" charset="0"/>
                <a:ea typeface="Calibri" pitchFamily="34" charset="-122"/>
                <a:cs typeface="Calibri" pitchFamily="34" charset="-120"/>
              </a:rPr>
              <a:t>= Retard en volume messages/offsets. Latence = Retard dans le temps de traitement. Corrélés, mais non équivalents.</a:t>
            </a:r>
            <a:endParaRPr lang="fr-CA" sz="1550" noProof="0" dirty="0"/>
          </a:p>
        </p:txBody>
      </p:sp>
      <p:sp>
        <p:nvSpPr>
          <p:cNvPr id="21" name="Shape 3">
            <a:extLst>
              <a:ext uri="{FF2B5EF4-FFF2-40B4-BE49-F238E27FC236}">
                <a16:creationId xmlns:a16="http://schemas.microsoft.com/office/drawing/2014/main" id="{C4EFDCE0-D186-6A3B-9D17-DE819D31D1F5}"/>
              </a:ext>
            </a:extLst>
          </p:cNvPr>
          <p:cNvSpPr/>
          <p:nvPr>
            <p:custDataLst>
              <p:tags r:id="rId9"/>
            </p:custDataLst>
          </p:nvPr>
        </p:nvSpPr>
        <p:spPr>
          <a:xfrm flipV="1">
            <a:off x="3587344" y="2610571"/>
            <a:ext cx="260371" cy="0"/>
          </a:xfrm>
          <a:prstGeom prst="line">
            <a:avLst/>
          </a:prstGeom>
          <a:noFill/>
          <a:ln w="28575">
            <a:solidFill>
              <a:srgbClr val="1B4E9B"/>
            </a:solidFill>
            <a:prstDash val="solid"/>
            <a:headEnd type="none"/>
            <a:tailEnd type="triangle"/>
          </a:ln>
        </p:spPr>
        <p:txBody>
          <a:bodyPr/>
          <a:lstStyle/>
          <a:p>
            <a:endParaRPr lang="fr-CA" noProof="0" dirty="0"/>
          </a:p>
        </p:txBody>
      </p:sp>
      <p:sp>
        <p:nvSpPr>
          <p:cNvPr id="67" name="Shape 26">
            <a:extLst>
              <a:ext uri="{FF2B5EF4-FFF2-40B4-BE49-F238E27FC236}">
                <a16:creationId xmlns:a16="http://schemas.microsoft.com/office/drawing/2014/main" id="{3C98A06F-6C2D-5FDC-A80B-176426A414E3}"/>
              </a:ext>
            </a:extLst>
          </p:cNvPr>
          <p:cNvSpPr/>
          <p:nvPr>
            <p:custDataLst>
              <p:tags r:id="rId10"/>
            </p:custDataLst>
          </p:nvPr>
        </p:nvSpPr>
        <p:spPr>
          <a:xfrm>
            <a:off x="3951602" y="3259895"/>
            <a:ext cx="146304" cy="329184"/>
          </a:xfrm>
          <a:prstGeom prst="roundRect">
            <a:avLst>
              <a:gd name="adj" fmla="val 12500"/>
            </a:avLst>
          </a:prstGeom>
          <a:solidFill>
            <a:srgbClr val="D7E8FF"/>
          </a:solidFill>
          <a:ln w="6350">
            <a:solidFill>
              <a:srgbClr val="2F80ED"/>
            </a:solidFill>
            <a:prstDash val="solid"/>
          </a:ln>
        </p:spPr>
        <p:txBody>
          <a:bodyPr/>
          <a:lstStyle/>
          <a:p>
            <a:endParaRPr lang="fr-CA" noProof="0" dirty="0"/>
          </a:p>
        </p:txBody>
      </p:sp>
      <p:sp>
        <p:nvSpPr>
          <p:cNvPr id="69" name="Shape 27">
            <a:extLst>
              <a:ext uri="{FF2B5EF4-FFF2-40B4-BE49-F238E27FC236}">
                <a16:creationId xmlns:a16="http://schemas.microsoft.com/office/drawing/2014/main" id="{CA55A916-AB61-0FA8-809B-BB109686FA47}"/>
              </a:ext>
            </a:extLst>
          </p:cNvPr>
          <p:cNvSpPr/>
          <p:nvPr>
            <p:custDataLst>
              <p:tags r:id="rId11"/>
            </p:custDataLst>
          </p:nvPr>
        </p:nvSpPr>
        <p:spPr>
          <a:xfrm>
            <a:off x="4125338" y="3258452"/>
            <a:ext cx="146304" cy="329184"/>
          </a:xfrm>
          <a:prstGeom prst="roundRect">
            <a:avLst>
              <a:gd name="adj" fmla="val 12500"/>
            </a:avLst>
          </a:prstGeom>
          <a:solidFill>
            <a:srgbClr val="D7E8FF"/>
          </a:solidFill>
          <a:ln w="6350">
            <a:solidFill>
              <a:srgbClr val="2F80ED"/>
            </a:solidFill>
            <a:prstDash val="solid"/>
          </a:ln>
        </p:spPr>
        <p:txBody>
          <a:bodyPr/>
          <a:lstStyle/>
          <a:p>
            <a:endParaRPr lang="fr-CA" noProof="0" dirty="0"/>
          </a:p>
        </p:txBody>
      </p:sp>
      <p:sp>
        <p:nvSpPr>
          <p:cNvPr id="71" name="Shape 28">
            <a:extLst>
              <a:ext uri="{FF2B5EF4-FFF2-40B4-BE49-F238E27FC236}">
                <a16:creationId xmlns:a16="http://schemas.microsoft.com/office/drawing/2014/main" id="{53CE1C2B-F6D4-F7DF-3A04-4AFCE47ABE2E}"/>
              </a:ext>
            </a:extLst>
          </p:cNvPr>
          <p:cNvSpPr/>
          <p:nvPr>
            <p:custDataLst>
              <p:tags r:id="rId12"/>
            </p:custDataLst>
          </p:nvPr>
        </p:nvSpPr>
        <p:spPr>
          <a:xfrm>
            <a:off x="4299074" y="3259895"/>
            <a:ext cx="146304" cy="329184"/>
          </a:xfrm>
          <a:prstGeom prst="roundRect">
            <a:avLst>
              <a:gd name="adj" fmla="val 12500"/>
            </a:avLst>
          </a:prstGeom>
          <a:solidFill>
            <a:srgbClr val="D7E8FF"/>
          </a:solidFill>
          <a:ln w="6350">
            <a:solidFill>
              <a:srgbClr val="2F80ED"/>
            </a:solidFill>
            <a:prstDash val="solid"/>
          </a:ln>
        </p:spPr>
        <p:txBody>
          <a:bodyPr/>
          <a:lstStyle/>
          <a:p>
            <a:endParaRPr lang="fr-CA" noProof="0" dirty="0"/>
          </a:p>
        </p:txBody>
      </p:sp>
      <p:sp>
        <p:nvSpPr>
          <p:cNvPr id="73" name="Shape 29">
            <a:extLst>
              <a:ext uri="{FF2B5EF4-FFF2-40B4-BE49-F238E27FC236}">
                <a16:creationId xmlns:a16="http://schemas.microsoft.com/office/drawing/2014/main" id="{611A2AA8-9413-514B-96B0-133E71649278}"/>
              </a:ext>
            </a:extLst>
          </p:cNvPr>
          <p:cNvSpPr/>
          <p:nvPr>
            <p:custDataLst>
              <p:tags r:id="rId13"/>
            </p:custDataLst>
          </p:nvPr>
        </p:nvSpPr>
        <p:spPr>
          <a:xfrm>
            <a:off x="4472810" y="3258452"/>
            <a:ext cx="146304" cy="329184"/>
          </a:xfrm>
          <a:prstGeom prst="roundRect">
            <a:avLst>
              <a:gd name="adj" fmla="val 12500"/>
            </a:avLst>
          </a:prstGeom>
          <a:solidFill>
            <a:srgbClr val="D7E8FF"/>
          </a:solidFill>
          <a:ln w="6350">
            <a:solidFill>
              <a:srgbClr val="2F80ED"/>
            </a:solidFill>
            <a:prstDash val="solid"/>
          </a:ln>
        </p:spPr>
        <p:txBody>
          <a:bodyPr/>
          <a:lstStyle/>
          <a:p>
            <a:endParaRPr lang="fr-CA" noProof="0" dirty="0"/>
          </a:p>
        </p:txBody>
      </p:sp>
      <p:sp>
        <p:nvSpPr>
          <p:cNvPr id="75" name="Shape 30">
            <a:extLst>
              <a:ext uri="{FF2B5EF4-FFF2-40B4-BE49-F238E27FC236}">
                <a16:creationId xmlns:a16="http://schemas.microsoft.com/office/drawing/2014/main" id="{40FF5C3E-9BAE-8F55-90FD-A2E9B8CBF406}"/>
              </a:ext>
            </a:extLst>
          </p:cNvPr>
          <p:cNvSpPr/>
          <p:nvPr>
            <p:custDataLst>
              <p:tags r:id="rId14"/>
            </p:custDataLst>
          </p:nvPr>
        </p:nvSpPr>
        <p:spPr>
          <a:xfrm>
            <a:off x="4646546" y="3259895"/>
            <a:ext cx="146304" cy="329184"/>
          </a:xfrm>
          <a:prstGeom prst="roundRect">
            <a:avLst>
              <a:gd name="adj" fmla="val 12500"/>
            </a:avLst>
          </a:prstGeom>
          <a:solidFill>
            <a:srgbClr val="D7E8FF"/>
          </a:solidFill>
          <a:ln w="6350">
            <a:solidFill>
              <a:srgbClr val="2F80ED"/>
            </a:solidFill>
            <a:prstDash val="solid"/>
          </a:ln>
        </p:spPr>
        <p:txBody>
          <a:bodyPr/>
          <a:lstStyle/>
          <a:p>
            <a:endParaRPr lang="fr-CA" noProof="0" dirty="0"/>
          </a:p>
        </p:txBody>
      </p:sp>
      <p:sp>
        <p:nvSpPr>
          <p:cNvPr id="77" name="Shape 31">
            <a:extLst>
              <a:ext uri="{FF2B5EF4-FFF2-40B4-BE49-F238E27FC236}">
                <a16:creationId xmlns:a16="http://schemas.microsoft.com/office/drawing/2014/main" id="{D1ADB478-B8C6-1C1F-C785-C8CDBCA1E571}"/>
              </a:ext>
            </a:extLst>
          </p:cNvPr>
          <p:cNvSpPr/>
          <p:nvPr>
            <p:custDataLst>
              <p:tags r:id="rId15"/>
            </p:custDataLst>
          </p:nvPr>
        </p:nvSpPr>
        <p:spPr>
          <a:xfrm>
            <a:off x="4820282" y="3258452"/>
            <a:ext cx="146304" cy="329184"/>
          </a:xfrm>
          <a:prstGeom prst="roundRect">
            <a:avLst>
              <a:gd name="adj" fmla="val 12500"/>
            </a:avLst>
          </a:prstGeom>
          <a:solidFill>
            <a:srgbClr val="FDEBD7"/>
          </a:solidFill>
          <a:ln w="6350">
            <a:solidFill>
              <a:srgbClr val="F2994A"/>
            </a:solidFill>
            <a:prstDash val="solid"/>
          </a:ln>
        </p:spPr>
        <p:txBody>
          <a:bodyPr/>
          <a:lstStyle/>
          <a:p>
            <a:endParaRPr lang="fr-CA" noProof="0" dirty="0"/>
          </a:p>
        </p:txBody>
      </p:sp>
      <p:sp>
        <p:nvSpPr>
          <p:cNvPr id="79" name="Shape 32">
            <a:extLst>
              <a:ext uri="{FF2B5EF4-FFF2-40B4-BE49-F238E27FC236}">
                <a16:creationId xmlns:a16="http://schemas.microsoft.com/office/drawing/2014/main" id="{2EED1238-13F8-20E8-B762-88B98A2BAFE3}"/>
              </a:ext>
            </a:extLst>
          </p:cNvPr>
          <p:cNvSpPr/>
          <p:nvPr>
            <p:custDataLst>
              <p:tags r:id="rId16"/>
            </p:custDataLst>
          </p:nvPr>
        </p:nvSpPr>
        <p:spPr>
          <a:xfrm>
            <a:off x="4994018" y="3259895"/>
            <a:ext cx="146304" cy="329184"/>
          </a:xfrm>
          <a:prstGeom prst="roundRect">
            <a:avLst>
              <a:gd name="adj" fmla="val 12500"/>
            </a:avLst>
          </a:prstGeom>
          <a:solidFill>
            <a:srgbClr val="FDEBD7"/>
          </a:solidFill>
          <a:ln w="6350">
            <a:solidFill>
              <a:srgbClr val="F2994A"/>
            </a:solidFill>
            <a:prstDash val="solid"/>
          </a:ln>
        </p:spPr>
        <p:txBody>
          <a:bodyPr/>
          <a:lstStyle/>
          <a:p>
            <a:endParaRPr lang="fr-CA" noProof="0" dirty="0"/>
          </a:p>
        </p:txBody>
      </p:sp>
      <p:sp>
        <p:nvSpPr>
          <p:cNvPr id="81" name="Shape 33">
            <a:extLst>
              <a:ext uri="{FF2B5EF4-FFF2-40B4-BE49-F238E27FC236}">
                <a16:creationId xmlns:a16="http://schemas.microsoft.com/office/drawing/2014/main" id="{4AEA0BAC-80DE-60FC-8D0F-A59AA9879ADC}"/>
              </a:ext>
            </a:extLst>
          </p:cNvPr>
          <p:cNvSpPr/>
          <p:nvPr>
            <p:custDataLst>
              <p:tags r:id="rId17"/>
            </p:custDataLst>
          </p:nvPr>
        </p:nvSpPr>
        <p:spPr>
          <a:xfrm>
            <a:off x="5167754" y="3258452"/>
            <a:ext cx="146304" cy="329184"/>
          </a:xfrm>
          <a:prstGeom prst="roundRect">
            <a:avLst>
              <a:gd name="adj" fmla="val 12500"/>
            </a:avLst>
          </a:prstGeom>
          <a:solidFill>
            <a:srgbClr val="FDEBD7"/>
          </a:solidFill>
          <a:ln w="6350">
            <a:solidFill>
              <a:srgbClr val="F2994A"/>
            </a:solidFill>
            <a:prstDash val="solid"/>
          </a:ln>
        </p:spPr>
        <p:txBody>
          <a:bodyPr/>
          <a:lstStyle/>
          <a:p>
            <a:endParaRPr lang="fr-CA" noProof="0" dirty="0"/>
          </a:p>
        </p:txBody>
      </p:sp>
      <p:sp>
        <p:nvSpPr>
          <p:cNvPr id="85" name="Shape 35">
            <a:extLst>
              <a:ext uri="{FF2B5EF4-FFF2-40B4-BE49-F238E27FC236}">
                <a16:creationId xmlns:a16="http://schemas.microsoft.com/office/drawing/2014/main" id="{D30AB94A-6D69-DF0E-3672-ADB7A7E05050}"/>
              </a:ext>
            </a:extLst>
          </p:cNvPr>
          <p:cNvSpPr/>
          <p:nvPr>
            <p:custDataLst>
              <p:tags r:id="rId18"/>
            </p:custDataLst>
          </p:nvPr>
        </p:nvSpPr>
        <p:spPr>
          <a:xfrm>
            <a:off x="4816432" y="4101684"/>
            <a:ext cx="1036692" cy="0"/>
          </a:xfrm>
          <a:prstGeom prst="line">
            <a:avLst/>
          </a:prstGeom>
          <a:noFill/>
          <a:ln w="25400">
            <a:solidFill>
              <a:srgbClr val="F2994A"/>
            </a:solidFill>
            <a:prstDash val="solid"/>
            <a:headEnd type="triangle"/>
            <a:tailEnd type="triangle"/>
          </a:ln>
        </p:spPr>
        <p:txBody>
          <a:bodyPr/>
          <a:lstStyle/>
          <a:p>
            <a:endParaRPr lang="fr-CA" noProof="0" dirty="0"/>
          </a:p>
        </p:txBody>
      </p:sp>
      <p:sp>
        <p:nvSpPr>
          <p:cNvPr id="87" name="Text 36">
            <a:extLst>
              <a:ext uri="{FF2B5EF4-FFF2-40B4-BE49-F238E27FC236}">
                <a16:creationId xmlns:a16="http://schemas.microsoft.com/office/drawing/2014/main" id="{3E921F7B-6A4D-10BF-EA03-BCF8D6BA4E7A}"/>
              </a:ext>
            </a:extLst>
          </p:cNvPr>
          <p:cNvSpPr/>
          <p:nvPr>
            <p:custDataLst>
              <p:tags r:id="rId19"/>
            </p:custDataLst>
          </p:nvPr>
        </p:nvSpPr>
        <p:spPr>
          <a:xfrm>
            <a:off x="5853124" y="3658493"/>
            <a:ext cx="2194560" cy="320040"/>
          </a:xfrm>
          <a:prstGeom prst="rect">
            <a:avLst/>
          </a:prstGeom>
          <a:noFill/>
          <a:ln/>
        </p:spPr>
        <p:txBody>
          <a:bodyPr wrap="square" lIns="0" tIns="0" rIns="0" bIns="0" rtlCol="0" anchor="ctr">
            <a:noAutofit/>
          </a:bodyPr>
          <a:lstStyle/>
          <a:p>
            <a:pPr marL="0" indent="0" algn="ctr">
              <a:buNone/>
            </a:pPr>
            <a:r>
              <a:rPr lang="fr-CA" sz="1200" b="1" noProof="0" dirty="0">
                <a:solidFill>
                  <a:srgbClr val="F2994A"/>
                </a:solidFill>
              </a:rPr>
              <a:t>Lag = Dernier offset disponible </a:t>
            </a:r>
            <a:r>
              <a:rPr lang="fr-CA" sz="1600" b="1" noProof="0" dirty="0">
                <a:solidFill>
                  <a:srgbClr val="F2994A"/>
                </a:solidFill>
              </a:rPr>
              <a:t>Dernier</a:t>
            </a:r>
            <a:r>
              <a:rPr lang="fr-CA" sz="1200" b="1" noProof="0" dirty="0">
                <a:solidFill>
                  <a:srgbClr val="F2994A"/>
                </a:solidFill>
              </a:rPr>
              <a:t> offset ACK</a:t>
            </a:r>
            <a:endParaRPr lang="fr-CA" sz="1200" noProof="0" dirty="0"/>
          </a:p>
        </p:txBody>
      </p:sp>
      <p:sp>
        <p:nvSpPr>
          <p:cNvPr id="95" name="Shape 40">
            <a:extLst>
              <a:ext uri="{FF2B5EF4-FFF2-40B4-BE49-F238E27FC236}">
                <a16:creationId xmlns:a16="http://schemas.microsoft.com/office/drawing/2014/main" id="{758EDB0C-6B20-B2EF-64E7-1D9798FF4292}"/>
              </a:ext>
            </a:extLst>
          </p:cNvPr>
          <p:cNvSpPr/>
          <p:nvPr>
            <p:custDataLst>
              <p:tags r:id="rId20"/>
            </p:custDataLst>
          </p:nvPr>
        </p:nvSpPr>
        <p:spPr>
          <a:xfrm>
            <a:off x="1493282" y="4283345"/>
            <a:ext cx="9124291" cy="0"/>
          </a:xfrm>
          <a:prstGeom prst="line">
            <a:avLst/>
          </a:prstGeom>
          <a:noFill/>
          <a:ln w="33020">
            <a:solidFill>
              <a:srgbClr val="7B61FF"/>
            </a:solidFill>
            <a:prstDash val="solid"/>
            <a:headEnd type="triangle"/>
            <a:tailEnd type="triangle"/>
          </a:ln>
        </p:spPr>
        <p:txBody>
          <a:bodyPr/>
          <a:lstStyle/>
          <a:p>
            <a:endParaRPr lang="fr-CA" noProof="0" dirty="0"/>
          </a:p>
        </p:txBody>
      </p:sp>
      <p:sp>
        <p:nvSpPr>
          <p:cNvPr id="97" name="Shape 41">
            <a:extLst>
              <a:ext uri="{FF2B5EF4-FFF2-40B4-BE49-F238E27FC236}">
                <a16:creationId xmlns:a16="http://schemas.microsoft.com/office/drawing/2014/main" id="{6657599D-7ED5-142D-DD60-25F4F1E92EE2}"/>
              </a:ext>
            </a:extLst>
          </p:cNvPr>
          <p:cNvSpPr/>
          <p:nvPr>
            <p:custDataLst>
              <p:tags r:id="rId21"/>
            </p:custDataLst>
          </p:nvPr>
        </p:nvSpPr>
        <p:spPr>
          <a:xfrm>
            <a:off x="1493283" y="3844433"/>
            <a:ext cx="0" cy="438912"/>
          </a:xfrm>
          <a:prstGeom prst="line">
            <a:avLst/>
          </a:prstGeom>
          <a:noFill/>
          <a:ln w="28575">
            <a:solidFill>
              <a:srgbClr val="7B61FF"/>
            </a:solidFill>
            <a:prstDash val="solid"/>
          </a:ln>
        </p:spPr>
        <p:txBody>
          <a:bodyPr/>
          <a:lstStyle/>
          <a:p>
            <a:endParaRPr lang="fr-CA" noProof="0" dirty="0"/>
          </a:p>
        </p:txBody>
      </p:sp>
      <p:sp>
        <p:nvSpPr>
          <p:cNvPr id="99" name="Shape 42">
            <a:extLst>
              <a:ext uri="{FF2B5EF4-FFF2-40B4-BE49-F238E27FC236}">
                <a16:creationId xmlns:a16="http://schemas.microsoft.com/office/drawing/2014/main" id="{51044E5F-849A-EEDF-9AA7-5FD02A8418DC}"/>
              </a:ext>
            </a:extLst>
          </p:cNvPr>
          <p:cNvSpPr/>
          <p:nvPr>
            <p:custDataLst>
              <p:tags r:id="rId22"/>
            </p:custDataLst>
          </p:nvPr>
        </p:nvSpPr>
        <p:spPr>
          <a:xfrm>
            <a:off x="10617573" y="3816421"/>
            <a:ext cx="0" cy="438912"/>
          </a:xfrm>
          <a:prstGeom prst="line">
            <a:avLst/>
          </a:prstGeom>
          <a:noFill/>
          <a:ln w="28575">
            <a:solidFill>
              <a:srgbClr val="7B61FF"/>
            </a:solidFill>
            <a:prstDash val="solid"/>
          </a:ln>
        </p:spPr>
        <p:txBody>
          <a:bodyPr/>
          <a:lstStyle/>
          <a:p>
            <a:endParaRPr lang="fr-CA" noProof="0" dirty="0"/>
          </a:p>
        </p:txBody>
      </p:sp>
      <p:sp>
        <p:nvSpPr>
          <p:cNvPr id="101" name="Text 43">
            <a:extLst>
              <a:ext uri="{FF2B5EF4-FFF2-40B4-BE49-F238E27FC236}">
                <a16:creationId xmlns:a16="http://schemas.microsoft.com/office/drawing/2014/main" id="{B3F0A0A4-D524-EE07-06AE-66FA7F04339D}"/>
              </a:ext>
            </a:extLst>
          </p:cNvPr>
          <p:cNvSpPr/>
          <p:nvPr>
            <p:custDataLst>
              <p:tags r:id="rId23"/>
            </p:custDataLst>
          </p:nvPr>
        </p:nvSpPr>
        <p:spPr>
          <a:xfrm>
            <a:off x="3342132" y="4423189"/>
            <a:ext cx="5394960" cy="256032"/>
          </a:xfrm>
          <a:prstGeom prst="rect">
            <a:avLst/>
          </a:prstGeom>
          <a:noFill/>
          <a:ln/>
        </p:spPr>
        <p:txBody>
          <a:bodyPr wrap="square" lIns="0" tIns="0" rIns="0" bIns="0" rtlCol="0" anchor="ctr"/>
          <a:lstStyle/>
          <a:p>
            <a:pPr marL="0" indent="0" algn="ctr">
              <a:buNone/>
            </a:pPr>
            <a:r>
              <a:rPr lang="fr-CA" sz="1600" b="1" noProof="0" dirty="0">
                <a:solidFill>
                  <a:srgbClr val="7B61FF"/>
                </a:solidFill>
              </a:rPr>
              <a:t>Latence E2E = temps entre production et traitement complété</a:t>
            </a:r>
            <a:endParaRPr lang="fr-CA" sz="1600" noProof="0" dirty="0"/>
          </a:p>
        </p:txBody>
      </p:sp>
      <p:sp>
        <p:nvSpPr>
          <p:cNvPr id="121" name="Shape 13">
            <a:extLst>
              <a:ext uri="{FF2B5EF4-FFF2-40B4-BE49-F238E27FC236}">
                <a16:creationId xmlns:a16="http://schemas.microsoft.com/office/drawing/2014/main" id="{B122C652-8477-DA0A-AABE-B04FAB83D278}"/>
              </a:ext>
            </a:extLst>
          </p:cNvPr>
          <p:cNvSpPr/>
          <p:nvPr>
            <p:custDataLst>
              <p:tags r:id="rId24"/>
            </p:custDataLst>
          </p:nvPr>
        </p:nvSpPr>
        <p:spPr>
          <a:xfrm>
            <a:off x="1493283" y="2011318"/>
            <a:ext cx="2082123" cy="1182579"/>
          </a:xfrm>
          <a:prstGeom prst="roundRect">
            <a:avLst>
              <a:gd name="adj" fmla="val 6757"/>
            </a:avLst>
          </a:prstGeom>
          <a:solidFill>
            <a:srgbClr val="EFFAF8"/>
          </a:solidFill>
          <a:ln w="8890">
            <a:solidFill>
              <a:srgbClr val="0F766E"/>
            </a:solidFill>
            <a:prstDash val="solid"/>
          </a:ln>
        </p:spPr>
        <p:txBody>
          <a:bodyPr/>
          <a:lstStyle/>
          <a:p>
            <a:endParaRPr lang="fr-CA" dirty="0"/>
          </a:p>
        </p:txBody>
      </p:sp>
      <p:sp>
        <p:nvSpPr>
          <p:cNvPr id="123" name="Text 14">
            <a:extLst>
              <a:ext uri="{FF2B5EF4-FFF2-40B4-BE49-F238E27FC236}">
                <a16:creationId xmlns:a16="http://schemas.microsoft.com/office/drawing/2014/main" id="{9421AB79-A792-E549-F50E-A45D16DC9091}"/>
              </a:ext>
            </a:extLst>
          </p:cNvPr>
          <p:cNvSpPr/>
          <p:nvPr>
            <p:custDataLst>
              <p:tags r:id="rId25"/>
            </p:custDataLst>
          </p:nvPr>
        </p:nvSpPr>
        <p:spPr>
          <a:xfrm>
            <a:off x="1493283" y="2116790"/>
            <a:ext cx="2100411" cy="475488"/>
          </a:xfrm>
          <a:prstGeom prst="rect">
            <a:avLst/>
          </a:prstGeom>
          <a:noFill/>
          <a:ln/>
        </p:spPr>
        <p:txBody>
          <a:bodyPr wrap="square" lIns="0" tIns="0" rIns="0" bIns="0" rtlCol="0" anchor="t">
            <a:normAutofit/>
          </a:bodyPr>
          <a:lstStyle/>
          <a:p>
            <a:pPr marL="0" indent="0" algn="ctr">
              <a:buNone/>
            </a:pPr>
            <a:r>
              <a:rPr lang="fr-CA" sz="1850" b="1" dirty="0">
                <a:solidFill>
                  <a:srgbClr val="0F766E"/>
                </a:solidFill>
                <a:latin typeface="Calibri" pitchFamily="34" charset="0"/>
                <a:ea typeface="Calibri" pitchFamily="34" charset="-122"/>
                <a:cs typeface="Calibri" pitchFamily="34" charset="-120"/>
              </a:rPr>
              <a:t>PRODUCTEUR</a:t>
            </a:r>
            <a:endParaRPr lang="fr-CA" sz="1850" dirty="0"/>
          </a:p>
        </p:txBody>
      </p:sp>
      <p:sp>
        <p:nvSpPr>
          <p:cNvPr id="29" name="Shape 7">
            <a:extLst>
              <a:ext uri="{FF2B5EF4-FFF2-40B4-BE49-F238E27FC236}">
                <a16:creationId xmlns:a16="http://schemas.microsoft.com/office/drawing/2014/main" id="{325A3FC3-D7A2-0190-874B-03C78970AEC5}"/>
              </a:ext>
            </a:extLst>
          </p:cNvPr>
          <p:cNvSpPr/>
          <p:nvPr>
            <p:custDataLst>
              <p:tags r:id="rId26"/>
            </p:custDataLst>
          </p:nvPr>
        </p:nvSpPr>
        <p:spPr>
          <a:xfrm>
            <a:off x="2235944" y="2476095"/>
            <a:ext cx="530352" cy="530352"/>
          </a:xfrm>
          <a:prstGeom prst="ellipse">
            <a:avLst/>
          </a:prstGeom>
          <a:solidFill>
            <a:srgbClr val="FFFFFF">
              <a:alpha val="90000"/>
            </a:srgbClr>
          </a:solidFill>
          <a:ln w="12700">
            <a:solidFill>
              <a:srgbClr val="27AE60">
                <a:alpha val="55000"/>
              </a:srgbClr>
            </a:solidFill>
            <a:prstDash val="solid"/>
          </a:ln>
        </p:spPr>
        <p:txBody>
          <a:bodyPr/>
          <a:lstStyle/>
          <a:p>
            <a:endParaRPr lang="fr-CA" noProof="0" dirty="0"/>
          </a:p>
        </p:txBody>
      </p:sp>
      <p:sp>
        <p:nvSpPr>
          <p:cNvPr id="31" name="Text 8">
            <a:extLst>
              <a:ext uri="{FF2B5EF4-FFF2-40B4-BE49-F238E27FC236}">
                <a16:creationId xmlns:a16="http://schemas.microsoft.com/office/drawing/2014/main" id="{22364ADE-3FEC-2E07-D13D-1B27857777A6}"/>
              </a:ext>
            </a:extLst>
          </p:cNvPr>
          <p:cNvSpPr/>
          <p:nvPr>
            <p:custDataLst>
              <p:tags r:id="rId27"/>
            </p:custDataLst>
          </p:nvPr>
        </p:nvSpPr>
        <p:spPr>
          <a:xfrm>
            <a:off x="2253205" y="2653922"/>
            <a:ext cx="530352" cy="164592"/>
          </a:xfrm>
          <a:prstGeom prst="rect">
            <a:avLst/>
          </a:prstGeom>
          <a:noFill/>
          <a:ln/>
        </p:spPr>
        <p:txBody>
          <a:bodyPr wrap="square" lIns="0" tIns="0" rIns="0" bIns="0" rtlCol="0" anchor="ctr"/>
          <a:lstStyle/>
          <a:p>
            <a:pPr marL="0" indent="0" algn="ctr">
              <a:buNone/>
            </a:pPr>
            <a:r>
              <a:rPr lang="fr-CA" sz="1200" b="1" noProof="0" dirty="0">
                <a:solidFill>
                  <a:srgbClr val="27AE60"/>
                </a:solidFill>
              </a:rPr>
              <a:t>SRC</a:t>
            </a:r>
            <a:endParaRPr lang="fr-CA" sz="1200" noProof="0" dirty="0"/>
          </a:p>
        </p:txBody>
      </p:sp>
      <p:sp>
        <p:nvSpPr>
          <p:cNvPr id="127" name="Shape 7">
            <a:extLst>
              <a:ext uri="{FF2B5EF4-FFF2-40B4-BE49-F238E27FC236}">
                <a16:creationId xmlns:a16="http://schemas.microsoft.com/office/drawing/2014/main" id="{26F06B43-AFCF-6741-1816-F105F1E9D30D}"/>
              </a:ext>
            </a:extLst>
          </p:cNvPr>
          <p:cNvSpPr/>
          <p:nvPr>
            <p:custDataLst>
              <p:tags r:id="rId28"/>
            </p:custDataLst>
          </p:nvPr>
        </p:nvSpPr>
        <p:spPr>
          <a:xfrm>
            <a:off x="3835777" y="2021423"/>
            <a:ext cx="2082121" cy="1182579"/>
          </a:xfrm>
          <a:prstGeom prst="roundRect">
            <a:avLst>
              <a:gd name="adj" fmla="val 6757"/>
            </a:avLst>
          </a:prstGeom>
          <a:solidFill>
            <a:srgbClr val="EFF6FF"/>
          </a:solidFill>
          <a:ln w="8890">
            <a:solidFill>
              <a:srgbClr val="1F6FEB"/>
            </a:solidFill>
            <a:prstDash val="solid"/>
          </a:ln>
        </p:spPr>
        <p:txBody>
          <a:bodyPr/>
          <a:lstStyle/>
          <a:p>
            <a:endParaRPr lang="fr-CA" dirty="0"/>
          </a:p>
        </p:txBody>
      </p:sp>
      <p:sp>
        <p:nvSpPr>
          <p:cNvPr id="129" name="Text 8">
            <a:extLst>
              <a:ext uri="{FF2B5EF4-FFF2-40B4-BE49-F238E27FC236}">
                <a16:creationId xmlns:a16="http://schemas.microsoft.com/office/drawing/2014/main" id="{7B611A15-53F6-0F2E-7E2E-5EA56AC177D4}"/>
              </a:ext>
            </a:extLst>
          </p:cNvPr>
          <p:cNvSpPr/>
          <p:nvPr>
            <p:custDataLst>
              <p:tags r:id="rId29"/>
            </p:custDataLst>
          </p:nvPr>
        </p:nvSpPr>
        <p:spPr>
          <a:xfrm>
            <a:off x="3817488" y="2115390"/>
            <a:ext cx="2082120" cy="475488"/>
          </a:xfrm>
          <a:prstGeom prst="rect">
            <a:avLst/>
          </a:prstGeom>
          <a:noFill/>
          <a:ln/>
        </p:spPr>
        <p:txBody>
          <a:bodyPr wrap="square" lIns="0" tIns="0" rIns="0" bIns="0" rtlCol="0" anchor="t">
            <a:normAutofit/>
          </a:bodyPr>
          <a:lstStyle/>
          <a:p>
            <a:pPr marL="0" indent="0" algn="ctr">
              <a:buNone/>
            </a:pPr>
            <a:r>
              <a:rPr lang="fr-CA" sz="1850" b="1" dirty="0">
                <a:solidFill>
                  <a:srgbClr val="1F6FEB"/>
                </a:solidFill>
                <a:latin typeface="Calibri" pitchFamily="34" charset="0"/>
                <a:ea typeface="Calibri" pitchFamily="34" charset="-122"/>
                <a:cs typeface="Calibri" pitchFamily="34" charset="-120"/>
              </a:rPr>
              <a:t>KAFKA</a:t>
            </a:r>
            <a:endParaRPr lang="fr-CA" sz="1850" dirty="0"/>
          </a:p>
        </p:txBody>
      </p:sp>
      <p:sp>
        <p:nvSpPr>
          <p:cNvPr id="39" name="Shape 12">
            <a:extLst>
              <a:ext uri="{FF2B5EF4-FFF2-40B4-BE49-F238E27FC236}">
                <a16:creationId xmlns:a16="http://schemas.microsoft.com/office/drawing/2014/main" id="{9BE207E9-1BC3-F54F-A273-7FEE4472C13A}"/>
              </a:ext>
            </a:extLst>
          </p:cNvPr>
          <p:cNvSpPr/>
          <p:nvPr>
            <p:custDataLst>
              <p:tags r:id="rId30"/>
            </p:custDataLst>
          </p:nvPr>
        </p:nvSpPr>
        <p:spPr>
          <a:xfrm>
            <a:off x="4603872" y="2478624"/>
            <a:ext cx="530352" cy="530352"/>
          </a:xfrm>
          <a:prstGeom prst="ellipse">
            <a:avLst/>
          </a:prstGeom>
          <a:solidFill>
            <a:srgbClr val="FFFFFF">
              <a:alpha val="90000"/>
            </a:srgbClr>
          </a:solidFill>
          <a:ln w="12700">
            <a:solidFill>
              <a:srgbClr val="2F80ED">
                <a:alpha val="55000"/>
              </a:srgbClr>
            </a:solidFill>
            <a:prstDash val="solid"/>
          </a:ln>
        </p:spPr>
        <p:txBody>
          <a:bodyPr/>
          <a:lstStyle/>
          <a:p>
            <a:endParaRPr lang="fr-CA" noProof="0" dirty="0"/>
          </a:p>
        </p:txBody>
      </p:sp>
      <p:sp>
        <p:nvSpPr>
          <p:cNvPr id="41" name="Text 13">
            <a:extLst>
              <a:ext uri="{FF2B5EF4-FFF2-40B4-BE49-F238E27FC236}">
                <a16:creationId xmlns:a16="http://schemas.microsoft.com/office/drawing/2014/main" id="{226D2036-D51B-96B8-414C-19850DF4C511}"/>
              </a:ext>
            </a:extLst>
          </p:cNvPr>
          <p:cNvSpPr/>
          <p:nvPr>
            <p:custDataLst>
              <p:tags r:id="rId31"/>
            </p:custDataLst>
          </p:nvPr>
        </p:nvSpPr>
        <p:spPr>
          <a:xfrm>
            <a:off x="4603872" y="2656932"/>
            <a:ext cx="530352" cy="164592"/>
          </a:xfrm>
          <a:prstGeom prst="rect">
            <a:avLst/>
          </a:prstGeom>
          <a:noFill/>
          <a:ln/>
        </p:spPr>
        <p:txBody>
          <a:bodyPr wrap="square" lIns="0" tIns="0" rIns="0" bIns="0" rtlCol="0" anchor="ctr"/>
          <a:lstStyle/>
          <a:p>
            <a:pPr marL="0" indent="0" algn="ctr">
              <a:buNone/>
            </a:pPr>
            <a:r>
              <a:rPr lang="fr-CA" sz="1200" b="1" dirty="0">
                <a:solidFill>
                  <a:srgbClr val="2F80ED"/>
                </a:solidFill>
              </a:rPr>
              <a:t>JRN</a:t>
            </a:r>
            <a:endParaRPr lang="fr-CA" sz="1200" noProof="0" dirty="0"/>
          </a:p>
        </p:txBody>
      </p:sp>
      <p:sp>
        <p:nvSpPr>
          <p:cNvPr id="131" name="Shape 33">
            <a:extLst>
              <a:ext uri="{FF2B5EF4-FFF2-40B4-BE49-F238E27FC236}">
                <a16:creationId xmlns:a16="http://schemas.microsoft.com/office/drawing/2014/main" id="{C23C761B-9A31-7E31-1AB8-2EC00F831541}"/>
              </a:ext>
            </a:extLst>
          </p:cNvPr>
          <p:cNvSpPr/>
          <p:nvPr>
            <p:custDataLst>
              <p:tags r:id="rId32"/>
            </p:custDataLst>
          </p:nvPr>
        </p:nvSpPr>
        <p:spPr>
          <a:xfrm>
            <a:off x="5347443" y="3257248"/>
            <a:ext cx="146304" cy="329184"/>
          </a:xfrm>
          <a:prstGeom prst="roundRect">
            <a:avLst>
              <a:gd name="adj" fmla="val 12500"/>
            </a:avLst>
          </a:prstGeom>
          <a:solidFill>
            <a:srgbClr val="FDEBD7"/>
          </a:solidFill>
          <a:ln w="6350">
            <a:solidFill>
              <a:srgbClr val="F2994A"/>
            </a:solidFill>
            <a:prstDash val="solid"/>
          </a:ln>
        </p:spPr>
        <p:txBody>
          <a:bodyPr/>
          <a:lstStyle/>
          <a:p>
            <a:endParaRPr lang="fr-CA" noProof="0" dirty="0"/>
          </a:p>
        </p:txBody>
      </p:sp>
      <p:sp>
        <p:nvSpPr>
          <p:cNvPr id="133" name="Shape 41">
            <a:extLst>
              <a:ext uri="{FF2B5EF4-FFF2-40B4-BE49-F238E27FC236}">
                <a16:creationId xmlns:a16="http://schemas.microsoft.com/office/drawing/2014/main" id="{B4F7E28F-295A-1940-52B6-CE51984D40D1}"/>
              </a:ext>
            </a:extLst>
          </p:cNvPr>
          <p:cNvSpPr/>
          <p:nvPr>
            <p:custDataLst>
              <p:tags r:id="rId33"/>
            </p:custDataLst>
          </p:nvPr>
        </p:nvSpPr>
        <p:spPr>
          <a:xfrm>
            <a:off x="4816432" y="3662772"/>
            <a:ext cx="0" cy="438912"/>
          </a:xfrm>
          <a:prstGeom prst="line">
            <a:avLst/>
          </a:prstGeom>
          <a:ln w="28575"/>
        </p:spPr>
        <p:style>
          <a:lnRef idx="1">
            <a:schemeClr val="accent2"/>
          </a:lnRef>
          <a:fillRef idx="0">
            <a:schemeClr val="accent2"/>
          </a:fillRef>
          <a:effectRef idx="0">
            <a:schemeClr val="accent2"/>
          </a:effectRef>
          <a:fontRef idx="minor">
            <a:schemeClr val="tx1"/>
          </a:fontRef>
        </p:style>
        <p:txBody>
          <a:bodyPr/>
          <a:lstStyle/>
          <a:p>
            <a:endParaRPr lang="fr-CA" noProof="0" dirty="0"/>
          </a:p>
        </p:txBody>
      </p:sp>
      <p:sp>
        <p:nvSpPr>
          <p:cNvPr id="135" name="Shape 41">
            <a:extLst>
              <a:ext uri="{FF2B5EF4-FFF2-40B4-BE49-F238E27FC236}">
                <a16:creationId xmlns:a16="http://schemas.microsoft.com/office/drawing/2014/main" id="{078D1E2D-137A-DDE6-843E-A128B008633A}"/>
              </a:ext>
            </a:extLst>
          </p:cNvPr>
          <p:cNvSpPr/>
          <p:nvPr>
            <p:custDataLst>
              <p:tags r:id="rId34"/>
            </p:custDataLst>
          </p:nvPr>
        </p:nvSpPr>
        <p:spPr>
          <a:xfrm>
            <a:off x="5858114" y="3618495"/>
            <a:ext cx="0" cy="438912"/>
          </a:xfrm>
          <a:prstGeom prst="line">
            <a:avLst/>
          </a:prstGeom>
          <a:ln w="28575"/>
        </p:spPr>
        <p:style>
          <a:lnRef idx="1">
            <a:schemeClr val="accent2"/>
          </a:lnRef>
          <a:fillRef idx="0">
            <a:schemeClr val="accent2"/>
          </a:fillRef>
          <a:effectRef idx="0">
            <a:schemeClr val="accent2"/>
          </a:effectRef>
          <a:fontRef idx="minor">
            <a:schemeClr val="tx1"/>
          </a:fontRef>
        </p:style>
        <p:txBody>
          <a:bodyPr/>
          <a:lstStyle/>
          <a:p>
            <a:endParaRPr lang="fr-CA" noProof="0" dirty="0"/>
          </a:p>
        </p:txBody>
      </p:sp>
      <p:sp>
        <p:nvSpPr>
          <p:cNvPr id="137" name="Shape 16">
            <a:extLst>
              <a:ext uri="{FF2B5EF4-FFF2-40B4-BE49-F238E27FC236}">
                <a16:creationId xmlns:a16="http://schemas.microsoft.com/office/drawing/2014/main" id="{6A9B2E0D-3CEE-DF62-9DD3-8D3578298CEB}"/>
              </a:ext>
            </a:extLst>
          </p:cNvPr>
          <p:cNvSpPr/>
          <p:nvPr>
            <p:custDataLst>
              <p:tags r:id="rId35"/>
            </p:custDataLst>
          </p:nvPr>
        </p:nvSpPr>
        <p:spPr>
          <a:xfrm>
            <a:off x="6159979" y="2025996"/>
            <a:ext cx="2082123" cy="1167901"/>
          </a:xfrm>
          <a:prstGeom prst="roundRect">
            <a:avLst>
              <a:gd name="adj" fmla="val 6757"/>
            </a:avLst>
          </a:prstGeom>
          <a:solidFill>
            <a:srgbClr val="FFF7ED"/>
          </a:solidFill>
          <a:ln w="8890">
            <a:solidFill>
              <a:srgbClr val="B45309"/>
            </a:solidFill>
            <a:prstDash val="solid"/>
          </a:ln>
        </p:spPr>
        <p:txBody>
          <a:bodyPr/>
          <a:lstStyle/>
          <a:p>
            <a:endParaRPr lang="fr-CA" dirty="0"/>
          </a:p>
        </p:txBody>
      </p:sp>
      <p:sp>
        <p:nvSpPr>
          <p:cNvPr id="139" name="Text 17">
            <a:extLst>
              <a:ext uri="{FF2B5EF4-FFF2-40B4-BE49-F238E27FC236}">
                <a16:creationId xmlns:a16="http://schemas.microsoft.com/office/drawing/2014/main" id="{D4637E21-E27C-1BC8-4F05-7617BE5FF75F}"/>
              </a:ext>
            </a:extLst>
          </p:cNvPr>
          <p:cNvSpPr/>
          <p:nvPr>
            <p:custDataLst>
              <p:tags r:id="rId36"/>
            </p:custDataLst>
          </p:nvPr>
        </p:nvSpPr>
        <p:spPr>
          <a:xfrm>
            <a:off x="6159981" y="2128734"/>
            <a:ext cx="2082121" cy="475488"/>
          </a:xfrm>
          <a:prstGeom prst="rect">
            <a:avLst/>
          </a:prstGeom>
          <a:noFill/>
          <a:ln/>
        </p:spPr>
        <p:txBody>
          <a:bodyPr wrap="square" lIns="0" tIns="0" rIns="0" bIns="0" rtlCol="0" anchor="t">
            <a:normAutofit/>
          </a:bodyPr>
          <a:lstStyle/>
          <a:p>
            <a:pPr marL="0" indent="0" algn="ctr">
              <a:buNone/>
            </a:pPr>
            <a:r>
              <a:rPr lang="fr-CA" sz="1850" b="1" dirty="0">
                <a:solidFill>
                  <a:srgbClr val="B45309"/>
                </a:solidFill>
                <a:latin typeface="Calibri" pitchFamily="34" charset="0"/>
                <a:ea typeface="Calibri" pitchFamily="34" charset="-122"/>
                <a:cs typeface="Calibri" pitchFamily="34" charset="-120"/>
              </a:rPr>
              <a:t>CONSOMMATEUR</a:t>
            </a:r>
            <a:endParaRPr lang="fr-CA" sz="1850" dirty="0"/>
          </a:p>
        </p:txBody>
      </p:sp>
      <p:sp>
        <p:nvSpPr>
          <p:cNvPr id="49" name="Shape 17">
            <a:extLst>
              <a:ext uri="{FF2B5EF4-FFF2-40B4-BE49-F238E27FC236}">
                <a16:creationId xmlns:a16="http://schemas.microsoft.com/office/drawing/2014/main" id="{AABFF08B-9A55-34DE-7E58-CA46E17D56D6}"/>
              </a:ext>
            </a:extLst>
          </p:cNvPr>
          <p:cNvSpPr/>
          <p:nvPr>
            <p:custDataLst>
              <p:tags r:id="rId37"/>
            </p:custDataLst>
          </p:nvPr>
        </p:nvSpPr>
        <p:spPr>
          <a:xfrm>
            <a:off x="6873698" y="2476096"/>
            <a:ext cx="530352" cy="530352"/>
          </a:xfrm>
          <a:prstGeom prst="ellipse">
            <a:avLst/>
          </a:prstGeom>
          <a:solidFill>
            <a:srgbClr val="FFFFFF">
              <a:alpha val="90000"/>
            </a:srgbClr>
          </a:solidFill>
          <a:ln w="12700">
            <a:solidFill>
              <a:srgbClr val="F2994A">
                <a:alpha val="55000"/>
              </a:srgbClr>
            </a:solidFill>
            <a:prstDash val="solid"/>
          </a:ln>
        </p:spPr>
        <p:txBody>
          <a:bodyPr/>
          <a:lstStyle/>
          <a:p>
            <a:endParaRPr lang="fr-CA" noProof="0" dirty="0"/>
          </a:p>
        </p:txBody>
      </p:sp>
      <p:sp>
        <p:nvSpPr>
          <p:cNvPr id="51" name="Text 18">
            <a:extLst>
              <a:ext uri="{FF2B5EF4-FFF2-40B4-BE49-F238E27FC236}">
                <a16:creationId xmlns:a16="http://schemas.microsoft.com/office/drawing/2014/main" id="{BBF40C44-1BBE-0ADF-1508-AB439C391AF3}"/>
              </a:ext>
            </a:extLst>
          </p:cNvPr>
          <p:cNvSpPr/>
          <p:nvPr>
            <p:custDataLst>
              <p:tags r:id="rId38"/>
            </p:custDataLst>
          </p:nvPr>
        </p:nvSpPr>
        <p:spPr>
          <a:xfrm>
            <a:off x="6873698" y="2652171"/>
            <a:ext cx="530352" cy="164592"/>
          </a:xfrm>
          <a:prstGeom prst="rect">
            <a:avLst/>
          </a:prstGeom>
          <a:noFill/>
          <a:ln/>
        </p:spPr>
        <p:txBody>
          <a:bodyPr wrap="square" lIns="0" tIns="0" rIns="0" bIns="0" rtlCol="0" anchor="ctr"/>
          <a:lstStyle/>
          <a:p>
            <a:pPr marL="0" indent="0" algn="ctr">
              <a:buNone/>
            </a:pPr>
            <a:r>
              <a:rPr lang="fr-CA" sz="1200" b="1" noProof="0" dirty="0">
                <a:solidFill>
                  <a:srgbClr val="F2994A"/>
                </a:solidFill>
              </a:rPr>
              <a:t>SNK</a:t>
            </a:r>
            <a:endParaRPr lang="fr-CA" sz="1200" noProof="0" dirty="0"/>
          </a:p>
        </p:txBody>
      </p:sp>
      <p:sp>
        <p:nvSpPr>
          <p:cNvPr id="145" name="Shape 33">
            <a:extLst>
              <a:ext uri="{FF2B5EF4-FFF2-40B4-BE49-F238E27FC236}">
                <a16:creationId xmlns:a16="http://schemas.microsoft.com/office/drawing/2014/main" id="{D0C09FD5-F883-F00B-651B-AA57FDFAC19B}"/>
              </a:ext>
            </a:extLst>
          </p:cNvPr>
          <p:cNvSpPr/>
          <p:nvPr>
            <p:custDataLst>
              <p:tags r:id="rId39"/>
            </p:custDataLst>
          </p:nvPr>
        </p:nvSpPr>
        <p:spPr>
          <a:xfrm>
            <a:off x="5527132" y="3265549"/>
            <a:ext cx="146304" cy="329184"/>
          </a:xfrm>
          <a:prstGeom prst="roundRect">
            <a:avLst>
              <a:gd name="adj" fmla="val 12500"/>
            </a:avLst>
          </a:prstGeom>
          <a:solidFill>
            <a:srgbClr val="FDEBD7"/>
          </a:solidFill>
          <a:ln w="6350">
            <a:solidFill>
              <a:srgbClr val="F2994A"/>
            </a:solidFill>
            <a:prstDash val="solid"/>
          </a:ln>
        </p:spPr>
        <p:txBody>
          <a:bodyPr/>
          <a:lstStyle/>
          <a:p>
            <a:endParaRPr lang="fr-CA" noProof="0" dirty="0"/>
          </a:p>
        </p:txBody>
      </p:sp>
      <p:sp>
        <p:nvSpPr>
          <p:cNvPr id="147" name="Shape 33">
            <a:extLst>
              <a:ext uri="{FF2B5EF4-FFF2-40B4-BE49-F238E27FC236}">
                <a16:creationId xmlns:a16="http://schemas.microsoft.com/office/drawing/2014/main" id="{E6B2BAEA-1241-F804-BAFD-F5FEB2984E00}"/>
              </a:ext>
            </a:extLst>
          </p:cNvPr>
          <p:cNvSpPr/>
          <p:nvPr>
            <p:custDataLst>
              <p:tags r:id="rId40"/>
            </p:custDataLst>
          </p:nvPr>
        </p:nvSpPr>
        <p:spPr>
          <a:xfrm>
            <a:off x="5706820" y="3265549"/>
            <a:ext cx="146304" cy="329184"/>
          </a:xfrm>
          <a:prstGeom prst="roundRect">
            <a:avLst>
              <a:gd name="adj" fmla="val 12500"/>
            </a:avLst>
          </a:prstGeom>
          <a:solidFill>
            <a:srgbClr val="FDEBD7"/>
          </a:solidFill>
          <a:ln w="6350">
            <a:solidFill>
              <a:srgbClr val="F2994A"/>
            </a:solidFill>
            <a:prstDash val="solid"/>
          </a:ln>
        </p:spPr>
        <p:txBody>
          <a:bodyPr/>
          <a:lstStyle/>
          <a:p>
            <a:endParaRPr lang="fr-CA" noProof="0" dirty="0"/>
          </a:p>
        </p:txBody>
      </p:sp>
      <p:sp>
        <p:nvSpPr>
          <p:cNvPr id="4" name="Shape 10">
            <a:extLst>
              <a:ext uri="{FF2B5EF4-FFF2-40B4-BE49-F238E27FC236}">
                <a16:creationId xmlns:a16="http://schemas.microsoft.com/office/drawing/2014/main" id="{4E9BA7F1-9DD4-9D59-8034-84D3A60D1291}"/>
              </a:ext>
            </a:extLst>
          </p:cNvPr>
          <p:cNvSpPr/>
          <p:nvPr>
            <p:custDataLst>
              <p:tags r:id="rId41"/>
            </p:custDataLst>
          </p:nvPr>
        </p:nvSpPr>
        <p:spPr>
          <a:xfrm>
            <a:off x="8484183" y="2013244"/>
            <a:ext cx="2117585" cy="1190758"/>
          </a:xfrm>
          <a:prstGeom prst="roundRect">
            <a:avLst>
              <a:gd name="adj" fmla="val 6757"/>
            </a:avLst>
          </a:prstGeom>
          <a:solidFill>
            <a:srgbClr val="F5F8FC"/>
          </a:solidFill>
          <a:ln w="8890">
            <a:solidFill>
              <a:srgbClr val="102A43"/>
            </a:solidFill>
            <a:prstDash val="solid"/>
          </a:ln>
        </p:spPr>
        <p:txBody>
          <a:bodyPr/>
          <a:lstStyle/>
          <a:p>
            <a:endParaRPr lang="fr-CA" dirty="0"/>
          </a:p>
        </p:txBody>
      </p:sp>
      <p:sp>
        <p:nvSpPr>
          <p:cNvPr id="8" name="Text 11">
            <a:extLst>
              <a:ext uri="{FF2B5EF4-FFF2-40B4-BE49-F238E27FC236}">
                <a16:creationId xmlns:a16="http://schemas.microsoft.com/office/drawing/2014/main" id="{54206F9B-DA3C-FE20-7F08-479B3D725AF8}"/>
              </a:ext>
            </a:extLst>
          </p:cNvPr>
          <p:cNvSpPr/>
          <p:nvPr>
            <p:custDataLst>
              <p:tags r:id="rId42"/>
            </p:custDataLst>
          </p:nvPr>
        </p:nvSpPr>
        <p:spPr>
          <a:xfrm>
            <a:off x="8520504" y="2137339"/>
            <a:ext cx="2081264" cy="475488"/>
          </a:xfrm>
          <a:prstGeom prst="rect">
            <a:avLst/>
          </a:prstGeom>
          <a:noFill/>
          <a:ln/>
        </p:spPr>
        <p:txBody>
          <a:bodyPr wrap="square" lIns="0" tIns="0" rIns="0" bIns="0" rtlCol="0" anchor="t">
            <a:normAutofit/>
          </a:bodyPr>
          <a:lstStyle/>
          <a:p>
            <a:pPr marL="0" indent="0" algn="ctr">
              <a:buNone/>
            </a:pPr>
            <a:r>
              <a:rPr lang="fr-CA" sz="1850" b="1" dirty="0">
                <a:solidFill>
                  <a:srgbClr val="102A43"/>
                </a:solidFill>
                <a:latin typeface="Calibri" pitchFamily="34" charset="0"/>
                <a:ea typeface="Calibri" pitchFamily="34" charset="-122"/>
                <a:cs typeface="Calibri" pitchFamily="34" charset="-120"/>
              </a:rPr>
              <a:t>TRAITEMENT</a:t>
            </a:r>
            <a:endParaRPr lang="fr-CA" sz="1850" dirty="0"/>
          </a:p>
        </p:txBody>
      </p:sp>
      <p:sp>
        <p:nvSpPr>
          <p:cNvPr id="59" name="Shape 22">
            <a:extLst>
              <a:ext uri="{FF2B5EF4-FFF2-40B4-BE49-F238E27FC236}">
                <a16:creationId xmlns:a16="http://schemas.microsoft.com/office/drawing/2014/main" id="{43510ED2-D741-B6E7-8BE9-0D0DAADC619B}"/>
              </a:ext>
            </a:extLst>
          </p:cNvPr>
          <p:cNvSpPr/>
          <p:nvPr>
            <p:custDataLst>
              <p:tags r:id="rId43"/>
            </p:custDataLst>
          </p:nvPr>
        </p:nvSpPr>
        <p:spPr>
          <a:xfrm>
            <a:off x="9277799" y="2503403"/>
            <a:ext cx="530352" cy="530352"/>
          </a:xfrm>
          <a:prstGeom prst="ellipse">
            <a:avLst/>
          </a:prstGeom>
          <a:solidFill>
            <a:srgbClr val="FFFFFF">
              <a:alpha val="90000"/>
            </a:srgbClr>
          </a:solidFill>
          <a:ln w="12700">
            <a:solidFill>
              <a:schemeClr val="bg2">
                <a:lumMod val="25000"/>
                <a:alpha val="55000"/>
              </a:schemeClr>
            </a:solidFill>
            <a:prstDash val="solid"/>
          </a:ln>
        </p:spPr>
        <p:txBody>
          <a:bodyPr/>
          <a:lstStyle/>
          <a:p>
            <a:endParaRPr lang="fr-CA" noProof="0" dirty="0"/>
          </a:p>
        </p:txBody>
      </p:sp>
      <p:sp>
        <p:nvSpPr>
          <p:cNvPr id="61" name="Text 23">
            <a:extLst>
              <a:ext uri="{FF2B5EF4-FFF2-40B4-BE49-F238E27FC236}">
                <a16:creationId xmlns:a16="http://schemas.microsoft.com/office/drawing/2014/main" id="{44A51CA7-F4D9-F52F-8369-B2022E97F98A}"/>
              </a:ext>
            </a:extLst>
          </p:cNvPr>
          <p:cNvSpPr/>
          <p:nvPr>
            <p:custDataLst>
              <p:tags r:id="rId44"/>
            </p:custDataLst>
          </p:nvPr>
        </p:nvSpPr>
        <p:spPr>
          <a:xfrm>
            <a:off x="9277799" y="2684133"/>
            <a:ext cx="530352" cy="164592"/>
          </a:xfrm>
          <a:prstGeom prst="rect">
            <a:avLst/>
          </a:prstGeom>
          <a:noFill/>
          <a:ln/>
        </p:spPr>
        <p:txBody>
          <a:bodyPr wrap="square" lIns="0" tIns="0" rIns="0" bIns="0" rtlCol="0" anchor="ctr"/>
          <a:lstStyle/>
          <a:p>
            <a:pPr marL="0" indent="0" algn="ctr">
              <a:buNone/>
            </a:pPr>
            <a:r>
              <a:rPr lang="fr-CA" sz="1200" b="1" noProof="0" dirty="0"/>
              <a:t>APP</a:t>
            </a:r>
            <a:endParaRPr lang="fr-CA" sz="1200" noProof="0" dirty="0"/>
          </a:p>
        </p:txBody>
      </p:sp>
      <p:sp>
        <p:nvSpPr>
          <p:cNvPr id="16" name="Shape 3">
            <a:extLst>
              <a:ext uri="{FF2B5EF4-FFF2-40B4-BE49-F238E27FC236}">
                <a16:creationId xmlns:a16="http://schemas.microsoft.com/office/drawing/2014/main" id="{023F4834-655A-E37A-118D-A42C8EAA4EE7}"/>
              </a:ext>
            </a:extLst>
          </p:cNvPr>
          <p:cNvSpPr/>
          <p:nvPr>
            <p:custDataLst>
              <p:tags r:id="rId45"/>
            </p:custDataLst>
          </p:nvPr>
        </p:nvSpPr>
        <p:spPr>
          <a:xfrm flipV="1">
            <a:off x="5917898" y="2613548"/>
            <a:ext cx="260371" cy="0"/>
          </a:xfrm>
          <a:prstGeom prst="line">
            <a:avLst/>
          </a:prstGeom>
          <a:noFill/>
          <a:ln w="28575">
            <a:solidFill>
              <a:srgbClr val="1B4E9B"/>
            </a:solidFill>
            <a:prstDash val="solid"/>
            <a:headEnd type="none"/>
            <a:tailEnd type="triangle"/>
          </a:ln>
        </p:spPr>
        <p:txBody>
          <a:bodyPr/>
          <a:lstStyle/>
          <a:p>
            <a:endParaRPr lang="fr-CA" noProof="0" dirty="0"/>
          </a:p>
        </p:txBody>
      </p:sp>
      <p:sp>
        <p:nvSpPr>
          <p:cNvPr id="20" name="Shape 3">
            <a:extLst>
              <a:ext uri="{FF2B5EF4-FFF2-40B4-BE49-F238E27FC236}">
                <a16:creationId xmlns:a16="http://schemas.microsoft.com/office/drawing/2014/main" id="{9C2A33F1-E4D2-F683-D393-494D478DBB12}"/>
              </a:ext>
            </a:extLst>
          </p:cNvPr>
          <p:cNvSpPr/>
          <p:nvPr>
            <p:custDataLst>
              <p:tags r:id="rId46"/>
            </p:custDataLst>
          </p:nvPr>
        </p:nvSpPr>
        <p:spPr>
          <a:xfrm flipV="1">
            <a:off x="8242102" y="2613548"/>
            <a:ext cx="260371" cy="0"/>
          </a:xfrm>
          <a:prstGeom prst="line">
            <a:avLst/>
          </a:prstGeom>
          <a:noFill/>
          <a:ln w="28575">
            <a:solidFill>
              <a:srgbClr val="1B4E9B"/>
            </a:solidFill>
            <a:prstDash val="solid"/>
            <a:headEnd type="none"/>
            <a:tailEnd type="triangle"/>
          </a:ln>
        </p:spPr>
        <p:txBody>
          <a:bodyPr/>
          <a:lstStyle/>
          <a:p>
            <a:endParaRPr lang="fr-CA" noProof="0" dirty="0"/>
          </a:p>
        </p:txBody>
      </p:sp>
      <p:sp>
        <p:nvSpPr>
          <p:cNvPr id="6" name="Text 6">
            <a:extLst>
              <a:ext uri="{FF2B5EF4-FFF2-40B4-BE49-F238E27FC236}">
                <a16:creationId xmlns:a16="http://schemas.microsoft.com/office/drawing/2014/main" id="{38280B49-C974-CCBE-BFF4-0D692ED6F80A}"/>
              </a:ext>
            </a:extLst>
          </p:cNvPr>
          <p:cNvSpPr/>
          <p:nvPr>
            <p:custDataLst>
              <p:tags r:id="rId47"/>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fr-CA" sz="900" dirty="0">
                <a:solidFill>
                  <a:srgbClr val="486581"/>
                </a:solidFill>
                <a:latin typeface="Calibri" pitchFamily="34" charset="0"/>
                <a:ea typeface="Calibri" pitchFamily="34" charset="-122"/>
                <a:cs typeface="Calibri" pitchFamily="34" charset="-120"/>
              </a:rPr>
              <a:t>25</a:t>
            </a:r>
            <a:endParaRPr lang="fr-CA" sz="900" dirty="0"/>
          </a:p>
        </p:txBody>
      </p:sp>
    </p:spTree>
    <p:extLst>
      <p:ext uri="{BB962C8B-B14F-4D97-AF65-F5344CB8AC3E}">
        <p14:creationId xmlns:p14="http://schemas.microsoft.com/office/powerpoint/2010/main" val="17702476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fr-CA" noProof="0" dirty="0"/>
          </a:p>
        </p:txBody>
      </p:sp>
      <p:sp>
        <p:nvSpPr>
          <p:cNvPr id="3" name="Text 1"/>
          <p:cNvSpPr/>
          <p:nvPr>
            <p:custDataLst>
              <p:tags r:id="rId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fr-CA" sz="1100" b="1" kern="0" spc="50" noProof="0" dirty="0">
                <a:solidFill>
                  <a:srgbClr val="1F6FEB"/>
                </a:solidFill>
                <a:latin typeface="Calibri" pitchFamily="34" charset="0"/>
                <a:ea typeface="Calibri" pitchFamily="34" charset="-122"/>
                <a:cs typeface="Calibri" pitchFamily="34" charset="-120"/>
              </a:rPr>
              <a:t>05 / EXPLOITER ET DISTRIBUER</a:t>
            </a:r>
            <a:endParaRPr lang="fr-CA" sz="1100" noProof="0" dirty="0"/>
          </a:p>
        </p:txBody>
      </p:sp>
      <p:sp>
        <p:nvSpPr>
          <p:cNvPr id="4" name="Text 2"/>
          <p:cNvSpPr/>
          <p:nvPr>
            <p:custDataLst>
              <p:tags r:id="rId3"/>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fr-CA" sz="1000" b="1" noProof="0" dirty="0">
                <a:solidFill>
                  <a:srgbClr val="829AB1"/>
                </a:solidFill>
                <a:latin typeface="Calibri" pitchFamily="34" charset="0"/>
                <a:ea typeface="Calibri" pitchFamily="34" charset="-122"/>
                <a:cs typeface="Calibri" pitchFamily="34" charset="-120"/>
              </a:rPr>
              <a:t>RÉÉQUILIBRAGE</a:t>
            </a:r>
            <a:endParaRPr lang="fr-CA" sz="1000" noProof="0" dirty="0"/>
          </a:p>
        </p:txBody>
      </p:sp>
      <p:sp>
        <p:nvSpPr>
          <p:cNvPr id="5" name="Text 3"/>
          <p:cNvSpPr/>
          <p:nvPr>
            <p:custDataLst>
              <p:tags r:id="rId4"/>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fr-CA" sz="2700" b="1" noProof="0" dirty="0">
                <a:solidFill>
                  <a:srgbClr val="102A43"/>
                </a:solidFill>
                <a:latin typeface="Calibri" pitchFamily="34" charset="0"/>
                <a:ea typeface="Calibri" pitchFamily="34" charset="-122"/>
                <a:cs typeface="Calibri" pitchFamily="34" charset="-120"/>
              </a:rPr>
              <a:t>Changer les consommateurs change la propriété des partitions</a:t>
            </a:r>
            <a:endParaRPr lang="fr-CA" sz="2700" noProof="0" dirty="0"/>
          </a:p>
        </p:txBody>
      </p:sp>
      <p:sp>
        <p:nvSpPr>
          <p:cNvPr id="6" name="Text 4"/>
          <p:cNvSpPr/>
          <p:nvPr>
            <p:custDataLst>
              <p:tags r:id="rId5"/>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fr-CA" sz="1650" noProof="0" dirty="0">
                <a:solidFill>
                  <a:srgbClr val="486581"/>
                </a:solidFill>
                <a:latin typeface="Calibri" pitchFamily="34" charset="0"/>
                <a:ea typeface="Calibri" pitchFamily="34" charset="-122"/>
                <a:cs typeface="Calibri" pitchFamily="34" charset="-120"/>
              </a:rPr>
              <a:t>Élasticité, redémarrage et défaillance font partie du fonctionnement normal d'un groupe.</a:t>
            </a:r>
            <a:endParaRPr lang="fr-CA" sz="1650" noProof="0" dirty="0"/>
          </a:p>
        </p:txBody>
      </p:sp>
      <p:sp>
        <p:nvSpPr>
          <p:cNvPr id="7" name="Text 5"/>
          <p:cNvSpPr/>
          <p:nvPr>
            <p:custDataLst>
              <p:tags r:id="rId6"/>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fr-CA" sz="900" noProof="0" dirty="0">
                <a:solidFill>
                  <a:srgbClr val="486581"/>
                </a:solidFill>
                <a:latin typeface="Calibri" pitchFamily="34" charset="0"/>
                <a:ea typeface="Calibri" pitchFamily="34" charset="-122"/>
                <a:cs typeface="Calibri" pitchFamily="34" charset="-120"/>
              </a:rPr>
              <a:t>Guide d'ingénierie Kafka · Projet EDA</a:t>
            </a:r>
            <a:endParaRPr lang="fr-CA" sz="900" noProof="0" dirty="0"/>
          </a:p>
        </p:txBody>
      </p:sp>
      <p:sp>
        <p:nvSpPr>
          <p:cNvPr id="8" name="Text 6"/>
          <p:cNvSpPr/>
          <p:nvPr>
            <p:custDataLst>
              <p:tags r:id="rId7"/>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fr-CA" sz="900" noProof="0" dirty="0">
                <a:solidFill>
                  <a:srgbClr val="486581"/>
                </a:solidFill>
                <a:latin typeface="Calibri" pitchFamily="34" charset="0"/>
                <a:ea typeface="Calibri" pitchFamily="34" charset="-122"/>
                <a:cs typeface="Calibri" pitchFamily="34" charset="-120"/>
              </a:rPr>
              <a:t>26</a:t>
            </a:r>
            <a:endParaRPr lang="fr-CA" sz="900" noProof="0" dirty="0"/>
          </a:p>
        </p:txBody>
      </p:sp>
      <p:sp>
        <p:nvSpPr>
          <p:cNvPr id="9" name="Shape 7"/>
          <p:cNvSpPr/>
          <p:nvPr>
            <p:custDataLst>
              <p:tags r:id="rId8"/>
            </p:custDataLst>
          </p:nvPr>
        </p:nvSpPr>
        <p:spPr>
          <a:xfrm>
            <a:off x="543670" y="2027789"/>
            <a:ext cx="3520440" cy="2389975"/>
          </a:xfrm>
          <a:prstGeom prst="roundRect">
            <a:avLst>
              <a:gd name="adj" fmla="val 2865"/>
            </a:avLst>
          </a:prstGeom>
          <a:solidFill>
            <a:srgbClr val="EFF6FF"/>
          </a:solidFill>
          <a:ln w="8890">
            <a:solidFill>
              <a:srgbClr val="D9E2EC"/>
            </a:solidFill>
            <a:prstDash val="solid"/>
          </a:ln>
        </p:spPr>
        <p:txBody>
          <a:bodyPr/>
          <a:lstStyle/>
          <a:p>
            <a:endParaRPr lang="fr-CA" noProof="0" dirty="0"/>
          </a:p>
        </p:txBody>
      </p:sp>
      <p:sp>
        <p:nvSpPr>
          <p:cNvPr id="10" name="Shape 8"/>
          <p:cNvSpPr/>
          <p:nvPr>
            <p:custDataLst>
              <p:tags r:id="rId9"/>
            </p:custDataLst>
          </p:nvPr>
        </p:nvSpPr>
        <p:spPr>
          <a:xfrm>
            <a:off x="772270" y="2283821"/>
            <a:ext cx="731520" cy="0"/>
          </a:xfrm>
          <a:prstGeom prst="line">
            <a:avLst/>
          </a:prstGeom>
          <a:noFill/>
          <a:ln w="29210">
            <a:solidFill>
              <a:srgbClr val="1F6FEB"/>
            </a:solidFill>
            <a:prstDash val="solid"/>
          </a:ln>
        </p:spPr>
        <p:txBody>
          <a:bodyPr/>
          <a:lstStyle/>
          <a:p>
            <a:endParaRPr lang="fr-CA" noProof="0" dirty="0"/>
          </a:p>
        </p:txBody>
      </p:sp>
      <p:sp>
        <p:nvSpPr>
          <p:cNvPr id="11" name="Text 9"/>
          <p:cNvSpPr/>
          <p:nvPr>
            <p:custDataLst>
              <p:tags r:id="rId10"/>
            </p:custDataLst>
          </p:nvPr>
        </p:nvSpPr>
        <p:spPr>
          <a:xfrm>
            <a:off x="772270" y="2512421"/>
            <a:ext cx="3063240" cy="548640"/>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Déclencheurs</a:t>
            </a:r>
            <a:endParaRPr lang="fr-CA" sz="2000" noProof="0" dirty="0"/>
          </a:p>
        </p:txBody>
      </p:sp>
      <p:sp>
        <p:nvSpPr>
          <p:cNvPr id="12" name="Text 10"/>
          <p:cNvSpPr/>
          <p:nvPr>
            <p:custDataLst>
              <p:tags r:id="rId11"/>
            </p:custDataLst>
          </p:nvPr>
        </p:nvSpPr>
        <p:spPr>
          <a:xfrm>
            <a:off x="772270" y="3143357"/>
            <a:ext cx="3063240" cy="1911096"/>
          </a:xfrm>
          <a:prstGeom prst="rect">
            <a:avLst/>
          </a:prstGeom>
          <a:noFill/>
          <a:ln/>
        </p:spPr>
        <p:txBody>
          <a:bodyPr wrap="square" lIns="0" tIns="0" rIns="0" bIns="0" rtlCol="0" anchor="t">
            <a:normAutofit/>
          </a:bodyPr>
          <a:lstStyle/>
          <a:p>
            <a:pPr marL="0" indent="0">
              <a:buNone/>
            </a:pPr>
            <a:r>
              <a:rPr lang="fr-CA" sz="1750" noProof="0" dirty="0">
                <a:solidFill>
                  <a:srgbClr val="486581"/>
                </a:solidFill>
                <a:latin typeface="Calibri" pitchFamily="34" charset="0"/>
                <a:ea typeface="Calibri" pitchFamily="34" charset="-122"/>
                <a:cs typeface="Calibri" pitchFamily="34" charset="-120"/>
              </a:rPr>
              <a:t>Un pod arrive.</a:t>
            </a:r>
            <a:endParaRPr lang="fr-CA" sz="1750" noProof="0" dirty="0"/>
          </a:p>
          <a:p>
            <a:pPr marL="0" indent="0">
              <a:buNone/>
            </a:pPr>
            <a:r>
              <a:rPr lang="fr-CA" sz="1750" noProof="0" dirty="0">
                <a:solidFill>
                  <a:srgbClr val="486581"/>
                </a:solidFill>
                <a:latin typeface="Calibri" pitchFamily="34" charset="0"/>
                <a:ea typeface="Calibri" pitchFamily="34" charset="-122"/>
                <a:cs typeface="Calibri" pitchFamily="34" charset="-120"/>
              </a:rPr>
              <a:t>Un pod s'arrête.</a:t>
            </a:r>
            <a:endParaRPr lang="fr-CA" sz="1750" noProof="0" dirty="0"/>
          </a:p>
          <a:p>
            <a:pPr marL="0" indent="0">
              <a:buNone/>
            </a:pPr>
            <a:r>
              <a:rPr lang="fr-CA" sz="1750" noProof="0" dirty="0">
                <a:solidFill>
                  <a:srgbClr val="486581"/>
                </a:solidFill>
                <a:latin typeface="Calibri" pitchFamily="34" charset="0"/>
                <a:ea typeface="Calibri" pitchFamily="34" charset="-122"/>
                <a:cs typeface="Calibri" pitchFamily="34" charset="-120"/>
              </a:rPr>
              <a:t>Un consommateur dépasse un timeout.</a:t>
            </a:r>
            <a:endParaRPr lang="fr-CA" sz="1750" noProof="0" dirty="0"/>
          </a:p>
        </p:txBody>
      </p:sp>
      <p:sp>
        <p:nvSpPr>
          <p:cNvPr id="13" name="Shape 11"/>
          <p:cNvSpPr/>
          <p:nvPr>
            <p:custDataLst>
              <p:tags r:id="rId12"/>
            </p:custDataLst>
          </p:nvPr>
        </p:nvSpPr>
        <p:spPr>
          <a:xfrm>
            <a:off x="4347574" y="2027789"/>
            <a:ext cx="3520440" cy="2389975"/>
          </a:xfrm>
          <a:prstGeom prst="roundRect">
            <a:avLst>
              <a:gd name="adj" fmla="val 2865"/>
            </a:avLst>
          </a:prstGeom>
          <a:solidFill>
            <a:srgbClr val="FFF7ED"/>
          </a:solidFill>
          <a:ln w="8890">
            <a:solidFill>
              <a:srgbClr val="D9E2EC"/>
            </a:solidFill>
            <a:prstDash val="solid"/>
          </a:ln>
        </p:spPr>
        <p:txBody>
          <a:bodyPr/>
          <a:lstStyle/>
          <a:p>
            <a:endParaRPr lang="fr-CA" noProof="0" dirty="0"/>
          </a:p>
        </p:txBody>
      </p:sp>
      <p:sp>
        <p:nvSpPr>
          <p:cNvPr id="14" name="Shape 12"/>
          <p:cNvSpPr/>
          <p:nvPr>
            <p:custDataLst>
              <p:tags r:id="rId13"/>
            </p:custDataLst>
          </p:nvPr>
        </p:nvSpPr>
        <p:spPr>
          <a:xfrm>
            <a:off x="4576174" y="2283821"/>
            <a:ext cx="731520" cy="0"/>
          </a:xfrm>
          <a:prstGeom prst="line">
            <a:avLst/>
          </a:prstGeom>
          <a:noFill/>
          <a:ln w="29210">
            <a:solidFill>
              <a:srgbClr val="B45309"/>
            </a:solidFill>
            <a:prstDash val="solid"/>
          </a:ln>
        </p:spPr>
        <p:txBody>
          <a:bodyPr/>
          <a:lstStyle/>
          <a:p>
            <a:endParaRPr lang="fr-CA" noProof="0" dirty="0"/>
          </a:p>
        </p:txBody>
      </p:sp>
      <p:sp>
        <p:nvSpPr>
          <p:cNvPr id="15" name="Text 13"/>
          <p:cNvSpPr/>
          <p:nvPr>
            <p:custDataLst>
              <p:tags r:id="rId14"/>
            </p:custDataLst>
          </p:nvPr>
        </p:nvSpPr>
        <p:spPr>
          <a:xfrm>
            <a:off x="4576174" y="2512421"/>
            <a:ext cx="3063240" cy="548640"/>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Effets</a:t>
            </a:r>
            <a:endParaRPr lang="fr-CA" sz="2000" noProof="0" dirty="0"/>
          </a:p>
        </p:txBody>
      </p:sp>
      <p:sp>
        <p:nvSpPr>
          <p:cNvPr id="16" name="Text 14"/>
          <p:cNvSpPr/>
          <p:nvPr>
            <p:custDataLst>
              <p:tags r:id="rId15"/>
            </p:custDataLst>
          </p:nvPr>
        </p:nvSpPr>
        <p:spPr>
          <a:xfrm>
            <a:off x="4576174" y="3143357"/>
            <a:ext cx="3063240" cy="1911096"/>
          </a:xfrm>
          <a:prstGeom prst="rect">
            <a:avLst/>
          </a:prstGeom>
          <a:noFill/>
          <a:ln/>
        </p:spPr>
        <p:txBody>
          <a:bodyPr wrap="square" lIns="0" tIns="0" rIns="0" bIns="0" rtlCol="0" anchor="t">
            <a:normAutofit/>
          </a:bodyPr>
          <a:lstStyle/>
          <a:p>
            <a:pPr marL="0" indent="0">
              <a:buNone/>
            </a:pPr>
            <a:r>
              <a:rPr lang="fr-CA" sz="1750" noProof="0" dirty="0">
                <a:solidFill>
                  <a:srgbClr val="486581"/>
                </a:solidFill>
                <a:latin typeface="Calibri" pitchFamily="34" charset="0"/>
                <a:ea typeface="Calibri" pitchFamily="34" charset="-122"/>
                <a:cs typeface="Calibri" pitchFamily="34" charset="-120"/>
              </a:rPr>
              <a:t>Réaffectation des partitions.</a:t>
            </a:r>
            <a:endParaRPr lang="fr-CA" sz="1750" noProof="0" dirty="0"/>
          </a:p>
          <a:p>
            <a:pPr marL="0" indent="0">
              <a:buNone/>
            </a:pPr>
            <a:endParaRPr lang="fr-CA" sz="1750" noProof="0" dirty="0"/>
          </a:p>
          <a:p>
            <a:pPr marL="0" indent="0">
              <a:buNone/>
            </a:pPr>
            <a:r>
              <a:rPr lang="fr-CA" sz="1750" noProof="0" dirty="0">
                <a:solidFill>
                  <a:srgbClr val="486581"/>
                </a:solidFill>
                <a:latin typeface="Calibri" pitchFamily="34" charset="0"/>
                <a:ea typeface="Calibri" pitchFamily="34" charset="-122"/>
                <a:cs typeface="Calibri" pitchFamily="34" charset="-120"/>
              </a:rPr>
              <a:t>Interruption possible et reprise depuis la position validée.</a:t>
            </a:r>
            <a:endParaRPr lang="fr-CA" sz="1750" noProof="0" dirty="0"/>
          </a:p>
        </p:txBody>
      </p:sp>
      <p:sp>
        <p:nvSpPr>
          <p:cNvPr id="17" name="Shape 15"/>
          <p:cNvSpPr/>
          <p:nvPr>
            <p:custDataLst>
              <p:tags r:id="rId16"/>
            </p:custDataLst>
          </p:nvPr>
        </p:nvSpPr>
        <p:spPr>
          <a:xfrm>
            <a:off x="8151478" y="2027789"/>
            <a:ext cx="3520440" cy="2389975"/>
          </a:xfrm>
          <a:prstGeom prst="roundRect">
            <a:avLst>
              <a:gd name="adj" fmla="val 2865"/>
            </a:avLst>
          </a:prstGeom>
          <a:solidFill>
            <a:srgbClr val="EFFAF8"/>
          </a:solidFill>
          <a:ln w="8890">
            <a:solidFill>
              <a:srgbClr val="D9E2EC"/>
            </a:solidFill>
            <a:prstDash val="solid"/>
          </a:ln>
        </p:spPr>
        <p:txBody>
          <a:bodyPr/>
          <a:lstStyle/>
          <a:p>
            <a:endParaRPr lang="fr-CA" noProof="0" dirty="0"/>
          </a:p>
        </p:txBody>
      </p:sp>
      <p:sp>
        <p:nvSpPr>
          <p:cNvPr id="18" name="Shape 16"/>
          <p:cNvSpPr/>
          <p:nvPr>
            <p:custDataLst>
              <p:tags r:id="rId17"/>
            </p:custDataLst>
          </p:nvPr>
        </p:nvSpPr>
        <p:spPr>
          <a:xfrm>
            <a:off x="8380078" y="2283821"/>
            <a:ext cx="731520" cy="0"/>
          </a:xfrm>
          <a:prstGeom prst="line">
            <a:avLst/>
          </a:prstGeom>
          <a:noFill/>
          <a:ln w="29210">
            <a:solidFill>
              <a:srgbClr val="0F766E"/>
            </a:solidFill>
            <a:prstDash val="solid"/>
          </a:ln>
        </p:spPr>
        <p:txBody>
          <a:bodyPr/>
          <a:lstStyle/>
          <a:p>
            <a:endParaRPr lang="fr-CA" noProof="0" dirty="0"/>
          </a:p>
        </p:txBody>
      </p:sp>
      <p:sp>
        <p:nvSpPr>
          <p:cNvPr id="19" name="Text 17"/>
          <p:cNvSpPr/>
          <p:nvPr>
            <p:custDataLst>
              <p:tags r:id="rId18"/>
            </p:custDataLst>
          </p:nvPr>
        </p:nvSpPr>
        <p:spPr>
          <a:xfrm>
            <a:off x="8380078" y="2512421"/>
            <a:ext cx="3063240" cy="548640"/>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Protections</a:t>
            </a:r>
            <a:endParaRPr lang="fr-CA" sz="2000" noProof="0" dirty="0"/>
          </a:p>
        </p:txBody>
      </p:sp>
      <p:sp>
        <p:nvSpPr>
          <p:cNvPr id="20" name="Text 18"/>
          <p:cNvSpPr/>
          <p:nvPr>
            <p:custDataLst>
              <p:tags r:id="rId19"/>
            </p:custDataLst>
          </p:nvPr>
        </p:nvSpPr>
        <p:spPr>
          <a:xfrm>
            <a:off x="8380078" y="3143357"/>
            <a:ext cx="3063240" cy="1911096"/>
          </a:xfrm>
          <a:prstGeom prst="rect">
            <a:avLst/>
          </a:prstGeom>
          <a:noFill/>
          <a:ln/>
        </p:spPr>
        <p:txBody>
          <a:bodyPr wrap="square" lIns="0" tIns="0" rIns="0" bIns="0" rtlCol="0" anchor="t">
            <a:normAutofit/>
          </a:bodyPr>
          <a:lstStyle/>
          <a:p>
            <a:pPr marL="0" indent="0">
              <a:buNone/>
            </a:pPr>
            <a:r>
              <a:rPr lang="fr-CA" sz="1750" noProof="0" dirty="0">
                <a:solidFill>
                  <a:srgbClr val="486581"/>
                </a:solidFill>
                <a:latin typeface="Calibri" pitchFamily="34" charset="0"/>
                <a:ea typeface="Calibri" pitchFamily="34" charset="-122"/>
                <a:cs typeface="Calibri" pitchFamily="34" charset="-120"/>
              </a:rPr>
              <a:t>Traitement idempotent.</a:t>
            </a:r>
            <a:endParaRPr lang="fr-CA" sz="1750" noProof="0" dirty="0"/>
          </a:p>
          <a:p>
            <a:pPr marL="0" indent="0">
              <a:buNone/>
            </a:pPr>
            <a:r>
              <a:rPr lang="fr-CA" sz="1750" noProof="0" dirty="0">
                <a:solidFill>
                  <a:srgbClr val="486581"/>
                </a:solidFill>
                <a:latin typeface="Calibri" pitchFamily="34" charset="0"/>
                <a:ea typeface="Calibri" pitchFamily="34" charset="-122"/>
                <a:cs typeface="Calibri" pitchFamily="34" charset="-120"/>
              </a:rPr>
              <a:t>Lots et timeouts adaptés.</a:t>
            </a:r>
            <a:endParaRPr lang="fr-CA" sz="1750" noProof="0" dirty="0"/>
          </a:p>
          <a:p>
            <a:pPr marL="0" indent="0">
              <a:buNone/>
            </a:pPr>
            <a:r>
              <a:rPr lang="fr-CA" sz="1750" noProof="0" dirty="0">
                <a:solidFill>
                  <a:srgbClr val="486581"/>
                </a:solidFill>
                <a:latin typeface="Calibri" pitchFamily="34" charset="0"/>
                <a:ea typeface="Calibri" pitchFamily="34" charset="-122"/>
                <a:cs typeface="Calibri" pitchFamily="34" charset="-120"/>
              </a:rPr>
              <a:t>Élasticité stabilisée.</a:t>
            </a:r>
            <a:endParaRPr lang="fr-CA" sz="1750" noProof="0" dirty="0"/>
          </a:p>
          <a:p>
            <a:pPr marL="0" indent="0">
              <a:buNone/>
            </a:pPr>
            <a:r>
              <a:rPr lang="fr-CA" sz="1750" noProof="0" dirty="0">
                <a:solidFill>
                  <a:srgbClr val="486581"/>
                </a:solidFill>
                <a:latin typeface="Calibri" pitchFamily="34" charset="0"/>
                <a:ea typeface="Calibri" pitchFamily="34" charset="-122"/>
                <a:cs typeface="Calibri" pitchFamily="34" charset="-120"/>
              </a:rPr>
              <a:t>Stratégie de groupe adaptée.</a:t>
            </a:r>
            <a:endParaRPr lang="fr-CA" sz="1750" noProof="0" dirty="0"/>
          </a:p>
        </p:txBody>
      </p:sp>
      <p:sp>
        <p:nvSpPr>
          <p:cNvPr id="21" name="Shape 19"/>
          <p:cNvSpPr/>
          <p:nvPr>
            <p:custDataLst>
              <p:tags r:id="rId20"/>
            </p:custDataLst>
          </p:nvPr>
        </p:nvSpPr>
        <p:spPr>
          <a:xfrm>
            <a:off x="530352" y="5715000"/>
            <a:ext cx="11128248" cy="448056"/>
          </a:xfrm>
          <a:prstGeom prst="roundRect">
            <a:avLst>
              <a:gd name="adj" fmla="val 20408"/>
            </a:avLst>
          </a:prstGeom>
          <a:solidFill>
            <a:srgbClr val="EFF6FF"/>
          </a:solidFill>
          <a:ln w="8890">
            <a:solidFill>
              <a:srgbClr val="EFF6FF"/>
            </a:solidFill>
            <a:prstDash val="solid"/>
          </a:ln>
        </p:spPr>
        <p:txBody>
          <a:bodyPr/>
          <a:lstStyle/>
          <a:p>
            <a:endParaRPr lang="fr-CA" noProof="0" dirty="0"/>
          </a:p>
        </p:txBody>
      </p:sp>
      <p:sp>
        <p:nvSpPr>
          <p:cNvPr id="22" name="Text 20"/>
          <p:cNvSpPr/>
          <p:nvPr>
            <p:custDataLst>
              <p:tags r:id="rId21"/>
            </p:custDataLst>
          </p:nvPr>
        </p:nvSpPr>
        <p:spPr>
          <a:xfrm>
            <a:off x="731520" y="5820156"/>
            <a:ext cx="10716768" cy="274320"/>
          </a:xfrm>
          <a:prstGeom prst="rect">
            <a:avLst/>
          </a:prstGeom>
          <a:noFill/>
          <a:ln/>
        </p:spPr>
        <p:txBody>
          <a:bodyPr wrap="square" lIns="0" tIns="0" rIns="0" bIns="0" rtlCol="0" anchor="t">
            <a:normAutofit/>
          </a:bodyPr>
          <a:lstStyle/>
          <a:p>
            <a:pPr marL="0" indent="0">
              <a:buNone/>
            </a:pPr>
            <a:r>
              <a:rPr lang="fr-CA" sz="1550" b="1" noProof="0" dirty="0">
                <a:solidFill>
                  <a:srgbClr val="102A43"/>
                </a:solidFill>
                <a:latin typeface="Calibri" pitchFamily="34" charset="0"/>
                <a:ea typeface="Calibri" pitchFamily="34" charset="-122"/>
                <a:cs typeface="Calibri" pitchFamily="34" charset="-120"/>
              </a:rPr>
              <a:t>Un système élastique doit savoir changer de propriétaire sans corrompre l'état.</a:t>
            </a:r>
            <a:endParaRPr lang="fr-CA" sz="1550" noProof="0" dirty="0"/>
          </a:p>
        </p:txBody>
      </p:sp>
      <p:sp>
        <p:nvSpPr>
          <p:cNvPr id="26" name="Text 22">
            <a:extLst>
              <a:ext uri="{FF2B5EF4-FFF2-40B4-BE49-F238E27FC236}">
                <a16:creationId xmlns:a16="http://schemas.microsoft.com/office/drawing/2014/main" id="{54FD93A6-FDE6-AD69-2598-757D36CDB7D3}"/>
              </a:ext>
            </a:extLst>
          </p:cNvPr>
          <p:cNvSpPr/>
          <p:nvPr>
            <p:custDataLst>
              <p:tags r:id="rId22"/>
            </p:custDataLst>
          </p:nvPr>
        </p:nvSpPr>
        <p:spPr>
          <a:xfrm>
            <a:off x="731520" y="4815260"/>
            <a:ext cx="10716768" cy="557784"/>
          </a:xfrm>
          <a:prstGeom prst="rect">
            <a:avLst/>
          </a:prstGeom>
          <a:noFill/>
          <a:ln/>
        </p:spPr>
        <p:txBody>
          <a:bodyPr wrap="square" lIns="0" tIns="0" rIns="0" bIns="0" rtlCol="0" anchor="t">
            <a:normAutofit lnSpcReduction="10000"/>
          </a:bodyPr>
          <a:lstStyle/>
          <a:p>
            <a:pPr marL="0" indent="0" algn="ctr">
              <a:buNone/>
            </a:pPr>
            <a:r>
              <a:rPr lang="fr-CA" sz="1900" b="1" noProof="0" dirty="0">
                <a:solidFill>
                  <a:srgbClr val="102A43"/>
                </a:solidFill>
                <a:latin typeface="Calibri" pitchFamily="34" charset="0"/>
                <a:ea typeface="Calibri" pitchFamily="34" charset="-122"/>
                <a:cs typeface="Calibri" pitchFamily="34" charset="-120"/>
              </a:rPr>
              <a:t>Réaffectation des partitions</a:t>
            </a:r>
          </a:p>
          <a:p>
            <a:pPr algn="ctr"/>
            <a:r>
              <a:rPr lang="fr-CA" sz="1900" noProof="0" dirty="0">
                <a:solidFill>
                  <a:srgbClr val="102A43"/>
                </a:solidFill>
                <a:latin typeface="Calibri" pitchFamily="34" charset="0"/>
                <a:ea typeface="Calibri" pitchFamily="34" charset="-122"/>
                <a:cs typeface="Calibri" pitchFamily="34" charset="-120"/>
              </a:rPr>
              <a:t>La réaffectation va acheminer des reprises (doublons).</a:t>
            </a:r>
            <a:endParaRPr lang="fr-CA" sz="1900" noProof="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11F02133-EB9C-BD17-2C03-1C9A4812F1D4}"/>
              </a:ext>
            </a:extLst>
          </p:cNvPr>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fr-CA" noProof="0" dirty="0"/>
          </a:p>
        </p:txBody>
      </p:sp>
      <p:sp>
        <p:nvSpPr>
          <p:cNvPr id="9" name="Text 3">
            <a:extLst>
              <a:ext uri="{FF2B5EF4-FFF2-40B4-BE49-F238E27FC236}">
                <a16:creationId xmlns:a16="http://schemas.microsoft.com/office/drawing/2014/main" id="{F3363D98-F7E6-7C61-83CE-BBFC0C184EEE}"/>
              </a:ext>
            </a:extLst>
          </p:cNvPr>
          <p:cNvSpPr/>
          <p:nvPr>
            <p:custDataLst>
              <p:tags r:id="rId2"/>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fr-CA" sz="2700" b="1" noProof="0" dirty="0">
                <a:solidFill>
                  <a:srgbClr val="102A43"/>
                </a:solidFill>
                <a:latin typeface="Calibri" pitchFamily="34" charset="0"/>
                <a:ea typeface="Calibri" pitchFamily="34" charset="-122"/>
                <a:cs typeface="Calibri" pitchFamily="34" charset="-120"/>
              </a:rPr>
              <a:t>L’</a:t>
            </a:r>
            <a:r>
              <a:rPr lang="fr-CA" sz="2700" b="1" dirty="0">
                <a:solidFill>
                  <a:srgbClr val="102A43"/>
                </a:solidFill>
                <a:latin typeface="Calibri" pitchFamily="34" charset="0"/>
                <a:ea typeface="Calibri" pitchFamily="34" charset="-122"/>
                <a:cs typeface="Calibri" pitchFamily="34" charset="-120"/>
              </a:rPr>
              <a:t>élasticité </a:t>
            </a:r>
            <a:r>
              <a:rPr lang="fr-CA" sz="2700" b="1" noProof="0" dirty="0">
                <a:solidFill>
                  <a:srgbClr val="102A43"/>
                </a:solidFill>
                <a:latin typeface="Calibri" pitchFamily="34" charset="0"/>
                <a:ea typeface="Calibri" pitchFamily="34" charset="-122"/>
                <a:cs typeface="Calibri" pitchFamily="34" charset="-120"/>
              </a:rPr>
              <a:t>horizontale EKS/EDA</a:t>
            </a:r>
            <a:endParaRPr lang="fr-CA" sz="2700" noProof="0" dirty="0"/>
          </a:p>
        </p:txBody>
      </p:sp>
      <p:sp>
        <p:nvSpPr>
          <p:cNvPr id="11" name="Text 4">
            <a:extLst>
              <a:ext uri="{FF2B5EF4-FFF2-40B4-BE49-F238E27FC236}">
                <a16:creationId xmlns:a16="http://schemas.microsoft.com/office/drawing/2014/main" id="{F8DBCC65-F8ED-7CF1-F113-C9BCE2A1FCE2}"/>
              </a:ext>
            </a:extLst>
          </p:cNvPr>
          <p:cNvSpPr/>
          <p:nvPr>
            <p:custDataLst>
              <p:tags r:id="rId3"/>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fr-CA" sz="1650" noProof="0" dirty="0">
                <a:solidFill>
                  <a:srgbClr val="486581"/>
                </a:solidFill>
                <a:latin typeface="Calibri" pitchFamily="34" charset="0"/>
                <a:ea typeface="Calibri" pitchFamily="34" charset="-122"/>
                <a:cs typeface="Calibri" pitchFamily="34" charset="-120"/>
              </a:rPr>
              <a:t>L’élasticité horizontale des consommateurs EDA </a:t>
            </a:r>
            <a:r>
              <a:rPr lang="fr-CA" sz="1650" u="sng" noProof="0" dirty="0">
                <a:solidFill>
                  <a:srgbClr val="486581"/>
                </a:solidFill>
                <a:latin typeface="Calibri" pitchFamily="34" charset="0"/>
                <a:ea typeface="Calibri" pitchFamily="34" charset="-122"/>
                <a:cs typeface="Calibri" pitchFamily="34" charset="-120"/>
              </a:rPr>
              <a:t>repose sur la connaissance du LAG</a:t>
            </a:r>
            <a:r>
              <a:rPr lang="fr-CA" sz="1650" dirty="0">
                <a:solidFill>
                  <a:srgbClr val="486581"/>
                </a:solidFill>
                <a:latin typeface="Calibri" pitchFamily="34" charset="0"/>
                <a:ea typeface="Calibri" pitchFamily="34" charset="-122"/>
                <a:cs typeface="Calibri" pitchFamily="34" charset="-120"/>
              </a:rPr>
              <a:t>.</a:t>
            </a:r>
            <a:endParaRPr lang="fr-CA" sz="1650" noProof="0" dirty="0"/>
          </a:p>
        </p:txBody>
      </p:sp>
      <p:sp>
        <p:nvSpPr>
          <p:cNvPr id="13" name="Text 5">
            <a:extLst>
              <a:ext uri="{FF2B5EF4-FFF2-40B4-BE49-F238E27FC236}">
                <a16:creationId xmlns:a16="http://schemas.microsoft.com/office/drawing/2014/main" id="{3BB7ADBA-2A25-C204-6ABD-E55F1159DE69}"/>
              </a:ext>
            </a:extLst>
          </p:cNvPr>
          <p:cNvSpPr/>
          <p:nvPr>
            <p:custDataLst>
              <p:tags r:id="rId4"/>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fr-CA" sz="900" noProof="0" dirty="0">
                <a:solidFill>
                  <a:srgbClr val="486581"/>
                </a:solidFill>
                <a:latin typeface="Calibri" pitchFamily="34" charset="0"/>
                <a:ea typeface="Calibri" pitchFamily="34" charset="-122"/>
                <a:cs typeface="Calibri" pitchFamily="34" charset="-120"/>
              </a:rPr>
              <a:t>Guide d'ingénierie Kafka · Projet EDA</a:t>
            </a:r>
            <a:endParaRPr lang="fr-CA" sz="900" noProof="0" dirty="0"/>
          </a:p>
        </p:txBody>
      </p:sp>
      <p:sp>
        <p:nvSpPr>
          <p:cNvPr id="15" name="Text 6">
            <a:extLst>
              <a:ext uri="{FF2B5EF4-FFF2-40B4-BE49-F238E27FC236}">
                <a16:creationId xmlns:a16="http://schemas.microsoft.com/office/drawing/2014/main" id="{ACDAF025-B704-6A83-AB16-3BB8F9F15C13}"/>
              </a:ext>
            </a:extLst>
          </p:cNvPr>
          <p:cNvSpPr/>
          <p:nvPr>
            <p:custDataLst>
              <p:tags r:id="rId5"/>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fr-CA" sz="900" noProof="0" dirty="0">
                <a:solidFill>
                  <a:srgbClr val="486581"/>
                </a:solidFill>
                <a:latin typeface="Calibri" pitchFamily="34" charset="0"/>
                <a:ea typeface="Calibri" pitchFamily="34" charset="-122"/>
                <a:cs typeface="Calibri" pitchFamily="34" charset="-120"/>
              </a:rPr>
              <a:t>27</a:t>
            </a:r>
            <a:endParaRPr lang="fr-CA" sz="900" noProof="0" dirty="0"/>
          </a:p>
        </p:txBody>
      </p:sp>
      <p:sp>
        <p:nvSpPr>
          <p:cNvPr id="17" name="Shape 7">
            <a:extLst>
              <a:ext uri="{FF2B5EF4-FFF2-40B4-BE49-F238E27FC236}">
                <a16:creationId xmlns:a16="http://schemas.microsoft.com/office/drawing/2014/main" id="{9D9ABF4F-314C-8D3B-C452-3D319F9BCB8C}"/>
              </a:ext>
            </a:extLst>
          </p:cNvPr>
          <p:cNvSpPr/>
          <p:nvPr>
            <p:custDataLst>
              <p:tags r:id="rId6"/>
            </p:custDataLst>
          </p:nvPr>
        </p:nvSpPr>
        <p:spPr>
          <a:xfrm>
            <a:off x="4654137" y="2029467"/>
            <a:ext cx="3661506" cy="2059203"/>
          </a:xfrm>
          <a:prstGeom prst="roundRect">
            <a:avLst>
              <a:gd name="adj" fmla="val 5882"/>
            </a:avLst>
          </a:prstGeom>
          <a:solidFill>
            <a:srgbClr val="EFF6FF"/>
          </a:solidFill>
          <a:ln w="8890">
            <a:solidFill>
              <a:srgbClr val="1F6FEB"/>
            </a:solidFill>
            <a:prstDash val="solid"/>
          </a:ln>
        </p:spPr>
        <p:txBody>
          <a:bodyPr/>
          <a:lstStyle/>
          <a:p>
            <a:endParaRPr lang="fr-CA" noProof="0" dirty="0"/>
          </a:p>
        </p:txBody>
      </p:sp>
      <p:sp>
        <p:nvSpPr>
          <p:cNvPr id="19" name="Text 8">
            <a:extLst>
              <a:ext uri="{FF2B5EF4-FFF2-40B4-BE49-F238E27FC236}">
                <a16:creationId xmlns:a16="http://schemas.microsoft.com/office/drawing/2014/main" id="{79AB90AE-E06D-3E67-00B0-F285C82FD48E}"/>
              </a:ext>
            </a:extLst>
          </p:cNvPr>
          <p:cNvSpPr/>
          <p:nvPr>
            <p:custDataLst>
              <p:tags r:id="rId7"/>
            </p:custDataLst>
          </p:nvPr>
        </p:nvSpPr>
        <p:spPr>
          <a:xfrm>
            <a:off x="4654137" y="2131140"/>
            <a:ext cx="3661506" cy="475488"/>
          </a:xfrm>
          <a:prstGeom prst="rect">
            <a:avLst/>
          </a:prstGeom>
          <a:noFill/>
          <a:ln/>
        </p:spPr>
        <p:txBody>
          <a:bodyPr wrap="square" lIns="0" tIns="0" rIns="0" bIns="0" rtlCol="0" anchor="t">
            <a:normAutofit/>
          </a:bodyPr>
          <a:lstStyle/>
          <a:p>
            <a:pPr marL="0" indent="0" algn="ctr">
              <a:buNone/>
            </a:pPr>
            <a:r>
              <a:rPr lang="fr-CA" sz="1850" b="1" noProof="0" dirty="0">
                <a:solidFill>
                  <a:srgbClr val="1F6FEB"/>
                </a:solidFill>
                <a:latin typeface="Calibri" pitchFamily="34" charset="0"/>
                <a:ea typeface="Calibri" pitchFamily="34" charset="-122"/>
                <a:cs typeface="Calibri" pitchFamily="34" charset="-120"/>
              </a:rPr>
              <a:t>EKS</a:t>
            </a:r>
            <a:endParaRPr lang="fr-CA" sz="1850" noProof="0" dirty="0"/>
          </a:p>
        </p:txBody>
      </p:sp>
      <p:sp>
        <p:nvSpPr>
          <p:cNvPr id="21" name="Text 9">
            <a:extLst>
              <a:ext uri="{FF2B5EF4-FFF2-40B4-BE49-F238E27FC236}">
                <a16:creationId xmlns:a16="http://schemas.microsoft.com/office/drawing/2014/main" id="{63B80418-B45D-255A-1CBD-144A75542D98}"/>
              </a:ext>
            </a:extLst>
          </p:cNvPr>
          <p:cNvSpPr/>
          <p:nvPr>
            <p:custDataLst>
              <p:tags r:id="rId8"/>
            </p:custDataLst>
          </p:nvPr>
        </p:nvSpPr>
        <p:spPr>
          <a:xfrm>
            <a:off x="4800441" y="2368890"/>
            <a:ext cx="689438" cy="226032"/>
          </a:xfrm>
          <a:prstGeom prst="rect">
            <a:avLst/>
          </a:prstGeom>
          <a:noFill/>
          <a:ln/>
        </p:spPr>
        <p:txBody>
          <a:bodyPr wrap="square" lIns="0" tIns="0" rIns="0" bIns="0" rtlCol="0" anchor="t">
            <a:normAutofit fontScale="85000" lnSpcReduction="10000"/>
          </a:bodyPr>
          <a:lstStyle/>
          <a:p>
            <a:pPr marL="0" indent="0" algn="ctr">
              <a:buNone/>
            </a:pPr>
            <a:r>
              <a:rPr lang="fr-CA" sz="1620" noProof="0" dirty="0">
                <a:solidFill>
                  <a:srgbClr val="486581"/>
                </a:solidFill>
                <a:latin typeface="Calibri" pitchFamily="34" charset="0"/>
                <a:ea typeface="Calibri" pitchFamily="34" charset="-122"/>
                <a:cs typeface="Calibri" pitchFamily="34" charset="-120"/>
              </a:rPr>
              <a:t>CPU 40%</a:t>
            </a:r>
            <a:endParaRPr lang="fr-CA" sz="1620" noProof="0" dirty="0"/>
          </a:p>
        </p:txBody>
      </p:sp>
      <p:sp>
        <p:nvSpPr>
          <p:cNvPr id="23" name="Shape 10">
            <a:extLst>
              <a:ext uri="{FF2B5EF4-FFF2-40B4-BE49-F238E27FC236}">
                <a16:creationId xmlns:a16="http://schemas.microsoft.com/office/drawing/2014/main" id="{BC0BD731-9118-752E-C3AE-93E1088DB566}"/>
              </a:ext>
            </a:extLst>
          </p:cNvPr>
          <p:cNvSpPr/>
          <p:nvPr>
            <p:custDataLst>
              <p:tags r:id="rId9"/>
            </p:custDataLst>
          </p:nvPr>
        </p:nvSpPr>
        <p:spPr>
          <a:xfrm>
            <a:off x="4350715" y="3046870"/>
            <a:ext cx="291577" cy="0"/>
          </a:xfrm>
          <a:prstGeom prst="line">
            <a:avLst/>
          </a:prstGeom>
          <a:noFill/>
          <a:ln w="28575">
            <a:solidFill>
              <a:srgbClr val="1F6FEB"/>
            </a:solidFill>
            <a:prstDash val="solid"/>
            <a:headEnd type="none"/>
            <a:tailEnd type="triangle"/>
          </a:ln>
        </p:spPr>
        <p:txBody>
          <a:bodyPr/>
          <a:lstStyle/>
          <a:p>
            <a:endParaRPr lang="fr-CA" noProof="0" dirty="0"/>
          </a:p>
        </p:txBody>
      </p:sp>
      <p:sp>
        <p:nvSpPr>
          <p:cNvPr id="25" name="Shape 11">
            <a:extLst>
              <a:ext uri="{FF2B5EF4-FFF2-40B4-BE49-F238E27FC236}">
                <a16:creationId xmlns:a16="http://schemas.microsoft.com/office/drawing/2014/main" id="{5736360F-44AD-C43A-E389-28319C54A15F}"/>
              </a:ext>
            </a:extLst>
          </p:cNvPr>
          <p:cNvSpPr/>
          <p:nvPr>
            <p:custDataLst>
              <p:tags r:id="rId10"/>
            </p:custDataLst>
          </p:nvPr>
        </p:nvSpPr>
        <p:spPr>
          <a:xfrm>
            <a:off x="4654137" y="4208524"/>
            <a:ext cx="3661506" cy="425524"/>
          </a:xfrm>
          <a:prstGeom prst="roundRect">
            <a:avLst>
              <a:gd name="adj" fmla="val 5882"/>
            </a:avLst>
          </a:prstGeom>
          <a:solidFill>
            <a:schemeClr val="bg1">
              <a:lumMod val="95000"/>
            </a:schemeClr>
          </a:solidFill>
          <a:ln w="8890">
            <a:solidFill>
              <a:srgbClr val="0F766E"/>
            </a:solidFill>
            <a:prstDash val="solid"/>
          </a:ln>
        </p:spPr>
        <p:txBody>
          <a:bodyPr/>
          <a:lstStyle/>
          <a:p>
            <a:endParaRPr lang="fr-CA" noProof="0" dirty="0"/>
          </a:p>
        </p:txBody>
      </p:sp>
      <p:sp>
        <p:nvSpPr>
          <p:cNvPr id="33" name="Shape 15">
            <a:extLst>
              <a:ext uri="{FF2B5EF4-FFF2-40B4-BE49-F238E27FC236}">
                <a16:creationId xmlns:a16="http://schemas.microsoft.com/office/drawing/2014/main" id="{961689A6-6461-BBDD-5F33-A7092B3BD223}"/>
              </a:ext>
            </a:extLst>
          </p:cNvPr>
          <p:cNvSpPr/>
          <p:nvPr>
            <p:custDataLst>
              <p:tags r:id="rId11"/>
            </p:custDataLst>
          </p:nvPr>
        </p:nvSpPr>
        <p:spPr>
          <a:xfrm>
            <a:off x="8616673" y="2018361"/>
            <a:ext cx="2096864" cy="2617898"/>
          </a:xfrm>
          <a:prstGeom prst="roundRect">
            <a:avLst>
              <a:gd name="adj" fmla="val 5882"/>
            </a:avLst>
          </a:prstGeom>
          <a:solidFill>
            <a:srgbClr val="FFF2F2"/>
          </a:solidFill>
          <a:ln w="8890">
            <a:solidFill>
              <a:srgbClr val="B42318"/>
            </a:solidFill>
            <a:prstDash val="solid"/>
          </a:ln>
        </p:spPr>
        <p:txBody>
          <a:bodyPr/>
          <a:lstStyle/>
          <a:p>
            <a:endParaRPr lang="fr-CA" noProof="0" dirty="0"/>
          </a:p>
        </p:txBody>
      </p:sp>
      <p:sp>
        <p:nvSpPr>
          <p:cNvPr id="35" name="Text 16">
            <a:extLst>
              <a:ext uri="{FF2B5EF4-FFF2-40B4-BE49-F238E27FC236}">
                <a16:creationId xmlns:a16="http://schemas.microsoft.com/office/drawing/2014/main" id="{43770445-9D92-AB32-EA7C-06BD79DB7607}"/>
              </a:ext>
            </a:extLst>
          </p:cNvPr>
          <p:cNvSpPr/>
          <p:nvPr>
            <p:custDataLst>
              <p:tags r:id="rId12"/>
            </p:custDataLst>
          </p:nvPr>
        </p:nvSpPr>
        <p:spPr>
          <a:xfrm>
            <a:off x="8628566" y="2136330"/>
            <a:ext cx="2096864" cy="475488"/>
          </a:xfrm>
          <a:prstGeom prst="rect">
            <a:avLst/>
          </a:prstGeom>
          <a:noFill/>
          <a:ln/>
        </p:spPr>
        <p:txBody>
          <a:bodyPr wrap="square" lIns="0" tIns="0" rIns="0" bIns="0" rtlCol="0" anchor="t">
            <a:normAutofit/>
          </a:bodyPr>
          <a:lstStyle/>
          <a:p>
            <a:pPr marL="0" indent="0" algn="ctr">
              <a:buNone/>
            </a:pPr>
            <a:r>
              <a:rPr lang="fr-CA" sz="1850" b="1" noProof="0" dirty="0">
                <a:solidFill>
                  <a:srgbClr val="B42318"/>
                </a:solidFill>
                <a:latin typeface="Calibri" pitchFamily="34" charset="0"/>
                <a:ea typeface="Calibri" pitchFamily="34" charset="-122"/>
                <a:cs typeface="Calibri" pitchFamily="34" charset="-120"/>
              </a:rPr>
              <a:t>Services externes</a:t>
            </a:r>
            <a:endParaRPr lang="fr-CA" sz="1850" noProof="0" dirty="0"/>
          </a:p>
        </p:txBody>
      </p:sp>
      <p:sp>
        <p:nvSpPr>
          <p:cNvPr id="37" name="Text 17">
            <a:extLst>
              <a:ext uri="{FF2B5EF4-FFF2-40B4-BE49-F238E27FC236}">
                <a16:creationId xmlns:a16="http://schemas.microsoft.com/office/drawing/2014/main" id="{663AAC85-FA37-3C08-994B-2AA8907BE720}"/>
              </a:ext>
            </a:extLst>
          </p:cNvPr>
          <p:cNvSpPr/>
          <p:nvPr>
            <p:custDataLst>
              <p:tags r:id="rId13"/>
            </p:custDataLst>
          </p:nvPr>
        </p:nvSpPr>
        <p:spPr>
          <a:xfrm>
            <a:off x="7145456" y="2337496"/>
            <a:ext cx="1245102" cy="324612"/>
          </a:xfrm>
          <a:prstGeom prst="rect">
            <a:avLst/>
          </a:prstGeom>
          <a:noFill/>
          <a:ln/>
        </p:spPr>
        <p:txBody>
          <a:bodyPr wrap="square" lIns="0" tIns="0" rIns="0" bIns="0" rtlCol="0" anchor="t">
            <a:normAutofit/>
          </a:bodyPr>
          <a:lstStyle/>
          <a:p>
            <a:pPr marL="0" indent="0" algn="ctr">
              <a:buNone/>
            </a:pPr>
            <a:r>
              <a:rPr lang="fr-CA" sz="1620" noProof="0" dirty="0">
                <a:solidFill>
                  <a:srgbClr val="486581"/>
                </a:solidFill>
                <a:latin typeface="Calibri" pitchFamily="34" charset="0"/>
                <a:ea typeface="Calibri" pitchFamily="34" charset="-122"/>
                <a:cs typeface="Calibri" pitchFamily="34" charset="-120"/>
              </a:rPr>
              <a:t>Disponible</a:t>
            </a:r>
            <a:endParaRPr lang="fr-CA" sz="1620" noProof="0" dirty="0"/>
          </a:p>
        </p:txBody>
      </p:sp>
      <p:sp>
        <p:nvSpPr>
          <p:cNvPr id="57" name="Text 27">
            <a:extLst>
              <a:ext uri="{FF2B5EF4-FFF2-40B4-BE49-F238E27FC236}">
                <a16:creationId xmlns:a16="http://schemas.microsoft.com/office/drawing/2014/main" id="{4B1D4670-9157-8B37-C195-37990CBDAFF5}"/>
              </a:ext>
            </a:extLst>
          </p:cNvPr>
          <p:cNvSpPr/>
          <p:nvPr>
            <p:custDataLst>
              <p:tags r:id="rId14"/>
            </p:custDataLst>
          </p:nvPr>
        </p:nvSpPr>
        <p:spPr>
          <a:xfrm>
            <a:off x="4654137" y="4264003"/>
            <a:ext cx="3661505" cy="363341"/>
          </a:xfrm>
          <a:prstGeom prst="rect">
            <a:avLst/>
          </a:prstGeom>
          <a:noFill/>
          <a:ln/>
        </p:spPr>
        <p:txBody>
          <a:bodyPr wrap="square" lIns="0" tIns="0" rIns="0" bIns="0" rtlCol="0" anchor="t">
            <a:normAutofit/>
          </a:bodyPr>
          <a:lstStyle/>
          <a:p>
            <a:pPr marL="0" indent="0" algn="ctr">
              <a:buNone/>
            </a:pPr>
            <a:r>
              <a:rPr lang="fr-CA" sz="1650" noProof="0" dirty="0">
                <a:solidFill>
                  <a:srgbClr val="486581"/>
                </a:solidFill>
                <a:latin typeface="Calibri" pitchFamily="34" charset="0"/>
                <a:ea typeface="Calibri" pitchFamily="34" charset="-122"/>
                <a:cs typeface="Calibri" pitchFamily="34" charset="-120"/>
              </a:rPr>
              <a:t>HPA/Karpenter</a:t>
            </a:r>
          </a:p>
        </p:txBody>
      </p:sp>
      <p:sp>
        <p:nvSpPr>
          <p:cNvPr id="59" name="Shape 28">
            <a:extLst>
              <a:ext uri="{FF2B5EF4-FFF2-40B4-BE49-F238E27FC236}">
                <a16:creationId xmlns:a16="http://schemas.microsoft.com/office/drawing/2014/main" id="{40D61BF6-A430-2C69-B246-96FBFA9F96DA}"/>
              </a:ext>
            </a:extLst>
          </p:cNvPr>
          <p:cNvSpPr/>
          <p:nvPr>
            <p:custDataLst>
              <p:tags r:id="rId15"/>
            </p:custDataLst>
          </p:nvPr>
        </p:nvSpPr>
        <p:spPr>
          <a:xfrm>
            <a:off x="530352" y="5715000"/>
            <a:ext cx="11128248" cy="448056"/>
          </a:xfrm>
          <a:prstGeom prst="roundRect">
            <a:avLst>
              <a:gd name="adj" fmla="val 20408"/>
            </a:avLst>
          </a:prstGeom>
          <a:solidFill>
            <a:srgbClr val="EFF6FF"/>
          </a:solidFill>
          <a:ln w="8890">
            <a:solidFill>
              <a:srgbClr val="EFF6FF"/>
            </a:solidFill>
            <a:prstDash val="solid"/>
          </a:ln>
        </p:spPr>
        <p:txBody>
          <a:bodyPr/>
          <a:lstStyle/>
          <a:p>
            <a:endParaRPr lang="fr-CA" noProof="0" dirty="0"/>
          </a:p>
        </p:txBody>
      </p:sp>
      <p:sp>
        <p:nvSpPr>
          <p:cNvPr id="61" name="Text 29">
            <a:extLst>
              <a:ext uri="{FF2B5EF4-FFF2-40B4-BE49-F238E27FC236}">
                <a16:creationId xmlns:a16="http://schemas.microsoft.com/office/drawing/2014/main" id="{1109D2BE-B2F3-DE8D-8B6C-158E9B0C4A9B}"/>
              </a:ext>
            </a:extLst>
          </p:cNvPr>
          <p:cNvSpPr/>
          <p:nvPr>
            <p:custDataLst>
              <p:tags r:id="rId16"/>
            </p:custDataLst>
          </p:nvPr>
        </p:nvSpPr>
        <p:spPr>
          <a:xfrm>
            <a:off x="731520" y="5820156"/>
            <a:ext cx="10716768" cy="274320"/>
          </a:xfrm>
          <a:prstGeom prst="rect">
            <a:avLst/>
          </a:prstGeom>
          <a:noFill/>
          <a:ln/>
        </p:spPr>
        <p:txBody>
          <a:bodyPr wrap="square" lIns="0" tIns="0" rIns="0" bIns="0" rtlCol="0" anchor="t">
            <a:normAutofit/>
          </a:bodyPr>
          <a:lstStyle/>
          <a:p>
            <a:pPr marL="0" indent="0">
              <a:buNone/>
            </a:pPr>
            <a:r>
              <a:rPr lang="fr-CA" sz="1550" b="1" noProof="0" dirty="0">
                <a:solidFill>
                  <a:srgbClr val="102A43"/>
                </a:solidFill>
                <a:latin typeface="Calibri" pitchFamily="34" charset="0"/>
                <a:ea typeface="Calibri" pitchFamily="34" charset="-122"/>
                <a:cs typeface="Calibri" pitchFamily="34" charset="-120"/>
              </a:rPr>
              <a:t>HPA/Karpenter gère les instances machine, KEDA le lag et la consommation.</a:t>
            </a:r>
            <a:endParaRPr lang="fr-CA" sz="1550" noProof="0" dirty="0"/>
          </a:p>
        </p:txBody>
      </p:sp>
      <p:sp>
        <p:nvSpPr>
          <p:cNvPr id="67" name="Text 2">
            <a:extLst>
              <a:ext uri="{FF2B5EF4-FFF2-40B4-BE49-F238E27FC236}">
                <a16:creationId xmlns:a16="http://schemas.microsoft.com/office/drawing/2014/main" id="{A2AA6F32-3A56-C85A-D7C3-73268AE0A69D}"/>
              </a:ext>
            </a:extLst>
          </p:cNvPr>
          <p:cNvSpPr/>
          <p:nvPr>
            <p:custDataLst>
              <p:tags r:id="rId17"/>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fr-CA" sz="1000" b="1" dirty="0">
                <a:solidFill>
                  <a:srgbClr val="829AB1"/>
                </a:solidFill>
                <a:latin typeface="Calibri" pitchFamily="34" charset="0"/>
                <a:ea typeface="Calibri" pitchFamily="34" charset="-122"/>
                <a:cs typeface="Calibri" pitchFamily="34" charset="-120"/>
              </a:rPr>
              <a:t>ÉLASTICITÉ SUR EKS</a:t>
            </a:r>
            <a:endParaRPr lang="fr-CA" sz="1000" dirty="0"/>
          </a:p>
        </p:txBody>
      </p:sp>
      <p:sp>
        <p:nvSpPr>
          <p:cNvPr id="69" name="Text 1">
            <a:extLst>
              <a:ext uri="{FF2B5EF4-FFF2-40B4-BE49-F238E27FC236}">
                <a16:creationId xmlns:a16="http://schemas.microsoft.com/office/drawing/2014/main" id="{C916849A-B00C-CBEE-5578-D2ECDB24B421}"/>
              </a:ext>
            </a:extLst>
          </p:cNvPr>
          <p:cNvSpPr/>
          <p:nvPr>
            <p:custDataLst>
              <p:tags r:id="rId18"/>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fr-CA" sz="1100" b="1" kern="0" spc="50" dirty="0">
                <a:solidFill>
                  <a:srgbClr val="1F6FEB"/>
                </a:solidFill>
                <a:latin typeface="Calibri" pitchFamily="34" charset="0"/>
                <a:ea typeface="Calibri" pitchFamily="34" charset="-122"/>
                <a:cs typeface="Calibri" pitchFamily="34" charset="-120"/>
              </a:rPr>
              <a:t>05 / EXPLOITER ET DISTRIBUER</a:t>
            </a:r>
            <a:endParaRPr lang="fr-CA" sz="1100" dirty="0"/>
          </a:p>
        </p:txBody>
      </p:sp>
      <p:sp>
        <p:nvSpPr>
          <p:cNvPr id="71" name="Shape 7">
            <a:extLst>
              <a:ext uri="{FF2B5EF4-FFF2-40B4-BE49-F238E27FC236}">
                <a16:creationId xmlns:a16="http://schemas.microsoft.com/office/drawing/2014/main" id="{86CC666E-4C62-4EBF-1137-15A65ACD8CC4}"/>
              </a:ext>
            </a:extLst>
          </p:cNvPr>
          <p:cNvSpPr/>
          <p:nvPr>
            <p:custDataLst>
              <p:tags r:id="rId19"/>
            </p:custDataLst>
          </p:nvPr>
        </p:nvSpPr>
        <p:spPr>
          <a:xfrm>
            <a:off x="1593246" y="2032475"/>
            <a:ext cx="2742029" cy="2050059"/>
          </a:xfrm>
          <a:prstGeom prst="roundRect">
            <a:avLst>
              <a:gd name="adj" fmla="val 6098"/>
            </a:avLst>
          </a:prstGeom>
          <a:solidFill>
            <a:srgbClr val="EFFAF8"/>
          </a:solidFill>
          <a:ln w="8890">
            <a:solidFill>
              <a:srgbClr val="0F766E"/>
            </a:solidFill>
            <a:prstDash val="solid"/>
          </a:ln>
        </p:spPr>
        <p:txBody>
          <a:bodyPr/>
          <a:lstStyle/>
          <a:p>
            <a:endParaRPr lang="fr-CA" dirty="0"/>
          </a:p>
        </p:txBody>
      </p:sp>
      <p:sp>
        <p:nvSpPr>
          <p:cNvPr id="73" name="Text 8">
            <a:extLst>
              <a:ext uri="{FF2B5EF4-FFF2-40B4-BE49-F238E27FC236}">
                <a16:creationId xmlns:a16="http://schemas.microsoft.com/office/drawing/2014/main" id="{6995CE37-D029-32C2-EE3F-C77DF8496A5B}"/>
              </a:ext>
            </a:extLst>
          </p:cNvPr>
          <p:cNvSpPr/>
          <p:nvPr>
            <p:custDataLst>
              <p:tags r:id="rId20"/>
            </p:custDataLst>
          </p:nvPr>
        </p:nvSpPr>
        <p:spPr>
          <a:xfrm>
            <a:off x="1577806" y="2120416"/>
            <a:ext cx="2742029" cy="475488"/>
          </a:xfrm>
          <a:prstGeom prst="rect">
            <a:avLst/>
          </a:prstGeom>
          <a:noFill/>
          <a:ln/>
        </p:spPr>
        <p:txBody>
          <a:bodyPr wrap="square" lIns="0" tIns="0" rIns="0" bIns="0" rtlCol="0" anchor="t">
            <a:normAutofit/>
          </a:bodyPr>
          <a:lstStyle/>
          <a:p>
            <a:pPr marL="0" indent="0" algn="ctr">
              <a:buNone/>
            </a:pPr>
            <a:r>
              <a:rPr lang="fr-CA" sz="1850" b="1" dirty="0">
                <a:solidFill>
                  <a:srgbClr val="0F766E"/>
                </a:solidFill>
                <a:latin typeface="Calibri" pitchFamily="34" charset="0"/>
                <a:ea typeface="Calibri" pitchFamily="34" charset="-122"/>
                <a:cs typeface="Calibri" pitchFamily="34" charset="-120"/>
              </a:rPr>
              <a:t>Kafka / Topic</a:t>
            </a:r>
            <a:endParaRPr lang="fr-CA" sz="1850" dirty="0"/>
          </a:p>
        </p:txBody>
      </p:sp>
      <p:sp>
        <p:nvSpPr>
          <p:cNvPr id="79" name="Shape 7">
            <a:extLst>
              <a:ext uri="{FF2B5EF4-FFF2-40B4-BE49-F238E27FC236}">
                <a16:creationId xmlns:a16="http://schemas.microsoft.com/office/drawing/2014/main" id="{C4C24258-D5AA-F43D-EB6F-05AE6800EB69}"/>
              </a:ext>
            </a:extLst>
          </p:cNvPr>
          <p:cNvSpPr/>
          <p:nvPr>
            <p:custDataLst>
              <p:tags r:id="rId21"/>
            </p:custDataLst>
          </p:nvPr>
        </p:nvSpPr>
        <p:spPr>
          <a:xfrm>
            <a:off x="1794415" y="2638604"/>
            <a:ext cx="683768" cy="106680"/>
          </a:xfrm>
          <a:prstGeom prst="roundRect">
            <a:avLst>
              <a:gd name="adj" fmla="val 6098"/>
            </a:avLst>
          </a:prstGeom>
          <a:solidFill>
            <a:schemeClr val="accent1">
              <a:lumMod val="40000"/>
              <a:lumOff val="60000"/>
            </a:schemeClr>
          </a:solidFill>
          <a:ln w="8890">
            <a:solidFill>
              <a:srgbClr val="0F766E"/>
            </a:solidFill>
            <a:prstDash val="solid"/>
          </a:ln>
        </p:spPr>
        <p:txBody>
          <a:bodyPr/>
          <a:lstStyle/>
          <a:p>
            <a:endParaRPr lang="fr-CA" dirty="0"/>
          </a:p>
        </p:txBody>
      </p:sp>
      <p:sp>
        <p:nvSpPr>
          <p:cNvPr id="93" name="Shape 7">
            <a:extLst>
              <a:ext uri="{FF2B5EF4-FFF2-40B4-BE49-F238E27FC236}">
                <a16:creationId xmlns:a16="http://schemas.microsoft.com/office/drawing/2014/main" id="{5E294D3B-B5B1-5F40-BA37-3E43B1F76201}"/>
              </a:ext>
            </a:extLst>
          </p:cNvPr>
          <p:cNvSpPr/>
          <p:nvPr>
            <p:custDataLst>
              <p:tags r:id="rId22"/>
            </p:custDataLst>
          </p:nvPr>
        </p:nvSpPr>
        <p:spPr>
          <a:xfrm>
            <a:off x="1794415" y="2796500"/>
            <a:ext cx="683768" cy="106680"/>
          </a:xfrm>
          <a:prstGeom prst="roundRect">
            <a:avLst>
              <a:gd name="adj" fmla="val 6098"/>
            </a:avLst>
          </a:prstGeom>
          <a:solidFill>
            <a:schemeClr val="accent1">
              <a:lumMod val="40000"/>
              <a:lumOff val="60000"/>
            </a:schemeClr>
          </a:solidFill>
          <a:ln w="8890">
            <a:solidFill>
              <a:srgbClr val="0F766E"/>
            </a:solidFill>
            <a:prstDash val="solid"/>
          </a:ln>
        </p:spPr>
        <p:txBody>
          <a:bodyPr/>
          <a:lstStyle/>
          <a:p>
            <a:endParaRPr lang="fr-CA" dirty="0"/>
          </a:p>
        </p:txBody>
      </p:sp>
      <p:sp>
        <p:nvSpPr>
          <p:cNvPr id="95" name="Shape 7">
            <a:extLst>
              <a:ext uri="{FF2B5EF4-FFF2-40B4-BE49-F238E27FC236}">
                <a16:creationId xmlns:a16="http://schemas.microsoft.com/office/drawing/2014/main" id="{EA9E25E3-998F-5C13-DA33-1AD0B00CA572}"/>
              </a:ext>
            </a:extLst>
          </p:cNvPr>
          <p:cNvSpPr/>
          <p:nvPr>
            <p:custDataLst>
              <p:tags r:id="rId23"/>
            </p:custDataLst>
          </p:nvPr>
        </p:nvSpPr>
        <p:spPr>
          <a:xfrm>
            <a:off x="1794415" y="2955648"/>
            <a:ext cx="683768" cy="106680"/>
          </a:xfrm>
          <a:prstGeom prst="roundRect">
            <a:avLst>
              <a:gd name="adj" fmla="val 6098"/>
            </a:avLst>
          </a:prstGeom>
          <a:solidFill>
            <a:schemeClr val="accent1">
              <a:lumMod val="40000"/>
              <a:lumOff val="60000"/>
            </a:schemeClr>
          </a:solidFill>
          <a:ln w="8890">
            <a:solidFill>
              <a:srgbClr val="0F766E"/>
            </a:solidFill>
            <a:prstDash val="solid"/>
          </a:ln>
        </p:spPr>
        <p:txBody>
          <a:bodyPr/>
          <a:lstStyle/>
          <a:p>
            <a:endParaRPr lang="fr-CA" dirty="0"/>
          </a:p>
        </p:txBody>
      </p:sp>
      <p:sp>
        <p:nvSpPr>
          <p:cNvPr id="103" name="Shape 7">
            <a:extLst>
              <a:ext uri="{FF2B5EF4-FFF2-40B4-BE49-F238E27FC236}">
                <a16:creationId xmlns:a16="http://schemas.microsoft.com/office/drawing/2014/main" id="{A948A1A6-EA32-8346-AC46-5838E0AB5B14}"/>
              </a:ext>
            </a:extLst>
          </p:cNvPr>
          <p:cNvSpPr/>
          <p:nvPr>
            <p:custDataLst>
              <p:tags r:id="rId24"/>
            </p:custDataLst>
          </p:nvPr>
        </p:nvSpPr>
        <p:spPr>
          <a:xfrm>
            <a:off x="1794414" y="3437152"/>
            <a:ext cx="683768" cy="106680"/>
          </a:xfrm>
          <a:prstGeom prst="roundRect">
            <a:avLst>
              <a:gd name="adj" fmla="val 6098"/>
            </a:avLst>
          </a:prstGeom>
          <a:solidFill>
            <a:schemeClr val="accent1">
              <a:lumMod val="40000"/>
              <a:lumOff val="60000"/>
            </a:schemeClr>
          </a:solidFill>
          <a:ln w="8890">
            <a:solidFill>
              <a:srgbClr val="0F766E"/>
            </a:solidFill>
            <a:prstDash val="solid"/>
          </a:ln>
        </p:spPr>
        <p:txBody>
          <a:bodyPr/>
          <a:lstStyle/>
          <a:p>
            <a:endParaRPr lang="fr-CA" dirty="0"/>
          </a:p>
        </p:txBody>
      </p:sp>
      <p:sp>
        <p:nvSpPr>
          <p:cNvPr id="105" name="Shape 7">
            <a:extLst>
              <a:ext uri="{FF2B5EF4-FFF2-40B4-BE49-F238E27FC236}">
                <a16:creationId xmlns:a16="http://schemas.microsoft.com/office/drawing/2014/main" id="{17F598CC-229F-8D0A-0845-B8B5752D7319}"/>
              </a:ext>
            </a:extLst>
          </p:cNvPr>
          <p:cNvSpPr/>
          <p:nvPr>
            <p:custDataLst>
              <p:tags r:id="rId25"/>
            </p:custDataLst>
          </p:nvPr>
        </p:nvSpPr>
        <p:spPr>
          <a:xfrm>
            <a:off x="1794414" y="3594960"/>
            <a:ext cx="683768" cy="106680"/>
          </a:xfrm>
          <a:prstGeom prst="roundRect">
            <a:avLst>
              <a:gd name="adj" fmla="val 6098"/>
            </a:avLst>
          </a:prstGeom>
          <a:solidFill>
            <a:schemeClr val="accent1">
              <a:lumMod val="40000"/>
              <a:lumOff val="60000"/>
            </a:schemeClr>
          </a:solidFill>
          <a:ln w="8890">
            <a:solidFill>
              <a:srgbClr val="0F766E"/>
            </a:solidFill>
            <a:prstDash val="solid"/>
          </a:ln>
        </p:spPr>
        <p:txBody>
          <a:bodyPr/>
          <a:lstStyle/>
          <a:p>
            <a:endParaRPr lang="fr-CA" dirty="0"/>
          </a:p>
        </p:txBody>
      </p:sp>
      <p:sp>
        <p:nvSpPr>
          <p:cNvPr id="107" name="Shape 7">
            <a:extLst>
              <a:ext uri="{FF2B5EF4-FFF2-40B4-BE49-F238E27FC236}">
                <a16:creationId xmlns:a16="http://schemas.microsoft.com/office/drawing/2014/main" id="{827CD885-4E0C-F362-76D1-CF724A800B97}"/>
              </a:ext>
            </a:extLst>
          </p:cNvPr>
          <p:cNvSpPr/>
          <p:nvPr>
            <p:custDataLst>
              <p:tags r:id="rId26"/>
            </p:custDataLst>
          </p:nvPr>
        </p:nvSpPr>
        <p:spPr>
          <a:xfrm>
            <a:off x="1794414" y="3752768"/>
            <a:ext cx="683768" cy="106680"/>
          </a:xfrm>
          <a:prstGeom prst="roundRect">
            <a:avLst>
              <a:gd name="adj" fmla="val 6098"/>
            </a:avLst>
          </a:prstGeom>
          <a:solidFill>
            <a:schemeClr val="accent1">
              <a:lumMod val="40000"/>
              <a:lumOff val="60000"/>
            </a:schemeClr>
          </a:solidFill>
          <a:ln w="8890">
            <a:solidFill>
              <a:srgbClr val="0F766E"/>
            </a:solidFill>
            <a:prstDash val="solid"/>
          </a:ln>
        </p:spPr>
        <p:txBody>
          <a:bodyPr/>
          <a:lstStyle/>
          <a:p>
            <a:endParaRPr lang="fr-CA" dirty="0"/>
          </a:p>
        </p:txBody>
      </p:sp>
      <p:sp>
        <p:nvSpPr>
          <p:cNvPr id="113" name="Shape 7">
            <a:extLst>
              <a:ext uri="{FF2B5EF4-FFF2-40B4-BE49-F238E27FC236}">
                <a16:creationId xmlns:a16="http://schemas.microsoft.com/office/drawing/2014/main" id="{9C461603-D642-B099-6612-0C88BB14F5BE}"/>
              </a:ext>
            </a:extLst>
          </p:cNvPr>
          <p:cNvSpPr/>
          <p:nvPr>
            <p:custDataLst>
              <p:tags r:id="rId27"/>
            </p:custDataLst>
          </p:nvPr>
        </p:nvSpPr>
        <p:spPr>
          <a:xfrm>
            <a:off x="4800441" y="2580591"/>
            <a:ext cx="689438" cy="1378652"/>
          </a:xfrm>
          <a:prstGeom prst="roundRect">
            <a:avLst>
              <a:gd name="adj" fmla="val 5882"/>
            </a:avLst>
          </a:prstGeom>
          <a:solidFill>
            <a:schemeClr val="accent5">
              <a:lumMod val="75000"/>
            </a:schemeClr>
          </a:solidFill>
          <a:ln w="8890">
            <a:solidFill>
              <a:srgbClr val="1F6FEB"/>
            </a:solidFill>
            <a:prstDash val="solid"/>
          </a:ln>
        </p:spPr>
        <p:txBody>
          <a:bodyPr/>
          <a:lstStyle/>
          <a:p>
            <a:endParaRPr lang="fr-CA" noProof="0" dirty="0"/>
          </a:p>
        </p:txBody>
      </p:sp>
      <p:sp>
        <p:nvSpPr>
          <p:cNvPr id="115" name="Shape 7">
            <a:extLst>
              <a:ext uri="{FF2B5EF4-FFF2-40B4-BE49-F238E27FC236}">
                <a16:creationId xmlns:a16="http://schemas.microsoft.com/office/drawing/2014/main" id="{5D90378A-F5B0-A6DF-0FBF-0D37375E8A9C}"/>
              </a:ext>
            </a:extLst>
          </p:cNvPr>
          <p:cNvSpPr/>
          <p:nvPr>
            <p:custDataLst>
              <p:tags r:id="rId28"/>
            </p:custDataLst>
          </p:nvPr>
        </p:nvSpPr>
        <p:spPr>
          <a:xfrm>
            <a:off x="4863205" y="2840206"/>
            <a:ext cx="563910" cy="202979"/>
          </a:xfrm>
          <a:prstGeom prst="roundRect">
            <a:avLst>
              <a:gd name="adj" fmla="val 5882"/>
            </a:avLst>
          </a:prstGeom>
          <a:solidFill>
            <a:schemeClr val="bg1"/>
          </a:solidFill>
          <a:ln w="8890">
            <a:solidFill>
              <a:srgbClr val="1F6FEB"/>
            </a:solidFill>
            <a:prstDash val="solid"/>
          </a:ln>
        </p:spPr>
        <p:txBody>
          <a:bodyPr/>
          <a:lstStyle/>
          <a:p>
            <a:endParaRPr lang="fr-CA" noProof="0" dirty="0"/>
          </a:p>
        </p:txBody>
      </p:sp>
      <p:sp>
        <p:nvSpPr>
          <p:cNvPr id="117" name="Shape 7">
            <a:extLst>
              <a:ext uri="{FF2B5EF4-FFF2-40B4-BE49-F238E27FC236}">
                <a16:creationId xmlns:a16="http://schemas.microsoft.com/office/drawing/2014/main" id="{470EC39A-D265-61BB-31D3-9B844BFAE5D7}"/>
              </a:ext>
            </a:extLst>
          </p:cNvPr>
          <p:cNvSpPr/>
          <p:nvPr>
            <p:custDataLst>
              <p:tags r:id="rId29"/>
            </p:custDataLst>
          </p:nvPr>
        </p:nvSpPr>
        <p:spPr>
          <a:xfrm>
            <a:off x="4863205" y="3176623"/>
            <a:ext cx="563910" cy="202979"/>
          </a:xfrm>
          <a:prstGeom prst="roundRect">
            <a:avLst>
              <a:gd name="adj" fmla="val 5882"/>
            </a:avLst>
          </a:prstGeom>
          <a:solidFill>
            <a:schemeClr val="bg1"/>
          </a:solidFill>
          <a:ln w="8890">
            <a:solidFill>
              <a:srgbClr val="1F6FEB"/>
            </a:solidFill>
            <a:prstDash val="solid"/>
          </a:ln>
        </p:spPr>
        <p:txBody>
          <a:bodyPr/>
          <a:lstStyle/>
          <a:p>
            <a:endParaRPr lang="fr-CA" noProof="0" dirty="0"/>
          </a:p>
        </p:txBody>
      </p:sp>
      <p:sp>
        <p:nvSpPr>
          <p:cNvPr id="119" name="Shape 7">
            <a:extLst>
              <a:ext uri="{FF2B5EF4-FFF2-40B4-BE49-F238E27FC236}">
                <a16:creationId xmlns:a16="http://schemas.microsoft.com/office/drawing/2014/main" id="{D8020E59-02EF-981E-3563-D4F73720AEBF}"/>
              </a:ext>
            </a:extLst>
          </p:cNvPr>
          <p:cNvSpPr/>
          <p:nvPr>
            <p:custDataLst>
              <p:tags r:id="rId30"/>
            </p:custDataLst>
          </p:nvPr>
        </p:nvSpPr>
        <p:spPr>
          <a:xfrm>
            <a:off x="4863205" y="3513040"/>
            <a:ext cx="563910" cy="202979"/>
          </a:xfrm>
          <a:prstGeom prst="roundRect">
            <a:avLst>
              <a:gd name="adj" fmla="val 5882"/>
            </a:avLst>
          </a:prstGeom>
          <a:solidFill>
            <a:schemeClr val="bg1"/>
          </a:solidFill>
          <a:ln w="8890">
            <a:solidFill>
              <a:srgbClr val="1F6FEB"/>
            </a:solidFill>
            <a:prstDash val="solid"/>
          </a:ln>
        </p:spPr>
        <p:txBody>
          <a:bodyPr/>
          <a:lstStyle/>
          <a:p>
            <a:endParaRPr lang="fr-CA" noProof="0" dirty="0"/>
          </a:p>
        </p:txBody>
      </p:sp>
      <p:sp>
        <p:nvSpPr>
          <p:cNvPr id="121" name="Shape 7">
            <a:extLst>
              <a:ext uri="{FF2B5EF4-FFF2-40B4-BE49-F238E27FC236}">
                <a16:creationId xmlns:a16="http://schemas.microsoft.com/office/drawing/2014/main" id="{593FAD52-A877-2B57-65C1-5FB6DA6AEDDD}"/>
              </a:ext>
            </a:extLst>
          </p:cNvPr>
          <p:cNvSpPr/>
          <p:nvPr>
            <p:custDataLst>
              <p:tags r:id="rId31"/>
            </p:custDataLst>
          </p:nvPr>
        </p:nvSpPr>
        <p:spPr>
          <a:xfrm>
            <a:off x="5654471" y="2580591"/>
            <a:ext cx="689438" cy="1378652"/>
          </a:xfrm>
          <a:prstGeom prst="roundRect">
            <a:avLst>
              <a:gd name="adj" fmla="val 5882"/>
            </a:avLst>
          </a:prstGeom>
          <a:solidFill>
            <a:schemeClr val="accent5">
              <a:lumMod val="75000"/>
            </a:schemeClr>
          </a:solidFill>
          <a:ln w="8890">
            <a:solidFill>
              <a:srgbClr val="1F6FEB"/>
            </a:solidFill>
            <a:prstDash val="solid"/>
          </a:ln>
        </p:spPr>
        <p:txBody>
          <a:bodyPr/>
          <a:lstStyle/>
          <a:p>
            <a:endParaRPr lang="fr-CA" noProof="0" dirty="0"/>
          </a:p>
        </p:txBody>
      </p:sp>
      <p:sp>
        <p:nvSpPr>
          <p:cNvPr id="123" name="Shape 7">
            <a:extLst>
              <a:ext uri="{FF2B5EF4-FFF2-40B4-BE49-F238E27FC236}">
                <a16:creationId xmlns:a16="http://schemas.microsoft.com/office/drawing/2014/main" id="{2217033E-EA66-51F2-9941-94A3FD0F8548}"/>
              </a:ext>
            </a:extLst>
          </p:cNvPr>
          <p:cNvSpPr/>
          <p:nvPr>
            <p:custDataLst>
              <p:tags r:id="rId32"/>
            </p:custDataLst>
          </p:nvPr>
        </p:nvSpPr>
        <p:spPr>
          <a:xfrm>
            <a:off x="5717235" y="2840206"/>
            <a:ext cx="563910" cy="202979"/>
          </a:xfrm>
          <a:prstGeom prst="roundRect">
            <a:avLst>
              <a:gd name="adj" fmla="val 5882"/>
            </a:avLst>
          </a:prstGeom>
          <a:solidFill>
            <a:schemeClr val="bg1"/>
          </a:solidFill>
          <a:ln w="8890">
            <a:solidFill>
              <a:srgbClr val="1F6FEB"/>
            </a:solidFill>
            <a:prstDash val="solid"/>
          </a:ln>
        </p:spPr>
        <p:txBody>
          <a:bodyPr/>
          <a:lstStyle/>
          <a:p>
            <a:endParaRPr lang="fr-CA" noProof="0" dirty="0"/>
          </a:p>
        </p:txBody>
      </p:sp>
      <p:sp>
        <p:nvSpPr>
          <p:cNvPr id="125" name="Shape 7">
            <a:extLst>
              <a:ext uri="{FF2B5EF4-FFF2-40B4-BE49-F238E27FC236}">
                <a16:creationId xmlns:a16="http://schemas.microsoft.com/office/drawing/2014/main" id="{C177E53B-9CFF-B8BF-0C56-EAD9BBA2BD9E}"/>
              </a:ext>
            </a:extLst>
          </p:cNvPr>
          <p:cNvSpPr/>
          <p:nvPr>
            <p:custDataLst>
              <p:tags r:id="rId33"/>
            </p:custDataLst>
          </p:nvPr>
        </p:nvSpPr>
        <p:spPr>
          <a:xfrm>
            <a:off x="5717235" y="3176623"/>
            <a:ext cx="563910" cy="202979"/>
          </a:xfrm>
          <a:prstGeom prst="roundRect">
            <a:avLst>
              <a:gd name="adj" fmla="val 5882"/>
            </a:avLst>
          </a:prstGeom>
          <a:solidFill>
            <a:schemeClr val="bg1"/>
          </a:solidFill>
          <a:ln w="8890">
            <a:solidFill>
              <a:srgbClr val="1F6FEB"/>
            </a:solidFill>
            <a:prstDash val="solid"/>
          </a:ln>
        </p:spPr>
        <p:txBody>
          <a:bodyPr/>
          <a:lstStyle/>
          <a:p>
            <a:endParaRPr lang="fr-CA" noProof="0" dirty="0"/>
          </a:p>
        </p:txBody>
      </p:sp>
      <p:sp>
        <p:nvSpPr>
          <p:cNvPr id="127" name="Shape 7">
            <a:extLst>
              <a:ext uri="{FF2B5EF4-FFF2-40B4-BE49-F238E27FC236}">
                <a16:creationId xmlns:a16="http://schemas.microsoft.com/office/drawing/2014/main" id="{DE276C82-E7F6-6C12-72E4-FDC934BE7E41}"/>
              </a:ext>
            </a:extLst>
          </p:cNvPr>
          <p:cNvSpPr/>
          <p:nvPr>
            <p:custDataLst>
              <p:tags r:id="rId34"/>
            </p:custDataLst>
          </p:nvPr>
        </p:nvSpPr>
        <p:spPr>
          <a:xfrm>
            <a:off x="5717235" y="3513040"/>
            <a:ext cx="563910" cy="202979"/>
          </a:xfrm>
          <a:prstGeom prst="roundRect">
            <a:avLst>
              <a:gd name="adj" fmla="val 5882"/>
            </a:avLst>
          </a:prstGeom>
          <a:solidFill>
            <a:schemeClr val="bg1"/>
          </a:solidFill>
          <a:ln w="8890">
            <a:solidFill>
              <a:srgbClr val="1F6FEB"/>
            </a:solidFill>
            <a:prstDash val="solid"/>
          </a:ln>
        </p:spPr>
        <p:txBody>
          <a:bodyPr/>
          <a:lstStyle/>
          <a:p>
            <a:endParaRPr lang="fr-CA" noProof="0" dirty="0"/>
          </a:p>
        </p:txBody>
      </p:sp>
      <p:sp>
        <p:nvSpPr>
          <p:cNvPr id="129" name="Shape 7">
            <a:extLst>
              <a:ext uri="{FF2B5EF4-FFF2-40B4-BE49-F238E27FC236}">
                <a16:creationId xmlns:a16="http://schemas.microsoft.com/office/drawing/2014/main" id="{85EC2905-C57F-04D7-DAB3-C0A24217684E}"/>
              </a:ext>
            </a:extLst>
          </p:cNvPr>
          <p:cNvSpPr/>
          <p:nvPr>
            <p:custDataLst>
              <p:tags r:id="rId35"/>
            </p:custDataLst>
          </p:nvPr>
        </p:nvSpPr>
        <p:spPr>
          <a:xfrm>
            <a:off x="6506673" y="2574935"/>
            <a:ext cx="689438" cy="1378652"/>
          </a:xfrm>
          <a:prstGeom prst="roundRect">
            <a:avLst>
              <a:gd name="adj" fmla="val 5882"/>
            </a:avLst>
          </a:prstGeom>
          <a:solidFill>
            <a:schemeClr val="accent5">
              <a:lumMod val="75000"/>
            </a:schemeClr>
          </a:solidFill>
          <a:ln w="8890">
            <a:solidFill>
              <a:srgbClr val="1F6FEB"/>
            </a:solidFill>
            <a:prstDash val="solid"/>
          </a:ln>
        </p:spPr>
        <p:txBody>
          <a:bodyPr/>
          <a:lstStyle/>
          <a:p>
            <a:endParaRPr lang="fr-CA" noProof="0" dirty="0"/>
          </a:p>
        </p:txBody>
      </p:sp>
      <p:sp>
        <p:nvSpPr>
          <p:cNvPr id="131" name="Shape 7">
            <a:extLst>
              <a:ext uri="{FF2B5EF4-FFF2-40B4-BE49-F238E27FC236}">
                <a16:creationId xmlns:a16="http://schemas.microsoft.com/office/drawing/2014/main" id="{8D8131DB-861C-E9C5-DF64-AC5AB523C92D}"/>
              </a:ext>
            </a:extLst>
          </p:cNvPr>
          <p:cNvSpPr/>
          <p:nvPr>
            <p:custDataLst>
              <p:tags r:id="rId36"/>
            </p:custDataLst>
          </p:nvPr>
        </p:nvSpPr>
        <p:spPr>
          <a:xfrm>
            <a:off x="6569437" y="2834550"/>
            <a:ext cx="563910" cy="202979"/>
          </a:xfrm>
          <a:prstGeom prst="roundRect">
            <a:avLst>
              <a:gd name="adj" fmla="val 5882"/>
            </a:avLst>
          </a:prstGeom>
          <a:solidFill>
            <a:schemeClr val="bg1"/>
          </a:solidFill>
          <a:ln w="8890">
            <a:solidFill>
              <a:srgbClr val="1F6FEB"/>
            </a:solidFill>
            <a:prstDash val="solid"/>
          </a:ln>
        </p:spPr>
        <p:txBody>
          <a:bodyPr/>
          <a:lstStyle/>
          <a:p>
            <a:endParaRPr lang="fr-CA" noProof="0" dirty="0"/>
          </a:p>
        </p:txBody>
      </p:sp>
      <p:sp>
        <p:nvSpPr>
          <p:cNvPr id="133" name="Shape 7">
            <a:extLst>
              <a:ext uri="{FF2B5EF4-FFF2-40B4-BE49-F238E27FC236}">
                <a16:creationId xmlns:a16="http://schemas.microsoft.com/office/drawing/2014/main" id="{483F3EDB-37D3-0EA8-3EAE-0BADE8433A5F}"/>
              </a:ext>
            </a:extLst>
          </p:cNvPr>
          <p:cNvSpPr/>
          <p:nvPr>
            <p:custDataLst>
              <p:tags r:id="rId37"/>
            </p:custDataLst>
          </p:nvPr>
        </p:nvSpPr>
        <p:spPr>
          <a:xfrm>
            <a:off x="6569437" y="3170967"/>
            <a:ext cx="563910" cy="202979"/>
          </a:xfrm>
          <a:prstGeom prst="roundRect">
            <a:avLst>
              <a:gd name="adj" fmla="val 5882"/>
            </a:avLst>
          </a:prstGeom>
          <a:solidFill>
            <a:schemeClr val="bg1"/>
          </a:solidFill>
          <a:ln w="8890">
            <a:solidFill>
              <a:srgbClr val="1F6FEB"/>
            </a:solidFill>
            <a:prstDash val="solid"/>
          </a:ln>
        </p:spPr>
        <p:txBody>
          <a:bodyPr/>
          <a:lstStyle/>
          <a:p>
            <a:endParaRPr lang="fr-CA" noProof="0" dirty="0"/>
          </a:p>
        </p:txBody>
      </p:sp>
      <p:sp>
        <p:nvSpPr>
          <p:cNvPr id="135" name="Shape 7">
            <a:extLst>
              <a:ext uri="{FF2B5EF4-FFF2-40B4-BE49-F238E27FC236}">
                <a16:creationId xmlns:a16="http://schemas.microsoft.com/office/drawing/2014/main" id="{DAAE8EDA-6A83-D940-D128-7228D084A89C}"/>
              </a:ext>
            </a:extLst>
          </p:cNvPr>
          <p:cNvSpPr/>
          <p:nvPr>
            <p:custDataLst>
              <p:tags r:id="rId38"/>
            </p:custDataLst>
          </p:nvPr>
        </p:nvSpPr>
        <p:spPr>
          <a:xfrm>
            <a:off x="6569437" y="3507384"/>
            <a:ext cx="563910" cy="202979"/>
          </a:xfrm>
          <a:prstGeom prst="roundRect">
            <a:avLst>
              <a:gd name="adj" fmla="val 5882"/>
            </a:avLst>
          </a:prstGeom>
          <a:solidFill>
            <a:schemeClr val="bg1"/>
          </a:solidFill>
          <a:ln w="8890">
            <a:solidFill>
              <a:srgbClr val="1F6FEB"/>
            </a:solidFill>
            <a:prstDash val="solid"/>
          </a:ln>
        </p:spPr>
        <p:txBody>
          <a:bodyPr/>
          <a:lstStyle/>
          <a:p>
            <a:endParaRPr lang="fr-CA" noProof="0" dirty="0"/>
          </a:p>
        </p:txBody>
      </p:sp>
      <p:sp>
        <p:nvSpPr>
          <p:cNvPr id="137" name="Text 9">
            <a:extLst>
              <a:ext uri="{FF2B5EF4-FFF2-40B4-BE49-F238E27FC236}">
                <a16:creationId xmlns:a16="http://schemas.microsoft.com/office/drawing/2014/main" id="{DA29A327-480E-061C-142C-7D0D390FEEF4}"/>
              </a:ext>
            </a:extLst>
          </p:cNvPr>
          <p:cNvSpPr/>
          <p:nvPr>
            <p:custDataLst>
              <p:tags r:id="rId39"/>
            </p:custDataLst>
          </p:nvPr>
        </p:nvSpPr>
        <p:spPr>
          <a:xfrm>
            <a:off x="5681101" y="2375574"/>
            <a:ext cx="689438" cy="226032"/>
          </a:xfrm>
          <a:prstGeom prst="rect">
            <a:avLst/>
          </a:prstGeom>
          <a:noFill/>
          <a:ln/>
        </p:spPr>
        <p:txBody>
          <a:bodyPr wrap="square" lIns="0" tIns="0" rIns="0" bIns="0" rtlCol="0" anchor="t">
            <a:normAutofit fontScale="85000" lnSpcReduction="10000"/>
          </a:bodyPr>
          <a:lstStyle/>
          <a:p>
            <a:pPr marL="0" indent="0" algn="ctr">
              <a:buNone/>
            </a:pPr>
            <a:r>
              <a:rPr lang="fr-CA" sz="1620" noProof="0" dirty="0">
                <a:solidFill>
                  <a:srgbClr val="486581"/>
                </a:solidFill>
                <a:latin typeface="Calibri" pitchFamily="34" charset="0"/>
                <a:ea typeface="Calibri" pitchFamily="34" charset="-122"/>
                <a:cs typeface="Calibri" pitchFamily="34" charset="-120"/>
              </a:rPr>
              <a:t>CPU 40%</a:t>
            </a:r>
            <a:endParaRPr lang="fr-CA" sz="1620" noProof="0" dirty="0"/>
          </a:p>
        </p:txBody>
      </p:sp>
      <p:sp>
        <p:nvSpPr>
          <p:cNvPr id="139" name="Text 9">
            <a:extLst>
              <a:ext uri="{FF2B5EF4-FFF2-40B4-BE49-F238E27FC236}">
                <a16:creationId xmlns:a16="http://schemas.microsoft.com/office/drawing/2014/main" id="{07B74F2E-0E98-250E-5C36-8CB1BAF5459F}"/>
              </a:ext>
            </a:extLst>
          </p:cNvPr>
          <p:cNvSpPr/>
          <p:nvPr>
            <p:custDataLst>
              <p:tags r:id="rId40"/>
            </p:custDataLst>
          </p:nvPr>
        </p:nvSpPr>
        <p:spPr>
          <a:xfrm>
            <a:off x="6533958" y="2375574"/>
            <a:ext cx="689438" cy="226032"/>
          </a:xfrm>
          <a:prstGeom prst="rect">
            <a:avLst/>
          </a:prstGeom>
          <a:noFill/>
          <a:ln/>
        </p:spPr>
        <p:txBody>
          <a:bodyPr wrap="square" lIns="0" tIns="0" rIns="0" bIns="0" rtlCol="0" anchor="t">
            <a:normAutofit fontScale="85000" lnSpcReduction="10000"/>
          </a:bodyPr>
          <a:lstStyle/>
          <a:p>
            <a:pPr marL="0" indent="0" algn="ctr">
              <a:buNone/>
            </a:pPr>
            <a:r>
              <a:rPr lang="fr-CA" sz="1620" noProof="0" dirty="0">
                <a:solidFill>
                  <a:srgbClr val="486581"/>
                </a:solidFill>
                <a:latin typeface="Calibri" pitchFamily="34" charset="0"/>
                <a:ea typeface="Calibri" pitchFamily="34" charset="-122"/>
                <a:cs typeface="Calibri" pitchFamily="34" charset="-120"/>
              </a:rPr>
              <a:t>CPU 40%</a:t>
            </a:r>
            <a:endParaRPr lang="fr-CA" sz="1620" noProof="0" dirty="0"/>
          </a:p>
        </p:txBody>
      </p:sp>
      <p:sp>
        <p:nvSpPr>
          <p:cNvPr id="141" name="Shape 10">
            <a:extLst>
              <a:ext uri="{FF2B5EF4-FFF2-40B4-BE49-F238E27FC236}">
                <a16:creationId xmlns:a16="http://schemas.microsoft.com/office/drawing/2014/main" id="{2AC59808-0B85-BDE2-6312-12D71E6712A1}"/>
              </a:ext>
            </a:extLst>
          </p:cNvPr>
          <p:cNvSpPr/>
          <p:nvPr>
            <p:custDataLst>
              <p:tags r:id="rId41"/>
            </p:custDataLst>
          </p:nvPr>
        </p:nvSpPr>
        <p:spPr>
          <a:xfrm flipV="1">
            <a:off x="7348105" y="2630132"/>
            <a:ext cx="832402" cy="11707"/>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a:lstStyle/>
          <a:p>
            <a:endParaRPr lang="fr-CA" noProof="0" dirty="0"/>
          </a:p>
        </p:txBody>
      </p:sp>
      <p:sp>
        <p:nvSpPr>
          <p:cNvPr id="146" name="Shape 11">
            <a:extLst>
              <a:ext uri="{FF2B5EF4-FFF2-40B4-BE49-F238E27FC236}">
                <a16:creationId xmlns:a16="http://schemas.microsoft.com/office/drawing/2014/main" id="{CB3E544F-3616-6A40-3B44-96D32FB5297F}"/>
              </a:ext>
            </a:extLst>
          </p:cNvPr>
          <p:cNvSpPr/>
          <p:nvPr>
            <p:custDataLst>
              <p:tags r:id="rId42"/>
            </p:custDataLst>
          </p:nvPr>
        </p:nvSpPr>
        <p:spPr>
          <a:xfrm>
            <a:off x="1577806" y="4208524"/>
            <a:ext cx="2726589" cy="433509"/>
          </a:xfrm>
          <a:prstGeom prst="roundRect">
            <a:avLst>
              <a:gd name="adj" fmla="val 5882"/>
            </a:avLst>
          </a:prstGeom>
          <a:solidFill>
            <a:schemeClr val="bg1">
              <a:lumMod val="95000"/>
            </a:schemeClr>
          </a:solidFill>
          <a:ln w="8890">
            <a:solidFill>
              <a:srgbClr val="0F766E"/>
            </a:solidFill>
            <a:prstDash val="solid"/>
          </a:ln>
        </p:spPr>
        <p:txBody>
          <a:bodyPr/>
          <a:lstStyle/>
          <a:p>
            <a:endParaRPr lang="fr-CA" noProof="0" dirty="0"/>
          </a:p>
        </p:txBody>
      </p:sp>
      <p:sp>
        <p:nvSpPr>
          <p:cNvPr id="150" name="Text 9">
            <a:extLst>
              <a:ext uri="{FF2B5EF4-FFF2-40B4-BE49-F238E27FC236}">
                <a16:creationId xmlns:a16="http://schemas.microsoft.com/office/drawing/2014/main" id="{409CE03F-C8CA-B370-9267-526BE953A2AD}"/>
              </a:ext>
            </a:extLst>
          </p:cNvPr>
          <p:cNvSpPr/>
          <p:nvPr>
            <p:custDataLst>
              <p:tags r:id="rId43"/>
            </p:custDataLst>
          </p:nvPr>
        </p:nvSpPr>
        <p:spPr>
          <a:xfrm>
            <a:off x="1577806" y="4304159"/>
            <a:ext cx="2726589" cy="333774"/>
          </a:xfrm>
          <a:prstGeom prst="rect">
            <a:avLst/>
          </a:prstGeom>
          <a:noFill/>
          <a:ln/>
        </p:spPr>
        <p:txBody>
          <a:bodyPr wrap="square" lIns="0" tIns="0" rIns="0" bIns="0" rtlCol="0" anchor="t">
            <a:normAutofit/>
          </a:bodyPr>
          <a:lstStyle/>
          <a:p>
            <a:pPr marL="0" indent="0" algn="ctr">
              <a:buNone/>
            </a:pPr>
            <a:r>
              <a:rPr lang="fr-CA" sz="1620" noProof="0" dirty="0">
                <a:solidFill>
                  <a:srgbClr val="486581"/>
                </a:solidFill>
                <a:latin typeface="Calibri" pitchFamily="34" charset="0"/>
                <a:ea typeface="Calibri" pitchFamily="34" charset="-122"/>
                <a:cs typeface="Calibri" pitchFamily="34" charset="-120"/>
              </a:rPr>
              <a:t>KEDA</a:t>
            </a:r>
            <a:endParaRPr lang="fr-CA" sz="1620" noProof="0" dirty="0"/>
          </a:p>
        </p:txBody>
      </p:sp>
      <p:graphicFrame>
        <p:nvGraphicFramePr>
          <p:cNvPr id="2" name="Diagramme 1">
            <a:extLst>
              <a:ext uri="{FF2B5EF4-FFF2-40B4-BE49-F238E27FC236}">
                <a16:creationId xmlns:a16="http://schemas.microsoft.com/office/drawing/2014/main" id="{72C3F8F5-0E6A-D155-2E9A-934F8D45EF56}"/>
              </a:ext>
            </a:extLst>
          </p:cNvPr>
          <p:cNvGraphicFramePr/>
          <p:nvPr>
            <p:custDataLst>
              <p:tags r:id="rId44"/>
            </p:custDataLst>
            <p:extLst>
              <p:ext uri="{D42A27DB-BD31-4B8C-83A1-F6EECF244321}">
                <p14:modId xmlns:p14="http://schemas.microsoft.com/office/powerpoint/2010/main" val="2157176903"/>
              </p:ext>
            </p:extLst>
          </p:nvPr>
        </p:nvGraphicFramePr>
        <p:xfrm>
          <a:off x="8302570" y="2484729"/>
          <a:ext cx="2459438" cy="1949958"/>
        </p:xfrm>
        <a:graphic>
          <a:graphicData uri="http://schemas.openxmlformats.org/drawingml/2006/diagram">
            <dgm:relIds xmlns:dgm="http://schemas.openxmlformats.org/drawingml/2006/diagram" xmlns:r="http://schemas.openxmlformats.org/officeDocument/2006/relationships" r:dm="rId62" r:lo="rId63" r:qs="rId64" r:cs="rId65"/>
          </a:graphicData>
        </a:graphic>
      </p:graphicFrame>
      <p:sp>
        <p:nvSpPr>
          <p:cNvPr id="5" name="Shape 7">
            <a:extLst>
              <a:ext uri="{FF2B5EF4-FFF2-40B4-BE49-F238E27FC236}">
                <a16:creationId xmlns:a16="http://schemas.microsoft.com/office/drawing/2014/main" id="{FD364C8F-0223-8C11-F065-98FC2AAAE4F7}"/>
              </a:ext>
            </a:extLst>
          </p:cNvPr>
          <p:cNvSpPr/>
          <p:nvPr>
            <p:custDataLst>
              <p:tags r:id="rId45"/>
            </p:custDataLst>
          </p:nvPr>
        </p:nvSpPr>
        <p:spPr>
          <a:xfrm>
            <a:off x="2608187" y="2638604"/>
            <a:ext cx="683768" cy="106680"/>
          </a:xfrm>
          <a:prstGeom prst="roundRect">
            <a:avLst>
              <a:gd name="adj" fmla="val 6098"/>
            </a:avLst>
          </a:prstGeom>
          <a:solidFill>
            <a:schemeClr val="accent1">
              <a:lumMod val="40000"/>
              <a:lumOff val="60000"/>
            </a:schemeClr>
          </a:solidFill>
          <a:ln w="8890">
            <a:solidFill>
              <a:srgbClr val="0F766E"/>
            </a:solidFill>
            <a:prstDash val="solid"/>
          </a:ln>
        </p:spPr>
        <p:txBody>
          <a:bodyPr/>
          <a:lstStyle/>
          <a:p>
            <a:endParaRPr lang="fr-CA" dirty="0"/>
          </a:p>
        </p:txBody>
      </p:sp>
      <p:sp>
        <p:nvSpPr>
          <p:cNvPr id="7" name="Shape 7">
            <a:extLst>
              <a:ext uri="{FF2B5EF4-FFF2-40B4-BE49-F238E27FC236}">
                <a16:creationId xmlns:a16="http://schemas.microsoft.com/office/drawing/2014/main" id="{CCB00970-976A-F1BF-C09A-2969753371AF}"/>
              </a:ext>
            </a:extLst>
          </p:cNvPr>
          <p:cNvSpPr/>
          <p:nvPr>
            <p:custDataLst>
              <p:tags r:id="rId46"/>
            </p:custDataLst>
          </p:nvPr>
        </p:nvSpPr>
        <p:spPr>
          <a:xfrm>
            <a:off x="2608187" y="2796500"/>
            <a:ext cx="683768" cy="106680"/>
          </a:xfrm>
          <a:prstGeom prst="roundRect">
            <a:avLst>
              <a:gd name="adj" fmla="val 6098"/>
            </a:avLst>
          </a:prstGeom>
          <a:solidFill>
            <a:schemeClr val="accent1">
              <a:lumMod val="40000"/>
              <a:lumOff val="60000"/>
            </a:schemeClr>
          </a:solidFill>
          <a:ln w="8890">
            <a:solidFill>
              <a:srgbClr val="0F766E"/>
            </a:solidFill>
            <a:prstDash val="solid"/>
          </a:ln>
        </p:spPr>
        <p:txBody>
          <a:bodyPr/>
          <a:lstStyle/>
          <a:p>
            <a:endParaRPr lang="fr-CA" dirty="0"/>
          </a:p>
        </p:txBody>
      </p:sp>
      <p:sp>
        <p:nvSpPr>
          <p:cNvPr id="10" name="Shape 7">
            <a:extLst>
              <a:ext uri="{FF2B5EF4-FFF2-40B4-BE49-F238E27FC236}">
                <a16:creationId xmlns:a16="http://schemas.microsoft.com/office/drawing/2014/main" id="{EBC8CF52-69D3-FB33-749A-825AFE833669}"/>
              </a:ext>
            </a:extLst>
          </p:cNvPr>
          <p:cNvSpPr/>
          <p:nvPr>
            <p:custDataLst>
              <p:tags r:id="rId47"/>
            </p:custDataLst>
          </p:nvPr>
        </p:nvSpPr>
        <p:spPr>
          <a:xfrm>
            <a:off x="2608187" y="2955648"/>
            <a:ext cx="683768" cy="106680"/>
          </a:xfrm>
          <a:prstGeom prst="roundRect">
            <a:avLst>
              <a:gd name="adj" fmla="val 6098"/>
            </a:avLst>
          </a:prstGeom>
          <a:solidFill>
            <a:schemeClr val="accent1">
              <a:lumMod val="40000"/>
              <a:lumOff val="60000"/>
            </a:schemeClr>
          </a:solidFill>
          <a:ln w="8890">
            <a:solidFill>
              <a:srgbClr val="0F766E"/>
            </a:solidFill>
            <a:prstDash val="solid"/>
          </a:ln>
        </p:spPr>
        <p:txBody>
          <a:bodyPr/>
          <a:lstStyle/>
          <a:p>
            <a:endParaRPr lang="fr-CA" dirty="0"/>
          </a:p>
        </p:txBody>
      </p:sp>
      <p:sp>
        <p:nvSpPr>
          <p:cNvPr id="22" name="Shape 7">
            <a:extLst>
              <a:ext uri="{FF2B5EF4-FFF2-40B4-BE49-F238E27FC236}">
                <a16:creationId xmlns:a16="http://schemas.microsoft.com/office/drawing/2014/main" id="{BE8BC6E9-6D3A-047F-C88F-D06F794E3861}"/>
              </a:ext>
            </a:extLst>
          </p:cNvPr>
          <p:cNvSpPr/>
          <p:nvPr>
            <p:custDataLst>
              <p:tags r:id="rId48"/>
            </p:custDataLst>
          </p:nvPr>
        </p:nvSpPr>
        <p:spPr>
          <a:xfrm>
            <a:off x="2608186" y="3437152"/>
            <a:ext cx="683768" cy="106680"/>
          </a:xfrm>
          <a:prstGeom prst="roundRect">
            <a:avLst>
              <a:gd name="adj" fmla="val 6098"/>
            </a:avLst>
          </a:prstGeom>
          <a:solidFill>
            <a:schemeClr val="accent2">
              <a:lumMod val="40000"/>
              <a:lumOff val="60000"/>
            </a:schemeClr>
          </a:solidFill>
          <a:ln w="8890">
            <a:solidFill>
              <a:srgbClr val="0F766E"/>
            </a:solidFill>
            <a:prstDash val="solid"/>
          </a:ln>
        </p:spPr>
        <p:txBody>
          <a:bodyPr/>
          <a:lstStyle/>
          <a:p>
            <a:endParaRPr lang="fr-CA" dirty="0"/>
          </a:p>
        </p:txBody>
      </p:sp>
      <p:sp>
        <p:nvSpPr>
          <p:cNvPr id="26" name="Shape 7">
            <a:extLst>
              <a:ext uri="{FF2B5EF4-FFF2-40B4-BE49-F238E27FC236}">
                <a16:creationId xmlns:a16="http://schemas.microsoft.com/office/drawing/2014/main" id="{7A2B61BC-8489-2D93-19EA-388B40565EBD}"/>
              </a:ext>
            </a:extLst>
          </p:cNvPr>
          <p:cNvSpPr/>
          <p:nvPr>
            <p:custDataLst>
              <p:tags r:id="rId49"/>
            </p:custDataLst>
          </p:nvPr>
        </p:nvSpPr>
        <p:spPr>
          <a:xfrm>
            <a:off x="2608186" y="3594960"/>
            <a:ext cx="683768" cy="106680"/>
          </a:xfrm>
          <a:prstGeom prst="roundRect">
            <a:avLst>
              <a:gd name="adj" fmla="val 6098"/>
            </a:avLst>
          </a:prstGeom>
          <a:solidFill>
            <a:schemeClr val="accent2">
              <a:lumMod val="40000"/>
              <a:lumOff val="60000"/>
            </a:schemeClr>
          </a:solidFill>
          <a:ln w="8890">
            <a:solidFill>
              <a:srgbClr val="0F766E"/>
            </a:solidFill>
            <a:prstDash val="solid"/>
          </a:ln>
        </p:spPr>
        <p:txBody>
          <a:bodyPr/>
          <a:lstStyle/>
          <a:p>
            <a:endParaRPr lang="fr-CA" dirty="0"/>
          </a:p>
        </p:txBody>
      </p:sp>
      <p:sp>
        <p:nvSpPr>
          <p:cNvPr id="30" name="Shape 7">
            <a:extLst>
              <a:ext uri="{FF2B5EF4-FFF2-40B4-BE49-F238E27FC236}">
                <a16:creationId xmlns:a16="http://schemas.microsoft.com/office/drawing/2014/main" id="{0324B850-9B07-F1B0-1BFE-48D6035B509E}"/>
              </a:ext>
            </a:extLst>
          </p:cNvPr>
          <p:cNvSpPr/>
          <p:nvPr>
            <p:custDataLst>
              <p:tags r:id="rId50"/>
            </p:custDataLst>
          </p:nvPr>
        </p:nvSpPr>
        <p:spPr>
          <a:xfrm>
            <a:off x="2608186" y="3752768"/>
            <a:ext cx="683768" cy="106680"/>
          </a:xfrm>
          <a:prstGeom prst="roundRect">
            <a:avLst>
              <a:gd name="adj" fmla="val 6098"/>
            </a:avLst>
          </a:prstGeom>
          <a:solidFill>
            <a:schemeClr val="accent2">
              <a:lumMod val="40000"/>
              <a:lumOff val="60000"/>
            </a:schemeClr>
          </a:solidFill>
          <a:ln w="8890">
            <a:solidFill>
              <a:srgbClr val="0F766E"/>
            </a:solidFill>
            <a:prstDash val="solid"/>
          </a:ln>
        </p:spPr>
        <p:txBody>
          <a:bodyPr/>
          <a:lstStyle/>
          <a:p>
            <a:endParaRPr lang="fr-CA" dirty="0"/>
          </a:p>
        </p:txBody>
      </p:sp>
      <p:sp>
        <p:nvSpPr>
          <p:cNvPr id="34" name="Shape 7">
            <a:extLst>
              <a:ext uri="{FF2B5EF4-FFF2-40B4-BE49-F238E27FC236}">
                <a16:creationId xmlns:a16="http://schemas.microsoft.com/office/drawing/2014/main" id="{E69FABAC-D5D9-76E6-B3B9-316E07281B6E}"/>
              </a:ext>
            </a:extLst>
          </p:cNvPr>
          <p:cNvSpPr/>
          <p:nvPr>
            <p:custDataLst>
              <p:tags r:id="rId51"/>
            </p:custDataLst>
          </p:nvPr>
        </p:nvSpPr>
        <p:spPr>
          <a:xfrm>
            <a:off x="3435304" y="2623146"/>
            <a:ext cx="683768" cy="106680"/>
          </a:xfrm>
          <a:prstGeom prst="roundRect">
            <a:avLst>
              <a:gd name="adj" fmla="val 6098"/>
            </a:avLst>
          </a:prstGeom>
          <a:solidFill>
            <a:schemeClr val="accent2">
              <a:lumMod val="40000"/>
              <a:lumOff val="60000"/>
            </a:schemeClr>
          </a:solidFill>
          <a:ln w="8890">
            <a:solidFill>
              <a:srgbClr val="0F766E"/>
            </a:solidFill>
            <a:prstDash val="solid"/>
          </a:ln>
        </p:spPr>
        <p:txBody>
          <a:bodyPr/>
          <a:lstStyle/>
          <a:p>
            <a:endParaRPr lang="fr-CA" dirty="0"/>
          </a:p>
        </p:txBody>
      </p:sp>
      <p:sp>
        <p:nvSpPr>
          <p:cNvPr id="38" name="Shape 7">
            <a:extLst>
              <a:ext uri="{FF2B5EF4-FFF2-40B4-BE49-F238E27FC236}">
                <a16:creationId xmlns:a16="http://schemas.microsoft.com/office/drawing/2014/main" id="{EDD5694B-8B48-84A0-7810-68E064805321}"/>
              </a:ext>
            </a:extLst>
          </p:cNvPr>
          <p:cNvSpPr/>
          <p:nvPr>
            <p:custDataLst>
              <p:tags r:id="rId52"/>
            </p:custDataLst>
          </p:nvPr>
        </p:nvSpPr>
        <p:spPr>
          <a:xfrm>
            <a:off x="3435304" y="2781042"/>
            <a:ext cx="683768" cy="106680"/>
          </a:xfrm>
          <a:prstGeom prst="roundRect">
            <a:avLst>
              <a:gd name="adj" fmla="val 6098"/>
            </a:avLst>
          </a:prstGeom>
          <a:solidFill>
            <a:schemeClr val="accent2">
              <a:lumMod val="40000"/>
              <a:lumOff val="60000"/>
            </a:schemeClr>
          </a:solidFill>
          <a:ln w="8890">
            <a:solidFill>
              <a:srgbClr val="0F766E"/>
            </a:solidFill>
            <a:prstDash val="solid"/>
          </a:ln>
        </p:spPr>
        <p:txBody>
          <a:bodyPr/>
          <a:lstStyle/>
          <a:p>
            <a:endParaRPr lang="fr-CA" dirty="0"/>
          </a:p>
        </p:txBody>
      </p:sp>
      <p:sp>
        <p:nvSpPr>
          <p:cNvPr id="40" name="Shape 7">
            <a:extLst>
              <a:ext uri="{FF2B5EF4-FFF2-40B4-BE49-F238E27FC236}">
                <a16:creationId xmlns:a16="http://schemas.microsoft.com/office/drawing/2014/main" id="{C0DCAA26-D0F2-80F8-726B-7718A0B14AF7}"/>
              </a:ext>
            </a:extLst>
          </p:cNvPr>
          <p:cNvSpPr/>
          <p:nvPr>
            <p:custDataLst>
              <p:tags r:id="rId53"/>
            </p:custDataLst>
          </p:nvPr>
        </p:nvSpPr>
        <p:spPr>
          <a:xfrm>
            <a:off x="3435304" y="2940190"/>
            <a:ext cx="683768" cy="106680"/>
          </a:xfrm>
          <a:prstGeom prst="roundRect">
            <a:avLst>
              <a:gd name="adj" fmla="val 6098"/>
            </a:avLst>
          </a:prstGeom>
          <a:solidFill>
            <a:schemeClr val="accent2">
              <a:lumMod val="40000"/>
              <a:lumOff val="60000"/>
            </a:schemeClr>
          </a:solidFill>
          <a:ln w="8890">
            <a:solidFill>
              <a:srgbClr val="0F766E"/>
            </a:solidFill>
            <a:prstDash val="solid"/>
          </a:ln>
        </p:spPr>
        <p:txBody>
          <a:bodyPr/>
          <a:lstStyle/>
          <a:p>
            <a:endParaRPr lang="fr-CA" dirty="0"/>
          </a:p>
        </p:txBody>
      </p:sp>
      <p:sp>
        <p:nvSpPr>
          <p:cNvPr id="48" name="Shape 7">
            <a:extLst>
              <a:ext uri="{FF2B5EF4-FFF2-40B4-BE49-F238E27FC236}">
                <a16:creationId xmlns:a16="http://schemas.microsoft.com/office/drawing/2014/main" id="{1C3072C4-7AD0-588E-8459-C8345296F042}"/>
              </a:ext>
            </a:extLst>
          </p:cNvPr>
          <p:cNvSpPr/>
          <p:nvPr>
            <p:custDataLst>
              <p:tags r:id="rId54"/>
            </p:custDataLst>
          </p:nvPr>
        </p:nvSpPr>
        <p:spPr>
          <a:xfrm>
            <a:off x="3435303" y="3421694"/>
            <a:ext cx="683768" cy="106680"/>
          </a:xfrm>
          <a:prstGeom prst="roundRect">
            <a:avLst>
              <a:gd name="adj" fmla="val 6098"/>
            </a:avLst>
          </a:prstGeom>
          <a:solidFill>
            <a:schemeClr val="accent2">
              <a:lumMod val="40000"/>
              <a:lumOff val="60000"/>
            </a:schemeClr>
          </a:solidFill>
          <a:ln w="8890">
            <a:solidFill>
              <a:srgbClr val="0F766E"/>
            </a:solidFill>
            <a:prstDash val="solid"/>
          </a:ln>
        </p:spPr>
        <p:txBody>
          <a:bodyPr/>
          <a:lstStyle/>
          <a:p>
            <a:endParaRPr lang="fr-CA" dirty="0"/>
          </a:p>
        </p:txBody>
      </p:sp>
      <p:sp>
        <p:nvSpPr>
          <p:cNvPr id="52" name="Shape 7">
            <a:extLst>
              <a:ext uri="{FF2B5EF4-FFF2-40B4-BE49-F238E27FC236}">
                <a16:creationId xmlns:a16="http://schemas.microsoft.com/office/drawing/2014/main" id="{A1BD0232-3734-9307-211D-B95B64A4D173}"/>
              </a:ext>
            </a:extLst>
          </p:cNvPr>
          <p:cNvSpPr/>
          <p:nvPr>
            <p:custDataLst>
              <p:tags r:id="rId55"/>
            </p:custDataLst>
          </p:nvPr>
        </p:nvSpPr>
        <p:spPr>
          <a:xfrm>
            <a:off x="3435303" y="3579502"/>
            <a:ext cx="683768" cy="106680"/>
          </a:xfrm>
          <a:prstGeom prst="roundRect">
            <a:avLst>
              <a:gd name="adj" fmla="val 6098"/>
            </a:avLst>
          </a:prstGeom>
          <a:solidFill>
            <a:schemeClr val="accent2">
              <a:lumMod val="40000"/>
              <a:lumOff val="60000"/>
            </a:schemeClr>
          </a:solidFill>
          <a:ln w="8890">
            <a:solidFill>
              <a:srgbClr val="0F766E"/>
            </a:solidFill>
            <a:prstDash val="solid"/>
          </a:ln>
        </p:spPr>
        <p:txBody>
          <a:bodyPr/>
          <a:lstStyle/>
          <a:p>
            <a:endParaRPr lang="fr-CA" dirty="0"/>
          </a:p>
        </p:txBody>
      </p:sp>
      <p:sp>
        <p:nvSpPr>
          <p:cNvPr id="54" name="Shape 7">
            <a:extLst>
              <a:ext uri="{FF2B5EF4-FFF2-40B4-BE49-F238E27FC236}">
                <a16:creationId xmlns:a16="http://schemas.microsoft.com/office/drawing/2014/main" id="{D8954BCF-D47B-461C-A793-F07D34AEC5C0}"/>
              </a:ext>
            </a:extLst>
          </p:cNvPr>
          <p:cNvSpPr/>
          <p:nvPr>
            <p:custDataLst>
              <p:tags r:id="rId56"/>
            </p:custDataLst>
          </p:nvPr>
        </p:nvSpPr>
        <p:spPr>
          <a:xfrm>
            <a:off x="3435303" y="3737310"/>
            <a:ext cx="683768" cy="106680"/>
          </a:xfrm>
          <a:prstGeom prst="roundRect">
            <a:avLst>
              <a:gd name="adj" fmla="val 6098"/>
            </a:avLst>
          </a:prstGeom>
          <a:solidFill>
            <a:schemeClr val="accent2">
              <a:lumMod val="40000"/>
              <a:lumOff val="60000"/>
            </a:schemeClr>
          </a:solidFill>
          <a:ln w="8890">
            <a:solidFill>
              <a:srgbClr val="0F766E"/>
            </a:solidFill>
            <a:prstDash val="solid"/>
          </a:ln>
        </p:spPr>
        <p:txBody>
          <a:bodyPr/>
          <a:lstStyle/>
          <a:p>
            <a:endParaRPr lang="fr-CA" dirty="0"/>
          </a:p>
        </p:txBody>
      </p:sp>
      <p:sp>
        <p:nvSpPr>
          <p:cNvPr id="6" name="Shape 10">
            <a:extLst>
              <a:ext uri="{FF2B5EF4-FFF2-40B4-BE49-F238E27FC236}">
                <a16:creationId xmlns:a16="http://schemas.microsoft.com/office/drawing/2014/main" id="{2F931FF1-262E-FC77-D056-4A4462B8822E}"/>
              </a:ext>
            </a:extLst>
          </p:cNvPr>
          <p:cNvSpPr/>
          <p:nvPr>
            <p:custDataLst>
              <p:tags r:id="rId57"/>
            </p:custDataLst>
          </p:nvPr>
        </p:nvSpPr>
        <p:spPr>
          <a:xfrm>
            <a:off x="8336989" y="3045032"/>
            <a:ext cx="291577" cy="0"/>
          </a:xfrm>
          <a:prstGeom prst="line">
            <a:avLst/>
          </a:prstGeom>
          <a:noFill/>
          <a:ln w="28575">
            <a:solidFill>
              <a:srgbClr val="1F6FEB"/>
            </a:solidFill>
            <a:prstDash val="solid"/>
            <a:headEnd type="none"/>
            <a:tailEnd type="triangle"/>
          </a:ln>
        </p:spPr>
        <p:txBody>
          <a:bodyPr/>
          <a:lstStyle/>
          <a:p>
            <a:endParaRPr lang="fr-CA" noProof="0" dirty="0"/>
          </a:p>
        </p:txBody>
      </p:sp>
      <p:sp>
        <p:nvSpPr>
          <p:cNvPr id="16" name="Shape 10">
            <a:extLst>
              <a:ext uri="{FF2B5EF4-FFF2-40B4-BE49-F238E27FC236}">
                <a16:creationId xmlns:a16="http://schemas.microsoft.com/office/drawing/2014/main" id="{3D937601-0E8E-B161-98A7-E2F73AA70458}"/>
              </a:ext>
            </a:extLst>
          </p:cNvPr>
          <p:cNvSpPr/>
          <p:nvPr>
            <p:custDataLst>
              <p:tags r:id="rId58"/>
            </p:custDataLst>
          </p:nvPr>
        </p:nvSpPr>
        <p:spPr>
          <a:xfrm>
            <a:off x="4333437" y="4447669"/>
            <a:ext cx="291577" cy="0"/>
          </a:xfrm>
          <a:prstGeom prst="line">
            <a:avLst/>
          </a:prstGeom>
          <a:noFill/>
          <a:ln w="28575">
            <a:solidFill>
              <a:srgbClr val="1F6FEB"/>
            </a:solidFill>
            <a:prstDash val="solid"/>
            <a:headEnd type="none"/>
            <a:tailEnd type="triangle"/>
          </a:ln>
        </p:spPr>
        <p:txBody>
          <a:bodyPr/>
          <a:lstStyle/>
          <a:p>
            <a:endParaRPr lang="fr-CA" noProof="0" dirty="0"/>
          </a:p>
        </p:txBody>
      </p:sp>
      <p:sp>
        <p:nvSpPr>
          <p:cNvPr id="28" name="Text 22">
            <a:extLst>
              <a:ext uri="{FF2B5EF4-FFF2-40B4-BE49-F238E27FC236}">
                <a16:creationId xmlns:a16="http://schemas.microsoft.com/office/drawing/2014/main" id="{826C43D5-5E8A-58B5-F415-57AA0D166938}"/>
              </a:ext>
            </a:extLst>
          </p:cNvPr>
          <p:cNvSpPr/>
          <p:nvPr>
            <p:custDataLst>
              <p:tags r:id="rId59"/>
            </p:custDataLst>
          </p:nvPr>
        </p:nvSpPr>
        <p:spPr>
          <a:xfrm>
            <a:off x="731520" y="4947104"/>
            <a:ext cx="10716768" cy="557784"/>
          </a:xfrm>
          <a:prstGeom prst="rect">
            <a:avLst/>
          </a:prstGeom>
          <a:noFill/>
          <a:ln/>
        </p:spPr>
        <p:txBody>
          <a:bodyPr wrap="square" lIns="0" tIns="0" rIns="0" bIns="0" rtlCol="0" anchor="t">
            <a:normAutofit lnSpcReduction="10000"/>
          </a:bodyPr>
          <a:lstStyle/>
          <a:p>
            <a:pPr marL="0" indent="0" algn="ctr">
              <a:buNone/>
            </a:pPr>
            <a:r>
              <a:rPr lang="fr-CA" sz="1900" b="1" noProof="0" dirty="0">
                <a:solidFill>
                  <a:srgbClr val="102A43"/>
                </a:solidFill>
                <a:latin typeface="Calibri" pitchFamily="34" charset="0"/>
                <a:ea typeface="Calibri" pitchFamily="34" charset="-122"/>
                <a:cs typeface="Calibri" pitchFamily="34" charset="-120"/>
              </a:rPr>
              <a:t>Élasticité horizontale</a:t>
            </a:r>
          </a:p>
          <a:p>
            <a:pPr algn="ctr"/>
            <a:r>
              <a:rPr lang="fr-CA" sz="1900" dirty="0">
                <a:solidFill>
                  <a:srgbClr val="102A43"/>
                </a:solidFill>
                <a:latin typeface="Calibri" pitchFamily="34" charset="0"/>
                <a:ea typeface="Calibri" pitchFamily="34" charset="-122"/>
                <a:cs typeface="Calibri" pitchFamily="34" charset="-120"/>
              </a:rPr>
              <a:t>HPA CPU/mémoire échoue : lag élevé sans CPU élevé, plafond de partitions ignoré, pas de d'élasticité-à-zéro</a:t>
            </a:r>
            <a:r>
              <a:rPr lang="fr-CA" sz="1900" noProof="0" dirty="0">
                <a:solidFill>
                  <a:srgbClr val="102A43"/>
                </a:solidFill>
                <a:latin typeface="Calibri" pitchFamily="34" charset="0"/>
                <a:ea typeface="Calibri" pitchFamily="34" charset="-122"/>
                <a:cs typeface="Calibri" pitchFamily="34" charset="-120"/>
              </a:rPr>
              <a:t>.</a:t>
            </a:r>
            <a:endParaRPr lang="fr-CA" sz="1900" noProof="0" dirty="0"/>
          </a:p>
        </p:txBody>
      </p:sp>
    </p:spTree>
    <p:extLst>
      <p:ext uri="{BB962C8B-B14F-4D97-AF65-F5344CB8AC3E}">
        <p14:creationId xmlns:p14="http://schemas.microsoft.com/office/powerpoint/2010/main" val="18252892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fr-CA" noProof="0" dirty="0"/>
          </a:p>
        </p:txBody>
      </p:sp>
      <p:sp>
        <p:nvSpPr>
          <p:cNvPr id="3" name="Text 1"/>
          <p:cNvSpPr/>
          <p:nvPr>
            <p:custDataLst>
              <p:tags r:id="rId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fr-CA" sz="1100" b="1" kern="0" spc="50" noProof="0" dirty="0">
                <a:solidFill>
                  <a:srgbClr val="1F6FEB"/>
                </a:solidFill>
                <a:latin typeface="Calibri" pitchFamily="34" charset="0"/>
                <a:ea typeface="Calibri" pitchFamily="34" charset="-122"/>
                <a:cs typeface="Calibri" pitchFamily="34" charset="-120"/>
              </a:rPr>
              <a:t>05 / EXPLOITER ET DISTRIBUER</a:t>
            </a:r>
            <a:endParaRPr lang="fr-CA" sz="1100" noProof="0" dirty="0"/>
          </a:p>
        </p:txBody>
      </p:sp>
      <p:sp>
        <p:nvSpPr>
          <p:cNvPr id="4" name="Text 2"/>
          <p:cNvSpPr/>
          <p:nvPr>
            <p:custDataLst>
              <p:tags r:id="rId3"/>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fr-CA" sz="1000" b="1" noProof="0" dirty="0">
                <a:solidFill>
                  <a:srgbClr val="829AB1"/>
                </a:solidFill>
                <a:latin typeface="Calibri" pitchFamily="34" charset="0"/>
                <a:ea typeface="Calibri" pitchFamily="34" charset="-122"/>
                <a:cs typeface="Calibri" pitchFamily="34" charset="-120"/>
              </a:rPr>
              <a:t>PILOTAGE DU LISTENER KAFKA</a:t>
            </a:r>
            <a:endParaRPr lang="fr-CA" sz="1000" noProof="0" dirty="0"/>
          </a:p>
        </p:txBody>
      </p:sp>
      <p:sp>
        <p:nvSpPr>
          <p:cNvPr id="5" name="Text 3"/>
          <p:cNvSpPr/>
          <p:nvPr>
            <p:custDataLst>
              <p:tags r:id="rId4"/>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fr-CA" sz="2700" b="1" noProof="0" dirty="0">
                <a:solidFill>
                  <a:srgbClr val="102A43"/>
                </a:solidFill>
                <a:latin typeface="Calibri" pitchFamily="34" charset="0"/>
                <a:ea typeface="Calibri" pitchFamily="34" charset="-122"/>
                <a:cs typeface="Calibri" pitchFamily="34" charset="-120"/>
              </a:rPr>
              <a:t>Mettre en pause n'est pas arrêter le consommateur</a:t>
            </a:r>
            <a:endParaRPr lang="fr-CA" sz="2700" noProof="0" dirty="0"/>
          </a:p>
        </p:txBody>
      </p:sp>
      <p:sp>
        <p:nvSpPr>
          <p:cNvPr id="6" name="Text 4"/>
          <p:cNvSpPr/>
          <p:nvPr>
            <p:custDataLst>
              <p:tags r:id="rId5"/>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fr-CA" sz="1650" noProof="0" dirty="0">
                <a:solidFill>
                  <a:srgbClr val="486581"/>
                </a:solidFill>
                <a:latin typeface="Calibri" pitchFamily="34" charset="0"/>
                <a:ea typeface="Calibri" pitchFamily="34" charset="-122"/>
                <a:cs typeface="Calibri" pitchFamily="34" charset="-120"/>
              </a:rPr>
              <a:t>Pour suspendre temporairement le travail sans quitter le groupe, le sandbox utilise pause() / resume().</a:t>
            </a:r>
            <a:endParaRPr lang="fr-CA" sz="1650" noProof="0" dirty="0"/>
          </a:p>
        </p:txBody>
      </p:sp>
      <p:sp>
        <p:nvSpPr>
          <p:cNvPr id="7" name="Text 5"/>
          <p:cNvSpPr/>
          <p:nvPr>
            <p:custDataLst>
              <p:tags r:id="rId6"/>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fr-CA" sz="900" noProof="0" dirty="0">
                <a:solidFill>
                  <a:srgbClr val="486581"/>
                </a:solidFill>
                <a:latin typeface="Calibri" pitchFamily="34" charset="0"/>
                <a:ea typeface="Calibri" pitchFamily="34" charset="-122"/>
                <a:cs typeface="Calibri" pitchFamily="34" charset="-120"/>
              </a:rPr>
              <a:t>Guide d'ingénierie Kafka · Projet EDA</a:t>
            </a:r>
            <a:endParaRPr lang="fr-CA" sz="900" noProof="0" dirty="0"/>
          </a:p>
        </p:txBody>
      </p:sp>
      <p:sp>
        <p:nvSpPr>
          <p:cNvPr id="8" name="Text 6"/>
          <p:cNvSpPr/>
          <p:nvPr>
            <p:custDataLst>
              <p:tags r:id="rId7"/>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fr-CA" sz="900" noProof="0" dirty="0">
                <a:solidFill>
                  <a:srgbClr val="486581"/>
                </a:solidFill>
                <a:latin typeface="Calibri" pitchFamily="34" charset="0"/>
                <a:ea typeface="Calibri" pitchFamily="34" charset="-122"/>
                <a:cs typeface="Calibri" pitchFamily="34" charset="-120"/>
              </a:rPr>
              <a:t>28</a:t>
            </a:r>
            <a:endParaRPr lang="fr-CA" sz="900" noProof="0" dirty="0"/>
          </a:p>
        </p:txBody>
      </p:sp>
      <p:sp>
        <p:nvSpPr>
          <p:cNvPr id="9" name="Shape 7"/>
          <p:cNvSpPr/>
          <p:nvPr>
            <p:custDataLst>
              <p:tags r:id="rId8"/>
            </p:custDataLst>
          </p:nvPr>
        </p:nvSpPr>
        <p:spPr>
          <a:xfrm>
            <a:off x="547061" y="2984478"/>
            <a:ext cx="2034540" cy="475488"/>
          </a:xfrm>
          <a:prstGeom prst="roundRect">
            <a:avLst>
              <a:gd name="adj" fmla="val 19231"/>
            </a:avLst>
          </a:prstGeom>
          <a:solidFill>
            <a:srgbClr val="1F6FEB"/>
          </a:solidFill>
          <a:ln w="8890">
            <a:solidFill>
              <a:srgbClr val="1F6FEB"/>
            </a:solidFill>
            <a:prstDash val="solid"/>
          </a:ln>
        </p:spPr>
        <p:txBody>
          <a:bodyPr/>
          <a:lstStyle/>
          <a:p>
            <a:endParaRPr lang="fr-CA" noProof="0" dirty="0"/>
          </a:p>
        </p:txBody>
      </p:sp>
      <p:sp>
        <p:nvSpPr>
          <p:cNvPr id="10" name="Text 8"/>
          <p:cNvSpPr/>
          <p:nvPr>
            <p:custDataLst>
              <p:tags r:id="rId9"/>
            </p:custDataLst>
          </p:nvPr>
        </p:nvSpPr>
        <p:spPr>
          <a:xfrm>
            <a:off x="675077" y="3094206"/>
            <a:ext cx="1801368" cy="265176"/>
          </a:xfrm>
          <a:prstGeom prst="rect">
            <a:avLst/>
          </a:prstGeom>
          <a:noFill/>
          <a:ln/>
        </p:spPr>
        <p:txBody>
          <a:bodyPr wrap="square" lIns="0" tIns="0" rIns="0" bIns="0" rtlCol="0" anchor="t">
            <a:noAutofit/>
          </a:bodyPr>
          <a:lstStyle/>
          <a:p>
            <a:pPr marL="0" indent="0">
              <a:buNone/>
            </a:pPr>
            <a:r>
              <a:rPr lang="fr-CA" b="1" noProof="0" dirty="0">
                <a:solidFill>
                  <a:srgbClr val="FFFFFF"/>
                </a:solidFill>
                <a:latin typeface="Calibri" pitchFamily="34" charset="0"/>
                <a:ea typeface="Calibri" pitchFamily="34" charset="-122"/>
                <a:cs typeface="Calibri" pitchFamily="34" charset="-120"/>
              </a:rPr>
              <a:t>Action</a:t>
            </a:r>
            <a:endParaRPr lang="fr-CA" noProof="0" dirty="0"/>
          </a:p>
        </p:txBody>
      </p:sp>
      <p:sp>
        <p:nvSpPr>
          <p:cNvPr id="11" name="Shape 9"/>
          <p:cNvSpPr/>
          <p:nvPr>
            <p:custDataLst>
              <p:tags r:id="rId10"/>
            </p:custDataLst>
          </p:nvPr>
        </p:nvSpPr>
        <p:spPr>
          <a:xfrm>
            <a:off x="2622749" y="2984478"/>
            <a:ext cx="4192524" cy="475488"/>
          </a:xfrm>
          <a:prstGeom prst="roundRect">
            <a:avLst>
              <a:gd name="adj" fmla="val 19231"/>
            </a:avLst>
          </a:prstGeom>
          <a:solidFill>
            <a:srgbClr val="1F6FEB"/>
          </a:solidFill>
          <a:ln w="8890">
            <a:solidFill>
              <a:srgbClr val="1F6FEB"/>
            </a:solidFill>
            <a:prstDash val="solid"/>
          </a:ln>
        </p:spPr>
        <p:txBody>
          <a:bodyPr/>
          <a:lstStyle/>
          <a:p>
            <a:endParaRPr lang="fr-CA" noProof="0" dirty="0"/>
          </a:p>
        </p:txBody>
      </p:sp>
      <p:sp>
        <p:nvSpPr>
          <p:cNvPr id="12" name="Text 10"/>
          <p:cNvSpPr/>
          <p:nvPr>
            <p:custDataLst>
              <p:tags r:id="rId11"/>
            </p:custDataLst>
          </p:nvPr>
        </p:nvSpPr>
        <p:spPr>
          <a:xfrm>
            <a:off x="2750765" y="3094206"/>
            <a:ext cx="3959352" cy="265176"/>
          </a:xfrm>
          <a:prstGeom prst="rect">
            <a:avLst/>
          </a:prstGeom>
          <a:noFill/>
          <a:ln/>
        </p:spPr>
        <p:txBody>
          <a:bodyPr wrap="square" lIns="0" tIns="0" rIns="0" bIns="0" rtlCol="0" anchor="t">
            <a:noAutofit/>
          </a:bodyPr>
          <a:lstStyle/>
          <a:p>
            <a:pPr marL="0" indent="0">
              <a:buNone/>
            </a:pPr>
            <a:r>
              <a:rPr lang="fr-CA" b="1" noProof="0" dirty="0">
                <a:solidFill>
                  <a:srgbClr val="FFFFFF"/>
                </a:solidFill>
                <a:latin typeface="Calibri" pitchFamily="34" charset="0"/>
                <a:ea typeface="Calibri" pitchFamily="34" charset="-122"/>
                <a:cs typeface="Calibri" pitchFamily="34" charset="-120"/>
              </a:rPr>
              <a:t>Consommation</a:t>
            </a:r>
            <a:endParaRPr lang="fr-CA" noProof="0" dirty="0"/>
          </a:p>
        </p:txBody>
      </p:sp>
      <p:sp>
        <p:nvSpPr>
          <p:cNvPr id="13" name="Shape 11"/>
          <p:cNvSpPr/>
          <p:nvPr>
            <p:custDataLst>
              <p:tags r:id="rId12"/>
            </p:custDataLst>
          </p:nvPr>
        </p:nvSpPr>
        <p:spPr>
          <a:xfrm>
            <a:off x="6856421" y="2984478"/>
            <a:ext cx="4777740" cy="475488"/>
          </a:xfrm>
          <a:prstGeom prst="roundRect">
            <a:avLst>
              <a:gd name="adj" fmla="val 19231"/>
            </a:avLst>
          </a:prstGeom>
          <a:solidFill>
            <a:srgbClr val="1F6FEB"/>
          </a:solidFill>
          <a:ln w="8890">
            <a:solidFill>
              <a:srgbClr val="1F6FEB"/>
            </a:solidFill>
            <a:prstDash val="solid"/>
          </a:ln>
        </p:spPr>
        <p:txBody>
          <a:bodyPr/>
          <a:lstStyle/>
          <a:p>
            <a:endParaRPr lang="fr-CA" noProof="0" dirty="0"/>
          </a:p>
        </p:txBody>
      </p:sp>
      <p:sp>
        <p:nvSpPr>
          <p:cNvPr id="14" name="Text 12"/>
          <p:cNvSpPr/>
          <p:nvPr>
            <p:custDataLst>
              <p:tags r:id="rId13"/>
            </p:custDataLst>
          </p:nvPr>
        </p:nvSpPr>
        <p:spPr>
          <a:xfrm>
            <a:off x="7004304" y="3118978"/>
            <a:ext cx="4544568" cy="265176"/>
          </a:xfrm>
          <a:prstGeom prst="rect">
            <a:avLst/>
          </a:prstGeom>
          <a:noFill/>
          <a:ln/>
        </p:spPr>
        <p:txBody>
          <a:bodyPr wrap="square" lIns="0" tIns="0" rIns="0" bIns="0" rtlCol="0" anchor="t">
            <a:normAutofit lnSpcReduction="10000"/>
          </a:bodyPr>
          <a:lstStyle/>
          <a:p>
            <a:pPr marL="0" indent="0">
              <a:buNone/>
            </a:pPr>
            <a:r>
              <a:rPr lang="fr-CA" b="1" noProof="0" dirty="0">
                <a:solidFill>
                  <a:srgbClr val="FFFFFF"/>
                </a:solidFill>
                <a:latin typeface="Calibri" pitchFamily="34" charset="0"/>
                <a:ea typeface="Calibri" pitchFamily="34" charset="-122"/>
                <a:cs typeface="Calibri" pitchFamily="34" charset="-120"/>
              </a:rPr>
              <a:t>Appartenance au groupe</a:t>
            </a:r>
            <a:endParaRPr lang="fr-CA" noProof="0" dirty="0"/>
          </a:p>
        </p:txBody>
      </p:sp>
      <p:sp>
        <p:nvSpPr>
          <p:cNvPr id="15" name="Shape 13"/>
          <p:cNvSpPr/>
          <p:nvPr>
            <p:custDataLst>
              <p:tags r:id="rId14"/>
            </p:custDataLst>
          </p:nvPr>
        </p:nvSpPr>
        <p:spPr>
          <a:xfrm>
            <a:off x="547061" y="3514830"/>
            <a:ext cx="2034540" cy="439796"/>
          </a:xfrm>
          <a:prstGeom prst="roundRect">
            <a:avLst>
              <a:gd name="adj" fmla="val 12048"/>
            </a:avLst>
          </a:prstGeom>
          <a:solidFill>
            <a:srgbClr val="F5F8FC"/>
          </a:solidFill>
          <a:ln w="8890">
            <a:solidFill>
              <a:srgbClr val="D9E2EC"/>
            </a:solidFill>
            <a:prstDash val="solid"/>
          </a:ln>
        </p:spPr>
        <p:txBody>
          <a:bodyPr/>
          <a:lstStyle/>
          <a:p>
            <a:endParaRPr lang="fr-CA" noProof="0" dirty="0"/>
          </a:p>
        </p:txBody>
      </p:sp>
      <p:sp>
        <p:nvSpPr>
          <p:cNvPr id="16" name="Text 14"/>
          <p:cNvSpPr/>
          <p:nvPr>
            <p:custDataLst>
              <p:tags r:id="rId15"/>
            </p:custDataLst>
          </p:nvPr>
        </p:nvSpPr>
        <p:spPr>
          <a:xfrm>
            <a:off x="675077" y="3624558"/>
            <a:ext cx="1792224" cy="330068"/>
          </a:xfrm>
          <a:prstGeom prst="rect">
            <a:avLst/>
          </a:prstGeom>
          <a:noFill/>
          <a:ln/>
        </p:spPr>
        <p:txBody>
          <a:bodyPr wrap="square" lIns="0" tIns="0" rIns="0" bIns="0" rtlCol="0" anchor="t">
            <a:normAutofit/>
          </a:bodyPr>
          <a:lstStyle/>
          <a:p>
            <a:pPr marL="0" indent="0">
              <a:buNone/>
            </a:pPr>
            <a:r>
              <a:rPr lang="fr-CA" sz="1600" b="1" noProof="0" dirty="0">
                <a:solidFill>
                  <a:srgbClr val="102A43"/>
                </a:solidFill>
                <a:latin typeface="Calibri" pitchFamily="34" charset="0"/>
                <a:ea typeface="Calibri" pitchFamily="34" charset="-122"/>
                <a:cs typeface="Calibri" pitchFamily="34" charset="-120"/>
              </a:rPr>
              <a:t>pause()</a:t>
            </a:r>
            <a:endParaRPr lang="fr-CA" sz="1600" noProof="0" dirty="0"/>
          </a:p>
        </p:txBody>
      </p:sp>
      <p:sp>
        <p:nvSpPr>
          <p:cNvPr id="17" name="Shape 15"/>
          <p:cNvSpPr/>
          <p:nvPr>
            <p:custDataLst>
              <p:tags r:id="rId16"/>
            </p:custDataLst>
          </p:nvPr>
        </p:nvSpPr>
        <p:spPr>
          <a:xfrm>
            <a:off x="2622749" y="3514830"/>
            <a:ext cx="4192524" cy="428002"/>
          </a:xfrm>
          <a:prstGeom prst="roundRect">
            <a:avLst>
              <a:gd name="adj" fmla="val 12048"/>
            </a:avLst>
          </a:prstGeom>
          <a:solidFill>
            <a:srgbClr val="F5F8FC"/>
          </a:solidFill>
          <a:ln w="8890">
            <a:solidFill>
              <a:srgbClr val="D9E2EC"/>
            </a:solidFill>
            <a:prstDash val="solid"/>
          </a:ln>
        </p:spPr>
        <p:txBody>
          <a:bodyPr/>
          <a:lstStyle/>
          <a:p>
            <a:endParaRPr lang="fr-CA" noProof="0" dirty="0"/>
          </a:p>
        </p:txBody>
      </p:sp>
      <p:sp>
        <p:nvSpPr>
          <p:cNvPr id="18" name="Text 16"/>
          <p:cNvSpPr/>
          <p:nvPr>
            <p:custDataLst>
              <p:tags r:id="rId17"/>
            </p:custDataLst>
          </p:nvPr>
        </p:nvSpPr>
        <p:spPr>
          <a:xfrm>
            <a:off x="2750765" y="3624558"/>
            <a:ext cx="3950208" cy="330068"/>
          </a:xfrm>
          <a:prstGeom prst="rect">
            <a:avLst/>
          </a:prstGeom>
          <a:noFill/>
          <a:ln/>
        </p:spPr>
        <p:txBody>
          <a:bodyPr wrap="square" lIns="0" tIns="0" rIns="0" bIns="0" rtlCol="0" anchor="t">
            <a:normAutofit/>
          </a:bodyPr>
          <a:lstStyle/>
          <a:p>
            <a:pPr marL="0" indent="0">
              <a:buNone/>
            </a:pPr>
            <a:r>
              <a:rPr lang="fr-CA" sz="1600" noProof="0" dirty="0">
                <a:solidFill>
                  <a:srgbClr val="486581"/>
                </a:solidFill>
                <a:latin typeface="Calibri" pitchFamily="34" charset="0"/>
                <a:ea typeface="Calibri" pitchFamily="34" charset="-122"/>
                <a:cs typeface="Calibri" pitchFamily="34" charset="-120"/>
              </a:rPr>
              <a:t>Suspendre la consommation.</a:t>
            </a:r>
            <a:endParaRPr lang="fr-CA" sz="1600" noProof="0" dirty="0"/>
          </a:p>
        </p:txBody>
      </p:sp>
      <p:sp>
        <p:nvSpPr>
          <p:cNvPr id="19" name="Shape 17"/>
          <p:cNvSpPr/>
          <p:nvPr>
            <p:custDataLst>
              <p:tags r:id="rId18"/>
            </p:custDataLst>
          </p:nvPr>
        </p:nvSpPr>
        <p:spPr>
          <a:xfrm>
            <a:off x="6856421" y="3514830"/>
            <a:ext cx="4777740" cy="428002"/>
          </a:xfrm>
          <a:prstGeom prst="roundRect">
            <a:avLst>
              <a:gd name="adj" fmla="val 12048"/>
            </a:avLst>
          </a:prstGeom>
          <a:solidFill>
            <a:srgbClr val="F5F8FC"/>
          </a:solidFill>
          <a:ln w="8890">
            <a:solidFill>
              <a:srgbClr val="D9E2EC"/>
            </a:solidFill>
            <a:prstDash val="solid"/>
          </a:ln>
        </p:spPr>
        <p:txBody>
          <a:bodyPr/>
          <a:lstStyle/>
          <a:p>
            <a:endParaRPr lang="fr-CA" noProof="0" dirty="0"/>
          </a:p>
        </p:txBody>
      </p:sp>
      <p:sp>
        <p:nvSpPr>
          <p:cNvPr id="20" name="Text 18"/>
          <p:cNvSpPr/>
          <p:nvPr>
            <p:custDataLst>
              <p:tags r:id="rId19"/>
            </p:custDataLst>
          </p:nvPr>
        </p:nvSpPr>
        <p:spPr>
          <a:xfrm>
            <a:off x="6984437" y="3624558"/>
            <a:ext cx="4535424" cy="330068"/>
          </a:xfrm>
          <a:prstGeom prst="rect">
            <a:avLst/>
          </a:prstGeom>
          <a:noFill/>
          <a:ln/>
        </p:spPr>
        <p:txBody>
          <a:bodyPr wrap="square" lIns="0" tIns="0" rIns="0" bIns="0" rtlCol="0" anchor="t">
            <a:normAutofit/>
          </a:bodyPr>
          <a:lstStyle/>
          <a:p>
            <a:pPr marL="0" indent="0">
              <a:buNone/>
            </a:pPr>
            <a:r>
              <a:rPr lang="fr-CA" sz="1600" noProof="0" dirty="0">
                <a:solidFill>
                  <a:srgbClr val="486581"/>
                </a:solidFill>
                <a:latin typeface="Calibri" pitchFamily="34" charset="0"/>
                <a:ea typeface="Calibri" pitchFamily="34" charset="-122"/>
                <a:cs typeface="Calibri" pitchFamily="34" charset="-120"/>
              </a:rPr>
              <a:t>Le consommateur reste membre.</a:t>
            </a:r>
            <a:endParaRPr lang="fr-CA" sz="1600" noProof="0" dirty="0"/>
          </a:p>
        </p:txBody>
      </p:sp>
      <p:sp>
        <p:nvSpPr>
          <p:cNvPr id="21" name="Shape 19"/>
          <p:cNvSpPr/>
          <p:nvPr>
            <p:custDataLst>
              <p:tags r:id="rId20"/>
            </p:custDataLst>
          </p:nvPr>
        </p:nvSpPr>
        <p:spPr>
          <a:xfrm>
            <a:off x="545041" y="4025716"/>
            <a:ext cx="2034540" cy="447466"/>
          </a:xfrm>
          <a:prstGeom prst="roundRect">
            <a:avLst>
              <a:gd name="adj" fmla="val 12048"/>
            </a:avLst>
          </a:prstGeom>
          <a:solidFill>
            <a:srgbClr val="FFFFFF"/>
          </a:solidFill>
          <a:ln w="8890">
            <a:solidFill>
              <a:srgbClr val="D9E2EC"/>
            </a:solidFill>
            <a:prstDash val="solid"/>
          </a:ln>
        </p:spPr>
        <p:txBody>
          <a:bodyPr/>
          <a:lstStyle/>
          <a:p>
            <a:endParaRPr lang="fr-CA" noProof="0" dirty="0"/>
          </a:p>
        </p:txBody>
      </p:sp>
      <p:sp>
        <p:nvSpPr>
          <p:cNvPr id="22" name="Text 20"/>
          <p:cNvSpPr/>
          <p:nvPr>
            <p:custDataLst>
              <p:tags r:id="rId21"/>
            </p:custDataLst>
          </p:nvPr>
        </p:nvSpPr>
        <p:spPr>
          <a:xfrm>
            <a:off x="673057" y="4135444"/>
            <a:ext cx="1792224" cy="312368"/>
          </a:xfrm>
          <a:prstGeom prst="rect">
            <a:avLst/>
          </a:prstGeom>
          <a:noFill/>
          <a:ln/>
        </p:spPr>
        <p:txBody>
          <a:bodyPr wrap="square" lIns="0" tIns="0" rIns="0" bIns="0" rtlCol="0" anchor="t">
            <a:normAutofit/>
          </a:bodyPr>
          <a:lstStyle/>
          <a:p>
            <a:pPr marL="0" indent="0">
              <a:buNone/>
            </a:pPr>
            <a:r>
              <a:rPr lang="fr-CA" sz="1600" b="1" noProof="0" dirty="0">
                <a:solidFill>
                  <a:srgbClr val="102A43"/>
                </a:solidFill>
                <a:latin typeface="Calibri" pitchFamily="34" charset="0"/>
                <a:ea typeface="Calibri" pitchFamily="34" charset="-122"/>
                <a:cs typeface="Calibri" pitchFamily="34" charset="-120"/>
              </a:rPr>
              <a:t>resume()</a:t>
            </a:r>
            <a:endParaRPr lang="fr-CA" sz="1600" noProof="0" dirty="0"/>
          </a:p>
        </p:txBody>
      </p:sp>
      <p:sp>
        <p:nvSpPr>
          <p:cNvPr id="23" name="Shape 21"/>
          <p:cNvSpPr/>
          <p:nvPr>
            <p:custDataLst>
              <p:tags r:id="rId22"/>
            </p:custDataLst>
          </p:nvPr>
        </p:nvSpPr>
        <p:spPr>
          <a:xfrm>
            <a:off x="2620729" y="4025716"/>
            <a:ext cx="4192524" cy="435672"/>
          </a:xfrm>
          <a:prstGeom prst="roundRect">
            <a:avLst>
              <a:gd name="adj" fmla="val 12048"/>
            </a:avLst>
          </a:prstGeom>
          <a:solidFill>
            <a:srgbClr val="FFFFFF"/>
          </a:solidFill>
          <a:ln w="8890">
            <a:solidFill>
              <a:srgbClr val="D9E2EC"/>
            </a:solidFill>
            <a:prstDash val="solid"/>
          </a:ln>
        </p:spPr>
        <p:txBody>
          <a:bodyPr/>
          <a:lstStyle/>
          <a:p>
            <a:endParaRPr lang="fr-CA" noProof="0" dirty="0"/>
          </a:p>
        </p:txBody>
      </p:sp>
      <p:sp>
        <p:nvSpPr>
          <p:cNvPr id="24" name="Text 22"/>
          <p:cNvSpPr/>
          <p:nvPr>
            <p:custDataLst>
              <p:tags r:id="rId23"/>
            </p:custDataLst>
          </p:nvPr>
        </p:nvSpPr>
        <p:spPr>
          <a:xfrm>
            <a:off x="2748745" y="4135445"/>
            <a:ext cx="3950208" cy="330068"/>
          </a:xfrm>
          <a:prstGeom prst="rect">
            <a:avLst/>
          </a:prstGeom>
          <a:noFill/>
          <a:ln/>
        </p:spPr>
        <p:txBody>
          <a:bodyPr wrap="square" lIns="0" tIns="0" rIns="0" bIns="0" rtlCol="0" anchor="t">
            <a:normAutofit/>
          </a:bodyPr>
          <a:lstStyle/>
          <a:p>
            <a:pPr marL="0" indent="0">
              <a:buNone/>
            </a:pPr>
            <a:r>
              <a:rPr lang="fr-CA" sz="1600" noProof="0" dirty="0">
                <a:solidFill>
                  <a:srgbClr val="486581"/>
                </a:solidFill>
                <a:latin typeface="Calibri" pitchFamily="34" charset="0"/>
                <a:ea typeface="Calibri" pitchFamily="34" charset="-122"/>
                <a:cs typeface="Calibri" pitchFamily="34" charset="-120"/>
              </a:rPr>
              <a:t>Reprendre la consommation.</a:t>
            </a:r>
            <a:endParaRPr lang="fr-CA" sz="1600" noProof="0" dirty="0"/>
          </a:p>
        </p:txBody>
      </p:sp>
      <p:sp>
        <p:nvSpPr>
          <p:cNvPr id="25" name="Shape 23"/>
          <p:cNvSpPr/>
          <p:nvPr>
            <p:custDataLst>
              <p:tags r:id="rId24"/>
            </p:custDataLst>
          </p:nvPr>
        </p:nvSpPr>
        <p:spPr>
          <a:xfrm>
            <a:off x="6854401" y="4025716"/>
            <a:ext cx="4777740" cy="439797"/>
          </a:xfrm>
          <a:prstGeom prst="roundRect">
            <a:avLst>
              <a:gd name="adj" fmla="val 12048"/>
            </a:avLst>
          </a:prstGeom>
          <a:solidFill>
            <a:srgbClr val="FFFFFF"/>
          </a:solidFill>
          <a:ln w="8890">
            <a:solidFill>
              <a:srgbClr val="D9E2EC"/>
            </a:solidFill>
            <a:prstDash val="solid"/>
          </a:ln>
        </p:spPr>
        <p:txBody>
          <a:bodyPr/>
          <a:lstStyle/>
          <a:p>
            <a:endParaRPr lang="fr-CA" noProof="0" dirty="0"/>
          </a:p>
        </p:txBody>
      </p:sp>
      <p:sp>
        <p:nvSpPr>
          <p:cNvPr id="26" name="Text 24"/>
          <p:cNvSpPr/>
          <p:nvPr>
            <p:custDataLst>
              <p:tags r:id="rId25"/>
            </p:custDataLst>
          </p:nvPr>
        </p:nvSpPr>
        <p:spPr>
          <a:xfrm>
            <a:off x="6982417" y="4135444"/>
            <a:ext cx="4535424" cy="312368"/>
          </a:xfrm>
          <a:prstGeom prst="rect">
            <a:avLst/>
          </a:prstGeom>
          <a:noFill/>
          <a:ln/>
        </p:spPr>
        <p:txBody>
          <a:bodyPr wrap="square" lIns="0" tIns="0" rIns="0" bIns="0" rtlCol="0" anchor="t">
            <a:normAutofit/>
          </a:bodyPr>
          <a:lstStyle/>
          <a:p>
            <a:pPr marL="0" indent="0">
              <a:buNone/>
            </a:pPr>
            <a:r>
              <a:rPr lang="fr-CA" sz="1600" noProof="0" dirty="0">
                <a:solidFill>
                  <a:srgbClr val="486581"/>
                </a:solidFill>
                <a:latin typeface="Calibri" pitchFamily="34" charset="0"/>
                <a:ea typeface="Calibri" pitchFamily="34" charset="-122"/>
                <a:cs typeface="Calibri" pitchFamily="34" charset="-120"/>
              </a:rPr>
              <a:t>La même instance continue.</a:t>
            </a:r>
            <a:endParaRPr lang="fr-CA" sz="1600" noProof="0" dirty="0"/>
          </a:p>
        </p:txBody>
      </p:sp>
      <p:sp>
        <p:nvSpPr>
          <p:cNvPr id="27" name="Shape 25"/>
          <p:cNvSpPr/>
          <p:nvPr>
            <p:custDataLst>
              <p:tags r:id="rId26"/>
            </p:custDataLst>
          </p:nvPr>
        </p:nvSpPr>
        <p:spPr>
          <a:xfrm>
            <a:off x="557839" y="4551933"/>
            <a:ext cx="2025782" cy="435672"/>
          </a:xfrm>
          <a:prstGeom prst="roundRect">
            <a:avLst>
              <a:gd name="adj" fmla="val 12048"/>
            </a:avLst>
          </a:prstGeom>
          <a:solidFill>
            <a:srgbClr val="F5F8FC"/>
          </a:solidFill>
          <a:ln w="8890">
            <a:solidFill>
              <a:srgbClr val="D9E2EC"/>
            </a:solidFill>
            <a:prstDash val="solid"/>
          </a:ln>
        </p:spPr>
        <p:txBody>
          <a:bodyPr/>
          <a:lstStyle/>
          <a:p>
            <a:endParaRPr lang="fr-CA" noProof="0" dirty="0"/>
          </a:p>
        </p:txBody>
      </p:sp>
      <p:sp>
        <p:nvSpPr>
          <p:cNvPr id="28" name="Text 26"/>
          <p:cNvSpPr/>
          <p:nvPr>
            <p:custDataLst>
              <p:tags r:id="rId27"/>
            </p:custDataLst>
          </p:nvPr>
        </p:nvSpPr>
        <p:spPr>
          <a:xfrm>
            <a:off x="675077" y="4625096"/>
            <a:ext cx="1835392" cy="339201"/>
          </a:xfrm>
          <a:prstGeom prst="rect">
            <a:avLst/>
          </a:prstGeom>
          <a:noFill/>
          <a:ln/>
        </p:spPr>
        <p:txBody>
          <a:bodyPr wrap="square" lIns="0" tIns="0" rIns="0" bIns="0" rtlCol="0" anchor="t">
            <a:normAutofit/>
          </a:bodyPr>
          <a:lstStyle/>
          <a:p>
            <a:pPr marL="0" indent="0">
              <a:buNone/>
            </a:pPr>
            <a:r>
              <a:rPr lang="fr-CA" sz="1600" b="1" noProof="0" dirty="0">
                <a:solidFill>
                  <a:srgbClr val="102A43"/>
                </a:solidFill>
                <a:latin typeface="Calibri" pitchFamily="34" charset="0"/>
                <a:ea typeface="Calibri" pitchFamily="34" charset="-122"/>
                <a:cs typeface="Calibri" pitchFamily="34" charset="-120"/>
              </a:rPr>
              <a:t>stop()</a:t>
            </a:r>
            <a:endParaRPr lang="fr-CA" sz="1600" noProof="0" dirty="0"/>
          </a:p>
        </p:txBody>
      </p:sp>
      <p:sp>
        <p:nvSpPr>
          <p:cNvPr id="29" name="Shape 27"/>
          <p:cNvSpPr/>
          <p:nvPr>
            <p:custDataLst>
              <p:tags r:id="rId28"/>
            </p:custDataLst>
          </p:nvPr>
        </p:nvSpPr>
        <p:spPr>
          <a:xfrm>
            <a:off x="2624769" y="4551933"/>
            <a:ext cx="4190504" cy="435672"/>
          </a:xfrm>
          <a:prstGeom prst="roundRect">
            <a:avLst>
              <a:gd name="adj" fmla="val 12048"/>
            </a:avLst>
          </a:prstGeom>
          <a:solidFill>
            <a:srgbClr val="F5F8FC"/>
          </a:solidFill>
          <a:ln w="8890">
            <a:solidFill>
              <a:srgbClr val="D9E2EC"/>
            </a:solidFill>
            <a:prstDash val="solid"/>
          </a:ln>
        </p:spPr>
        <p:txBody>
          <a:bodyPr/>
          <a:lstStyle/>
          <a:p>
            <a:endParaRPr lang="fr-CA" noProof="0" dirty="0"/>
          </a:p>
        </p:txBody>
      </p:sp>
      <p:sp>
        <p:nvSpPr>
          <p:cNvPr id="30" name="Text 28"/>
          <p:cNvSpPr/>
          <p:nvPr>
            <p:custDataLst>
              <p:tags r:id="rId29"/>
            </p:custDataLst>
          </p:nvPr>
        </p:nvSpPr>
        <p:spPr>
          <a:xfrm>
            <a:off x="2750765" y="4632754"/>
            <a:ext cx="3993376" cy="331543"/>
          </a:xfrm>
          <a:prstGeom prst="rect">
            <a:avLst/>
          </a:prstGeom>
          <a:noFill/>
          <a:ln/>
        </p:spPr>
        <p:txBody>
          <a:bodyPr wrap="square" lIns="0" tIns="0" rIns="0" bIns="0" rtlCol="0" anchor="t">
            <a:normAutofit/>
          </a:bodyPr>
          <a:lstStyle/>
          <a:p>
            <a:pPr marL="0" indent="0">
              <a:buNone/>
            </a:pPr>
            <a:r>
              <a:rPr lang="fr-CA" sz="1600" noProof="0" dirty="0">
                <a:solidFill>
                  <a:srgbClr val="486581"/>
                </a:solidFill>
                <a:latin typeface="Calibri" pitchFamily="34" charset="0"/>
                <a:ea typeface="Calibri" pitchFamily="34" charset="-122"/>
                <a:cs typeface="Calibri" pitchFamily="34" charset="-120"/>
              </a:rPr>
              <a:t>Arrêter le conteneur.</a:t>
            </a:r>
            <a:endParaRPr lang="fr-CA" sz="1600" noProof="0" dirty="0"/>
          </a:p>
        </p:txBody>
      </p:sp>
      <p:sp>
        <p:nvSpPr>
          <p:cNvPr id="31" name="Shape 29"/>
          <p:cNvSpPr/>
          <p:nvPr>
            <p:custDataLst>
              <p:tags r:id="rId30"/>
            </p:custDataLst>
          </p:nvPr>
        </p:nvSpPr>
        <p:spPr>
          <a:xfrm>
            <a:off x="6856421" y="4551933"/>
            <a:ext cx="4777740" cy="448056"/>
          </a:xfrm>
          <a:prstGeom prst="roundRect">
            <a:avLst>
              <a:gd name="adj" fmla="val 12048"/>
            </a:avLst>
          </a:prstGeom>
          <a:solidFill>
            <a:srgbClr val="F5F8FC"/>
          </a:solidFill>
          <a:ln w="8890">
            <a:solidFill>
              <a:srgbClr val="D9E2EC"/>
            </a:solidFill>
            <a:prstDash val="solid"/>
          </a:ln>
        </p:spPr>
        <p:txBody>
          <a:bodyPr/>
          <a:lstStyle/>
          <a:p>
            <a:endParaRPr lang="fr-CA" noProof="0" dirty="0"/>
          </a:p>
        </p:txBody>
      </p:sp>
      <p:sp>
        <p:nvSpPr>
          <p:cNvPr id="32" name="Text 30"/>
          <p:cNvSpPr/>
          <p:nvPr>
            <p:custDataLst>
              <p:tags r:id="rId31"/>
            </p:custDataLst>
          </p:nvPr>
        </p:nvSpPr>
        <p:spPr>
          <a:xfrm>
            <a:off x="6982417" y="4669637"/>
            <a:ext cx="4580612" cy="286991"/>
          </a:xfrm>
          <a:prstGeom prst="rect">
            <a:avLst/>
          </a:prstGeom>
          <a:noFill/>
          <a:ln/>
        </p:spPr>
        <p:txBody>
          <a:bodyPr wrap="square" lIns="0" tIns="0" rIns="0" bIns="0" rtlCol="0" anchor="t">
            <a:normAutofit/>
          </a:bodyPr>
          <a:lstStyle/>
          <a:p>
            <a:pPr marL="0" indent="0">
              <a:buNone/>
            </a:pPr>
            <a:r>
              <a:rPr lang="fr-CA" sz="1600" noProof="0" dirty="0">
                <a:solidFill>
                  <a:srgbClr val="486581"/>
                </a:solidFill>
                <a:latin typeface="Calibri" pitchFamily="34" charset="0"/>
                <a:ea typeface="Calibri" pitchFamily="34" charset="-122"/>
                <a:cs typeface="Calibri" pitchFamily="34" charset="-120"/>
              </a:rPr>
              <a:t>La sortie déclenche un rebalance (reprises possibles).</a:t>
            </a:r>
            <a:endParaRPr lang="fr-CA" sz="1600" noProof="0" dirty="0"/>
          </a:p>
        </p:txBody>
      </p:sp>
      <p:sp>
        <p:nvSpPr>
          <p:cNvPr id="33" name="Shape 31"/>
          <p:cNvSpPr/>
          <p:nvPr>
            <p:custDataLst>
              <p:tags r:id="rId32"/>
            </p:custDataLst>
          </p:nvPr>
        </p:nvSpPr>
        <p:spPr>
          <a:xfrm>
            <a:off x="530352" y="5715000"/>
            <a:ext cx="11128248" cy="448056"/>
          </a:xfrm>
          <a:prstGeom prst="roundRect">
            <a:avLst>
              <a:gd name="adj" fmla="val 20408"/>
            </a:avLst>
          </a:prstGeom>
          <a:solidFill>
            <a:srgbClr val="EFFAF8"/>
          </a:solidFill>
          <a:ln w="8890">
            <a:solidFill>
              <a:srgbClr val="EFFAF8"/>
            </a:solidFill>
            <a:prstDash val="solid"/>
          </a:ln>
        </p:spPr>
        <p:txBody>
          <a:bodyPr/>
          <a:lstStyle/>
          <a:p>
            <a:endParaRPr lang="fr-CA" noProof="0" dirty="0"/>
          </a:p>
        </p:txBody>
      </p:sp>
      <p:sp>
        <p:nvSpPr>
          <p:cNvPr id="34" name="Text 32"/>
          <p:cNvSpPr/>
          <p:nvPr>
            <p:custDataLst>
              <p:tags r:id="rId33"/>
            </p:custDataLst>
          </p:nvPr>
        </p:nvSpPr>
        <p:spPr>
          <a:xfrm>
            <a:off x="731520" y="5820156"/>
            <a:ext cx="10716768" cy="274320"/>
          </a:xfrm>
          <a:prstGeom prst="rect">
            <a:avLst/>
          </a:prstGeom>
          <a:noFill/>
          <a:ln/>
        </p:spPr>
        <p:txBody>
          <a:bodyPr wrap="square" lIns="0" tIns="0" rIns="0" bIns="0" rtlCol="0" anchor="t">
            <a:normAutofit/>
          </a:bodyPr>
          <a:lstStyle/>
          <a:p>
            <a:pPr marL="0" indent="0">
              <a:buNone/>
            </a:pPr>
            <a:r>
              <a:rPr lang="fr-CA" sz="1550" b="1" noProof="0" dirty="0">
                <a:solidFill>
                  <a:srgbClr val="0F766E"/>
                </a:solidFill>
                <a:latin typeface="Calibri" pitchFamily="34" charset="0"/>
                <a:ea typeface="Calibri" pitchFamily="34" charset="-122"/>
                <a:cs typeface="Calibri" pitchFamily="34" charset="-120"/>
              </a:rPr>
              <a:t>Kafka : pause légère du conteneur. Flink/Sandbox : arrêt avec savepoint (checkpoint). Un rebalance déclenche des reprises !!! </a:t>
            </a:r>
            <a:endParaRPr lang="fr-CA" sz="1550" noProof="0" dirty="0"/>
          </a:p>
        </p:txBody>
      </p:sp>
      <p:sp>
        <p:nvSpPr>
          <p:cNvPr id="50" name="Shape 7">
            <a:extLst>
              <a:ext uri="{FF2B5EF4-FFF2-40B4-BE49-F238E27FC236}">
                <a16:creationId xmlns:a16="http://schemas.microsoft.com/office/drawing/2014/main" id="{29EEE94A-7078-F556-DC36-4101A119C314}"/>
              </a:ext>
            </a:extLst>
          </p:cNvPr>
          <p:cNvSpPr/>
          <p:nvPr>
            <p:custDataLst>
              <p:tags r:id="rId34"/>
            </p:custDataLst>
          </p:nvPr>
        </p:nvSpPr>
        <p:spPr>
          <a:xfrm>
            <a:off x="530352" y="2029968"/>
            <a:ext cx="11103809" cy="822960"/>
          </a:xfrm>
          <a:prstGeom prst="roundRect">
            <a:avLst>
              <a:gd name="adj" fmla="val 11111"/>
            </a:avLst>
          </a:prstGeom>
          <a:solidFill>
            <a:srgbClr val="102A43"/>
          </a:solidFill>
          <a:ln w="8890">
            <a:solidFill>
              <a:srgbClr val="102A43"/>
            </a:solidFill>
            <a:prstDash val="solid"/>
          </a:ln>
        </p:spPr>
        <p:txBody>
          <a:bodyPr/>
          <a:lstStyle/>
          <a:p>
            <a:endParaRPr lang="fr-CA" noProof="0" dirty="0"/>
          </a:p>
        </p:txBody>
      </p:sp>
      <p:sp>
        <p:nvSpPr>
          <p:cNvPr id="52" name="Text 8">
            <a:extLst>
              <a:ext uri="{FF2B5EF4-FFF2-40B4-BE49-F238E27FC236}">
                <a16:creationId xmlns:a16="http://schemas.microsoft.com/office/drawing/2014/main" id="{833331F1-FEE5-D6B2-F49A-CECB8F537262}"/>
              </a:ext>
            </a:extLst>
          </p:cNvPr>
          <p:cNvSpPr/>
          <p:nvPr>
            <p:custDataLst>
              <p:tags r:id="rId35"/>
            </p:custDataLst>
          </p:nvPr>
        </p:nvSpPr>
        <p:spPr>
          <a:xfrm>
            <a:off x="786384" y="2248540"/>
            <a:ext cx="10607040" cy="452474"/>
          </a:xfrm>
          <a:prstGeom prst="rect">
            <a:avLst/>
          </a:prstGeom>
          <a:noFill/>
          <a:ln/>
        </p:spPr>
        <p:txBody>
          <a:bodyPr wrap="square" lIns="0" tIns="0" rIns="0" bIns="0" rtlCol="0" anchor="t">
            <a:normAutofit/>
          </a:bodyPr>
          <a:lstStyle/>
          <a:p>
            <a:pPr marL="0" indent="0" algn="ctr">
              <a:buNone/>
            </a:pPr>
            <a:r>
              <a:rPr lang="fr-CA" sz="2500" b="1" noProof="0" dirty="0">
                <a:solidFill>
                  <a:srgbClr val="FFFFFF"/>
                </a:solidFill>
                <a:latin typeface="Calibri" pitchFamily="34" charset="0"/>
                <a:ea typeface="Calibri" pitchFamily="34" charset="-122"/>
                <a:cs typeface="Calibri" pitchFamily="34" charset="-120"/>
              </a:rPr>
              <a:t>Une console pour contrôler les opérations n’est pas une option !!!</a:t>
            </a:r>
          </a:p>
        </p:txBody>
      </p:sp>
      <p:sp>
        <p:nvSpPr>
          <p:cNvPr id="38" name="Shape 19">
            <a:extLst>
              <a:ext uri="{FF2B5EF4-FFF2-40B4-BE49-F238E27FC236}">
                <a16:creationId xmlns:a16="http://schemas.microsoft.com/office/drawing/2014/main" id="{0BFBF96F-D487-AA04-8A53-18D7CFDBD812}"/>
              </a:ext>
            </a:extLst>
          </p:cNvPr>
          <p:cNvSpPr/>
          <p:nvPr>
            <p:custDataLst>
              <p:tags r:id="rId36"/>
            </p:custDataLst>
          </p:nvPr>
        </p:nvSpPr>
        <p:spPr>
          <a:xfrm>
            <a:off x="557839" y="5034799"/>
            <a:ext cx="2023762" cy="447466"/>
          </a:xfrm>
          <a:prstGeom prst="roundRect">
            <a:avLst>
              <a:gd name="adj" fmla="val 12048"/>
            </a:avLst>
          </a:prstGeom>
          <a:solidFill>
            <a:srgbClr val="FFFFFF"/>
          </a:solidFill>
          <a:ln w="8890">
            <a:solidFill>
              <a:srgbClr val="D9E2EC"/>
            </a:solidFill>
            <a:prstDash val="solid"/>
          </a:ln>
        </p:spPr>
        <p:txBody>
          <a:bodyPr/>
          <a:lstStyle/>
          <a:p>
            <a:endParaRPr lang="fr-CA" noProof="0" dirty="0"/>
          </a:p>
        </p:txBody>
      </p:sp>
      <p:sp>
        <p:nvSpPr>
          <p:cNvPr id="40" name="Text 20">
            <a:extLst>
              <a:ext uri="{FF2B5EF4-FFF2-40B4-BE49-F238E27FC236}">
                <a16:creationId xmlns:a16="http://schemas.microsoft.com/office/drawing/2014/main" id="{AA96EBC7-FB1D-D376-CA4A-7DFB9C9EB9B8}"/>
              </a:ext>
            </a:extLst>
          </p:cNvPr>
          <p:cNvSpPr/>
          <p:nvPr>
            <p:custDataLst>
              <p:tags r:id="rId37"/>
            </p:custDataLst>
          </p:nvPr>
        </p:nvSpPr>
        <p:spPr>
          <a:xfrm>
            <a:off x="672139" y="5158971"/>
            <a:ext cx="1795162" cy="297924"/>
          </a:xfrm>
          <a:prstGeom prst="rect">
            <a:avLst/>
          </a:prstGeom>
          <a:noFill/>
          <a:ln/>
        </p:spPr>
        <p:txBody>
          <a:bodyPr wrap="square" lIns="0" tIns="0" rIns="0" bIns="0" rtlCol="0" anchor="t">
            <a:normAutofit/>
          </a:bodyPr>
          <a:lstStyle/>
          <a:p>
            <a:pPr marL="0" indent="0">
              <a:buNone/>
            </a:pPr>
            <a:r>
              <a:rPr lang="fr-CA" sz="1600" b="1" noProof="0" dirty="0">
                <a:solidFill>
                  <a:srgbClr val="102A43"/>
                </a:solidFill>
                <a:latin typeface="Calibri" pitchFamily="34" charset="0"/>
                <a:ea typeface="Calibri" pitchFamily="34" charset="-122"/>
                <a:cs typeface="Calibri" pitchFamily="34" charset="-120"/>
              </a:rPr>
              <a:t>start()</a:t>
            </a:r>
            <a:endParaRPr lang="fr-CA" sz="1600" noProof="0" dirty="0"/>
          </a:p>
        </p:txBody>
      </p:sp>
      <p:sp>
        <p:nvSpPr>
          <p:cNvPr id="42" name="Shape 21">
            <a:extLst>
              <a:ext uri="{FF2B5EF4-FFF2-40B4-BE49-F238E27FC236}">
                <a16:creationId xmlns:a16="http://schemas.microsoft.com/office/drawing/2014/main" id="{D97D3AE3-C27A-977F-8529-D44261B4E5D1}"/>
              </a:ext>
            </a:extLst>
          </p:cNvPr>
          <p:cNvSpPr/>
          <p:nvPr>
            <p:custDataLst>
              <p:tags r:id="rId38"/>
            </p:custDataLst>
          </p:nvPr>
        </p:nvSpPr>
        <p:spPr>
          <a:xfrm>
            <a:off x="2622749" y="5034799"/>
            <a:ext cx="4192524" cy="435672"/>
          </a:xfrm>
          <a:prstGeom prst="roundRect">
            <a:avLst>
              <a:gd name="adj" fmla="val 12048"/>
            </a:avLst>
          </a:prstGeom>
          <a:solidFill>
            <a:srgbClr val="FFFFFF"/>
          </a:solidFill>
          <a:ln w="8890">
            <a:solidFill>
              <a:srgbClr val="D9E2EC"/>
            </a:solidFill>
            <a:prstDash val="solid"/>
          </a:ln>
        </p:spPr>
        <p:txBody>
          <a:bodyPr/>
          <a:lstStyle/>
          <a:p>
            <a:endParaRPr lang="fr-CA" noProof="0" dirty="0"/>
          </a:p>
        </p:txBody>
      </p:sp>
      <p:sp>
        <p:nvSpPr>
          <p:cNvPr id="44" name="Text 22">
            <a:extLst>
              <a:ext uri="{FF2B5EF4-FFF2-40B4-BE49-F238E27FC236}">
                <a16:creationId xmlns:a16="http://schemas.microsoft.com/office/drawing/2014/main" id="{EAE3DCAD-98E5-BAAB-468F-54C69647EACF}"/>
              </a:ext>
            </a:extLst>
          </p:cNvPr>
          <p:cNvSpPr/>
          <p:nvPr>
            <p:custDataLst>
              <p:tags r:id="rId39"/>
            </p:custDataLst>
          </p:nvPr>
        </p:nvSpPr>
        <p:spPr>
          <a:xfrm>
            <a:off x="2750765" y="5144528"/>
            <a:ext cx="3950208" cy="330068"/>
          </a:xfrm>
          <a:prstGeom prst="rect">
            <a:avLst/>
          </a:prstGeom>
          <a:noFill/>
          <a:ln/>
        </p:spPr>
        <p:txBody>
          <a:bodyPr wrap="square" lIns="0" tIns="0" rIns="0" bIns="0" rtlCol="0" anchor="t">
            <a:normAutofit/>
          </a:bodyPr>
          <a:lstStyle/>
          <a:p>
            <a:pPr marL="0" indent="0">
              <a:buNone/>
            </a:pPr>
            <a:r>
              <a:rPr lang="fr-CA" sz="1600" noProof="0" dirty="0">
                <a:solidFill>
                  <a:srgbClr val="486581"/>
                </a:solidFill>
                <a:latin typeface="Calibri" pitchFamily="34" charset="0"/>
                <a:ea typeface="Calibri" pitchFamily="34" charset="-122"/>
                <a:cs typeface="Calibri" pitchFamily="34" charset="-120"/>
              </a:rPr>
              <a:t>Démarrer le conteneur.</a:t>
            </a:r>
            <a:endParaRPr lang="fr-CA" sz="1600" noProof="0" dirty="0"/>
          </a:p>
        </p:txBody>
      </p:sp>
      <p:sp>
        <p:nvSpPr>
          <p:cNvPr id="46" name="Shape 23">
            <a:extLst>
              <a:ext uri="{FF2B5EF4-FFF2-40B4-BE49-F238E27FC236}">
                <a16:creationId xmlns:a16="http://schemas.microsoft.com/office/drawing/2014/main" id="{1FB1B120-030E-64B2-CF92-D225E57B6348}"/>
              </a:ext>
            </a:extLst>
          </p:cNvPr>
          <p:cNvSpPr/>
          <p:nvPr>
            <p:custDataLst>
              <p:tags r:id="rId40"/>
            </p:custDataLst>
          </p:nvPr>
        </p:nvSpPr>
        <p:spPr>
          <a:xfrm>
            <a:off x="6856421" y="5034799"/>
            <a:ext cx="4777740" cy="439797"/>
          </a:xfrm>
          <a:prstGeom prst="roundRect">
            <a:avLst>
              <a:gd name="adj" fmla="val 12048"/>
            </a:avLst>
          </a:prstGeom>
          <a:solidFill>
            <a:srgbClr val="FFFFFF"/>
          </a:solidFill>
          <a:ln w="8890">
            <a:solidFill>
              <a:srgbClr val="D9E2EC"/>
            </a:solidFill>
            <a:prstDash val="solid"/>
          </a:ln>
        </p:spPr>
        <p:txBody>
          <a:bodyPr/>
          <a:lstStyle/>
          <a:p>
            <a:endParaRPr lang="fr-CA" noProof="0" dirty="0"/>
          </a:p>
        </p:txBody>
      </p:sp>
      <p:sp>
        <p:nvSpPr>
          <p:cNvPr id="48" name="Text 24">
            <a:extLst>
              <a:ext uri="{FF2B5EF4-FFF2-40B4-BE49-F238E27FC236}">
                <a16:creationId xmlns:a16="http://schemas.microsoft.com/office/drawing/2014/main" id="{9601DE90-C9DB-5DA6-8D5F-278B752607C3}"/>
              </a:ext>
            </a:extLst>
          </p:cNvPr>
          <p:cNvSpPr/>
          <p:nvPr>
            <p:custDataLst>
              <p:tags r:id="rId41"/>
            </p:custDataLst>
          </p:nvPr>
        </p:nvSpPr>
        <p:spPr>
          <a:xfrm>
            <a:off x="6984437" y="5144527"/>
            <a:ext cx="4535424" cy="312368"/>
          </a:xfrm>
          <a:prstGeom prst="rect">
            <a:avLst/>
          </a:prstGeom>
          <a:noFill/>
          <a:ln/>
        </p:spPr>
        <p:txBody>
          <a:bodyPr wrap="square" lIns="0" tIns="0" rIns="0" bIns="0" rtlCol="0" anchor="t">
            <a:normAutofit/>
          </a:bodyPr>
          <a:lstStyle/>
          <a:p>
            <a:pPr marL="0" indent="0">
              <a:buNone/>
            </a:pPr>
            <a:r>
              <a:rPr lang="fr-CA" sz="1600" noProof="0" dirty="0">
                <a:solidFill>
                  <a:srgbClr val="486581"/>
                </a:solidFill>
                <a:latin typeface="Calibri" pitchFamily="34" charset="0"/>
                <a:ea typeface="Calibri" pitchFamily="34" charset="-122"/>
                <a:cs typeface="Calibri" pitchFamily="34" charset="-120"/>
              </a:rPr>
              <a:t>L’entré déclenche un rebalance (reprises possibles).</a:t>
            </a:r>
            <a:endParaRPr lang="fr-CA" sz="1600" noProof="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fr-CA" noProof="0" dirty="0"/>
          </a:p>
        </p:txBody>
      </p:sp>
      <p:sp>
        <p:nvSpPr>
          <p:cNvPr id="3" name="Text 1"/>
          <p:cNvSpPr/>
          <p:nvPr>
            <p:custDataLst>
              <p:tags r:id="rId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fr-CA" sz="1100" b="1" kern="0" spc="50" noProof="0" dirty="0">
                <a:solidFill>
                  <a:srgbClr val="1F6FEB"/>
                </a:solidFill>
                <a:latin typeface="Calibri" pitchFamily="34" charset="0"/>
                <a:ea typeface="Calibri" pitchFamily="34" charset="-122"/>
                <a:cs typeface="Calibri" pitchFamily="34" charset="-120"/>
              </a:rPr>
              <a:t>05 / EXPLOITER ET DISTRIBUER</a:t>
            </a:r>
            <a:endParaRPr lang="fr-CA" sz="1100" noProof="0" dirty="0"/>
          </a:p>
        </p:txBody>
      </p:sp>
      <p:sp>
        <p:nvSpPr>
          <p:cNvPr id="4" name="Text 2"/>
          <p:cNvSpPr/>
          <p:nvPr>
            <p:custDataLst>
              <p:tags r:id="rId3"/>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fr-CA" sz="1000" b="1" noProof="0" dirty="0">
                <a:solidFill>
                  <a:srgbClr val="829AB1"/>
                </a:solidFill>
                <a:latin typeface="Calibri" pitchFamily="34" charset="0"/>
                <a:ea typeface="Calibri" pitchFamily="34" charset="-122"/>
                <a:cs typeface="Calibri" pitchFamily="34" charset="-120"/>
              </a:rPr>
              <a:t>ARRÊT GRACIEUX</a:t>
            </a:r>
            <a:endParaRPr lang="fr-CA" sz="1000" noProof="0" dirty="0"/>
          </a:p>
        </p:txBody>
      </p:sp>
      <p:sp>
        <p:nvSpPr>
          <p:cNvPr id="5" name="Text 3"/>
          <p:cNvSpPr/>
          <p:nvPr>
            <p:custDataLst>
              <p:tags r:id="rId4"/>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fr-CA" sz="2700" b="1" noProof="0" dirty="0">
                <a:solidFill>
                  <a:srgbClr val="102A43"/>
                </a:solidFill>
                <a:latin typeface="Calibri" pitchFamily="34" charset="0"/>
                <a:ea typeface="Calibri" pitchFamily="34" charset="-122"/>
                <a:cs typeface="Calibri" pitchFamily="34" charset="-120"/>
              </a:rPr>
              <a:t>L'arrêt fait partie des ajustements du système</a:t>
            </a:r>
            <a:endParaRPr lang="fr-CA" sz="2700" noProof="0" dirty="0"/>
          </a:p>
        </p:txBody>
      </p:sp>
      <p:sp>
        <p:nvSpPr>
          <p:cNvPr id="6" name="Text 4"/>
          <p:cNvSpPr/>
          <p:nvPr>
            <p:custDataLst>
              <p:tags r:id="rId5"/>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fr-CA" sz="1650" noProof="0" dirty="0">
                <a:solidFill>
                  <a:srgbClr val="486581"/>
                </a:solidFill>
                <a:latin typeface="Calibri" pitchFamily="34" charset="0"/>
                <a:ea typeface="Calibri" pitchFamily="34" charset="-122"/>
                <a:cs typeface="Calibri" pitchFamily="34" charset="-120"/>
              </a:rPr>
              <a:t>Le temps de grâce doit permettre de terminer le travail en cours et de fermer les ressources dans le bon ordre.</a:t>
            </a:r>
            <a:endParaRPr lang="fr-CA" sz="1650" noProof="0" dirty="0"/>
          </a:p>
        </p:txBody>
      </p:sp>
      <p:sp>
        <p:nvSpPr>
          <p:cNvPr id="7" name="Text 5"/>
          <p:cNvSpPr/>
          <p:nvPr>
            <p:custDataLst>
              <p:tags r:id="rId6"/>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fr-CA" sz="900" noProof="0" dirty="0">
                <a:solidFill>
                  <a:srgbClr val="486581"/>
                </a:solidFill>
                <a:latin typeface="Calibri" pitchFamily="34" charset="0"/>
                <a:ea typeface="Calibri" pitchFamily="34" charset="-122"/>
                <a:cs typeface="Calibri" pitchFamily="34" charset="-120"/>
              </a:rPr>
              <a:t>Guide d'ingénierie Kafka · Projet EDA</a:t>
            </a:r>
            <a:endParaRPr lang="fr-CA" sz="900" noProof="0" dirty="0"/>
          </a:p>
        </p:txBody>
      </p:sp>
      <p:sp>
        <p:nvSpPr>
          <p:cNvPr id="8" name="Text 6"/>
          <p:cNvSpPr/>
          <p:nvPr>
            <p:custDataLst>
              <p:tags r:id="rId7"/>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fr-CA" sz="900" noProof="0" dirty="0">
                <a:solidFill>
                  <a:srgbClr val="486581"/>
                </a:solidFill>
                <a:latin typeface="Calibri" pitchFamily="34" charset="0"/>
                <a:ea typeface="Calibri" pitchFamily="34" charset="-122"/>
                <a:cs typeface="Calibri" pitchFamily="34" charset="-120"/>
              </a:rPr>
              <a:t>29</a:t>
            </a:r>
            <a:endParaRPr lang="fr-CA" sz="900" noProof="0" dirty="0"/>
          </a:p>
        </p:txBody>
      </p:sp>
      <p:sp>
        <p:nvSpPr>
          <p:cNvPr id="9" name="Shape 7"/>
          <p:cNvSpPr/>
          <p:nvPr>
            <p:custDataLst>
              <p:tags r:id="rId8"/>
            </p:custDataLst>
          </p:nvPr>
        </p:nvSpPr>
        <p:spPr>
          <a:xfrm>
            <a:off x="516030" y="2031333"/>
            <a:ext cx="1794762" cy="1223932"/>
          </a:xfrm>
          <a:prstGeom prst="roundRect">
            <a:avLst>
              <a:gd name="adj" fmla="val 4255"/>
            </a:avLst>
          </a:prstGeom>
          <a:solidFill>
            <a:srgbClr val="FFFFFF"/>
          </a:solidFill>
          <a:ln w="8890">
            <a:solidFill>
              <a:srgbClr val="D9E2EC"/>
            </a:solidFill>
            <a:prstDash val="solid"/>
          </a:ln>
        </p:spPr>
        <p:txBody>
          <a:bodyPr/>
          <a:lstStyle/>
          <a:p>
            <a:endParaRPr lang="fr-CA" noProof="0" dirty="0"/>
          </a:p>
        </p:txBody>
      </p:sp>
      <p:sp>
        <p:nvSpPr>
          <p:cNvPr id="10" name="Text 8"/>
          <p:cNvSpPr/>
          <p:nvPr>
            <p:custDataLst>
              <p:tags r:id="rId9"/>
            </p:custDataLst>
          </p:nvPr>
        </p:nvSpPr>
        <p:spPr>
          <a:xfrm>
            <a:off x="624870" y="2102751"/>
            <a:ext cx="457200" cy="448056"/>
          </a:xfrm>
          <a:prstGeom prst="rect">
            <a:avLst/>
          </a:prstGeom>
          <a:noFill/>
          <a:ln/>
        </p:spPr>
        <p:txBody>
          <a:bodyPr wrap="square" lIns="0" tIns="0" rIns="0" bIns="0" rtlCol="0" anchor="t">
            <a:normAutofit/>
          </a:bodyPr>
          <a:lstStyle/>
          <a:p>
            <a:pPr marL="0" indent="0">
              <a:buNone/>
            </a:pPr>
            <a:r>
              <a:rPr lang="fr-CA" sz="2700" b="1" noProof="0" dirty="0">
                <a:solidFill>
                  <a:srgbClr val="1F6FEB"/>
                </a:solidFill>
                <a:latin typeface="Calibri" pitchFamily="34" charset="0"/>
                <a:ea typeface="Calibri" pitchFamily="34" charset="-122"/>
                <a:cs typeface="Calibri" pitchFamily="34" charset="-120"/>
              </a:rPr>
              <a:t>1</a:t>
            </a:r>
            <a:endParaRPr lang="fr-CA" sz="2700" noProof="0" dirty="0"/>
          </a:p>
        </p:txBody>
      </p:sp>
      <p:sp>
        <p:nvSpPr>
          <p:cNvPr id="11" name="Text 9"/>
          <p:cNvSpPr/>
          <p:nvPr>
            <p:custDataLst>
              <p:tags r:id="rId10"/>
            </p:custDataLst>
          </p:nvPr>
        </p:nvSpPr>
        <p:spPr>
          <a:xfrm>
            <a:off x="516030" y="2505664"/>
            <a:ext cx="1794762" cy="475488"/>
          </a:xfrm>
          <a:prstGeom prst="rect">
            <a:avLst/>
          </a:prstGeom>
          <a:noFill/>
          <a:ln/>
        </p:spPr>
        <p:txBody>
          <a:bodyPr wrap="square" lIns="0" tIns="0" rIns="0" bIns="0" rtlCol="0" anchor="t">
            <a:normAutofit/>
          </a:bodyPr>
          <a:lstStyle/>
          <a:p>
            <a:pPr marL="0" indent="0" algn="ctr">
              <a:buNone/>
            </a:pPr>
            <a:r>
              <a:rPr lang="fr-CA" sz="2000" b="1" noProof="0" dirty="0">
                <a:solidFill>
                  <a:srgbClr val="102A43"/>
                </a:solidFill>
                <a:latin typeface="Calibri" pitchFamily="34" charset="0"/>
                <a:ea typeface="Calibri" pitchFamily="34" charset="-122"/>
                <a:cs typeface="Calibri" pitchFamily="34" charset="-120"/>
              </a:rPr>
              <a:t>Retirer le trafic</a:t>
            </a:r>
            <a:endParaRPr lang="fr-CA" sz="2000" noProof="0" dirty="0"/>
          </a:p>
        </p:txBody>
      </p:sp>
      <p:sp>
        <p:nvSpPr>
          <p:cNvPr id="12" name="Text 10"/>
          <p:cNvSpPr/>
          <p:nvPr>
            <p:custDataLst>
              <p:tags r:id="rId11"/>
            </p:custDataLst>
          </p:nvPr>
        </p:nvSpPr>
        <p:spPr>
          <a:xfrm>
            <a:off x="516030" y="2944576"/>
            <a:ext cx="1794762" cy="320040"/>
          </a:xfrm>
          <a:prstGeom prst="rect">
            <a:avLst/>
          </a:prstGeom>
          <a:noFill/>
          <a:ln/>
        </p:spPr>
        <p:txBody>
          <a:bodyPr wrap="square" lIns="0" tIns="0" rIns="0" bIns="0" rtlCol="0" anchor="t">
            <a:normAutofit/>
          </a:bodyPr>
          <a:lstStyle/>
          <a:p>
            <a:pPr marL="0" indent="0" algn="ctr">
              <a:buNone/>
            </a:pPr>
            <a:r>
              <a:rPr lang="fr-CA" sz="1650" noProof="0" dirty="0">
                <a:solidFill>
                  <a:srgbClr val="486581"/>
                </a:solidFill>
                <a:latin typeface="Calibri" pitchFamily="34" charset="0"/>
                <a:ea typeface="Calibri" pitchFamily="34" charset="-122"/>
                <a:cs typeface="Calibri" pitchFamily="34" charset="-120"/>
              </a:rPr>
              <a:t>Readiness / drainage</a:t>
            </a:r>
            <a:endParaRPr lang="fr-CA" sz="1650" noProof="0" dirty="0"/>
          </a:p>
        </p:txBody>
      </p:sp>
      <p:sp>
        <p:nvSpPr>
          <p:cNvPr id="29" name="Shape 27"/>
          <p:cNvSpPr/>
          <p:nvPr>
            <p:custDataLst>
              <p:tags r:id="rId12"/>
            </p:custDataLst>
          </p:nvPr>
        </p:nvSpPr>
        <p:spPr>
          <a:xfrm>
            <a:off x="530352" y="5715000"/>
            <a:ext cx="11128248" cy="448056"/>
          </a:xfrm>
          <a:prstGeom prst="roundRect">
            <a:avLst>
              <a:gd name="adj" fmla="val 20408"/>
            </a:avLst>
          </a:prstGeom>
          <a:solidFill>
            <a:srgbClr val="EFF6FF"/>
          </a:solidFill>
          <a:ln w="8890">
            <a:solidFill>
              <a:srgbClr val="EFF6FF"/>
            </a:solidFill>
            <a:prstDash val="solid"/>
          </a:ln>
        </p:spPr>
        <p:txBody>
          <a:bodyPr/>
          <a:lstStyle/>
          <a:p>
            <a:endParaRPr lang="fr-CA" noProof="0" dirty="0"/>
          </a:p>
        </p:txBody>
      </p:sp>
      <p:sp>
        <p:nvSpPr>
          <p:cNvPr id="30" name="Text 28"/>
          <p:cNvSpPr/>
          <p:nvPr>
            <p:custDataLst>
              <p:tags r:id="rId13"/>
            </p:custDataLst>
          </p:nvPr>
        </p:nvSpPr>
        <p:spPr>
          <a:xfrm>
            <a:off x="731520" y="5820156"/>
            <a:ext cx="10716768" cy="274320"/>
          </a:xfrm>
          <a:prstGeom prst="rect">
            <a:avLst/>
          </a:prstGeom>
          <a:noFill/>
          <a:ln/>
        </p:spPr>
        <p:txBody>
          <a:bodyPr wrap="square" lIns="0" tIns="0" rIns="0" bIns="0" rtlCol="0" anchor="t">
            <a:normAutofit/>
          </a:bodyPr>
          <a:lstStyle/>
          <a:p>
            <a:pPr marL="0" indent="0">
              <a:buNone/>
            </a:pPr>
            <a:r>
              <a:rPr lang="fr-CA" sz="1550" b="1" noProof="0" dirty="0">
                <a:solidFill>
                  <a:srgbClr val="102A43"/>
                </a:solidFill>
                <a:latin typeface="Calibri" pitchFamily="34" charset="0"/>
                <a:ea typeface="Calibri" pitchFamily="34" charset="-122"/>
                <a:cs typeface="Calibri" pitchFamily="34" charset="-120"/>
              </a:rPr>
              <a:t>L'arrêt propre réduit les reprises; l'idempotence rend les reprises possibles.</a:t>
            </a:r>
            <a:endParaRPr lang="fr-CA" sz="1550" noProof="0" dirty="0"/>
          </a:p>
        </p:txBody>
      </p:sp>
      <p:sp>
        <p:nvSpPr>
          <p:cNvPr id="36" name="Shape 7">
            <a:extLst>
              <a:ext uri="{FF2B5EF4-FFF2-40B4-BE49-F238E27FC236}">
                <a16:creationId xmlns:a16="http://schemas.microsoft.com/office/drawing/2014/main" id="{C5B1E29E-D26D-2679-43AD-19CEC05B0ED4}"/>
              </a:ext>
            </a:extLst>
          </p:cNvPr>
          <p:cNvSpPr/>
          <p:nvPr>
            <p:custDataLst>
              <p:tags r:id="rId14"/>
            </p:custDataLst>
          </p:nvPr>
        </p:nvSpPr>
        <p:spPr>
          <a:xfrm>
            <a:off x="2539392" y="2022396"/>
            <a:ext cx="1794762" cy="1223932"/>
          </a:xfrm>
          <a:prstGeom prst="roundRect">
            <a:avLst>
              <a:gd name="adj" fmla="val 4255"/>
            </a:avLst>
          </a:prstGeom>
          <a:solidFill>
            <a:srgbClr val="FFFFFF"/>
          </a:solidFill>
          <a:ln w="8890">
            <a:solidFill>
              <a:srgbClr val="D9E2EC"/>
            </a:solidFill>
            <a:prstDash val="solid"/>
          </a:ln>
        </p:spPr>
        <p:txBody>
          <a:bodyPr/>
          <a:lstStyle/>
          <a:p>
            <a:endParaRPr lang="fr-CA" noProof="0" dirty="0"/>
          </a:p>
        </p:txBody>
      </p:sp>
      <p:sp>
        <p:nvSpPr>
          <p:cNvPr id="38" name="Text 8">
            <a:extLst>
              <a:ext uri="{FF2B5EF4-FFF2-40B4-BE49-F238E27FC236}">
                <a16:creationId xmlns:a16="http://schemas.microsoft.com/office/drawing/2014/main" id="{C3D47C2B-4370-EBAA-5A5C-E1631BC08B7B}"/>
              </a:ext>
            </a:extLst>
          </p:cNvPr>
          <p:cNvSpPr/>
          <p:nvPr>
            <p:custDataLst>
              <p:tags r:id="rId15"/>
            </p:custDataLst>
          </p:nvPr>
        </p:nvSpPr>
        <p:spPr>
          <a:xfrm>
            <a:off x="2648232" y="2093814"/>
            <a:ext cx="457200" cy="448056"/>
          </a:xfrm>
          <a:prstGeom prst="rect">
            <a:avLst/>
          </a:prstGeom>
          <a:noFill/>
          <a:ln/>
        </p:spPr>
        <p:txBody>
          <a:bodyPr wrap="square" lIns="0" tIns="0" rIns="0" bIns="0" rtlCol="0" anchor="t">
            <a:normAutofit/>
          </a:bodyPr>
          <a:lstStyle/>
          <a:p>
            <a:pPr marL="0" indent="0">
              <a:buNone/>
            </a:pPr>
            <a:r>
              <a:rPr lang="fr-CA" sz="2700" b="1" noProof="0" dirty="0">
                <a:solidFill>
                  <a:srgbClr val="1F6FEB"/>
                </a:solidFill>
                <a:latin typeface="Calibri" pitchFamily="34" charset="0"/>
                <a:ea typeface="Calibri" pitchFamily="34" charset="-122"/>
                <a:cs typeface="Calibri" pitchFamily="34" charset="-120"/>
              </a:rPr>
              <a:t>2</a:t>
            </a:r>
            <a:endParaRPr lang="fr-CA" sz="2700" noProof="0" dirty="0"/>
          </a:p>
        </p:txBody>
      </p:sp>
      <p:sp>
        <p:nvSpPr>
          <p:cNvPr id="40" name="Text 9">
            <a:extLst>
              <a:ext uri="{FF2B5EF4-FFF2-40B4-BE49-F238E27FC236}">
                <a16:creationId xmlns:a16="http://schemas.microsoft.com/office/drawing/2014/main" id="{307BDE02-4FFF-D261-A703-4A03C48E0334}"/>
              </a:ext>
            </a:extLst>
          </p:cNvPr>
          <p:cNvSpPr/>
          <p:nvPr>
            <p:custDataLst>
              <p:tags r:id="rId16"/>
            </p:custDataLst>
          </p:nvPr>
        </p:nvSpPr>
        <p:spPr>
          <a:xfrm>
            <a:off x="2539392" y="2496727"/>
            <a:ext cx="1794762" cy="475488"/>
          </a:xfrm>
          <a:prstGeom prst="rect">
            <a:avLst/>
          </a:prstGeom>
          <a:noFill/>
          <a:ln/>
        </p:spPr>
        <p:txBody>
          <a:bodyPr wrap="square" lIns="0" tIns="0" rIns="0" bIns="0" rtlCol="0" anchor="t">
            <a:normAutofit/>
          </a:bodyPr>
          <a:lstStyle/>
          <a:p>
            <a:pPr marL="0" indent="0" algn="ctr">
              <a:buNone/>
            </a:pPr>
            <a:r>
              <a:rPr lang="fr-CA" sz="2000" b="1" noProof="0" dirty="0">
                <a:solidFill>
                  <a:srgbClr val="102A43"/>
                </a:solidFill>
                <a:latin typeface="Calibri" pitchFamily="34" charset="0"/>
                <a:ea typeface="Calibri" pitchFamily="34" charset="-122"/>
                <a:cs typeface="Calibri" pitchFamily="34" charset="-120"/>
              </a:rPr>
              <a:t>Signaler l’arrêt</a:t>
            </a:r>
            <a:endParaRPr lang="fr-CA" sz="2000" noProof="0" dirty="0"/>
          </a:p>
        </p:txBody>
      </p:sp>
      <p:sp>
        <p:nvSpPr>
          <p:cNvPr id="42" name="Text 10">
            <a:extLst>
              <a:ext uri="{FF2B5EF4-FFF2-40B4-BE49-F238E27FC236}">
                <a16:creationId xmlns:a16="http://schemas.microsoft.com/office/drawing/2014/main" id="{AD5884A2-5664-D14A-20FE-6F1D25E0D99E}"/>
              </a:ext>
            </a:extLst>
          </p:cNvPr>
          <p:cNvSpPr/>
          <p:nvPr>
            <p:custDataLst>
              <p:tags r:id="rId17"/>
            </p:custDataLst>
          </p:nvPr>
        </p:nvSpPr>
        <p:spPr>
          <a:xfrm>
            <a:off x="2539392" y="2935639"/>
            <a:ext cx="1794762" cy="299548"/>
          </a:xfrm>
          <a:prstGeom prst="rect">
            <a:avLst/>
          </a:prstGeom>
          <a:noFill/>
          <a:ln/>
        </p:spPr>
        <p:txBody>
          <a:bodyPr wrap="square" lIns="0" tIns="0" rIns="0" bIns="0" rtlCol="0" anchor="t">
            <a:normAutofit/>
          </a:bodyPr>
          <a:lstStyle/>
          <a:p>
            <a:pPr marL="0" indent="0" algn="ctr">
              <a:buNone/>
            </a:pPr>
            <a:r>
              <a:rPr lang="fr-CA" sz="1650" noProof="0" dirty="0">
                <a:solidFill>
                  <a:srgbClr val="486581"/>
                </a:solidFill>
                <a:latin typeface="Calibri" pitchFamily="34" charset="0"/>
                <a:ea typeface="Calibri" pitchFamily="34" charset="-122"/>
                <a:cs typeface="Calibri" pitchFamily="34" charset="-120"/>
              </a:rPr>
              <a:t>preStop / SIGTERM</a:t>
            </a:r>
            <a:endParaRPr lang="fr-CA" sz="1650" noProof="0" dirty="0"/>
          </a:p>
        </p:txBody>
      </p:sp>
      <p:sp>
        <p:nvSpPr>
          <p:cNvPr id="13" name="Shape 11"/>
          <p:cNvSpPr/>
          <p:nvPr>
            <p:custDataLst>
              <p:tags r:id="rId18"/>
            </p:custDataLst>
          </p:nvPr>
        </p:nvSpPr>
        <p:spPr>
          <a:xfrm>
            <a:off x="2310793" y="2627639"/>
            <a:ext cx="228599" cy="0"/>
          </a:xfrm>
          <a:prstGeom prst="line">
            <a:avLst/>
          </a:prstGeom>
          <a:noFill/>
          <a:ln w="28575">
            <a:solidFill>
              <a:srgbClr val="1F6FEB"/>
            </a:solidFill>
            <a:prstDash val="solid"/>
            <a:headEnd type="none"/>
            <a:tailEnd type="triangle"/>
          </a:ln>
        </p:spPr>
        <p:txBody>
          <a:bodyPr/>
          <a:lstStyle/>
          <a:p>
            <a:endParaRPr lang="fr-CA" noProof="0" dirty="0"/>
          </a:p>
        </p:txBody>
      </p:sp>
      <p:sp>
        <p:nvSpPr>
          <p:cNvPr id="68" name="Shape 11">
            <a:extLst>
              <a:ext uri="{FF2B5EF4-FFF2-40B4-BE49-F238E27FC236}">
                <a16:creationId xmlns:a16="http://schemas.microsoft.com/office/drawing/2014/main" id="{A54D0581-8E30-2D64-BA0F-F798CD3A87DE}"/>
              </a:ext>
            </a:extLst>
          </p:cNvPr>
          <p:cNvSpPr/>
          <p:nvPr>
            <p:custDataLst>
              <p:tags r:id="rId19"/>
            </p:custDataLst>
          </p:nvPr>
        </p:nvSpPr>
        <p:spPr>
          <a:xfrm>
            <a:off x="4336443" y="2627639"/>
            <a:ext cx="228599" cy="0"/>
          </a:xfrm>
          <a:prstGeom prst="line">
            <a:avLst/>
          </a:prstGeom>
          <a:noFill/>
          <a:ln w="28575">
            <a:solidFill>
              <a:srgbClr val="1F6FEB"/>
            </a:solidFill>
            <a:prstDash val="solid"/>
            <a:headEnd type="none"/>
            <a:tailEnd type="triangle"/>
          </a:ln>
        </p:spPr>
        <p:txBody>
          <a:bodyPr/>
          <a:lstStyle/>
          <a:p>
            <a:endParaRPr lang="fr-CA" noProof="0" dirty="0"/>
          </a:p>
        </p:txBody>
      </p:sp>
      <p:sp>
        <p:nvSpPr>
          <p:cNvPr id="70" name="Shape 7">
            <a:extLst>
              <a:ext uri="{FF2B5EF4-FFF2-40B4-BE49-F238E27FC236}">
                <a16:creationId xmlns:a16="http://schemas.microsoft.com/office/drawing/2014/main" id="{EC80E936-C210-4166-515A-CDC5BD1D4A72}"/>
              </a:ext>
            </a:extLst>
          </p:cNvPr>
          <p:cNvSpPr/>
          <p:nvPr>
            <p:custDataLst>
              <p:tags r:id="rId20"/>
            </p:custDataLst>
          </p:nvPr>
        </p:nvSpPr>
        <p:spPr>
          <a:xfrm>
            <a:off x="4562753" y="2012228"/>
            <a:ext cx="1794762" cy="1223932"/>
          </a:xfrm>
          <a:prstGeom prst="roundRect">
            <a:avLst>
              <a:gd name="adj" fmla="val 4255"/>
            </a:avLst>
          </a:prstGeom>
          <a:solidFill>
            <a:srgbClr val="FFFFFF"/>
          </a:solidFill>
          <a:ln w="8890">
            <a:solidFill>
              <a:srgbClr val="D9E2EC"/>
            </a:solidFill>
            <a:prstDash val="solid"/>
          </a:ln>
        </p:spPr>
        <p:txBody>
          <a:bodyPr/>
          <a:lstStyle/>
          <a:p>
            <a:endParaRPr lang="fr-CA" noProof="0" dirty="0"/>
          </a:p>
        </p:txBody>
      </p:sp>
      <p:sp>
        <p:nvSpPr>
          <p:cNvPr id="72" name="Text 8">
            <a:extLst>
              <a:ext uri="{FF2B5EF4-FFF2-40B4-BE49-F238E27FC236}">
                <a16:creationId xmlns:a16="http://schemas.microsoft.com/office/drawing/2014/main" id="{33FB2235-A40B-F295-A4A6-37E8B4D57A81}"/>
              </a:ext>
            </a:extLst>
          </p:cNvPr>
          <p:cNvSpPr/>
          <p:nvPr>
            <p:custDataLst>
              <p:tags r:id="rId21"/>
            </p:custDataLst>
          </p:nvPr>
        </p:nvSpPr>
        <p:spPr>
          <a:xfrm>
            <a:off x="4671593" y="2083646"/>
            <a:ext cx="457200" cy="448056"/>
          </a:xfrm>
          <a:prstGeom prst="rect">
            <a:avLst/>
          </a:prstGeom>
          <a:noFill/>
          <a:ln/>
        </p:spPr>
        <p:txBody>
          <a:bodyPr wrap="square" lIns="0" tIns="0" rIns="0" bIns="0" rtlCol="0" anchor="t">
            <a:normAutofit/>
          </a:bodyPr>
          <a:lstStyle/>
          <a:p>
            <a:pPr marL="0" indent="0">
              <a:buNone/>
            </a:pPr>
            <a:r>
              <a:rPr lang="fr-CA" sz="2700" b="1" noProof="0" dirty="0">
                <a:solidFill>
                  <a:srgbClr val="1F6FEB"/>
                </a:solidFill>
                <a:latin typeface="Calibri" pitchFamily="34" charset="0"/>
                <a:ea typeface="Calibri" pitchFamily="34" charset="-122"/>
                <a:cs typeface="Calibri" pitchFamily="34" charset="-120"/>
              </a:rPr>
              <a:t>3</a:t>
            </a:r>
            <a:endParaRPr lang="fr-CA" sz="2700" noProof="0" dirty="0"/>
          </a:p>
        </p:txBody>
      </p:sp>
      <p:sp>
        <p:nvSpPr>
          <p:cNvPr id="74" name="Text 9">
            <a:extLst>
              <a:ext uri="{FF2B5EF4-FFF2-40B4-BE49-F238E27FC236}">
                <a16:creationId xmlns:a16="http://schemas.microsoft.com/office/drawing/2014/main" id="{763B29E6-CFF2-E18D-3AAA-54760E807C87}"/>
              </a:ext>
            </a:extLst>
          </p:cNvPr>
          <p:cNvSpPr/>
          <p:nvPr>
            <p:custDataLst>
              <p:tags r:id="rId22"/>
            </p:custDataLst>
          </p:nvPr>
        </p:nvSpPr>
        <p:spPr>
          <a:xfrm>
            <a:off x="4562753" y="2486559"/>
            <a:ext cx="1794762" cy="475488"/>
          </a:xfrm>
          <a:prstGeom prst="rect">
            <a:avLst/>
          </a:prstGeom>
          <a:noFill/>
          <a:ln/>
        </p:spPr>
        <p:txBody>
          <a:bodyPr wrap="square" lIns="0" tIns="0" rIns="0" bIns="0" rtlCol="0" anchor="t">
            <a:normAutofit fontScale="92500" lnSpcReduction="20000"/>
          </a:bodyPr>
          <a:lstStyle/>
          <a:p>
            <a:pPr marL="0" indent="0" algn="ctr">
              <a:buNone/>
            </a:pPr>
            <a:r>
              <a:rPr lang="fr-CA" sz="2000" b="1" noProof="0" dirty="0">
                <a:solidFill>
                  <a:srgbClr val="102A43"/>
                </a:solidFill>
                <a:latin typeface="Calibri" pitchFamily="34" charset="0"/>
                <a:ea typeface="Calibri" pitchFamily="34" charset="-122"/>
                <a:cs typeface="Calibri" pitchFamily="34" charset="-120"/>
              </a:rPr>
              <a:t>Terminer</a:t>
            </a:r>
          </a:p>
          <a:p>
            <a:pPr marL="0" indent="0" algn="ctr">
              <a:buNone/>
            </a:pPr>
            <a:r>
              <a:rPr lang="fr-CA" sz="2000" b="1" dirty="0">
                <a:solidFill>
                  <a:srgbClr val="102A43"/>
                </a:solidFill>
                <a:latin typeface="Calibri" pitchFamily="34" charset="0"/>
                <a:ea typeface="Calibri" pitchFamily="34" charset="-122"/>
                <a:cs typeface="Calibri" pitchFamily="34" charset="-120"/>
              </a:rPr>
              <a:t>l’en-cours</a:t>
            </a:r>
            <a:endParaRPr lang="fr-CA" sz="2000" noProof="0" dirty="0"/>
          </a:p>
        </p:txBody>
      </p:sp>
      <p:sp>
        <p:nvSpPr>
          <p:cNvPr id="76" name="Text 10">
            <a:extLst>
              <a:ext uri="{FF2B5EF4-FFF2-40B4-BE49-F238E27FC236}">
                <a16:creationId xmlns:a16="http://schemas.microsoft.com/office/drawing/2014/main" id="{E1E57C9A-DA45-1D1D-E9E3-E3B93B9F0325}"/>
              </a:ext>
            </a:extLst>
          </p:cNvPr>
          <p:cNvSpPr/>
          <p:nvPr>
            <p:custDataLst>
              <p:tags r:id="rId23"/>
            </p:custDataLst>
          </p:nvPr>
        </p:nvSpPr>
        <p:spPr>
          <a:xfrm>
            <a:off x="4562753" y="2925471"/>
            <a:ext cx="1794762" cy="320040"/>
          </a:xfrm>
          <a:prstGeom prst="rect">
            <a:avLst/>
          </a:prstGeom>
          <a:noFill/>
          <a:ln/>
        </p:spPr>
        <p:txBody>
          <a:bodyPr wrap="square" lIns="0" tIns="0" rIns="0" bIns="0" rtlCol="0" anchor="t">
            <a:normAutofit/>
          </a:bodyPr>
          <a:lstStyle/>
          <a:p>
            <a:pPr marL="0" indent="0" algn="ctr">
              <a:buNone/>
            </a:pPr>
            <a:r>
              <a:rPr lang="fr-CA" sz="1650" noProof="0" dirty="0">
                <a:solidFill>
                  <a:srgbClr val="486581"/>
                </a:solidFill>
                <a:latin typeface="Calibri" pitchFamily="34" charset="0"/>
                <a:ea typeface="Calibri" pitchFamily="34" charset="-122"/>
                <a:cs typeface="Calibri" pitchFamily="34" charset="-120"/>
              </a:rPr>
              <a:t>Commit / Ack</a:t>
            </a:r>
            <a:endParaRPr lang="fr-CA" sz="1650" noProof="0" dirty="0"/>
          </a:p>
        </p:txBody>
      </p:sp>
      <p:sp>
        <p:nvSpPr>
          <p:cNvPr id="78" name="Shape 7">
            <a:extLst>
              <a:ext uri="{FF2B5EF4-FFF2-40B4-BE49-F238E27FC236}">
                <a16:creationId xmlns:a16="http://schemas.microsoft.com/office/drawing/2014/main" id="{CA4451D8-47DC-E7A4-9E20-92A6AF05FFA5}"/>
              </a:ext>
            </a:extLst>
          </p:cNvPr>
          <p:cNvSpPr/>
          <p:nvPr>
            <p:custDataLst>
              <p:tags r:id="rId24"/>
            </p:custDataLst>
          </p:nvPr>
        </p:nvSpPr>
        <p:spPr>
          <a:xfrm>
            <a:off x="6586115" y="2011242"/>
            <a:ext cx="1794762" cy="1223932"/>
          </a:xfrm>
          <a:prstGeom prst="roundRect">
            <a:avLst>
              <a:gd name="adj" fmla="val 4255"/>
            </a:avLst>
          </a:prstGeom>
          <a:solidFill>
            <a:srgbClr val="FFFFFF"/>
          </a:solidFill>
          <a:ln w="8890">
            <a:solidFill>
              <a:srgbClr val="D9E2EC"/>
            </a:solidFill>
            <a:prstDash val="solid"/>
          </a:ln>
        </p:spPr>
        <p:txBody>
          <a:bodyPr/>
          <a:lstStyle/>
          <a:p>
            <a:endParaRPr lang="fr-CA" noProof="0" dirty="0"/>
          </a:p>
        </p:txBody>
      </p:sp>
      <p:sp>
        <p:nvSpPr>
          <p:cNvPr id="80" name="Text 8">
            <a:extLst>
              <a:ext uri="{FF2B5EF4-FFF2-40B4-BE49-F238E27FC236}">
                <a16:creationId xmlns:a16="http://schemas.microsoft.com/office/drawing/2014/main" id="{BBFCE268-895F-412F-37D2-9E5CA017F7D0}"/>
              </a:ext>
            </a:extLst>
          </p:cNvPr>
          <p:cNvSpPr/>
          <p:nvPr>
            <p:custDataLst>
              <p:tags r:id="rId25"/>
            </p:custDataLst>
          </p:nvPr>
        </p:nvSpPr>
        <p:spPr>
          <a:xfrm>
            <a:off x="6694955" y="2082660"/>
            <a:ext cx="457200" cy="448056"/>
          </a:xfrm>
          <a:prstGeom prst="rect">
            <a:avLst/>
          </a:prstGeom>
          <a:noFill/>
          <a:ln/>
        </p:spPr>
        <p:txBody>
          <a:bodyPr wrap="square" lIns="0" tIns="0" rIns="0" bIns="0" rtlCol="0" anchor="t">
            <a:normAutofit/>
          </a:bodyPr>
          <a:lstStyle/>
          <a:p>
            <a:pPr marL="0" indent="0">
              <a:buNone/>
            </a:pPr>
            <a:r>
              <a:rPr lang="fr-CA" sz="2700" b="1" noProof="0" dirty="0">
                <a:solidFill>
                  <a:srgbClr val="1F6FEB"/>
                </a:solidFill>
                <a:latin typeface="Calibri" pitchFamily="34" charset="0"/>
                <a:ea typeface="Calibri" pitchFamily="34" charset="-122"/>
                <a:cs typeface="Calibri" pitchFamily="34" charset="-120"/>
              </a:rPr>
              <a:t>4</a:t>
            </a:r>
            <a:endParaRPr lang="fr-CA" sz="2700" noProof="0" dirty="0"/>
          </a:p>
        </p:txBody>
      </p:sp>
      <p:sp>
        <p:nvSpPr>
          <p:cNvPr id="82" name="Text 9">
            <a:extLst>
              <a:ext uri="{FF2B5EF4-FFF2-40B4-BE49-F238E27FC236}">
                <a16:creationId xmlns:a16="http://schemas.microsoft.com/office/drawing/2014/main" id="{9497B552-F58C-F0C8-0127-A8EA557B6417}"/>
              </a:ext>
            </a:extLst>
          </p:cNvPr>
          <p:cNvSpPr/>
          <p:nvPr>
            <p:custDataLst>
              <p:tags r:id="rId26"/>
            </p:custDataLst>
          </p:nvPr>
        </p:nvSpPr>
        <p:spPr>
          <a:xfrm>
            <a:off x="6586115" y="2485573"/>
            <a:ext cx="1794762" cy="475488"/>
          </a:xfrm>
          <a:prstGeom prst="rect">
            <a:avLst/>
          </a:prstGeom>
          <a:noFill/>
          <a:ln/>
        </p:spPr>
        <p:txBody>
          <a:bodyPr wrap="square" lIns="0" tIns="0" rIns="0" bIns="0" rtlCol="0" anchor="t">
            <a:normAutofit fontScale="92500" lnSpcReduction="20000"/>
          </a:bodyPr>
          <a:lstStyle/>
          <a:p>
            <a:pPr marL="0" indent="0" algn="ctr">
              <a:buNone/>
            </a:pPr>
            <a:r>
              <a:rPr lang="fr-CA" sz="2000" b="1" noProof="0" dirty="0">
                <a:solidFill>
                  <a:srgbClr val="102A43"/>
                </a:solidFill>
                <a:latin typeface="Calibri" pitchFamily="34" charset="0"/>
                <a:ea typeface="Calibri" pitchFamily="34" charset="-122"/>
                <a:cs typeface="Calibri" pitchFamily="34" charset="-120"/>
              </a:rPr>
              <a:t>Fermer</a:t>
            </a:r>
          </a:p>
          <a:p>
            <a:pPr marL="0" indent="0" algn="ctr">
              <a:buNone/>
            </a:pPr>
            <a:r>
              <a:rPr lang="fr-CA" sz="2000" b="1" noProof="0" dirty="0">
                <a:solidFill>
                  <a:srgbClr val="102A43"/>
                </a:solidFill>
                <a:latin typeface="Calibri" pitchFamily="34" charset="0"/>
                <a:ea typeface="Calibri" pitchFamily="34" charset="-122"/>
                <a:cs typeface="Calibri" pitchFamily="34" charset="-120"/>
              </a:rPr>
              <a:t>les ressources</a:t>
            </a:r>
            <a:endParaRPr lang="fr-CA" sz="2000" noProof="0" dirty="0"/>
          </a:p>
        </p:txBody>
      </p:sp>
      <p:sp>
        <p:nvSpPr>
          <p:cNvPr id="84" name="Text 10">
            <a:extLst>
              <a:ext uri="{FF2B5EF4-FFF2-40B4-BE49-F238E27FC236}">
                <a16:creationId xmlns:a16="http://schemas.microsoft.com/office/drawing/2014/main" id="{D2461CBF-9248-7612-67CB-DC60E9BEAAE7}"/>
              </a:ext>
            </a:extLst>
          </p:cNvPr>
          <p:cNvSpPr/>
          <p:nvPr>
            <p:custDataLst>
              <p:tags r:id="rId27"/>
            </p:custDataLst>
          </p:nvPr>
        </p:nvSpPr>
        <p:spPr>
          <a:xfrm>
            <a:off x="6586115" y="2924485"/>
            <a:ext cx="1794762" cy="299548"/>
          </a:xfrm>
          <a:prstGeom prst="rect">
            <a:avLst/>
          </a:prstGeom>
          <a:noFill/>
          <a:ln/>
        </p:spPr>
        <p:txBody>
          <a:bodyPr wrap="square" lIns="0" tIns="0" rIns="0" bIns="0" rtlCol="0" anchor="t">
            <a:normAutofit/>
          </a:bodyPr>
          <a:lstStyle/>
          <a:p>
            <a:pPr marL="0" indent="0" algn="ctr">
              <a:buNone/>
            </a:pPr>
            <a:r>
              <a:rPr lang="fr-CA" sz="1650" noProof="0" dirty="0">
                <a:solidFill>
                  <a:srgbClr val="486581"/>
                </a:solidFill>
                <a:latin typeface="Calibri" pitchFamily="34" charset="0"/>
                <a:ea typeface="Calibri" pitchFamily="34" charset="-122"/>
                <a:cs typeface="Calibri" pitchFamily="34" charset="-120"/>
              </a:rPr>
              <a:t>Avant la fin de grâce</a:t>
            </a:r>
            <a:endParaRPr lang="fr-CA" sz="1650" noProof="0" dirty="0"/>
          </a:p>
        </p:txBody>
      </p:sp>
      <p:sp>
        <p:nvSpPr>
          <p:cNvPr id="86" name="Shape 11">
            <a:extLst>
              <a:ext uri="{FF2B5EF4-FFF2-40B4-BE49-F238E27FC236}">
                <a16:creationId xmlns:a16="http://schemas.microsoft.com/office/drawing/2014/main" id="{E81A8FFA-3176-66F2-BFAD-7164A9F57E63}"/>
              </a:ext>
            </a:extLst>
          </p:cNvPr>
          <p:cNvSpPr/>
          <p:nvPr>
            <p:custDataLst>
              <p:tags r:id="rId28"/>
            </p:custDataLst>
          </p:nvPr>
        </p:nvSpPr>
        <p:spPr>
          <a:xfrm>
            <a:off x="6357516" y="2608534"/>
            <a:ext cx="228599" cy="0"/>
          </a:xfrm>
          <a:prstGeom prst="line">
            <a:avLst/>
          </a:prstGeom>
          <a:noFill/>
          <a:ln w="28575">
            <a:solidFill>
              <a:srgbClr val="1F6FEB"/>
            </a:solidFill>
            <a:prstDash val="solid"/>
            <a:headEnd type="none"/>
            <a:tailEnd type="triangle"/>
          </a:ln>
        </p:spPr>
        <p:txBody>
          <a:bodyPr/>
          <a:lstStyle/>
          <a:p>
            <a:endParaRPr lang="fr-CA" noProof="0" dirty="0"/>
          </a:p>
        </p:txBody>
      </p:sp>
      <p:pic>
        <p:nvPicPr>
          <p:cNvPr id="90" name="Image 89">
            <a:extLst>
              <a:ext uri="{FF2B5EF4-FFF2-40B4-BE49-F238E27FC236}">
                <a16:creationId xmlns:a16="http://schemas.microsoft.com/office/drawing/2014/main" id="{C2B8EDE1-7953-8773-4568-C679AD5EB5E1}"/>
              </a:ext>
            </a:extLst>
          </p:cNvPr>
          <p:cNvPicPr>
            <a:picLocks noChangeAspect="1"/>
          </p:cNvPicPr>
          <p:nvPr/>
        </p:nvPicPr>
        <p:blipFill>
          <a:blip r:embed="rId37"/>
          <a:stretch>
            <a:fillRect/>
          </a:stretch>
        </p:blipFill>
        <p:spPr>
          <a:xfrm>
            <a:off x="8375040" y="2006701"/>
            <a:ext cx="3192090" cy="2791126"/>
          </a:xfrm>
          <a:prstGeom prst="rect">
            <a:avLst/>
          </a:prstGeom>
        </p:spPr>
      </p:pic>
      <p:sp>
        <p:nvSpPr>
          <p:cNvPr id="92" name="Text 15">
            <a:extLst>
              <a:ext uri="{FF2B5EF4-FFF2-40B4-BE49-F238E27FC236}">
                <a16:creationId xmlns:a16="http://schemas.microsoft.com/office/drawing/2014/main" id="{5321D67B-DCBD-2202-49AC-6610B9AE2161}"/>
              </a:ext>
            </a:extLst>
          </p:cNvPr>
          <p:cNvSpPr/>
          <p:nvPr>
            <p:custDataLst>
              <p:tags r:id="rId29"/>
            </p:custDataLst>
          </p:nvPr>
        </p:nvSpPr>
        <p:spPr>
          <a:xfrm>
            <a:off x="7028953" y="3430529"/>
            <a:ext cx="1351924" cy="417502"/>
          </a:xfrm>
          <a:prstGeom prst="rect">
            <a:avLst/>
          </a:prstGeom>
          <a:noFill/>
          <a:ln/>
        </p:spPr>
        <p:txBody>
          <a:bodyPr wrap="square" lIns="0" tIns="0" rIns="0" bIns="0" rtlCol="0" anchor="t">
            <a:normAutofit/>
          </a:bodyPr>
          <a:lstStyle/>
          <a:p>
            <a:pPr marL="0" indent="0">
              <a:buNone/>
            </a:pPr>
            <a:r>
              <a:rPr lang="fr-CA" sz="1720" noProof="0" dirty="0">
                <a:solidFill>
                  <a:srgbClr val="486581"/>
                </a:solidFill>
                <a:latin typeface="Calibri" pitchFamily="34" charset="0"/>
                <a:ea typeface="Calibri" pitchFamily="34" charset="-122"/>
                <a:cs typeface="Calibri" pitchFamily="34" charset="-120"/>
              </a:rPr>
              <a:t>Arrêt en cours.</a:t>
            </a:r>
            <a:endParaRPr lang="fr-CA" sz="1720" noProof="0" dirty="0"/>
          </a:p>
        </p:txBody>
      </p:sp>
      <p:sp>
        <p:nvSpPr>
          <p:cNvPr id="94" name="Shape 18">
            <a:extLst>
              <a:ext uri="{FF2B5EF4-FFF2-40B4-BE49-F238E27FC236}">
                <a16:creationId xmlns:a16="http://schemas.microsoft.com/office/drawing/2014/main" id="{D6EC7E74-9CFB-95F5-DADE-7F2ED0B16923}"/>
              </a:ext>
            </a:extLst>
          </p:cNvPr>
          <p:cNvSpPr/>
          <p:nvPr>
            <p:custDataLst>
              <p:tags r:id="rId30"/>
            </p:custDataLst>
          </p:nvPr>
        </p:nvSpPr>
        <p:spPr>
          <a:xfrm flipV="1">
            <a:off x="8375040" y="3273517"/>
            <a:ext cx="212368" cy="233979"/>
          </a:xfrm>
          <a:prstGeom prst="line">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fr-CA" dirty="0"/>
          </a:p>
        </p:txBody>
      </p:sp>
      <p:sp>
        <p:nvSpPr>
          <p:cNvPr id="96" name="Text 10">
            <a:extLst>
              <a:ext uri="{FF2B5EF4-FFF2-40B4-BE49-F238E27FC236}">
                <a16:creationId xmlns:a16="http://schemas.microsoft.com/office/drawing/2014/main" id="{D0B83904-C984-931E-3D64-2DE9C02DFEB0}"/>
              </a:ext>
            </a:extLst>
          </p:cNvPr>
          <p:cNvSpPr/>
          <p:nvPr>
            <p:custDataLst>
              <p:tags r:id="rId31"/>
            </p:custDataLst>
          </p:nvPr>
        </p:nvSpPr>
        <p:spPr>
          <a:xfrm>
            <a:off x="530352" y="3398102"/>
            <a:ext cx="3192091" cy="1591520"/>
          </a:xfrm>
          <a:prstGeom prst="rect">
            <a:avLst/>
          </a:prstGeom>
          <a:ln/>
        </p:spPr>
        <p:style>
          <a:lnRef idx="2">
            <a:schemeClr val="accent5"/>
          </a:lnRef>
          <a:fillRef idx="1">
            <a:schemeClr val="lt1"/>
          </a:fillRef>
          <a:effectRef idx="0">
            <a:schemeClr val="accent5"/>
          </a:effectRef>
          <a:fontRef idx="minor">
            <a:schemeClr val="dk1"/>
          </a:fontRef>
        </p:style>
        <p:txBody>
          <a:bodyPr wrap="square" lIns="0" tIns="0" rIns="0" bIns="0" rtlCol="0" anchor="t">
            <a:normAutofit lnSpcReduction="10000"/>
          </a:bodyPr>
          <a:lstStyle/>
          <a:p>
            <a:r>
              <a:rPr lang="en-US" sz="1650" dirty="0">
                <a:solidFill>
                  <a:srgbClr val="486581"/>
                </a:solidFill>
                <a:latin typeface="Calibri" pitchFamily="34" charset="0"/>
                <a:ea typeface="Calibri" pitchFamily="34" charset="-122"/>
                <a:cs typeface="Calibri" pitchFamily="34" charset="-120"/>
              </a:rPr>
              <a:t> #</a:t>
            </a:r>
          </a:p>
          <a:p>
            <a:r>
              <a:rPr lang="en-US" sz="1650" dirty="0">
                <a:solidFill>
                  <a:srgbClr val="486581"/>
                </a:solidFill>
                <a:latin typeface="Calibri" pitchFamily="34" charset="0"/>
                <a:ea typeface="Calibri" pitchFamily="34" charset="-122"/>
                <a:cs typeface="Calibri" pitchFamily="34" charset="-120"/>
              </a:rPr>
              <a:t> server:</a:t>
            </a:r>
          </a:p>
          <a:p>
            <a:r>
              <a:rPr lang="en-US" sz="1650" dirty="0">
                <a:solidFill>
                  <a:srgbClr val="486581"/>
                </a:solidFill>
                <a:latin typeface="Calibri" pitchFamily="34" charset="0"/>
                <a:ea typeface="Calibri" pitchFamily="34" charset="-122"/>
                <a:cs typeface="Calibri" pitchFamily="34" charset="-120"/>
              </a:rPr>
              <a:t>   shutdown: graceful</a:t>
            </a:r>
          </a:p>
          <a:p>
            <a:r>
              <a:rPr lang="en-US" sz="1650" dirty="0">
                <a:solidFill>
                  <a:srgbClr val="486581"/>
                </a:solidFill>
                <a:latin typeface="Calibri" pitchFamily="34" charset="0"/>
                <a:ea typeface="Calibri" pitchFamily="34" charset="-122"/>
                <a:cs typeface="Calibri" pitchFamily="34" charset="-120"/>
              </a:rPr>
              <a:t> #</a:t>
            </a:r>
          </a:p>
          <a:p>
            <a:r>
              <a:rPr lang="en-US" sz="1650" dirty="0">
                <a:solidFill>
                  <a:srgbClr val="486581"/>
                </a:solidFill>
                <a:latin typeface="Calibri" pitchFamily="34" charset="0"/>
                <a:ea typeface="Calibri" pitchFamily="34" charset="-122"/>
                <a:cs typeface="Calibri" pitchFamily="34" charset="-120"/>
              </a:rPr>
              <a:t>   lifecycle:</a:t>
            </a:r>
          </a:p>
          <a:p>
            <a:r>
              <a:rPr lang="en-US" sz="1650" dirty="0">
                <a:solidFill>
                  <a:srgbClr val="486581"/>
                </a:solidFill>
                <a:latin typeface="Calibri" pitchFamily="34" charset="0"/>
                <a:ea typeface="Calibri" pitchFamily="34" charset="-122"/>
                <a:cs typeface="Calibri" pitchFamily="34" charset="-120"/>
              </a:rPr>
              <a:t>     timeout-per-shutdown-phase: 45s</a:t>
            </a:r>
          </a:p>
          <a:p>
            <a:r>
              <a:rPr lang="en-US" sz="1650" dirty="0">
                <a:solidFill>
                  <a:srgbClr val="486581"/>
                </a:solidFill>
                <a:latin typeface="Calibri" pitchFamily="34" charset="0"/>
                <a:ea typeface="Calibri" pitchFamily="34" charset="-122"/>
                <a:cs typeface="Calibri" pitchFamily="34" charset="-120"/>
              </a:rPr>
              <a:t> #</a:t>
            </a:r>
            <a:endParaRPr lang="fr-CA" sz="1650" noProof="0" dirty="0"/>
          </a:p>
        </p:txBody>
      </p:sp>
      <p:sp>
        <p:nvSpPr>
          <p:cNvPr id="98" name="Text 15">
            <a:extLst>
              <a:ext uri="{FF2B5EF4-FFF2-40B4-BE49-F238E27FC236}">
                <a16:creationId xmlns:a16="http://schemas.microsoft.com/office/drawing/2014/main" id="{9AABAD76-8C2B-042B-C4A0-0CF63A46B6CC}"/>
              </a:ext>
            </a:extLst>
          </p:cNvPr>
          <p:cNvSpPr/>
          <p:nvPr>
            <p:custDataLst>
              <p:tags r:id="rId32"/>
            </p:custDataLst>
          </p:nvPr>
        </p:nvSpPr>
        <p:spPr>
          <a:xfrm>
            <a:off x="4337626" y="3424383"/>
            <a:ext cx="1461807" cy="320039"/>
          </a:xfrm>
          <a:prstGeom prst="rect">
            <a:avLst/>
          </a:prstGeom>
          <a:noFill/>
          <a:ln/>
        </p:spPr>
        <p:txBody>
          <a:bodyPr wrap="square" lIns="0" tIns="0" rIns="0" bIns="0" rtlCol="0" anchor="t">
            <a:normAutofit/>
          </a:bodyPr>
          <a:lstStyle/>
          <a:p>
            <a:pPr marL="0" indent="0">
              <a:buNone/>
            </a:pPr>
            <a:r>
              <a:rPr lang="fr-CA" sz="1720" noProof="1">
                <a:solidFill>
                  <a:srgbClr val="486581"/>
                </a:solidFill>
                <a:latin typeface="Calibri" pitchFamily="34" charset="0"/>
                <a:ea typeface="Calibri" pitchFamily="34" charset="-122"/>
                <a:cs typeface="Calibri" pitchFamily="34" charset="-120"/>
              </a:rPr>
              <a:t>application.yml</a:t>
            </a:r>
            <a:endParaRPr lang="fr-CA" sz="1720" noProof="1"/>
          </a:p>
        </p:txBody>
      </p:sp>
      <p:sp>
        <p:nvSpPr>
          <p:cNvPr id="100" name="Shape 18">
            <a:extLst>
              <a:ext uri="{FF2B5EF4-FFF2-40B4-BE49-F238E27FC236}">
                <a16:creationId xmlns:a16="http://schemas.microsoft.com/office/drawing/2014/main" id="{6A0539FF-323B-F4BB-8468-4C16E6780694}"/>
              </a:ext>
            </a:extLst>
          </p:cNvPr>
          <p:cNvSpPr/>
          <p:nvPr>
            <p:custDataLst>
              <p:tags r:id="rId33"/>
            </p:custDataLst>
          </p:nvPr>
        </p:nvSpPr>
        <p:spPr>
          <a:xfrm flipH="1">
            <a:off x="3722443" y="3628956"/>
            <a:ext cx="539456" cy="166634"/>
          </a:xfrm>
          <a:prstGeom prst="line">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fr-CA" dirty="0"/>
          </a:p>
        </p:txBody>
      </p:sp>
      <p:sp>
        <p:nvSpPr>
          <p:cNvPr id="102" name="Text 22">
            <a:extLst>
              <a:ext uri="{FF2B5EF4-FFF2-40B4-BE49-F238E27FC236}">
                <a16:creationId xmlns:a16="http://schemas.microsoft.com/office/drawing/2014/main" id="{38CF249B-CF4E-26BE-1F97-E867C9CC2C39}"/>
              </a:ext>
            </a:extLst>
          </p:cNvPr>
          <p:cNvSpPr/>
          <p:nvPr>
            <p:custDataLst>
              <p:tags r:id="rId34"/>
            </p:custDataLst>
          </p:nvPr>
        </p:nvSpPr>
        <p:spPr>
          <a:xfrm>
            <a:off x="768096" y="5047350"/>
            <a:ext cx="10716768" cy="557784"/>
          </a:xfrm>
          <a:prstGeom prst="rect">
            <a:avLst/>
          </a:prstGeom>
          <a:noFill/>
          <a:ln/>
        </p:spPr>
        <p:txBody>
          <a:bodyPr wrap="square" lIns="0" tIns="0" rIns="0" bIns="0" rtlCol="0" anchor="t">
            <a:normAutofit lnSpcReduction="10000"/>
          </a:bodyPr>
          <a:lstStyle/>
          <a:p>
            <a:pPr algn="ctr"/>
            <a:r>
              <a:rPr lang="fr-CA" sz="1900" dirty="0">
                <a:solidFill>
                  <a:srgbClr val="C00000"/>
                </a:solidFill>
                <a:latin typeface="Calibri" pitchFamily="34" charset="0"/>
                <a:ea typeface="Calibri" pitchFamily="34" charset="-122"/>
                <a:cs typeface="Calibri" pitchFamily="34" charset="-120"/>
              </a:rPr>
              <a:t>Pour les producteurs et consommateurs Kafka, l'arrêt gracieux est une </a:t>
            </a:r>
          </a:p>
          <a:p>
            <a:pPr algn="ctr"/>
            <a:r>
              <a:rPr lang="fr-CA" sz="1900" dirty="0">
                <a:solidFill>
                  <a:srgbClr val="C00000"/>
                </a:solidFill>
                <a:latin typeface="Calibri" pitchFamily="34" charset="0"/>
                <a:ea typeface="Calibri" pitchFamily="34" charset="-122"/>
                <a:cs typeface="Calibri" pitchFamily="34" charset="-120"/>
              </a:rPr>
              <a:t>exigence critique, pas une optimisation optionnelle</a:t>
            </a:r>
            <a:r>
              <a:rPr lang="fr-CA" sz="1900" noProof="0" dirty="0">
                <a:solidFill>
                  <a:srgbClr val="C00000"/>
                </a:solidFill>
                <a:latin typeface="Calibri" pitchFamily="34" charset="0"/>
                <a:ea typeface="Calibri" pitchFamily="34" charset="-122"/>
                <a:cs typeface="Calibri" pitchFamily="34" charset="-120"/>
              </a:rPr>
              <a:t>.</a:t>
            </a:r>
            <a:endParaRPr lang="fr-CA" sz="1900" noProof="0" dirty="0">
              <a:solidFill>
                <a:srgbClr val="C00000"/>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fr-CA" noProof="0" dirty="0"/>
          </a:p>
        </p:txBody>
      </p:sp>
      <p:sp>
        <p:nvSpPr>
          <p:cNvPr id="3" name="Text 1"/>
          <p:cNvSpPr/>
          <p:nvPr>
            <p:custDataLst>
              <p:tags r:id="rId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fr-CA" sz="1100" b="1" kern="0" spc="50" noProof="0" dirty="0">
                <a:solidFill>
                  <a:srgbClr val="1F6FEB"/>
                </a:solidFill>
                <a:latin typeface="Calibri" pitchFamily="34" charset="0"/>
                <a:ea typeface="Calibri" pitchFamily="34" charset="-122"/>
                <a:cs typeface="Calibri" pitchFamily="34" charset="-120"/>
              </a:rPr>
              <a:t>05 / EXPLOITER ET DISTRIBUER</a:t>
            </a:r>
            <a:endParaRPr lang="fr-CA" sz="1100" noProof="0" dirty="0"/>
          </a:p>
        </p:txBody>
      </p:sp>
      <p:sp>
        <p:nvSpPr>
          <p:cNvPr id="4" name="Text 2"/>
          <p:cNvSpPr/>
          <p:nvPr>
            <p:custDataLst>
              <p:tags r:id="rId3"/>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fr-CA" sz="1000" b="1" noProof="0" dirty="0">
                <a:solidFill>
                  <a:srgbClr val="829AB1"/>
                </a:solidFill>
                <a:latin typeface="Calibri" pitchFamily="34" charset="0"/>
                <a:ea typeface="Calibri" pitchFamily="34" charset="-122"/>
                <a:cs typeface="Calibri" pitchFamily="34" charset="-120"/>
              </a:rPr>
              <a:t>SONDES ET DISPONIBILITÉ</a:t>
            </a:r>
            <a:endParaRPr lang="fr-CA" sz="1000" noProof="0" dirty="0"/>
          </a:p>
        </p:txBody>
      </p:sp>
      <p:sp>
        <p:nvSpPr>
          <p:cNvPr id="5" name="Text 3"/>
          <p:cNvSpPr/>
          <p:nvPr>
            <p:custDataLst>
              <p:tags r:id="rId4"/>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fr-CA" sz="2700" b="1" noProof="0" dirty="0">
                <a:solidFill>
                  <a:srgbClr val="102A43"/>
                </a:solidFill>
                <a:latin typeface="Calibri" pitchFamily="34" charset="0"/>
                <a:ea typeface="Calibri" pitchFamily="34" charset="-122"/>
                <a:cs typeface="Calibri" pitchFamily="34" charset="-120"/>
              </a:rPr>
              <a:t>Trois sondes répondent à trois questions différentes</a:t>
            </a:r>
            <a:endParaRPr lang="fr-CA" sz="2700" noProof="0" dirty="0"/>
          </a:p>
        </p:txBody>
      </p:sp>
      <p:sp>
        <p:nvSpPr>
          <p:cNvPr id="6" name="Text 4"/>
          <p:cNvSpPr/>
          <p:nvPr>
            <p:custDataLst>
              <p:tags r:id="rId5"/>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fr-CA" sz="1650" noProof="0" dirty="0">
                <a:solidFill>
                  <a:srgbClr val="486581"/>
                </a:solidFill>
                <a:latin typeface="Calibri" pitchFamily="34" charset="0"/>
                <a:ea typeface="Calibri" pitchFamily="34" charset="-122"/>
                <a:cs typeface="Calibri" pitchFamily="34" charset="-120"/>
              </a:rPr>
              <a:t>Une panne d'accès au service et un processus irrécupérable ne demandent pas la même réaction.</a:t>
            </a:r>
            <a:endParaRPr lang="fr-CA" sz="1650" noProof="0" dirty="0"/>
          </a:p>
        </p:txBody>
      </p:sp>
      <p:sp>
        <p:nvSpPr>
          <p:cNvPr id="7" name="Text 5"/>
          <p:cNvSpPr/>
          <p:nvPr>
            <p:custDataLst>
              <p:tags r:id="rId6"/>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fr-CA" sz="900" noProof="0" dirty="0">
                <a:solidFill>
                  <a:srgbClr val="486581"/>
                </a:solidFill>
                <a:latin typeface="Calibri" pitchFamily="34" charset="0"/>
                <a:ea typeface="Calibri" pitchFamily="34" charset="-122"/>
                <a:cs typeface="Calibri" pitchFamily="34" charset="-120"/>
              </a:rPr>
              <a:t>Guide d'ingénierie Kafka · Projet EDA</a:t>
            </a:r>
            <a:endParaRPr lang="fr-CA" sz="900" noProof="0" dirty="0"/>
          </a:p>
        </p:txBody>
      </p:sp>
      <p:sp>
        <p:nvSpPr>
          <p:cNvPr id="8" name="Text 6"/>
          <p:cNvSpPr/>
          <p:nvPr>
            <p:custDataLst>
              <p:tags r:id="rId7"/>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fr-CA" sz="900" noProof="0" dirty="0">
                <a:solidFill>
                  <a:srgbClr val="486581"/>
                </a:solidFill>
                <a:latin typeface="Calibri" pitchFamily="34" charset="0"/>
                <a:ea typeface="Calibri" pitchFamily="34" charset="-122"/>
                <a:cs typeface="Calibri" pitchFamily="34" charset="-120"/>
              </a:rPr>
              <a:t>30</a:t>
            </a:r>
            <a:endParaRPr lang="fr-CA" sz="900" noProof="0" dirty="0"/>
          </a:p>
        </p:txBody>
      </p:sp>
      <p:sp>
        <p:nvSpPr>
          <p:cNvPr id="9" name="Shape 7"/>
          <p:cNvSpPr/>
          <p:nvPr>
            <p:custDataLst>
              <p:tags r:id="rId8"/>
            </p:custDataLst>
          </p:nvPr>
        </p:nvSpPr>
        <p:spPr>
          <a:xfrm>
            <a:off x="520082" y="1999476"/>
            <a:ext cx="2714405" cy="2471468"/>
          </a:xfrm>
          <a:prstGeom prst="roundRect">
            <a:avLst>
              <a:gd name="adj" fmla="val 2809"/>
            </a:avLst>
          </a:prstGeom>
          <a:solidFill>
            <a:srgbClr val="EFF6FF"/>
          </a:solidFill>
          <a:ln w="8890">
            <a:solidFill>
              <a:srgbClr val="D9E2EC"/>
            </a:solidFill>
            <a:prstDash val="solid"/>
          </a:ln>
        </p:spPr>
        <p:txBody>
          <a:bodyPr/>
          <a:lstStyle/>
          <a:p>
            <a:endParaRPr lang="fr-CA" noProof="0" dirty="0"/>
          </a:p>
        </p:txBody>
      </p:sp>
      <p:sp>
        <p:nvSpPr>
          <p:cNvPr id="10" name="Shape 8"/>
          <p:cNvSpPr/>
          <p:nvPr>
            <p:custDataLst>
              <p:tags r:id="rId9"/>
            </p:custDataLst>
          </p:nvPr>
        </p:nvSpPr>
        <p:spPr>
          <a:xfrm>
            <a:off x="748682" y="2255508"/>
            <a:ext cx="731520" cy="0"/>
          </a:xfrm>
          <a:prstGeom prst="line">
            <a:avLst/>
          </a:prstGeom>
          <a:noFill/>
          <a:ln w="29210">
            <a:solidFill>
              <a:srgbClr val="1F6FEB"/>
            </a:solidFill>
            <a:prstDash val="solid"/>
          </a:ln>
        </p:spPr>
        <p:txBody>
          <a:bodyPr/>
          <a:lstStyle/>
          <a:p>
            <a:endParaRPr lang="fr-CA" noProof="0" dirty="0"/>
          </a:p>
        </p:txBody>
      </p:sp>
      <p:sp>
        <p:nvSpPr>
          <p:cNvPr id="11" name="Text 9"/>
          <p:cNvSpPr/>
          <p:nvPr>
            <p:custDataLst>
              <p:tags r:id="rId10"/>
            </p:custDataLst>
          </p:nvPr>
        </p:nvSpPr>
        <p:spPr>
          <a:xfrm>
            <a:off x="748682" y="2484108"/>
            <a:ext cx="2485805" cy="548640"/>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Startup</a:t>
            </a:r>
            <a:endParaRPr lang="fr-CA" sz="2000" noProof="0" dirty="0"/>
          </a:p>
        </p:txBody>
      </p:sp>
      <p:sp>
        <p:nvSpPr>
          <p:cNvPr id="12" name="Text 10"/>
          <p:cNvSpPr/>
          <p:nvPr>
            <p:custDataLst>
              <p:tags r:id="rId11"/>
            </p:custDataLst>
          </p:nvPr>
        </p:nvSpPr>
        <p:spPr>
          <a:xfrm>
            <a:off x="748682" y="3115044"/>
            <a:ext cx="2685634" cy="1173492"/>
          </a:xfrm>
          <a:prstGeom prst="rect">
            <a:avLst/>
          </a:prstGeom>
          <a:noFill/>
          <a:ln/>
        </p:spPr>
        <p:txBody>
          <a:bodyPr wrap="square" lIns="0" tIns="0" rIns="0" bIns="0" rtlCol="0" anchor="t">
            <a:normAutofit/>
          </a:bodyPr>
          <a:lstStyle/>
          <a:p>
            <a:pPr marL="0" indent="0">
              <a:buNone/>
            </a:pPr>
            <a:r>
              <a:rPr lang="fr-CA" sz="1750" noProof="0" dirty="0">
                <a:solidFill>
                  <a:srgbClr val="486581"/>
                </a:solidFill>
                <a:latin typeface="Calibri" pitchFamily="34" charset="0"/>
                <a:ea typeface="Calibri" pitchFamily="34" charset="-122"/>
                <a:cs typeface="Calibri" pitchFamily="34" charset="-120"/>
              </a:rPr>
              <a:t>Le démarrage terminé ?</a:t>
            </a:r>
            <a:endParaRPr lang="fr-CA" sz="1750" noProof="0" dirty="0"/>
          </a:p>
          <a:p>
            <a:pPr marL="0" indent="0">
              <a:buNone/>
            </a:pPr>
            <a:endParaRPr lang="fr-CA" sz="1750" noProof="0" dirty="0"/>
          </a:p>
          <a:p>
            <a:pPr marL="0" indent="0">
              <a:buNone/>
            </a:pPr>
            <a:r>
              <a:rPr lang="fr-CA" sz="1750" noProof="0" dirty="0">
                <a:solidFill>
                  <a:srgbClr val="486581"/>
                </a:solidFill>
                <a:latin typeface="Calibri" pitchFamily="34" charset="0"/>
                <a:ea typeface="Calibri" pitchFamily="34" charset="-122"/>
                <a:cs typeface="Calibri" pitchFamily="34" charset="-120"/>
              </a:rPr>
              <a:t>Ne pas juger trop tôt une JVM en initialisation.</a:t>
            </a:r>
            <a:endParaRPr lang="fr-CA" sz="1750" noProof="0" dirty="0"/>
          </a:p>
        </p:txBody>
      </p:sp>
      <p:sp>
        <p:nvSpPr>
          <p:cNvPr id="13" name="Shape 11"/>
          <p:cNvSpPr/>
          <p:nvPr>
            <p:custDataLst>
              <p:tags r:id="rId12"/>
            </p:custDataLst>
          </p:nvPr>
        </p:nvSpPr>
        <p:spPr>
          <a:xfrm>
            <a:off x="3391865" y="1999476"/>
            <a:ext cx="2704135" cy="2471468"/>
          </a:xfrm>
          <a:prstGeom prst="roundRect">
            <a:avLst>
              <a:gd name="adj" fmla="val 2809"/>
            </a:avLst>
          </a:prstGeom>
          <a:solidFill>
            <a:srgbClr val="FFF7ED"/>
          </a:solidFill>
          <a:ln w="8890">
            <a:solidFill>
              <a:srgbClr val="D9E2EC"/>
            </a:solidFill>
            <a:prstDash val="solid"/>
          </a:ln>
        </p:spPr>
        <p:txBody>
          <a:bodyPr/>
          <a:lstStyle/>
          <a:p>
            <a:endParaRPr lang="fr-CA" noProof="0" dirty="0"/>
          </a:p>
        </p:txBody>
      </p:sp>
      <p:sp>
        <p:nvSpPr>
          <p:cNvPr id="14" name="Shape 12"/>
          <p:cNvSpPr/>
          <p:nvPr>
            <p:custDataLst>
              <p:tags r:id="rId13"/>
            </p:custDataLst>
          </p:nvPr>
        </p:nvSpPr>
        <p:spPr>
          <a:xfrm>
            <a:off x="3620465" y="2255508"/>
            <a:ext cx="731520" cy="0"/>
          </a:xfrm>
          <a:prstGeom prst="line">
            <a:avLst/>
          </a:prstGeom>
          <a:noFill/>
          <a:ln w="29210">
            <a:solidFill>
              <a:srgbClr val="B45309"/>
            </a:solidFill>
            <a:prstDash val="solid"/>
          </a:ln>
        </p:spPr>
        <p:txBody>
          <a:bodyPr/>
          <a:lstStyle/>
          <a:p>
            <a:endParaRPr lang="fr-CA" noProof="0" dirty="0"/>
          </a:p>
        </p:txBody>
      </p:sp>
      <p:sp>
        <p:nvSpPr>
          <p:cNvPr id="15" name="Text 13"/>
          <p:cNvSpPr/>
          <p:nvPr>
            <p:custDataLst>
              <p:tags r:id="rId14"/>
            </p:custDataLst>
          </p:nvPr>
        </p:nvSpPr>
        <p:spPr>
          <a:xfrm>
            <a:off x="3620465" y="2484108"/>
            <a:ext cx="2475535" cy="548640"/>
          </a:xfrm>
          <a:prstGeom prst="rect">
            <a:avLst/>
          </a:prstGeom>
          <a:noFill/>
          <a:ln/>
        </p:spPr>
        <p:txBody>
          <a:bodyPr wrap="square" lIns="0" tIns="0" rIns="0" bIns="0" rtlCol="0" anchor="t">
            <a:normAutofit/>
          </a:bodyPr>
          <a:lstStyle/>
          <a:p>
            <a:pPr marL="0" indent="0">
              <a:buNone/>
            </a:pPr>
            <a:r>
              <a:rPr lang="fr-CA" sz="2000" b="1" noProof="1">
                <a:solidFill>
                  <a:srgbClr val="102A43"/>
                </a:solidFill>
                <a:latin typeface="Calibri" pitchFamily="34" charset="0"/>
                <a:ea typeface="Calibri" pitchFamily="34" charset="-122"/>
                <a:cs typeface="Calibri" pitchFamily="34" charset="-120"/>
              </a:rPr>
              <a:t>Liveness</a:t>
            </a:r>
            <a:endParaRPr lang="fr-CA" sz="2000" noProof="0" dirty="0"/>
          </a:p>
        </p:txBody>
      </p:sp>
      <p:sp>
        <p:nvSpPr>
          <p:cNvPr id="16" name="Text 14"/>
          <p:cNvSpPr/>
          <p:nvPr>
            <p:custDataLst>
              <p:tags r:id="rId15"/>
            </p:custDataLst>
          </p:nvPr>
        </p:nvSpPr>
        <p:spPr>
          <a:xfrm>
            <a:off x="3620465" y="3115044"/>
            <a:ext cx="2369209" cy="1173492"/>
          </a:xfrm>
          <a:prstGeom prst="rect">
            <a:avLst/>
          </a:prstGeom>
          <a:noFill/>
          <a:ln/>
        </p:spPr>
        <p:txBody>
          <a:bodyPr wrap="square" lIns="0" tIns="0" rIns="0" bIns="0" rtlCol="0" anchor="t">
            <a:normAutofit/>
          </a:bodyPr>
          <a:lstStyle/>
          <a:p>
            <a:pPr marL="0" indent="0">
              <a:buNone/>
            </a:pPr>
            <a:r>
              <a:rPr lang="fr-CA" sz="1750" noProof="0" dirty="0">
                <a:solidFill>
                  <a:srgbClr val="486581"/>
                </a:solidFill>
                <a:latin typeface="Calibri" pitchFamily="34" charset="0"/>
                <a:ea typeface="Calibri" pitchFamily="34" charset="-122"/>
                <a:cs typeface="Calibri" pitchFamily="34" charset="-120"/>
              </a:rPr>
              <a:t>Le processus est-il sain ?</a:t>
            </a:r>
            <a:endParaRPr lang="fr-CA" sz="1750" noProof="0" dirty="0"/>
          </a:p>
          <a:p>
            <a:pPr marL="0" indent="0">
              <a:buNone/>
            </a:pPr>
            <a:endParaRPr lang="fr-CA" sz="1750" noProof="0" dirty="0"/>
          </a:p>
          <a:p>
            <a:pPr marL="0" indent="0">
              <a:buNone/>
            </a:pPr>
            <a:r>
              <a:rPr lang="fr-CA" sz="1750" noProof="0" dirty="0">
                <a:solidFill>
                  <a:srgbClr val="486581"/>
                </a:solidFill>
                <a:latin typeface="Calibri" pitchFamily="34" charset="0"/>
                <a:ea typeface="Calibri" pitchFamily="34" charset="-122"/>
                <a:cs typeface="Calibri" pitchFamily="34" charset="-120"/>
              </a:rPr>
              <a:t>Un échec peut provoquer son redémarrage.</a:t>
            </a:r>
            <a:endParaRPr lang="fr-CA" sz="1750" noProof="0" dirty="0"/>
          </a:p>
        </p:txBody>
      </p:sp>
      <p:sp>
        <p:nvSpPr>
          <p:cNvPr id="17" name="Shape 15"/>
          <p:cNvSpPr/>
          <p:nvPr>
            <p:custDataLst>
              <p:tags r:id="rId16"/>
            </p:custDataLst>
          </p:nvPr>
        </p:nvSpPr>
        <p:spPr>
          <a:xfrm>
            <a:off x="6253378" y="1999476"/>
            <a:ext cx="2704135" cy="2471468"/>
          </a:xfrm>
          <a:prstGeom prst="roundRect">
            <a:avLst>
              <a:gd name="adj" fmla="val 2809"/>
            </a:avLst>
          </a:prstGeom>
          <a:solidFill>
            <a:srgbClr val="EFFAF8"/>
          </a:solidFill>
          <a:ln w="8890">
            <a:solidFill>
              <a:srgbClr val="D9E2EC"/>
            </a:solidFill>
            <a:prstDash val="solid"/>
          </a:ln>
        </p:spPr>
        <p:txBody>
          <a:bodyPr/>
          <a:lstStyle/>
          <a:p>
            <a:endParaRPr lang="fr-CA" noProof="0" dirty="0"/>
          </a:p>
        </p:txBody>
      </p:sp>
      <p:sp>
        <p:nvSpPr>
          <p:cNvPr id="18" name="Shape 16"/>
          <p:cNvSpPr/>
          <p:nvPr>
            <p:custDataLst>
              <p:tags r:id="rId17"/>
            </p:custDataLst>
          </p:nvPr>
        </p:nvSpPr>
        <p:spPr>
          <a:xfrm>
            <a:off x="6481978" y="2255508"/>
            <a:ext cx="731520" cy="0"/>
          </a:xfrm>
          <a:prstGeom prst="line">
            <a:avLst/>
          </a:prstGeom>
          <a:noFill/>
          <a:ln w="29210">
            <a:solidFill>
              <a:srgbClr val="0F766E"/>
            </a:solidFill>
            <a:prstDash val="solid"/>
          </a:ln>
        </p:spPr>
        <p:txBody>
          <a:bodyPr/>
          <a:lstStyle/>
          <a:p>
            <a:endParaRPr lang="fr-CA" noProof="0" dirty="0"/>
          </a:p>
        </p:txBody>
      </p:sp>
      <p:sp>
        <p:nvSpPr>
          <p:cNvPr id="19" name="Text 17"/>
          <p:cNvSpPr/>
          <p:nvPr>
            <p:custDataLst>
              <p:tags r:id="rId18"/>
            </p:custDataLst>
          </p:nvPr>
        </p:nvSpPr>
        <p:spPr>
          <a:xfrm>
            <a:off x="6481978" y="2484108"/>
            <a:ext cx="2475535" cy="548640"/>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Readiness</a:t>
            </a:r>
            <a:endParaRPr lang="fr-CA" sz="2000" noProof="0" dirty="0"/>
          </a:p>
        </p:txBody>
      </p:sp>
      <p:sp>
        <p:nvSpPr>
          <p:cNvPr id="20" name="Text 18"/>
          <p:cNvSpPr/>
          <p:nvPr>
            <p:custDataLst>
              <p:tags r:id="rId19"/>
            </p:custDataLst>
          </p:nvPr>
        </p:nvSpPr>
        <p:spPr>
          <a:xfrm>
            <a:off x="6481978" y="3115044"/>
            <a:ext cx="2403659" cy="1173492"/>
          </a:xfrm>
          <a:prstGeom prst="rect">
            <a:avLst/>
          </a:prstGeom>
          <a:noFill/>
          <a:ln/>
        </p:spPr>
        <p:txBody>
          <a:bodyPr wrap="square" lIns="0" tIns="0" rIns="0" bIns="0" rtlCol="0" anchor="t">
            <a:normAutofit/>
          </a:bodyPr>
          <a:lstStyle/>
          <a:p>
            <a:pPr marL="0" indent="0">
              <a:buNone/>
            </a:pPr>
            <a:r>
              <a:rPr lang="fr-CA" sz="1750" noProof="0" dirty="0">
                <a:solidFill>
                  <a:srgbClr val="486581"/>
                </a:solidFill>
                <a:latin typeface="Calibri" pitchFamily="34" charset="0"/>
                <a:ea typeface="Calibri" pitchFamily="34" charset="-122"/>
                <a:cs typeface="Calibri" pitchFamily="34" charset="-120"/>
              </a:rPr>
              <a:t>Peut-il recevoir du trafic ?</a:t>
            </a:r>
            <a:endParaRPr lang="fr-CA" sz="1750" noProof="0" dirty="0"/>
          </a:p>
          <a:p>
            <a:pPr marL="0" indent="0">
              <a:buNone/>
            </a:pPr>
            <a:endParaRPr lang="fr-CA" sz="1750" noProof="0" dirty="0"/>
          </a:p>
          <a:p>
            <a:pPr marL="0" indent="0">
              <a:buNone/>
            </a:pPr>
            <a:r>
              <a:rPr lang="fr-CA" sz="1750" noProof="0" dirty="0">
                <a:solidFill>
                  <a:srgbClr val="486581"/>
                </a:solidFill>
                <a:latin typeface="Calibri" pitchFamily="34" charset="0"/>
                <a:ea typeface="Calibri" pitchFamily="34" charset="-122"/>
                <a:cs typeface="Calibri" pitchFamily="34" charset="-120"/>
              </a:rPr>
              <a:t>Un échec retire le pod des </a:t>
            </a:r>
            <a:r>
              <a:rPr lang="fr-CA" sz="1750" noProof="1">
                <a:solidFill>
                  <a:srgbClr val="486581"/>
                </a:solidFill>
                <a:latin typeface="Calibri" pitchFamily="34" charset="0"/>
                <a:ea typeface="Calibri" pitchFamily="34" charset="-122"/>
                <a:cs typeface="Calibri" pitchFamily="34" charset="-120"/>
              </a:rPr>
              <a:t>endpoints</a:t>
            </a:r>
            <a:r>
              <a:rPr lang="fr-CA" sz="1750" noProof="0" dirty="0">
                <a:solidFill>
                  <a:srgbClr val="486581"/>
                </a:solidFill>
                <a:latin typeface="Calibri" pitchFamily="34" charset="0"/>
                <a:ea typeface="Calibri" pitchFamily="34" charset="-122"/>
                <a:cs typeface="Calibri" pitchFamily="34" charset="-120"/>
              </a:rPr>
              <a:t> du service.</a:t>
            </a:r>
            <a:endParaRPr lang="fr-CA" sz="1750" noProof="0" dirty="0"/>
          </a:p>
        </p:txBody>
      </p:sp>
      <p:sp>
        <p:nvSpPr>
          <p:cNvPr id="21" name="Shape 19"/>
          <p:cNvSpPr/>
          <p:nvPr>
            <p:custDataLst>
              <p:tags r:id="rId20"/>
            </p:custDataLst>
          </p:nvPr>
        </p:nvSpPr>
        <p:spPr>
          <a:xfrm>
            <a:off x="530352" y="5715000"/>
            <a:ext cx="11128248" cy="448056"/>
          </a:xfrm>
          <a:prstGeom prst="roundRect">
            <a:avLst>
              <a:gd name="adj" fmla="val 20408"/>
            </a:avLst>
          </a:prstGeom>
          <a:solidFill>
            <a:srgbClr val="EFF6FF"/>
          </a:solidFill>
          <a:ln w="8890">
            <a:solidFill>
              <a:srgbClr val="EFF6FF"/>
            </a:solidFill>
            <a:prstDash val="solid"/>
          </a:ln>
        </p:spPr>
        <p:txBody>
          <a:bodyPr/>
          <a:lstStyle/>
          <a:p>
            <a:endParaRPr lang="fr-CA" noProof="0" dirty="0"/>
          </a:p>
        </p:txBody>
      </p:sp>
      <p:sp>
        <p:nvSpPr>
          <p:cNvPr id="22" name="Text 20"/>
          <p:cNvSpPr/>
          <p:nvPr>
            <p:custDataLst>
              <p:tags r:id="rId21"/>
            </p:custDataLst>
          </p:nvPr>
        </p:nvSpPr>
        <p:spPr>
          <a:xfrm>
            <a:off x="731520" y="5820156"/>
            <a:ext cx="10716768" cy="274320"/>
          </a:xfrm>
          <a:prstGeom prst="rect">
            <a:avLst/>
          </a:prstGeom>
          <a:noFill/>
          <a:ln/>
        </p:spPr>
        <p:txBody>
          <a:bodyPr wrap="square" lIns="0" tIns="0" rIns="0" bIns="0" rtlCol="0" anchor="t">
            <a:normAutofit/>
          </a:bodyPr>
          <a:lstStyle/>
          <a:p>
            <a:pPr marL="0" indent="0">
              <a:buNone/>
            </a:pPr>
            <a:r>
              <a:rPr lang="fr-CA" sz="1550" b="1" noProof="0" dirty="0">
                <a:solidFill>
                  <a:srgbClr val="102A43"/>
                </a:solidFill>
                <a:latin typeface="Calibri" pitchFamily="34" charset="0"/>
                <a:ea typeface="Calibri" pitchFamily="34" charset="-122"/>
                <a:cs typeface="Calibri" pitchFamily="34" charset="-120"/>
              </a:rPr>
              <a:t>Santé : une décision rapide. Métriques : une mesure de comportement dans le temps.</a:t>
            </a:r>
            <a:endParaRPr lang="fr-CA" sz="1550" noProof="0" dirty="0"/>
          </a:p>
        </p:txBody>
      </p:sp>
      <p:pic>
        <p:nvPicPr>
          <p:cNvPr id="28" name="Image 27">
            <a:extLst>
              <a:ext uri="{FF2B5EF4-FFF2-40B4-BE49-F238E27FC236}">
                <a16:creationId xmlns:a16="http://schemas.microsoft.com/office/drawing/2014/main" id="{45E88A6C-4790-DE27-EA8A-13C81EC2C3A6}"/>
              </a:ext>
            </a:extLst>
          </p:cNvPr>
          <p:cNvPicPr>
            <a:picLocks noChangeAspect="1"/>
          </p:cNvPicPr>
          <p:nvPr/>
        </p:nvPicPr>
        <p:blipFill>
          <a:blip r:embed="rId27"/>
          <a:stretch>
            <a:fillRect/>
          </a:stretch>
        </p:blipFill>
        <p:spPr>
          <a:xfrm>
            <a:off x="9114237" y="1999476"/>
            <a:ext cx="2673238" cy="2069604"/>
          </a:xfrm>
          <a:prstGeom prst="rect">
            <a:avLst/>
          </a:prstGeom>
        </p:spPr>
      </p:pic>
      <p:sp>
        <p:nvSpPr>
          <p:cNvPr id="30" name="Text 15">
            <a:extLst>
              <a:ext uri="{FF2B5EF4-FFF2-40B4-BE49-F238E27FC236}">
                <a16:creationId xmlns:a16="http://schemas.microsoft.com/office/drawing/2014/main" id="{558D5AC3-CBBE-DD3F-3B84-357E3314C5D1}"/>
              </a:ext>
            </a:extLst>
          </p:cNvPr>
          <p:cNvSpPr/>
          <p:nvPr>
            <p:custDataLst>
              <p:tags r:id="rId22"/>
            </p:custDataLst>
          </p:nvPr>
        </p:nvSpPr>
        <p:spPr>
          <a:xfrm>
            <a:off x="9383816" y="4470944"/>
            <a:ext cx="2403659" cy="344412"/>
          </a:xfrm>
          <a:prstGeom prst="rect">
            <a:avLst/>
          </a:prstGeom>
          <a:noFill/>
          <a:ln/>
        </p:spPr>
        <p:txBody>
          <a:bodyPr wrap="square" lIns="0" tIns="0" rIns="0" bIns="0" rtlCol="0" anchor="t">
            <a:normAutofit/>
          </a:bodyPr>
          <a:lstStyle/>
          <a:p>
            <a:pPr marL="0" indent="0">
              <a:buNone/>
            </a:pPr>
            <a:r>
              <a:rPr lang="fr-CA" sz="1720" noProof="0" dirty="0">
                <a:solidFill>
                  <a:srgbClr val="486581"/>
                </a:solidFill>
                <a:latin typeface="Calibri" pitchFamily="34" charset="0"/>
                <a:ea typeface="Calibri" pitchFamily="34" charset="-122"/>
                <a:cs typeface="Calibri" pitchFamily="34" charset="-120"/>
              </a:rPr>
              <a:t>Fichier : </a:t>
            </a:r>
            <a:r>
              <a:rPr lang="fr-CA" sz="1720" noProof="1">
                <a:solidFill>
                  <a:srgbClr val="486581"/>
                </a:solidFill>
                <a:latin typeface="Calibri" pitchFamily="34" charset="0"/>
                <a:ea typeface="Calibri" pitchFamily="34" charset="-122"/>
                <a:cs typeface="Calibri" pitchFamily="34" charset="-120"/>
              </a:rPr>
              <a:t>application.yml.</a:t>
            </a:r>
            <a:endParaRPr lang="fr-CA" sz="1720" noProof="0" dirty="0"/>
          </a:p>
        </p:txBody>
      </p:sp>
      <p:sp>
        <p:nvSpPr>
          <p:cNvPr id="32" name="Shape 18">
            <a:extLst>
              <a:ext uri="{FF2B5EF4-FFF2-40B4-BE49-F238E27FC236}">
                <a16:creationId xmlns:a16="http://schemas.microsoft.com/office/drawing/2014/main" id="{06E7E02F-961C-8CCE-45F3-4645AF697F40}"/>
              </a:ext>
            </a:extLst>
          </p:cNvPr>
          <p:cNvSpPr/>
          <p:nvPr>
            <p:custDataLst>
              <p:tags r:id="rId23"/>
            </p:custDataLst>
          </p:nvPr>
        </p:nvSpPr>
        <p:spPr>
          <a:xfrm flipH="1" flipV="1">
            <a:off x="10685721" y="3681972"/>
            <a:ext cx="520994" cy="681546"/>
          </a:xfrm>
          <a:prstGeom prst="line">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fr-CA" dirty="0"/>
          </a:p>
        </p:txBody>
      </p:sp>
      <p:sp>
        <p:nvSpPr>
          <p:cNvPr id="34" name="Text 22">
            <a:extLst>
              <a:ext uri="{FF2B5EF4-FFF2-40B4-BE49-F238E27FC236}">
                <a16:creationId xmlns:a16="http://schemas.microsoft.com/office/drawing/2014/main" id="{5D75AE83-7345-6CB1-6706-A000CA156BE2}"/>
              </a:ext>
            </a:extLst>
          </p:cNvPr>
          <p:cNvSpPr/>
          <p:nvPr>
            <p:custDataLst>
              <p:tags r:id="rId24"/>
            </p:custDataLst>
          </p:nvPr>
        </p:nvSpPr>
        <p:spPr>
          <a:xfrm>
            <a:off x="768096" y="4873752"/>
            <a:ext cx="10716768" cy="557784"/>
          </a:xfrm>
          <a:prstGeom prst="rect">
            <a:avLst/>
          </a:prstGeom>
          <a:noFill/>
          <a:ln/>
        </p:spPr>
        <p:txBody>
          <a:bodyPr wrap="square" lIns="0" tIns="0" rIns="0" bIns="0" rtlCol="0" anchor="t">
            <a:normAutofit lnSpcReduction="10000"/>
          </a:bodyPr>
          <a:lstStyle/>
          <a:p>
            <a:pPr algn="ctr"/>
            <a:r>
              <a:rPr lang="fr-CA" sz="1900" dirty="0">
                <a:solidFill>
                  <a:srgbClr val="C00000"/>
                </a:solidFill>
                <a:latin typeface="Calibri" pitchFamily="34" charset="0"/>
                <a:ea typeface="Calibri" pitchFamily="34" charset="-122"/>
                <a:cs typeface="Calibri" pitchFamily="34" charset="-120"/>
              </a:rPr>
              <a:t>Pour les producteurs et consommateurs Kafka. </a:t>
            </a:r>
          </a:p>
          <a:p>
            <a:pPr algn="ctr"/>
            <a:r>
              <a:rPr lang="fr-CA" sz="1900" dirty="0">
                <a:solidFill>
                  <a:srgbClr val="C00000"/>
                </a:solidFill>
                <a:latin typeface="Calibri" pitchFamily="34" charset="0"/>
                <a:ea typeface="Calibri" pitchFamily="34" charset="-122"/>
                <a:cs typeface="Calibri" pitchFamily="34" charset="-120"/>
              </a:rPr>
              <a:t>La gestion de l’état interne est une exigence critique</a:t>
            </a:r>
            <a:r>
              <a:rPr lang="fr-CA" sz="1900" noProof="0" dirty="0">
                <a:solidFill>
                  <a:srgbClr val="C00000"/>
                </a:solidFill>
                <a:latin typeface="Calibri" pitchFamily="34" charset="0"/>
                <a:ea typeface="Calibri" pitchFamily="34" charset="-122"/>
                <a:cs typeface="Calibri" pitchFamily="34" charset="-120"/>
              </a:rPr>
              <a:t>.</a:t>
            </a:r>
            <a:endParaRPr lang="fr-CA" sz="1900" noProof="0" dirty="0">
              <a:solidFill>
                <a:srgbClr val="C00000"/>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fr-CA" noProof="0" dirty="0"/>
          </a:p>
        </p:txBody>
      </p:sp>
      <p:sp>
        <p:nvSpPr>
          <p:cNvPr id="3" name="Text 1"/>
          <p:cNvSpPr/>
          <p:nvPr>
            <p:custDataLst>
              <p:tags r:id="rId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fr-CA" sz="1100" b="1" kern="0" spc="50" noProof="0" dirty="0">
                <a:solidFill>
                  <a:srgbClr val="1F6FEB"/>
                </a:solidFill>
                <a:latin typeface="Calibri" pitchFamily="34" charset="0"/>
                <a:ea typeface="Calibri" pitchFamily="34" charset="-122"/>
                <a:cs typeface="Calibri" pitchFamily="34" charset="-120"/>
              </a:rPr>
              <a:t>06 / PROUVER ET CHOISIR</a:t>
            </a:r>
            <a:endParaRPr lang="fr-CA" sz="1100" noProof="0" dirty="0"/>
          </a:p>
        </p:txBody>
      </p:sp>
      <p:sp>
        <p:nvSpPr>
          <p:cNvPr id="4" name="Text 2"/>
          <p:cNvSpPr/>
          <p:nvPr>
            <p:custDataLst>
              <p:tags r:id="rId3"/>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fr-CA" sz="1000" b="1" noProof="0" dirty="0">
                <a:solidFill>
                  <a:srgbClr val="829AB1"/>
                </a:solidFill>
                <a:latin typeface="Calibri" pitchFamily="34" charset="0"/>
                <a:ea typeface="Calibri" pitchFamily="34" charset="-122"/>
                <a:cs typeface="Calibri" pitchFamily="34" charset="-120"/>
              </a:rPr>
              <a:t>GOUVERNANCE DES TOPICS</a:t>
            </a:r>
            <a:endParaRPr lang="fr-CA" sz="1000" noProof="0" dirty="0"/>
          </a:p>
        </p:txBody>
      </p:sp>
      <p:sp>
        <p:nvSpPr>
          <p:cNvPr id="5" name="Text 3"/>
          <p:cNvSpPr/>
          <p:nvPr>
            <p:custDataLst>
              <p:tags r:id="rId4"/>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fr-CA" sz="2700" b="1" noProof="0" dirty="0">
                <a:solidFill>
                  <a:srgbClr val="102A43"/>
                </a:solidFill>
                <a:latin typeface="Calibri" pitchFamily="34" charset="0"/>
                <a:ea typeface="Calibri" pitchFamily="34" charset="-122"/>
                <a:cs typeface="Calibri" pitchFamily="34" charset="-120"/>
              </a:rPr>
              <a:t>Un contrat transforme un topic en une interface compréhensible</a:t>
            </a:r>
            <a:endParaRPr lang="fr-CA" sz="2700" noProof="0" dirty="0"/>
          </a:p>
        </p:txBody>
      </p:sp>
      <p:sp>
        <p:nvSpPr>
          <p:cNvPr id="6" name="Text 4"/>
          <p:cNvSpPr/>
          <p:nvPr>
            <p:custDataLst>
              <p:tags r:id="rId5"/>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fr-CA" sz="1650" noProof="0" dirty="0">
                <a:solidFill>
                  <a:srgbClr val="486581"/>
                </a:solidFill>
                <a:latin typeface="Calibri" pitchFamily="34" charset="0"/>
                <a:ea typeface="Calibri" pitchFamily="34" charset="-122"/>
                <a:cs typeface="Calibri" pitchFamily="34" charset="-120"/>
              </a:rPr>
              <a:t>La gouvernance rend explicites le sens des données, les responsabilités et les conditions de leur usage.</a:t>
            </a:r>
            <a:endParaRPr lang="fr-CA" sz="1650" noProof="0" dirty="0"/>
          </a:p>
        </p:txBody>
      </p:sp>
      <p:sp>
        <p:nvSpPr>
          <p:cNvPr id="7" name="Text 5"/>
          <p:cNvSpPr/>
          <p:nvPr>
            <p:custDataLst>
              <p:tags r:id="rId6"/>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fr-CA" sz="900" noProof="0" dirty="0">
                <a:solidFill>
                  <a:srgbClr val="486581"/>
                </a:solidFill>
                <a:latin typeface="Calibri" pitchFamily="34" charset="0"/>
                <a:ea typeface="Calibri" pitchFamily="34" charset="-122"/>
                <a:cs typeface="Calibri" pitchFamily="34" charset="-120"/>
              </a:rPr>
              <a:t>Guide d'ingénierie Kafka · Projet EDA</a:t>
            </a:r>
            <a:endParaRPr lang="fr-CA" sz="900" noProof="0" dirty="0"/>
          </a:p>
        </p:txBody>
      </p:sp>
      <p:sp>
        <p:nvSpPr>
          <p:cNvPr id="8" name="Text 6"/>
          <p:cNvSpPr/>
          <p:nvPr>
            <p:custDataLst>
              <p:tags r:id="rId7"/>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fr-CA" sz="900" noProof="0" dirty="0">
                <a:solidFill>
                  <a:srgbClr val="486581"/>
                </a:solidFill>
                <a:latin typeface="Calibri" pitchFamily="34" charset="0"/>
                <a:ea typeface="Calibri" pitchFamily="34" charset="-122"/>
                <a:cs typeface="Calibri" pitchFamily="34" charset="-120"/>
              </a:rPr>
              <a:t>31</a:t>
            </a:r>
            <a:endParaRPr lang="fr-CA" sz="900" noProof="0" dirty="0"/>
          </a:p>
        </p:txBody>
      </p:sp>
      <p:sp>
        <p:nvSpPr>
          <p:cNvPr id="9" name="Shape 7"/>
          <p:cNvSpPr/>
          <p:nvPr>
            <p:custDataLst>
              <p:tags r:id="rId8"/>
            </p:custDataLst>
          </p:nvPr>
        </p:nvSpPr>
        <p:spPr>
          <a:xfrm>
            <a:off x="520082" y="1963012"/>
            <a:ext cx="3520440" cy="1490472"/>
          </a:xfrm>
          <a:prstGeom prst="roundRect">
            <a:avLst>
              <a:gd name="adj" fmla="val 6579"/>
            </a:avLst>
          </a:prstGeom>
          <a:solidFill>
            <a:srgbClr val="FFFFFF"/>
          </a:solidFill>
          <a:ln w="8890">
            <a:solidFill>
              <a:srgbClr val="D9E2EC"/>
            </a:solidFill>
            <a:prstDash val="solid"/>
          </a:ln>
        </p:spPr>
        <p:txBody>
          <a:bodyPr/>
          <a:lstStyle/>
          <a:p>
            <a:endParaRPr lang="fr-CA" noProof="0" dirty="0"/>
          </a:p>
        </p:txBody>
      </p:sp>
      <p:sp>
        <p:nvSpPr>
          <p:cNvPr id="10" name="Shape 8"/>
          <p:cNvSpPr/>
          <p:nvPr>
            <p:custDataLst>
              <p:tags r:id="rId9"/>
            </p:custDataLst>
          </p:nvPr>
        </p:nvSpPr>
        <p:spPr>
          <a:xfrm>
            <a:off x="739538" y="2164180"/>
            <a:ext cx="612648" cy="0"/>
          </a:xfrm>
          <a:prstGeom prst="line">
            <a:avLst/>
          </a:prstGeom>
          <a:noFill/>
          <a:ln w="25400">
            <a:solidFill>
              <a:srgbClr val="1F6FEB"/>
            </a:solidFill>
            <a:prstDash val="solid"/>
          </a:ln>
        </p:spPr>
        <p:txBody>
          <a:bodyPr/>
          <a:lstStyle/>
          <a:p>
            <a:endParaRPr lang="fr-CA" noProof="0" dirty="0"/>
          </a:p>
        </p:txBody>
      </p:sp>
      <p:sp>
        <p:nvSpPr>
          <p:cNvPr id="11" name="Text 9"/>
          <p:cNvSpPr/>
          <p:nvPr>
            <p:custDataLst>
              <p:tags r:id="rId10"/>
            </p:custDataLst>
          </p:nvPr>
        </p:nvSpPr>
        <p:spPr>
          <a:xfrm>
            <a:off x="739538" y="2356204"/>
            <a:ext cx="3072384" cy="356616"/>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Sens métier</a:t>
            </a:r>
            <a:endParaRPr lang="fr-CA" sz="2000" noProof="0" dirty="0"/>
          </a:p>
        </p:txBody>
      </p:sp>
      <p:sp>
        <p:nvSpPr>
          <p:cNvPr id="12" name="Text 10"/>
          <p:cNvSpPr/>
          <p:nvPr>
            <p:custDataLst>
              <p:tags r:id="rId11"/>
            </p:custDataLst>
          </p:nvPr>
        </p:nvSpPr>
        <p:spPr>
          <a:xfrm>
            <a:off x="739538" y="2840836"/>
            <a:ext cx="3072384" cy="512064"/>
          </a:xfrm>
          <a:prstGeom prst="rect">
            <a:avLst/>
          </a:prstGeom>
          <a:noFill/>
          <a:ln/>
        </p:spPr>
        <p:txBody>
          <a:bodyPr wrap="square" lIns="0" tIns="0" rIns="0" bIns="0" rtlCol="0" anchor="t">
            <a:noAutofit/>
          </a:bodyPr>
          <a:lstStyle/>
          <a:p>
            <a:pPr marL="0" indent="0">
              <a:buNone/>
            </a:pPr>
            <a:r>
              <a:rPr lang="fr-CA" noProof="0" dirty="0">
                <a:solidFill>
                  <a:srgbClr val="486581"/>
                </a:solidFill>
                <a:latin typeface="Calibri" pitchFamily="34" charset="0"/>
                <a:ea typeface="Calibri" pitchFamily="34" charset="-122"/>
                <a:cs typeface="Calibri" pitchFamily="34" charset="-120"/>
              </a:rPr>
              <a:t>Définition et exemples d'événements.</a:t>
            </a:r>
            <a:endParaRPr lang="fr-CA" noProof="0" dirty="0"/>
          </a:p>
        </p:txBody>
      </p:sp>
      <p:sp>
        <p:nvSpPr>
          <p:cNvPr id="13" name="Shape 11"/>
          <p:cNvSpPr/>
          <p:nvPr>
            <p:custDataLst>
              <p:tags r:id="rId12"/>
            </p:custDataLst>
          </p:nvPr>
        </p:nvSpPr>
        <p:spPr>
          <a:xfrm>
            <a:off x="4323986" y="1963012"/>
            <a:ext cx="3520440" cy="1465988"/>
          </a:xfrm>
          <a:prstGeom prst="roundRect">
            <a:avLst>
              <a:gd name="adj" fmla="val 6579"/>
            </a:avLst>
          </a:prstGeom>
          <a:solidFill>
            <a:srgbClr val="FFFFFF"/>
          </a:solidFill>
          <a:ln w="8890">
            <a:solidFill>
              <a:srgbClr val="D9E2EC"/>
            </a:solidFill>
            <a:prstDash val="solid"/>
          </a:ln>
        </p:spPr>
        <p:txBody>
          <a:bodyPr/>
          <a:lstStyle/>
          <a:p>
            <a:endParaRPr lang="fr-CA" noProof="0" dirty="0"/>
          </a:p>
        </p:txBody>
      </p:sp>
      <p:sp>
        <p:nvSpPr>
          <p:cNvPr id="14" name="Shape 12"/>
          <p:cNvSpPr/>
          <p:nvPr>
            <p:custDataLst>
              <p:tags r:id="rId13"/>
            </p:custDataLst>
          </p:nvPr>
        </p:nvSpPr>
        <p:spPr>
          <a:xfrm>
            <a:off x="4543442" y="2164180"/>
            <a:ext cx="612648" cy="0"/>
          </a:xfrm>
          <a:prstGeom prst="line">
            <a:avLst/>
          </a:prstGeom>
          <a:noFill/>
          <a:ln w="25400">
            <a:solidFill>
              <a:srgbClr val="1F6FEB"/>
            </a:solidFill>
            <a:prstDash val="solid"/>
          </a:ln>
        </p:spPr>
        <p:txBody>
          <a:bodyPr/>
          <a:lstStyle/>
          <a:p>
            <a:endParaRPr lang="fr-CA" noProof="0" dirty="0"/>
          </a:p>
        </p:txBody>
      </p:sp>
      <p:sp>
        <p:nvSpPr>
          <p:cNvPr id="15" name="Text 13"/>
          <p:cNvSpPr/>
          <p:nvPr>
            <p:custDataLst>
              <p:tags r:id="rId14"/>
            </p:custDataLst>
          </p:nvPr>
        </p:nvSpPr>
        <p:spPr>
          <a:xfrm>
            <a:off x="4543442" y="2356204"/>
            <a:ext cx="3072384" cy="356616"/>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Propriété</a:t>
            </a:r>
            <a:endParaRPr lang="fr-CA" sz="2000" noProof="0" dirty="0"/>
          </a:p>
        </p:txBody>
      </p:sp>
      <p:sp>
        <p:nvSpPr>
          <p:cNvPr id="16" name="Text 14"/>
          <p:cNvSpPr/>
          <p:nvPr>
            <p:custDataLst>
              <p:tags r:id="rId15"/>
            </p:custDataLst>
          </p:nvPr>
        </p:nvSpPr>
        <p:spPr>
          <a:xfrm>
            <a:off x="4543442" y="2840836"/>
            <a:ext cx="3072384" cy="457200"/>
          </a:xfrm>
          <a:prstGeom prst="rect">
            <a:avLst/>
          </a:prstGeom>
          <a:noFill/>
          <a:ln/>
        </p:spPr>
        <p:txBody>
          <a:bodyPr wrap="square" lIns="0" tIns="0" rIns="0" bIns="0" rtlCol="0" anchor="t">
            <a:normAutofit/>
          </a:bodyPr>
          <a:lstStyle/>
          <a:p>
            <a:pPr marL="0" indent="0">
              <a:buNone/>
            </a:pPr>
            <a:r>
              <a:rPr lang="fr-CA" noProof="0" dirty="0">
                <a:solidFill>
                  <a:srgbClr val="486581"/>
                </a:solidFill>
                <a:latin typeface="Calibri" pitchFamily="34" charset="0"/>
                <a:ea typeface="Calibri" pitchFamily="34" charset="-122"/>
                <a:cs typeface="Calibri" pitchFamily="34" charset="-120"/>
              </a:rPr>
              <a:t>Équipe responsable et soutien.</a:t>
            </a:r>
            <a:endParaRPr lang="fr-CA" noProof="0" dirty="0"/>
          </a:p>
        </p:txBody>
      </p:sp>
      <p:sp>
        <p:nvSpPr>
          <p:cNvPr id="17" name="Shape 15"/>
          <p:cNvSpPr/>
          <p:nvPr>
            <p:custDataLst>
              <p:tags r:id="rId16"/>
            </p:custDataLst>
          </p:nvPr>
        </p:nvSpPr>
        <p:spPr>
          <a:xfrm>
            <a:off x="8127890" y="1963012"/>
            <a:ext cx="3520440" cy="1490472"/>
          </a:xfrm>
          <a:prstGeom prst="roundRect">
            <a:avLst>
              <a:gd name="adj" fmla="val 6579"/>
            </a:avLst>
          </a:prstGeom>
          <a:solidFill>
            <a:srgbClr val="FFFFFF"/>
          </a:solidFill>
          <a:ln w="8890">
            <a:solidFill>
              <a:srgbClr val="D9E2EC"/>
            </a:solidFill>
            <a:prstDash val="solid"/>
          </a:ln>
        </p:spPr>
        <p:txBody>
          <a:bodyPr/>
          <a:lstStyle/>
          <a:p>
            <a:endParaRPr lang="fr-CA" noProof="0" dirty="0"/>
          </a:p>
        </p:txBody>
      </p:sp>
      <p:sp>
        <p:nvSpPr>
          <p:cNvPr id="18" name="Shape 16"/>
          <p:cNvSpPr/>
          <p:nvPr>
            <p:custDataLst>
              <p:tags r:id="rId17"/>
            </p:custDataLst>
          </p:nvPr>
        </p:nvSpPr>
        <p:spPr>
          <a:xfrm>
            <a:off x="8347346" y="2164180"/>
            <a:ext cx="612648" cy="0"/>
          </a:xfrm>
          <a:prstGeom prst="line">
            <a:avLst/>
          </a:prstGeom>
          <a:noFill/>
          <a:ln w="25400">
            <a:solidFill>
              <a:srgbClr val="1F6FEB"/>
            </a:solidFill>
            <a:prstDash val="solid"/>
          </a:ln>
        </p:spPr>
        <p:txBody>
          <a:bodyPr/>
          <a:lstStyle/>
          <a:p>
            <a:endParaRPr lang="fr-CA" noProof="0" dirty="0"/>
          </a:p>
        </p:txBody>
      </p:sp>
      <p:sp>
        <p:nvSpPr>
          <p:cNvPr id="19" name="Text 17"/>
          <p:cNvSpPr/>
          <p:nvPr>
            <p:custDataLst>
              <p:tags r:id="rId18"/>
            </p:custDataLst>
          </p:nvPr>
        </p:nvSpPr>
        <p:spPr>
          <a:xfrm>
            <a:off x="8347346" y="2356204"/>
            <a:ext cx="3072384" cy="356616"/>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Schéma</a:t>
            </a:r>
            <a:endParaRPr lang="fr-CA" sz="2000" noProof="0" dirty="0"/>
          </a:p>
        </p:txBody>
      </p:sp>
      <p:sp>
        <p:nvSpPr>
          <p:cNvPr id="20" name="Text 18"/>
          <p:cNvSpPr/>
          <p:nvPr>
            <p:custDataLst>
              <p:tags r:id="rId19"/>
            </p:custDataLst>
          </p:nvPr>
        </p:nvSpPr>
        <p:spPr>
          <a:xfrm>
            <a:off x="8347346" y="2840835"/>
            <a:ext cx="3072384" cy="512063"/>
          </a:xfrm>
          <a:prstGeom prst="rect">
            <a:avLst/>
          </a:prstGeom>
          <a:noFill/>
          <a:ln/>
        </p:spPr>
        <p:txBody>
          <a:bodyPr wrap="square" lIns="0" tIns="0" rIns="0" bIns="0" rtlCol="0" anchor="t">
            <a:noAutofit/>
          </a:bodyPr>
          <a:lstStyle/>
          <a:p>
            <a:pPr marL="0" indent="0">
              <a:buNone/>
            </a:pPr>
            <a:r>
              <a:rPr lang="fr-CA" noProof="0" dirty="0">
                <a:solidFill>
                  <a:srgbClr val="486581"/>
                </a:solidFill>
                <a:latin typeface="Calibri" pitchFamily="34" charset="0"/>
                <a:ea typeface="Calibri" pitchFamily="34" charset="-122"/>
                <a:cs typeface="Calibri" pitchFamily="34" charset="-120"/>
              </a:rPr>
              <a:t>Version et règles de compatibilité.</a:t>
            </a:r>
            <a:endParaRPr lang="fr-CA" noProof="0" dirty="0"/>
          </a:p>
        </p:txBody>
      </p:sp>
      <p:sp>
        <p:nvSpPr>
          <p:cNvPr id="21" name="Shape 19"/>
          <p:cNvSpPr/>
          <p:nvPr>
            <p:custDataLst>
              <p:tags r:id="rId20"/>
            </p:custDataLst>
          </p:nvPr>
        </p:nvSpPr>
        <p:spPr>
          <a:xfrm>
            <a:off x="520082" y="3581499"/>
            <a:ext cx="3520440" cy="1514955"/>
          </a:xfrm>
          <a:prstGeom prst="roundRect">
            <a:avLst>
              <a:gd name="adj" fmla="val 6579"/>
            </a:avLst>
          </a:prstGeom>
          <a:solidFill>
            <a:srgbClr val="FFFFFF"/>
          </a:solidFill>
          <a:ln w="8890">
            <a:solidFill>
              <a:srgbClr val="D9E2EC"/>
            </a:solidFill>
            <a:prstDash val="solid"/>
          </a:ln>
        </p:spPr>
        <p:txBody>
          <a:bodyPr/>
          <a:lstStyle/>
          <a:p>
            <a:endParaRPr lang="fr-CA" noProof="0" dirty="0"/>
          </a:p>
        </p:txBody>
      </p:sp>
      <p:sp>
        <p:nvSpPr>
          <p:cNvPr id="22" name="Shape 20"/>
          <p:cNvSpPr/>
          <p:nvPr>
            <p:custDataLst>
              <p:tags r:id="rId21"/>
            </p:custDataLst>
          </p:nvPr>
        </p:nvSpPr>
        <p:spPr>
          <a:xfrm>
            <a:off x="739538" y="3782668"/>
            <a:ext cx="612648" cy="0"/>
          </a:xfrm>
          <a:prstGeom prst="line">
            <a:avLst/>
          </a:prstGeom>
          <a:noFill/>
          <a:ln w="25400">
            <a:solidFill>
              <a:srgbClr val="0F766E"/>
            </a:solidFill>
            <a:prstDash val="solid"/>
          </a:ln>
        </p:spPr>
        <p:txBody>
          <a:bodyPr/>
          <a:lstStyle/>
          <a:p>
            <a:endParaRPr lang="fr-CA" noProof="0" dirty="0"/>
          </a:p>
        </p:txBody>
      </p:sp>
      <p:sp>
        <p:nvSpPr>
          <p:cNvPr id="23" name="Text 21"/>
          <p:cNvSpPr/>
          <p:nvPr>
            <p:custDataLst>
              <p:tags r:id="rId22"/>
            </p:custDataLst>
          </p:nvPr>
        </p:nvSpPr>
        <p:spPr>
          <a:xfrm>
            <a:off x="739538" y="3974692"/>
            <a:ext cx="3072384" cy="356616"/>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Dépendances</a:t>
            </a:r>
            <a:endParaRPr lang="fr-CA" sz="2000" noProof="0" dirty="0"/>
          </a:p>
        </p:txBody>
      </p:sp>
      <p:sp>
        <p:nvSpPr>
          <p:cNvPr id="24" name="Text 22"/>
          <p:cNvSpPr/>
          <p:nvPr>
            <p:custDataLst>
              <p:tags r:id="rId23"/>
            </p:custDataLst>
          </p:nvPr>
        </p:nvSpPr>
        <p:spPr>
          <a:xfrm>
            <a:off x="739538" y="4459324"/>
            <a:ext cx="3072384" cy="512064"/>
          </a:xfrm>
          <a:prstGeom prst="rect">
            <a:avLst/>
          </a:prstGeom>
          <a:noFill/>
          <a:ln/>
        </p:spPr>
        <p:txBody>
          <a:bodyPr wrap="square" lIns="0" tIns="0" rIns="0" bIns="0" rtlCol="0" anchor="t">
            <a:noAutofit/>
          </a:bodyPr>
          <a:lstStyle/>
          <a:p>
            <a:pPr marL="0" indent="0">
              <a:buNone/>
            </a:pPr>
            <a:r>
              <a:rPr lang="fr-CA" noProof="0" dirty="0">
                <a:solidFill>
                  <a:srgbClr val="486581"/>
                </a:solidFill>
                <a:latin typeface="Calibri" pitchFamily="34" charset="0"/>
                <a:ea typeface="Calibri" pitchFamily="34" charset="-122"/>
                <a:cs typeface="Calibri" pitchFamily="34" charset="-120"/>
              </a:rPr>
              <a:t>Producteurs, consommateurs et lignage.</a:t>
            </a:r>
            <a:endParaRPr lang="fr-CA" noProof="0" dirty="0"/>
          </a:p>
        </p:txBody>
      </p:sp>
      <p:sp>
        <p:nvSpPr>
          <p:cNvPr id="25" name="Shape 23"/>
          <p:cNvSpPr/>
          <p:nvPr>
            <p:custDataLst>
              <p:tags r:id="rId24"/>
            </p:custDataLst>
          </p:nvPr>
        </p:nvSpPr>
        <p:spPr>
          <a:xfrm>
            <a:off x="4323986" y="3581500"/>
            <a:ext cx="3520440" cy="1514954"/>
          </a:xfrm>
          <a:prstGeom prst="roundRect">
            <a:avLst>
              <a:gd name="adj" fmla="val 6579"/>
            </a:avLst>
          </a:prstGeom>
          <a:solidFill>
            <a:srgbClr val="FFFFFF"/>
          </a:solidFill>
          <a:ln w="8890">
            <a:solidFill>
              <a:srgbClr val="D9E2EC"/>
            </a:solidFill>
            <a:prstDash val="solid"/>
          </a:ln>
        </p:spPr>
        <p:txBody>
          <a:bodyPr/>
          <a:lstStyle/>
          <a:p>
            <a:endParaRPr lang="fr-CA" noProof="0" dirty="0"/>
          </a:p>
        </p:txBody>
      </p:sp>
      <p:sp>
        <p:nvSpPr>
          <p:cNvPr id="26" name="Shape 24"/>
          <p:cNvSpPr/>
          <p:nvPr>
            <p:custDataLst>
              <p:tags r:id="rId25"/>
            </p:custDataLst>
          </p:nvPr>
        </p:nvSpPr>
        <p:spPr>
          <a:xfrm>
            <a:off x="4543442" y="3782668"/>
            <a:ext cx="612648" cy="0"/>
          </a:xfrm>
          <a:prstGeom prst="line">
            <a:avLst/>
          </a:prstGeom>
          <a:noFill/>
          <a:ln w="25400">
            <a:solidFill>
              <a:srgbClr val="0F766E"/>
            </a:solidFill>
            <a:prstDash val="solid"/>
          </a:ln>
        </p:spPr>
        <p:txBody>
          <a:bodyPr/>
          <a:lstStyle/>
          <a:p>
            <a:endParaRPr lang="fr-CA" noProof="0" dirty="0"/>
          </a:p>
        </p:txBody>
      </p:sp>
      <p:sp>
        <p:nvSpPr>
          <p:cNvPr id="27" name="Text 25"/>
          <p:cNvSpPr/>
          <p:nvPr>
            <p:custDataLst>
              <p:tags r:id="rId26"/>
            </p:custDataLst>
          </p:nvPr>
        </p:nvSpPr>
        <p:spPr>
          <a:xfrm>
            <a:off x="4543442" y="3974692"/>
            <a:ext cx="3072384" cy="356616"/>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Service</a:t>
            </a:r>
            <a:endParaRPr lang="fr-CA" sz="2000" noProof="0" dirty="0"/>
          </a:p>
        </p:txBody>
      </p:sp>
      <p:sp>
        <p:nvSpPr>
          <p:cNvPr id="28" name="Text 26"/>
          <p:cNvSpPr/>
          <p:nvPr>
            <p:custDataLst>
              <p:tags r:id="rId27"/>
            </p:custDataLst>
          </p:nvPr>
        </p:nvSpPr>
        <p:spPr>
          <a:xfrm>
            <a:off x="4543442" y="4459324"/>
            <a:ext cx="3072384" cy="512064"/>
          </a:xfrm>
          <a:prstGeom prst="rect">
            <a:avLst/>
          </a:prstGeom>
          <a:noFill/>
          <a:ln/>
        </p:spPr>
        <p:txBody>
          <a:bodyPr wrap="square" lIns="0" tIns="0" rIns="0" bIns="0" rtlCol="0" anchor="t">
            <a:noAutofit/>
          </a:bodyPr>
          <a:lstStyle/>
          <a:p>
            <a:pPr marL="0" indent="0">
              <a:buNone/>
            </a:pPr>
            <a:r>
              <a:rPr lang="fr-CA" noProof="0" dirty="0">
                <a:solidFill>
                  <a:srgbClr val="486581"/>
                </a:solidFill>
                <a:latin typeface="Calibri" pitchFamily="34" charset="0"/>
                <a:ea typeface="Calibri" pitchFamily="34" charset="-122"/>
                <a:cs typeface="Calibri" pitchFamily="34" charset="-120"/>
              </a:rPr>
              <a:t>Fraîcheur, disponibilité et qualité.</a:t>
            </a:r>
            <a:endParaRPr lang="fr-CA" noProof="0" dirty="0"/>
          </a:p>
        </p:txBody>
      </p:sp>
      <p:sp>
        <p:nvSpPr>
          <p:cNvPr id="29" name="Shape 27"/>
          <p:cNvSpPr/>
          <p:nvPr>
            <p:custDataLst>
              <p:tags r:id="rId28"/>
            </p:custDataLst>
          </p:nvPr>
        </p:nvSpPr>
        <p:spPr>
          <a:xfrm>
            <a:off x="8127890" y="3581500"/>
            <a:ext cx="3520440" cy="1514954"/>
          </a:xfrm>
          <a:prstGeom prst="roundRect">
            <a:avLst>
              <a:gd name="adj" fmla="val 6579"/>
            </a:avLst>
          </a:prstGeom>
          <a:solidFill>
            <a:srgbClr val="FFFFFF"/>
          </a:solidFill>
          <a:ln w="8890">
            <a:solidFill>
              <a:srgbClr val="D9E2EC"/>
            </a:solidFill>
            <a:prstDash val="solid"/>
          </a:ln>
        </p:spPr>
        <p:txBody>
          <a:bodyPr/>
          <a:lstStyle/>
          <a:p>
            <a:endParaRPr lang="fr-CA" noProof="0" dirty="0"/>
          </a:p>
        </p:txBody>
      </p:sp>
      <p:sp>
        <p:nvSpPr>
          <p:cNvPr id="30" name="Shape 28"/>
          <p:cNvSpPr/>
          <p:nvPr>
            <p:custDataLst>
              <p:tags r:id="rId29"/>
            </p:custDataLst>
          </p:nvPr>
        </p:nvSpPr>
        <p:spPr>
          <a:xfrm>
            <a:off x="8347346" y="3782668"/>
            <a:ext cx="612648" cy="0"/>
          </a:xfrm>
          <a:prstGeom prst="line">
            <a:avLst/>
          </a:prstGeom>
          <a:noFill/>
          <a:ln w="25400">
            <a:solidFill>
              <a:srgbClr val="0F766E"/>
            </a:solidFill>
            <a:prstDash val="solid"/>
          </a:ln>
        </p:spPr>
        <p:txBody>
          <a:bodyPr/>
          <a:lstStyle/>
          <a:p>
            <a:endParaRPr lang="fr-CA" noProof="0" dirty="0"/>
          </a:p>
        </p:txBody>
      </p:sp>
      <p:sp>
        <p:nvSpPr>
          <p:cNvPr id="31" name="Text 29"/>
          <p:cNvSpPr/>
          <p:nvPr>
            <p:custDataLst>
              <p:tags r:id="rId30"/>
            </p:custDataLst>
          </p:nvPr>
        </p:nvSpPr>
        <p:spPr>
          <a:xfrm>
            <a:off x="8347346" y="3974692"/>
            <a:ext cx="3072384" cy="356616"/>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Protection</a:t>
            </a:r>
            <a:endParaRPr lang="fr-CA" sz="2000" noProof="0" dirty="0"/>
          </a:p>
        </p:txBody>
      </p:sp>
      <p:sp>
        <p:nvSpPr>
          <p:cNvPr id="32" name="Text 30"/>
          <p:cNvSpPr/>
          <p:nvPr>
            <p:custDataLst>
              <p:tags r:id="rId31"/>
            </p:custDataLst>
          </p:nvPr>
        </p:nvSpPr>
        <p:spPr>
          <a:xfrm>
            <a:off x="8347346" y="4459324"/>
            <a:ext cx="3072384" cy="512064"/>
          </a:xfrm>
          <a:prstGeom prst="rect">
            <a:avLst/>
          </a:prstGeom>
          <a:noFill/>
          <a:ln/>
        </p:spPr>
        <p:txBody>
          <a:bodyPr wrap="square" lIns="0" tIns="0" rIns="0" bIns="0" rtlCol="0" anchor="t">
            <a:normAutofit/>
          </a:bodyPr>
          <a:lstStyle/>
          <a:p>
            <a:pPr marL="0" indent="0">
              <a:buNone/>
            </a:pPr>
            <a:r>
              <a:rPr lang="fr-CA" noProof="0" dirty="0">
                <a:solidFill>
                  <a:srgbClr val="486581"/>
                </a:solidFill>
                <a:latin typeface="Calibri" pitchFamily="34" charset="0"/>
                <a:ea typeface="Calibri" pitchFamily="34" charset="-122"/>
                <a:cs typeface="Calibri" pitchFamily="34" charset="-120"/>
              </a:rPr>
              <a:t>Accès, classification et rétention.</a:t>
            </a:r>
            <a:endParaRPr lang="fr-CA" noProof="0" dirty="0"/>
          </a:p>
        </p:txBody>
      </p:sp>
      <p:sp>
        <p:nvSpPr>
          <p:cNvPr id="33" name="Shape 31"/>
          <p:cNvSpPr/>
          <p:nvPr>
            <p:custDataLst>
              <p:tags r:id="rId32"/>
            </p:custDataLst>
          </p:nvPr>
        </p:nvSpPr>
        <p:spPr>
          <a:xfrm>
            <a:off x="530352" y="5715000"/>
            <a:ext cx="11128248" cy="448056"/>
          </a:xfrm>
          <a:prstGeom prst="roundRect">
            <a:avLst>
              <a:gd name="adj" fmla="val 20408"/>
            </a:avLst>
          </a:prstGeom>
          <a:solidFill>
            <a:srgbClr val="EFF6FF"/>
          </a:solidFill>
          <a:ln w="8890">
            <a:solidFill>
              <a:srgbClr val="EFF6FF"/>
            </a:solidFill>
            <a:prstDash val="solid"/>
          </a:ln>
        </p:spPr>
        <p:txBody>
          <a:bodyPr/>
          <a:lstStyle/>
          <a:p>
            <a:endParaRPr lang="fr-CA" noProof="0" dirty="0"/>
          </a:p>
        </p:txBody>
      </p:sp>
      <p:sp>
        <p:nvSpPr>
          <p:cNvPr id="34" name="Text 32"/>
          <p:cNvSpPr/>
          <p:nvPr>
            <p:custDataLst>
              <p:tags r:id="rId33"/>
            </p:custDataLst>
          </p:nvPr>
        </p:nvSpPr>
        <p:spPr>
          <a:xfrm>
            <a:off x="731520" y="5820156"/>
            <a:ext cx="10716768" cy="274320"/>
          </a:xfrm>
          <a:prstGeom prst="rect">
            <a:avLst/>
          </a:prstGeom>
          <a:noFill/>
          <a:ln/>
        </p:spPr>
        <p:txBody>
          <a:bodyPr wrap="square" lIns="0" tIns="0" rIns="0" bIns="0" rtlCol="0" anchor="t">
            <a:normAutofit/>
          </a:bodyPr>
          <a:lstStyle/>
          <a:p>
            <a:pPr marL="0" indent="0">
              <a:buNone/>
            </a:pPr>
            <a:r>
              <a:rPr lang="fr-CA" sz="1550" b="1" noProof="0" dirty="0">
                <a:solidFill>
                  <a:srgbClr val="102A43"/>
                </a:solidFill>
                <a:latin typeface="Calibri" pitchFamily="34" charset="0"/>
                <a:ea typeface="Calibri" pitchFamily="34" charset="-122"/>
                <a:cs typeface="Calibri" pitchFamily="34" charset="-120"/>
              </a:rPr>
              <a:t>Un topic sans contrat ni responsable crée une dépendance difficile à exploiter.</a:t>
            </a:r>
            <a:endParaRPr lang="fr-CA" sz="1550" noProof="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fr-CA" noProof="0" dirty="0"/>
          </a:p>
        </p:txBody>
      </p:sp>
      <p:sp>
        <p:nvSpPr>
          <p:cNvPr id="3" name="Text 1"/>
          <p:cNvSpPr/>
          <p:nvPr>
            <p:custDataLst>
              <p:tags r:id="rId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fr-CA" sz="1100" b="1" kern="0" spc="50" noProof="0" dirty="0">
                <a:solidFill>
                  <a:srgbClr val="1F6FEB"/>
                </a:solidFill>
                <a:latin typeface="Calibri" pitchFamily="34" charset="0"/>
                <a:ea typeface="Calibri" pitchFamily="34" charset="-122"/>
                <a:cs typeface="Calibri" pitchFamily="34" charset="-120"/>
              </a:rPr>
              <a:t>06 / PROUVER ET CHOISIR</a:t>
            </a:r>
            <a:endParaRPr lang="fr-CA" sz="1100" noProof="0" dirty="0"/>
          </a:p>
        </p:txBody>
      </p:sp>
      <p:sp>
        <p:nvSpPr>
          <p:cNvPr id="4" name="Text 2"/>
          <p:cNvSpPr/>
          <p:nvPr>
            <p:custDataLst>
              <p:tags r:id="rId3"/>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fr-CA" sz="1000" b="1" noProof="0" dirty="0">
                <a:solidFill>
                  <a:srgbClr val="829AB1"/>
                </a:solidFill>
                <a:latin typeface="Calibri" pitchFamily="34" charset="0"/>
                <a:ea typeface="Calibri" pitchFamily="34" charset="-122"/>
                <a:cs typeface="Calibri" pitchFamily="34" charset="-120"/>
              </a:rPr>
              <a:t>DATA MESH / DATA FABRIC</a:t>
            </a:r>
            <a:endParaRPr lang="fr-CA" sz="1000" noProof="0" dirty="0"/>
          </a:p>
        </p:txBody>
      </p:sp>
      <p:sp>
        <p:nvSpPr>
          <p:cNvPr id="5" name="Text 3"/>
          <p:cNvSpPr/>
          <p:nvPr>
            <p:custDataLst>
              <p:tags r:id="rId4"/>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fr-CA" sz="2700" b="1" noProof="0" dirty="0">
                <a:solidFill>
                  <a:srgbClr val="102A43"/>
                </a:solidFill>
                <a:latin typeface="Calibri" pitchFamily="34" charset="0"/>
                <a:ea typeface="Calibri" pitchFamily="34" charset="-122"/>
                <a:cs typeface="Calibri" pitchFamily="34" charset="-120"/>
              </a:rPr>
              <a:t>La propriété et la plateforme sont complémentaires</a:t>
            </a:r>
            <a:endParaRPr lang="fr-CA" sz="2700" noProof="0" dirty="0"/>
          </a:p>
        </p:txBody>
      </p:sp>
      <p:sp>
        <p:nvSpPr>
          <p:cNvPr id="6" name="Text 4"/>
          <p:cNvSpPr/>
          <p:nvPr>
            <p:custDataLst>
              <p:tags r:id="rId5"/>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fr-CA" sz="1650" noProof="0" dirty="0">
                <a:solidFill>
                  <a:srgbClr val="486581"/>
                </a:solidFill>
                <a:latin typeface="Calibri" pitchFamily="34" charset="0"/>
                <a:ea typeface="Calibri" pitchFamily="34" charset="-122"/>
                <a:cs typeface="Calibri" pitchFamily="34" charset="-120"/>
              </a:rPr>
              <a:t>Le guide ne présente pas Data </a:t>
            </a:r>
            <a:r>
              <a:rPr lang="fr-CA" sz="1650" noProof="1">
                <a:solidFill>
                  <a:srgbClr val="486581"/>
                </a:solidFill>
                <a:latin typeface="Calibri" pitchFamily="34" charset="0"/>
                <a:ea typeface="Calibri" pitchFamily="34" charset="-122"/>
                <a:cs typeface="Calibri" pitchFamily="34" charset="-120"/>
              </a:rPr>
              <a:t>Mesh</a:t>
            </a:r>
            <a:r>
              <a:rPr lang="fr-CA" sz="1650" noProof="0" dirty="0">
                <a:solidFill>
                  <a:srgbClr val="486581"/>
                </a:solidFill>
                <a:latin typeface="Calibri" pitchFamily="34" charset="0"/>
                <a:ea typeface="Calibri" pitchFamily="34" charset="-122"/>
                <a:cs typeface="Calibri" pitchFamily="34" charset="-120"/>
              </a:rPr>
              <a:t> et Data </a:t>
            </a:r>
            <a:r>
              <a:rPr lang="fr-CA" sz="1650" noProof="1">
                <a:solidFill>
                  <a:srgbClr val="486581"/>
                </a:solidFill>
                <a:latin typeface="Calibri" pitchFamily="34" charset="0"/>
                <a:ea typeface="Calibri" pitchFamily="34" charset="-122"/>
                <a:cs typeface="Calibri" pitchFamily="34" charset="-120"/>
              </a:rPr>
              <a:t>Fabric</a:t>
            </a:r>
            <a:r>
              <a:rPr lang="fr-CA" sz="1650" noProof="0" dirty="0">
                <a:solidFill>
                  <a:srgbClr val="486581"/>
                </a:solidFill>
                <a:latin typeface="Calibri" pitchFamily="34" charset="0"/>
                <a:ea typeface="Calibri" pitchFamily="34" charset="-122"/>
                <a:cs typeface="Calibri" pitchFamily="34" charset="-120"/>
              </a:rPr>
              <a:t> comme deux produits concurrents.</a:t>
            </a:r>
            <a:endParaRPr lang="fr-CA" sz="1650" noProof="0" dirty="0"/>
          </a:p>
        </p:txBody>
      </p:sp>
      <p:sp>
        <p:nvSpPr>
          <p:cNvPr id="7" name="Text 5"/>
          <p:cNvSpPr/>
          <p:nvPr>
            <p:custDataLst>
              <p:tags r:id="rId6"/>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fr-CA" sz="900" noProof="0" dirty="0">
                <a:solidFill>
                  <a:srgbClr val="486581"/>
                </a:solidFill>
                <a:latin typeface="Calibri" pitchFamily="34" charset="0"/>
                <a:ea typeface="Calibri" pitchFamily="34" charset="-122"/>
                <a:cs typeface="Calibri" pitchFamily="34" charset="-120"/>
              </a:rPr>
              <a:t>Guide d'ingénierie Kafka · Projet EDA</a:t>
            </a:r>
            <a:endParaRPr lang="fr-CA" sz="900" noProof="0" dirty="0"/>
          </a:p>
        </p:txBody>
      </p:sp>
      <p:sp>
        <p:nvSpPr>
          <p:cNvPr id="8" name="Text 6"/>
          <p:cNvSpPr/>
          <p:nvPr>
            <p:custDataLst>
              <p:tags r:id="rId7"/>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fr-CA" sz="900" noProof="0" dirty="0">
                <a:solidFill>
                  <a:srgbClr val="486581"/>
                </a:solidFill>
                <a:latin typeface="Calibri" pitchFamily="34" charset="0"/>
                <a:ea typeface="Calibri" pitchFamily="34" charset="-122"/>
                <a:cs typeface="Calibri" pitchFamily="34" charset="-120"/>
              </a:rPr>
              <a:t>32</a:t>
            </a:r>
            <a:endParaRPr lang="fr-CA" sz="900" noProof="0" dirty="0"/>
          </a:p>
        </p:txBody>
      </p:sp>
      <p:sp>
        <p:nvSpPr>
          <p:cNvPr id="9" name="Shape 7"/>
          <p:cNvSpPr/>
          <p:nvPr>
            <p:custDataLst>
              <p:tags r:id="rId8"/>
            </p:custDataLst>
          </p:nvPr>
        </p:nvSpPr>
        <p:spPr>
          <a:xfrm>
            <a:off x="520082" y="1999476"/>
            <a:ext cx="5367528" cy="2668217"/>
          </a:xfrm>
          <a:prstGeom prst="roundRect">
            <a:avLst>
              <a:gd name="adj" fmla="val 2833"/>
            </a:avLst>
          </a:prstGeom>
          <a:solidFill>
            <a:srgbClr val="EFF6FF"/>
          </a:solidFill>
          <a:ln w="8890">
            <a:solidFill>
              <a:srgbClr val="D9E2EC"/>
            </a:solidFill>
            <a:prstDash val="solid"/>
          </a:ln>
        </p:spPr>
        <p:txBody>
          <a:bodyPr/>
          <a:lstStyle/>
          <a:p>
            <a:endParaRPr lang="fr-CA" noProof="0" dirty="0"/>
          </a:p>
        </p:txBody>
      </p:sp>
      <p:sp>
        <p:nvSpPr>
          <p:cNvPr id="10" name="Shape 8"/>
          <p:cNvSpPr/>
          <p:nvPr>
            <p:custDataLst>
              <p:tags r:id="rId9"/>
            </p:custDataLst>
          </p:nvPr>
        </p:nvSpPr>
        <p:spPr>
          <a:xfrm>
            <a:off x="748682" y="2255508"/>
            <a:ext cx="731520" cy="0"/>
          </a:xfrm>
          <a:prstGeom prst="line">
            <a:avLst/>
          </a:prstGeom>
          <a:noFill/>
          <a:ln w="29210">
            <a:solidFill>
              <a:srgbClr val="1F6FEB"/>
            </a:solidFill>
            <a:prstDash val="solid"/>
          </a:ln>
        </p:spPr>
        <p:txBody>
          <a:bodyPr/>
          <a:lstStyle/>
          <a:p>
            <a:endParaRPr lang="fr-CA" noProof="0" dirty="0"/>
          </a:p>
        </p:txBody>
      </p:sp>
      <p:sp>
        <p:nvSpPr>
          <p:cNvPr id="11" name="Text 9"/>
          <p:cNvSpPr/>
          <p:nvPr>
            <p:custDataLst>
              <p:tags r:id="rId10"/>
            </p:custDataLst>
          </p:nvPr>
        </p:nvSpPr>
        <p:spPr>
          <a:xfrm>
            <a:off x="748682" y="2484108"/>
            <a:ext cx="4910328" cy="548640"/>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Data </a:t>
            </a:r>
            <a:r>
              <a:rPr lang="fr-CA" sz="2000" b="1" noProof="1">
                <a:solidFill>
                  <a:srgbClr val="102A43"/>
                </a:solidFill>
                <a:latin typeface="Calibri" pitchFamily="34" charset="0"/>
                <a:ea typeface="Calibri" pitchFamily="34" charset="-122"/>
                <a:cs typeface="Calibri" pitchFamily="34" charset="-120"/>
              </a:rPr>
              <a:t>Mesh</a:t>
            </a:r>
            <a:r>
              <a:rPr lang="fr-CA" sz="2000" b="1" noProof="0" dirty="0">
                <a:solidFill>
                  <a:srgbClr val="102A43"/>
                </a:solidFill>
                <a:latin typeface="Calibri" pitchFamily="34" charset="0"/>
                <a:ea typeface="Calibri" pitchFamily="34" charset="-122"/>
                <a:cs typeface="Calibri" pitchFamily="34" charset="-120"/>
              </a:rPr>
              <a:t> : qui et pourquoi ?</a:t>
            </a:r>
            <a:endParaRPr lang="fr-CA" sz="2000" noProof="0" dirty="0"/>
          </a:p>
        </p:txBody>
      </p:sp>
      <p:sp>
        <p:nvSpPr>
          <p:cNvPr id="12" name="Text 10"/>
          <p:cNvSpPr/>
          <p:nvPr>
            <p:custDataLst>
              <p:tags r:id="rId11"/>
            </p:custDataLst>
          </p:nvPr>
        </p:nvSpPr>
        <p:spPr>
          <a:xfrm>
            <a:off x="748682" y="3115044"/>
            <a:ext cx="4910328" cy="1357883"/>
          </a:xfrm>
          <a:prstGeom prst="rect">
            <a:avLst/>
          </a:prstGeom>
          <a:noFill/>
          <a:ln/>
        </p:spPr>
        <p:txBody>
          <a:bodyPr wrap="square" lIns="0" tIns="0" rIns="0" bIns="0" rtlCol="0" anchor="t">
            <a:normAutofit/>
          </a:bodyPr>
          <a:lstStyle/>
          <a:p>
            <a:pPr marL="0" indent="0">
              <a:buNone/>
            </a:pPr>
            <a:r>
              <a:rPr lang="fr-CA" noProof="0" dirty="0">
                <a:solidFill>
                  <a:srgbClr val="486581"/>
                </a:solidFill>
                <a:latin typeface="Calibri" pitchFamily="34" charset="0"/>
                <a:ea typeface="Calibri" pitchFamily="34" charset="-122"/>
                <a:cs typeface="Calibri" pitchFamily="34" charset="-120"/>
              </a:rPr>
              <a:t>Propriété par domaine.</a:t>
            </a:r>
            <a:endParaRPr lang="fr-CA" noProof="0" dirty="0"/>
          </a:p>
          <a:p>
            <a:pPr marL="0" indent="0">
              <a:buNone/>
            </a:pPr>
            <a:r>
              <a:rPr lang="fr-CA" noProof="0" dirty="0">
                <a:solidFill>
                  <a:srgbClr val="486581"/>
                </a:solidFill>
                <a:latin typeface="Calibri" pitchFamily="34" charset="0"/>
                <a:ea typeface="Calibri" pitchFamily="34" charset="-122"/>
                <a:cs typeface="Calibri" pitchFamily="34" charset="-120"/>
              </a:rPr>
              <a:t>Données comme produit.</a:t>
            </a:r>
            <a:endParaRPr lang="fr-CA" noProof="0" dirty="0"/>
          </a:p>
          <a:p>
            <a:pPr marL="0" indent="0">
              <a:buNone/>
            </a:pPr>
            <a:r>
              <a:rPr lang="fr-CA" noProof="0" dirty="0">
                <a:solidFill>
                  <a:srgbClr val="486581"/>
                </a:solidFill>
                <a:latin typeface="Calibri" pitchFamily="34" charset="0"/>
                <a:ea typeface="Calibri" pitchFamily="34" charset="-122"/>
                <a:cs typeface="Calibri" pitchFamily="34" charset="-120"/>
              </a:rPr>
              <a:t>Plateforme libre-service.</a:t>
            </a:r>
            <a:endParaRPr lang="fr-CA" noProof="0" dirty="0"/>
          </a:p>
          <a:p>
            <a:pPr marL="0" indent="0">
              <a:buNone/>
            </a:pPr>
            <a:r>
              <a:rPr lang="fr-CA" noProof="0" dirty="0">
                <a:solidFill>
                  <a:srgbClr val="486581"/>
                </a:solidFill>
                <a:latin typeface="Calibri" pitchFamily="34" charset="0"/>
                <a:ea typeface="Calibri" pitchFamily="34" charset="-122"/>
                <a:cs typeface="Calibri" pitchFamily="34" charset="-120"/>
              </a:rPr>
              <a:t>Gouvernance fédérée.</a:t>
            </a:r>
            <a:endParaRPr lang="fr-CA" noProof="0" dirty="0"/>
          </a:p>
        </p:txBody>
      </p:sp>
      <p:sp>
        <p:nvSpPr>
          <p:cNvPr id="13" name="Shape 11"/>
          <p:cNvSpPr/>
          <p:nvPr>
            <p:custDataLst>
              <p:tags r:id="rId12"/>
            </p:custDataLst>
          </p:nvPr>
        </p:nvSpPr>
        <p:spPr>
          <a:xfrm>
            <a:off x="6271658" y="1999476"/>
            <a:ext cx="5376672" cy="2668217"/>
          </a:xfrm>
          <a:prstGeom prst="roundRect">
            <a:avLst>
              <a:gd name="adj" fmla="val 2833"/>
            </a:avLst>
          </a:prstGeom>
          <a:solidFill>
            <a:srgbClr val="EFFAF8"/>
          </a:solidFill>
          <a:ln w="8890">
            <a:solidFill>
              <a:srgbClr val="D9E2EC"/>
            </a:solidFill>
            <a:prstDash val="solid"/>
          </a:ln>
        </p:spPr>
        <p:txBody>
          <a:bodyPr/>
          <a:lstStyle/>
          <a:p>
            <a:endParaRPr lang="fr-CA" noProof="0" dirty="0"/>
          </a:p>
        </p:txBody>
      </p:sp>
      <p:sp>
        <p:nvSpPr>
          <p:cNvPr id="14" name="Shape 12"/>
          <p:cNvSpPr/>
          <p:nvPr>
            <p:custDataLst>
              <p:tags r:id="rId13"/>
            </p:custDataLst>
          </p:nvPr>
        </p:nvSpPr>
        <p:spPr>
          <a:xfrm>
            <a:off x="6500258" y="2255508"/>
            <a:ext cx="731520" cy="0"/>
          </a:xfrm>
          <a:prstGeom prst="line">
            <a:avLst/>
          </a:prstGeom>
          <a:noFill/>
          <a:ln w="29210">
            <a:solidFill>
              <a:srgbClr val="0F766E"/>
            </a:solidFill>
            <a:prstDash val="solid"/>
          </a:ln>
        </p:spPr>
        <p:txBody>
          <a:bodyPr/>
          <a:lstStyle/>
          <a:p>
            <a:endParaRPr lang="fr-CA" noProof="0" dirty="0"/>
          </a:p>
        </p:txBody>
      </p:sp>
      <p:sp>
        <p:nvSpPr>
          <p:cNvPr id="15" name="Text 13"/>
          <p:cNvSpPr/>
          <p:nvPr>
            <p:custDataLst>
              <p:tags r:id="rId14"/>
            </p:custDataLst>
          </p:nvPr>
        </p:nvSpPr>
        <p:spPr>
          <a:xfrm>
            <a:off x="6500258" y="2484108"/>
            <a:ext cx="4919472" cy="548640"/>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Data </a:t>
            </a:r>
            <a:r>
              <a:rPr lang="fr-CA" sz="2000" b="1" noProof="1">
                <a:solidFill>
                  <a:srgbClr val="102A43"/>
                </a:solidFill>
                <a:latin typeface="Calibri" pitchFamily="34" charset="0"/>
                <a:ea typeface="Calibri" pitchFamily="34" charset="-122"/>
                <a:cs typeface="Calibri" pitchFamily="34" charset="-120"/>
              </a:rPr>
              <a:t>Fabric</a:t>
            </a:r>
            <a:r>
              <a:rPr lang="fr-CA" sz="2000" b="1" noProof="0" dirty="0">
                <a:solidFill>
                  <a:srgbClr val="102A43"/>
                </a:solidFill>
                <a:latin typeface="Calibri" pitchFamily="34" charset="0"/>
                <a:ea typeface="Calibri" pitchFamily="34" charset="-122"/>
                <a:cs typeface="Calibri" pitchFamily="34" charset="-120"/>
              </a:rPr>
              <a:t> : comment relier ?</a:t>
            </a:r>
            <a:endParaRPr lang="fr-CA" sz="2000" noProof="0" dirty="0"/>
          </a:p>
        </p:txBody>
      </p:sp>
      <p:sp>
        <p:nvSpPr>
          <p:cNvPr id="16" name="Text 14"/>
          <p:cNvSpPr/>
          <p:nvPr>
            <p:custDataLst>
              <p:tags r:id="rId15"/>
            </p:custDataLst>
          </p:nvPr>
        </p:nvSpPr>
        <p:spPr>
          <a:xfrm>
            <a:off x="6500258" y="3115044"/>
            <a:ext cx="4919472" cy="1357883"/>
          </a:xfrm>
          <a:prstGeom prst="rect">
            <a:avLst/>
          </a:prstGeom>
          <a:noFill/>
          <a:ln/>
        </p:spPr>
        <p:txBody>
          <a:bodyPr wrap="square" lIns="0" tIns="0" rIns="0" bIns="0" rtlCol="0" anchor="t">
            <a:normAutofit/>
          </a:bodyPr>
          <a:lstStyle/>
          <a:p>
            <a:pPr marL="0" indent="0">
              <a:buNone/>
            </a:pPr>
            <a:r>
              <a:rPr lang="fr-CA" noProof="0" dirty="0">
                <a:solidFill>
                  <a:srgbClr val="486581"/>
                </a:solidFill>
                <a:latin typeface="Calibri" pitchFamily="34" charset="0"/>
                <a:ea typeface="Calibri" pitchFamily="34" charset="-122"/>
                <a:cs typeface="Calibri" pitchFamily="34" charset="-120"/>
              </a:rPr>
              <a:t>Intégration et connecteurs.</a:t>
            </a:r>
            <a:endParaRPr lang="fr-CA" noProof="0" dirty="0"/>
          </a:p>
          <a:p>
            <a:pPr marL="0" indent="0">
              <a:buNone/>
            </a:pPr>
            <a:r>
              <a:rPr lang="fr-CA" noProof="0" dirty="0">
                <a:solidFill>
                  <a:srgbClr val="486581"/>
                </a:solidFill>
                <a:latin typeface="Calibri" pitchFamily="34" charset="0"/>
                <a:ea typeface="Calibri" pitchFamily="34" charset="-122"/>
                <a:cs typeface="Calibri" pitchFamily="34" charset="-120"/>
              </a:rPr>
              <a:t>Catalogue et lignage.</a:t>
            </a:r>
            <a:endParaRPr lang="fr-CA" noProof="0" dirty="0"/>
          </a:p>
          <a:p>
            <a:pPr marL="0" indent="0">
              <a:buNone/>
            </a:pPr>
            <a:r>
              <a:rPr lang="fr-CA" noProof="0" dirty="0">
                <a:solidFill>
                  <a:srgbClr val="486581"/>
                </a:solidFill>
                <a:latin typeface="Calibri" pitchFamily="34" charset="0"/>
                <a:ea typeface="Calibri" pitchFamily="34" charset="-122"/>
                <a:cs typeface="Calibri" pitchFamily="34" charset="-120"/>
              </a:rPr>
              <a:t>Politiques et qualité.</a:t>
            </a:r>
            <a:endParaRPr lang="fr-CA" noProof="0" dirty="0"/>
          </a:p>
          <a:p>
            <a:pPr marL="0" indent="0">
              <a:buNone/>
            </a:pPr>
            <a:r>
              <a:rPr lang="fr-CA" noProof="0" dirty="0">
                <a:solidFill>
                  <a:srgbClr val="486581"/>
                </a:solidFill>
                <a:latin typeface="Calibri" pitchFamily="34" charset="0"/>
                <a:ea typeface="Calibri" pitchFamily="34" charset="-122"/>
                <a:cs typeface="Calibri" pitchFamily="34" charset="-120"/>
              </a:rPr>
              <a:t>Accès et observabilité partagés.</a:t>
            </a:r>
            <a:endParaRPr lang="fr-CA" noProof="0" dirty="0"/>
          </a:p>
        </p:txBody>
      </p:sp>
      <p:sp>
        <p:nvSpPr>
          <p:cNvPr id="17" name="Shape 15"/>
          <p:cNvSpPr/>
          <p:nvPr>
            <p:custDataLst>
              <p:tags r:id="rId16"/>
            </p:custDataLst>
          </p:nvPr>
        </p:nvSpPr>
        <p:spPr>
          <a:xfrm>
            <a:off x="530352" y="5715000"/>
            <a:ext cx="11128248" cy="448056"/>
          </a:xfrm>
          <a:prstGeom prst="roundRect">
            <a:avLst>
              <a:gd name="adj" fmla="val 20408"/>
            </a:avLst>
          </a:prstGeom>
          <a:solidFill>
            <a:srgbClr val="EFF6FF"/>
          </a:solidFill>
          <a:ln w="8890">
            <a:solidFill>
              <a:srgbClr val="EFF6FF"/>
            </a:solidFill>
            <a:prstDash val="solid"/>
          </a:ln>
        </p:spPr>
        <p:txBody>
          <a:bodyPr/>
          <a:lstStyle/>
          <a:p>
            <a:endParaRPr lang="fr-CA" noProof="0" dirty="0"/>
          </a:p>
        </p:txBody>
      </p:sp>
      <p:sp>
        <p:nvSpPr>
          <p:cNvPr id="18" name="Text 16"/>
          <p:cNvSpPr/>
          <p:nvPr>
            <p:custDataLst>
              <p:tags r:id="rId17"/>
            </p:custDataLst>
          </p:nvPr>
        </p:nvSpPr>
        <p:spPr>
          <a:xfrm>
            <a:off x="731520" y="5820156"/>
            <a:ext cx="10716768" cy="274320"/>
          </a:xfrm>
          <a:prstGeom prst="rect">
            <a:avLst/>
          </a:prstGeom>
          <a:noFill/>
          <a:ln/>
        </p:spPr>
        <p:txBody>
          <a:bodyPr wrap="square" lIns="0" tIns="0" rIns="0" bIns="0" rtlCol="0" anchor="t">
            <a:normAutofit/>
          </a:bodyPr>
          <a:lstStyle/>
          <a:p>
            <a:pPr marL="0" indent="0">
              <a:buNone/>
            </a:pPr>
            <a:r>
              <a:rPr lang="fr-CA" sz="1550" b="1" noProof="0" dirty="0">
                <a:solidFill>
                  <a:srgbClr val="102A43"/>
                </a:solidFill>
                <a:latin typeface="Calibri" pitchFamily="34" charset="0"/>
                <a:ea typeface="Calibri" pitchFamily="34" charset="-122"/>
                <a:cs typeface="Calibri" pitchFamily="34" charset="-120"/>
              </a:rPr>
              <a:t>Kafka peut soutenir ces approches; il ne remplace ni la propriété ni la gouvernance.</a:t>
            </a:r>
            <a:endParaRPr lang="fr-CA" sz="1550" noProof="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fr-CA" noProof="0" dirty="0"/>
          </a:p>
        </p:txBody>
      </p:sp>
      <p:sp>
        <p:nvSpPr>
          <p:cNvPr id="3" name="Text 1"/>
          <p:cNvSpPr/>
          <p:nvPr>
            <p:custDataLst>
              <p:tags r:id="rId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fr-CA" sz="1100" b="1" kern="0" spc="50" noProof="0" dirty="0">
                <a:solidFill>
                  <a:srgbClr val="1F6FEB"/>
                </a:solidFill>
                <a:latin typeface="Calibri" pitchFamily="34" charset="0"/>
                <a:ea typeface="Calibri" pitchFamily="34" charset="-122"/>
                <a:cs typeface="Calibri" pitchFamily="34" charset="-120"/>
              </a:rPr>
              <a:t>06 / PROUVER ET CHOISIR</a:t>
            </a:r>
            <a:endParaRPr lang="fr-CA" sz="1100" noProof="0" dirty="0"/>
          </a:p>
        </p:txBody>
      </p:sp>
      <p:sp>
        <p:nvSpPr>
          <p:cNvPr id="4" name="Text 2"/>
          <p:cNvSpPr/>
          <p:nvPr>
            <p:custDataLst>
              <p:tags r:id="rId3"/>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fr-CA" sz="1000" b="1" noProof="0" dirty="0">
                <a:solidFill>
                  <a:srgbClr val="829AB1"/>
                </a:solidFill>
                <a:latin typeface="Calibri" pitchFamily="34" charset="0"/>
                <a:ea typeface="Calibri" pitchFamily="34" charset="-122"/>
                <a:cs typeface="Calibri" pitchFamily="34" charset="-120"/>
              </a:rPr>
              <a:t>CORROBORATION DES DONNÉES</a:t>
            </a:r>
            <a:endParaRPr lang="fr-CA" sz="1000" noProof="0" dirty="0"/>
          </a:p>
        </p:txBody>
      </p:sp>
      <p:sp>
        <p:nvSpPr>
          <p:cNvPr id="5" name="Text 3"/>
          <p:cNvSpPr/>
          <p:nvPr>
            <p:custDataLst>
              <p:tags r:id="rId4"/>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fr-CA" sz="2700" b="1" noProof="0" dirty="0">
                <a:solidFill>
                  <a:srgbClr val="102A43"/>
                </a:solidFill>
                <a:latin typeface="Calibri" pitchFamily="34" charset="0"/>
                <a:ea typeface="Calibri" pitchFamily="34" charset="-122"/>
                <a:cs typeface="Calibri" pitchFamily="34" charset="-120"/>
              </a:rPr>
              <a:t>Un message consommé ne prouve pas que l'état est juste</a:t>
            </a:r>
            <a:endParaRPr lang="fr-CA" sz="2700" noProof="0" dirty="0"/>
          </a:p>
        </p:txBody>
      </p:sp>
      <p:sp>
        <p:nvSpPr>
          <p:cNvPr id="6" name="Text 4"/>
          <p:cNvSpPr/>
          <p:nvPr>
            <p:custDataLst>
              <p:tags r:id="rId5"/>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fr-CA" sz="1650" noProof="0" dirty="0">
                <a:solidFill>
                  <a:srgbClr val="486581"/>
                </a:solidFill>
                <a:latin typeface="Calibri" pitchFamily="34" charset="0"/>
                <a:ea typeface="Calibri" pitchFamily="34" charset="-122"/>
                <a:cs typeface="Calibri" pitchFamily="34" charset="-120"/>
              </a:rPr>
              <a:t>La corroboration compare des représentations des mêmes faits et recherche les divergences.</a:t>
            </a:r>
            <a:endParaRPr lang="fr-CA" sz="1650" noProof="0" dirty="0"/>
          </a:p>
        </p:txBody>
      </p:sp>
      <p:sp>
        <p:nvSpPr>
          <p:cNvPr id="7" name="Text 5"/>
          <p:cNvSpPr/>
          <p:nvPr>
            <p:custDataLst>
              <p:tags r:id="rId6"/>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fr-CA" sz="900" noProof="0" dirty="0">
                <a:solidFill>
                  <a:srgbClr val="486581"/>
                </a:solidFill>
                <a:latin typeface="Calibri" pitchFamily="34" charset="0"/>
                <a:ea typeface="Calibri" pitchFamily="34" charset="-122"/>
                <a:cs typeface="Calibri" pitchFamily="34" charset="-120"/>
              </a:rPr>
              <a:t>Guide d'ingénierie Kafka · Projet EDA</a:t>
            </a:r>
            <a:endParaRPr lang="fr-CA" sz="900" noProof="0" dirty="0"/>
          </a:p>
        </p:txBody>
      </p:sp>
      <p:sp>
        <p:nvSpPr>
          <p:cNvPr id="8" name="Text 6"/>
          <p:cNvSpPr/>
          <p:nvPr>
            <p:custDataLst>
              <p:tags r:id="rId7"/>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fr-CA" sz="900" noProof="0" dirty="0">
                <a:solidFill>
                  <a:srgbClr val="486581"/>
                </a:solidFill>
                <a:latin typeface="Calibri" pitchFamily="34" charset="0"/>
                <a:ea typeface="Calibri" pitchFamily="34" charset="-122"/>
                <a:cs typeface="Calibri" pitchFamily="34" charset="-120"/>
              </a:rPr>
              <a:t>33</a:t>
            </a:r>
            <a:endParaRPr lang="fr-CA" sz="900" noProof="0" dirty="0"/>
          </a:p>
        </p:txBody>
      </p:sp>
      <p:sp>
        <p:nvSpPr>
          <p:cNvPr id="9" name="Shape 7"/>
          <p:cNvSpPr/>
          <p:nvPr>
            <p:custDataLst>
              <p:tags r:id="rId8"/>
            </p:custDataLst>
          </p:nvPr>
        </p:nvSpPr>
        <p:spPr>
          <a:xfrm>
            <a:off x="520082" y="1999476"/>
            <a:ext cx="3511296" cy="1746504"/>
          </a:xfrm>
          <a:prstGeom prst="roundRect">
            <a:avLst>
              <a:gd name="adj" fmla="val 5236"/>
            </a:avLst>
          </a:prstGeom>
          <a:solidFill>
            <a:srgbClr val="EFF6FF"/>
          </a:solidFill>
          <a:ln w="8890">
            <a:solidFill>
              <a:srgbClr val="1F6FEB"/>
            </a:solidFill>
            <a:prstDash val="solid"/>
          </a:ln>
        </p:spPr>
        <p:txBody>
          <a:bodyPr/>
          <a:lstStyle/>
          <a:p>
            <a:endParaRPr lang="fr-CA" noProof="0" dirty="0"/>
          </a:p>
        </p:txBody>
      </p:sp>
      <p:sp>
        <p:nvSpPr>
          <p:cNvPr id="10" name="Text 8"/>
          <p:cNvSpPr/>
          <p:nvPr>
            <p:custDataLst>
              <p:tags r:id="rId9"/>
            </p:custDataLst>
          </p:nvPr>
        </p:nvSpPr>
        <p:spPr>
          <a:xfrm>
            <a:off x="666386" y="2200644"/>
            <a:ext cx="3218688" cy="475488"/>
          </a:xfrm>
          <a:prstGeom prst="rect">
            <a:avLst/>
          </a:prstGeom>
          <a:noFill/>
          <a:ln/>
        </p:spPr>
        <p:txBody>
          <a:bodyPr wrap="square" lIns="0" tIns="0" rIns="0" bIns="0" rtlCol="0" anchor="t">
            <a:normAutofit/>
          </a:bodyPr>
          <a:lstStyle/>
          <a:p>
            <a:pPr marL="0" indent="0" algn="ctr">
              <a:buNone/>
            </a:pPr>
            <a:r>
              <a:rPr lang="fr-CA" sz="2000" b="1" noProof="0" dirty="0">
                <a:solidFill>
                  <a:srgbClr val="1F6FEB"/>
                </a:solidFill>
                <a:latin typeface="Calibri" pitchFamily="34" charset="0"/>
                <a:ea typeface="Calibri" pitchFamily="34" charset="-122"/>
                <a:cs typeface="Calibri" pitchFamily="34" charset="-120"/>
              </a:rPr>
              <a:t>Demandes</a:t>
            </a:r>
            <a:r>
              <a:rPr lang="fr-CA" sz="1850" b="1" noProof="0" dirty="0">
                <a:solidFill>
                  <a:srgbClr val="1F6FEB"/>
                </a:solidFill>
                <a:latin typeface="Calibri" pitchFamily="34" charset="0"/>
                <a:ea typeface="Calibri" pitchFamily="34" charset="-122"/>
                <a:cs typeface="Calibri" pitchFamily="34" charset="-120"/>
              </a:rPr>
              <a:t> traitées</a:t>
            </a:r>
            <a:endParaRPr lang="fr-CA" sz="1850" noProof="0" dirty="0"/>
          </a:p>
        </p:txBody>
      </p:sp>
      <p:sp>
        <p:nvSpPr>
          <p:cNvPr id="11" name="Text 9"/>
          <p:cNvSpPr/>
          <p:nvPr>
            <p:custDataLst>
              <p:tags r:id="rId10"/>
            </p:custDataLst>
          </p:nvPr>
        </p:nvSpPr>
        <p:spPr>
          <a:xfrm>
            <a:off x="684674" y="2767572"/>
            <a:ext cx="3182112" cy="841248"/>
          </a:xfrm>
          <a:prstGeom prst="rect">
            <a:avLst/>
          </a:prstGeom>
          <a:noFill/>
          <a:ln/>
        </p:spPr>
        <p:txBody>
          <a:bodyPr wrap="square" lIns="0" tIns="0" rIns="0" bIns="0" rtlCol="0" anchor="t">
            <a:normAutofit/>
          </a:bodyPr>
          <a:lstStyle/>
          <a:p>
            <a:pPr marL="0" indent="0" algn="ctr">
              <a:buNone/>
            </a:pPr>
            <a:r>
              <a:rPr lang="fr-CA" sz="2000" noProof="0" dirty="0">
                <a:solidFill>
                  <a:srgbClr val="486581"/>
                </a:solidFill>
                <a:latin typeface="Calibri" pitchFamily="34" charset="0"/>
                <a:ea typeface="Calibri" pitchFamily="34" charset="-122"/>
                <a:cs typeface="Calibri" pitchFamily="34" charset="-120"/>
              </a:rPr>
              <a:t>Quantités, opérations</a:t>
            </a:r>
            <a:endParaRPr lang="fr-CA" sz="2000" noProof="0" dirty="0"/>
          </a:p>
          <a:p>
            <a:pPr marL="0" indent="0" algn="ctr">
              <a:buNone/>
            </a:pPr>
            <a:r>
              <a:rPr lang="fr-CA" sz="2000" noProof="0" dirty="0">
                <a:solidFill>
                  <a:srgbClr val="486581"/>
                </a:solidFill>
                <a:latin typeface="Calibri" pitchFamily="34" charset="0"/>
                <a:ea typeface="Calibri" pitchFamily="34" charset="-122"/>
                <a:cs typeface="Calibri" pitchFamily="34" charset="-120"/>
              </a:rPr>
              <a:t>et résultats</a:t>
            </a:r>
            <a:endParaRPr lang="fr-CA" sz="2000" noProof="0" dirty="0"/>
          </a:p>
        </p:txBody>
      </p:sp>
      <p:sp>
        <p:nvSpPr>
          <p:cNvPr id="12" name="Shape 10"/>
          <p:cNvSpPr/>
          <p:nvPr>
            <p:custDataLst>
              <p:tags r:id="rId11"/>
            </p:custDataLst>
          </p:nvPr>
        </p:nvSpPr>
        <p:spPr>
          <a:xfrm>
            <a:off x="4323986" y="1999476"/>
            <a:ext cx="3520440" cy="1746504"/>
          </a:xfrm>
          <a:prstGeom prst="roundRect">
            <a:avLst>
              <a:gd name="adj" fmla="val 5236"/>
            </a:avLst>
          </a:prstGeom>
          <a:solidFill>
            <a:srgbClr val="EFFAF8"/>
          </a:solidFill>
          <a:ln w="8890">
            <a:solidFill>
              <a:srgbClr val="0F766E"/>
            </a:solidFill>
            <a:prstDash val="solid"/>
          </a:ln>
        </p:spPr>
        <p:txBody>
          <a:bodyPr/>
          <a:lstStyle/>
          <a:p>
            <a:endParaRPr lang="fr-CA" noProof="0" dirty="0"/>
          </a:p>
        </p:txBody>
      </p:sp>
      <p:sp>
        <p:nvSpPr>
          <p:cNvPr id="13" name="Text 11"/>
          <p:cNvSpPr/>
          <p:nvPr>
            <p:custDataLst>
              <p:tags r:id="rId12"/>
            </p:custDataLst>
          </p:nvPr>
        </p:nvSpPr>
        <p:spPr>
          <a:xfrm>
            <a:off x="4470290" y="2200644"/>
            <a:ext cx="3227832" cy="475488"/>
          </a:xfrm>
          <a:prstGeom prst="rect">
            <a:avLst/>
          </a:prstGeom>
          <a:noFill/>
          <a:ln/>
        </p:spPr>
        <p:txBody>
          <a:bodyPr wrap="square" lIns="0" tIns="0" rIns="0" bIns="0" rtlCol="0" anchor="t">
            <a:normAutofit/>
          </a:bodyPr>
          <a:lstStyle/>
          <a:p>
            <a:pPr marL="0" indent="0" algn="ctr">
              <a:buNone/>
            </a:pPr>
            <a:r>
              <a:rPr lang="fr-CA" sz="2000" b="1" noProof="0" dirty="0">
                <a:solidFill>
                  <a:srgbClr val="0F766E"/>
                </a:solidFill>
                <a:latin typeface="Calibri" pitchFamily="34" charset="0"/>
                <a:ea typeface="Calibri" pitchFamily="34" charset="-122"/>
                <a:cs typeface="Calibri" pitchFamily="34" charset="-120"/>
              </a:rPr>
              <a:t>État</a:t>
            </a:r>
            <a:r>
              <a:rPr lang="fr-CA" sz="1850" b="1" noProof="0" dirty="0">
                <a:solidFill>
                  <a:srgbClr val="0F766E"/>
                </a:solidFill>
                <a:latin typeface="Calibri" pitchFamily="34" charset="0"/>
                <a:ea typeface="Calibri" pitchFamily="34" charset="-122"/>
                <a:cs typeface="Calibri" pitchFamily="34" charset="-120"/>
              </a:rPr>
              <a:t> attendu</a:t>
            </a:r>
            <a:endParaRPr lang="fr-CA" sz="1850" noProof="0" dirty="0"/>
          </a:p>
        </p:txBody>
      </p:sp>
      <p:sp>
        <p:nvSpPr>
          <p:cNvPr id="14" name="Text 12"/>
          <p:cNvSpPr/>
          <p:nvPr>
            <p:custDataLst>
              <p:tags r:id="rId13"/>
            </p:custDataLst>
          </p:nvPr>
        </p:nvSpPr>
        <p:spPr>
          <a:xfrm>
            <a:off x="4488578" y="2767572"/>
            <a:ext cx="3191256" cy="841248"/>
          </a:xfrm>
          <a:prstGeom prst="rect">
            <a:avLst/>
          </a:prstGeom>
          <a:noFill/>
          <a:ln/>
        </p:spPr>
        <p:txBody>
          <a:bodyPr wrap="square" lIns="0" tIns="0" rIns="0" bIns="0" rtlCol="0" anchor="t">
            <a:normAutofit/>
          </a:bodyPr>
          <a:lstStyle/>
          <a:p>
            <a:pPr marL="0" indent="0" algn="ctr">
              <a:buNone/>
            </a:pPr>
            <a:r>
              <a:rPr lang="fr-CA" sz="2000" noProof="0" dirty="0">
                <a:solidFill>
                  <a:srgbClr val="486581"/>
                </a:solidFill>
                <a:latin typeface="Calibri" pitchFamily="34" charset="0"/>
                <a:ea typeface="Calibri" pitchFamily="34" charset="-122"/>
                <a:cs typeface="Calibri" pitchFamily="34" charset="-120"/>
              </a:rPr>
              <a:t>Effet cumulé</a:t>
            </a:r>
            <a:endParaRPr lang="fr-CA" sz="2000" noProof="0" dirty="0"/>
          </a:p>
          <a:p>
            <a:pPr marL="0" indent="0" algn="ctr">
              <a:buNone/>
            </a:pPr>
            <a:r>
              <a:rPr lang="fr-CA" sz="2000" noProof="0" dirty="0">
                <a:solidFill>
                  <a:srgbClr val="486581"/>
                </a:solidFill>
                <a:latin typeface="Calibri" pitchFamily="34" charset="0"/>
                <a:ea typeface="Calibri" pitchFamily="34" charset="-122"/>
                <a:cs typeface="Calibri" pitchFamily="34" charset="-120"/>
              </a:rPr>
              <a:t>des traitements</a:t>
            </a:r>
            <a:endParaRPr lang="fr-CA" sz="2000" noProof="0" dirty="0"/>
          </a:p>
        </p:txBody>
      </p:sp>
      <p:sp>
        <p:nvSpPr>
          <p:cNvPr id="15" name="Shape 13"/>
          <p:cNvSpPr/>
          <p:nvPr>
            <p:custDataLst>
              <p:tags r:id="rId14"/>
            </p:custDataLst>
          </p:nvPr>
        </p:nvSpPr>
        <p:spPr>
          <a:xfrm>
            <a:off x="8137034" y="1999476"/>
            <a:ext cx="3511296" cy="1746504"/>
          </a:xfrm>
          <a:prstGeom prst="roundRect">
            <a:avLst>
              <a:gd name="adj" fmla="val 5236"/>
            </a:avLst>
          </a:prstGeom>
          <a:solidFill>
            <a:srgbClr val="FFF7ED"/>
          </a:solidFill>
          <a:ln w="8890">
            <a:solidFill>
              <a:srgbClr val="B45309"/>
            </a:solidFill>
            <a:prstDash val="solid"/>
          </a:ln>
        </p:spPr>
        <p:txBody>
          <a:bodyPr/>
          <a:lstStyle/>
          <a:p>
            <a:endParaRPr lang="fr-CA" noProof="0" dirty="0"/>
          </a:p>
        </p:txBody>
      </p:sp>
      <p:sp>
        <p:nvSpPr>
          <p:cNvPr id="16" name="Text 14"/>
          <p:cNvSpPr/>
          <p:nvPr>
            <p:custDataLst>
              <p:tags r:id="rId15"/>
            </p:custDataLst>
          </p:nvPr>
        </p:nvSpPr>
        <p:spPr>
          <a:xfrm>
            <a:off x="8283338" y="2200644"/>
            <a:ext cx="3218688" cy="475488"/>
          </a:xfrm>
          <a:prstGeom prst="rect">
            <a:avLst/>
          </a:prstGeom>
          <a:noFill/>
          <a:ln/>
        </p:spPr>
        <p:txBody>
          <a:bodyPr wrap="square" lIns="0" tIns="0" rIns="0" bIns="0" rtlCol="0" anchor="t">
            <a:normAutofit/>
          </a:bodyPr>
          <a:lstStyle/>
          <a:p>
            <a:pPr marL="0" indent="0" algn="ctr">
              <a:buNone/>
            </a:pPr>
            <a:r>
              <a:rPr lang="fr-CA" sz="1850" b="1" noProof="0" dirty="0">
                <a:solidFill>
                  <a:srgbClr val="B45309"/>
                </a:solidFill>
                <a:latin typeface="Calibri" pitchFamily="34" charset="0"/>
                <a:ea typeface="Calibri" pitchFamily="34" charset="-122"/>
                <a:cs typeface="Calibri" pitchFamily="34" charset="-120"/>
              </a:rPr>
              <a:t>État </a:t>
            </a:r>
            <a:r>
              <a:rPr lang="fr-CA" sz="2000" b="1" noProof="0" dirty="0">
                <a:solidFill>
                  <a:srgbClr val="B45309"/>
                </a:solidFill>
                <a:latin typeface="Calibri" pitchFamily="34" charset="0"/>
                <a:ea typeface="Calibri" pitchFamily="34" charset="-122"/>
                <a:cs typeface="Calibri" pitchFamily="34" charset="-120"/>
              </a:rPr>
              <a:t>persisté</a:t>
            </a:r>
            <a:endParaRPr lang="fr-CA" sz="2000" noProof="0" dirty="0"/>
          </a:p>
        </p:txBody>
      </p:sp>
      <p:sp>
        <p:nvSpPr>
          <p:cNvPr id="17" name="Text 15"/>
          <p:cNvSpPr/>
          <p:nvPr>
            <p:custDataLst>
              <p:tags r:id="rId16"/>
            </p:custDataLst>
          </p:nvPr>
        </p:nvSpPr>
        <p:spPr>
          <a:xfrm>
            <a:off x="8301626" y="2767572"/>
            <a:ext cx="3182112" cy="841248"/>
          </a:xfrm>
          <a:prstGeom prst="rect">
            <a:avLst/>
          </a:prstGeom>
          <a:noFill/>
          <a:ln/>
        </p:spPr>
        <p:txBody>
          <a:bodyPr wrap="square" lIns="0" tIns="0" rIns="0" bIns="0" rtlCol="0" anchor="t">
            <a:normAutofit/>
          </a:bodyPr>
          <a:lstStyle/>
          <a:p>
            <a:pPr marL="0" indent="0" algn="ctr">
              <a:buNone/>
            </a:pPr>
            <a:r>
              <a:rPr lang="fr-CA" sz="2000" noProof="0" dirty="0">
                <a:solidFill>
                  <a:srgbClr val="486581"/>
                </a:solidFill>
                <a:latin typeface="Calibri" pitchFamily="34" charset="0"/>
                <a:ea typeface="Calibri" pitchFamily="34" charset="-122"/>
                <a:cs typeface="Calibri" pitchFamily="34" charset="-120"/>
              </a:rPr>
              <a:t>Inventaire et soldes</a:t>
            </a:r>
            <a:endParaRPr lang="fr-CA" sz="2000" noProof="0" dirty="0"/>
          </a:p>
          <a:p>
            <a:pPr marL="0" indent="0" algn="ctr">
              <a:buNone/>
            </a:pPr>
            <a:r>
              <a:rPr lang="fr-CA" sz="2000" noProof="0" dirty="0">
                <a:solidFill>
                  <a:srgbClr val="486581"/>
                </a:solidFill>
                <a:latin typeface="Calibri" pitchFamily="34" charset="0"/>
                <a:ea typeface="Calibri" pitchFamily="34" charset="-122"/>
                <a:cs typeface="Calibri" pitchFamily="34" charset="-120"/>
              </a:rPr>
              <a:t>à comparer</a:t>
            </a:r>
            <a:endParaRPr lang="fr-CA" sz="2000" noProof="0" dirty="0"/>
          </a:p>
        </p:txBody>
      </p:sp>
      <p:sp>
        <p:nvSpPr>
          <p:cNvPr id="18" name="Shape 16"/>
          <p:cNvSpPr/>
          <p:nvPr>
            <p:custDataLst>
              <p:tags r:id="rId17"/>
            </p:custDataLst>
          </p:nvPr>
        </p:nvSpPr>
        <p:spPr>
          <a:xfrm>
            <a:off x="4031378" y="2859012"/>
            <a:ext cx="292608" cy="0"/>
          </a:xfrm>
          <a:prstGeom prst="line">
            <a:avLst/>
          </a:prstGeom>
          <a:noFill/>
          <a:ln w="38100">
            <a:solidFill>
              <a:srgbClr val="1F6FEB"/>
            </a:solidFill>
            <a:prstDash val="solid"/>
            <a:headEnd type="none"/>
            <a:tailEnd type="triangle"/>
          </a:ln>
        </p:spPr>
        <p:txBody>
          <a:bodyPr/>
          <a:lstStyle/>
          <a:p>
            <a:endParaRPr lang="fr-CA" noProof="0" dirty="0"/>
          </a:p>
        </p:txBody>
      </p:sp>
      <p:sp>
        <p:nvSpPr>
          <p:cNvPr id="19" name="Shape 17"/>
          <p:cNvSpPr/>
          <p:nvPr>
            <p:custDataLst>
              <p:tags r:id="rId18"/>
            </p:custDataLst>
          </p:nvPr>
        </p:nvSpPr>
        <p:spPr>
          <a:xfrm>
            <a:off x="7844426" y="2859012"/>
            <a:ext cx="292608" cy="0"/>
          </a:xfrm>
          <a:prstGeom prst="line">
            <a:avLst/>
          </a:prstGeom>
          <a:noFill/>
          <a:ln w="38100">
            <a:solidFill>
              <a:srgbClr val="0F766E"/>
            </a:solidFill>
            <a:prstDash val="solid"/>
            <a:headEnd type="none"/>
            <a:tailEnd type="triangle"/>
          </a:ln>
        </p:spPr>
        <p:txBody>
          <a:bodyPr/>
          <a:lstStyle/>
          <a:p>
            <a:endParaRPr lang="fr-CA" noProof="0" dirty="0"/>
          </a:p>
        </p:txBody>
      </p:sp>
      <p:sp>
        <p:nvSpPr>
          <p:cNvPr id="20" name="Text 18"/>
          <p:cNvSpPr/>
          <p:nvPr>
            <p:custDataLst>
              <p:tags r:id="rId19"/>
            </p:custDataLst>
          </p:nvPr>
        </p:nvSpPr>
        <p:spPr>
          <a:xfrm>
            <a:off x="722376" y="4443393"/>
            <a:ext cx="10725912" cy="630936"/>
          </a:xfrm>
          <a:prstGeom prst="rect">
            <a:avLst/>
          </a:prstGeom>
          <a:noFill/>
          <a:ln/>
        </p:spPr>
        <p:txBody>
          <a:bodyPr wrap="square" lIns="0" tIns="0" rIns="0" bIns="0" rtlCol="0" anchor="t">
            <a:normAutofit lnSpcReduction="10000"/>
          </a:bodyPr>
          <a:lstStyle/>
          <a:p>
            <a:pPr marL="0" indent="0" algn="ctr">
              <a:buNone/>
            </a:pPr>
            <a:r>
              <a:rPr lang="fr-CA" sz="2100" b="1" noProof="0" dirty="0">
                <a:solidFill>
                  <a:srgbClr val="102A43"/>
                </a:solidFill>
                <a:latin typeface="Calibri" pitchFamily="34" charset="0"/>
                <a:ea typeface="Calibri" pitchFamily="34" charset="-122"/>
                <a:cs typeface="Calibri" pitchFamily="34" charset="-120"/>
              </a:rPr>
              <a:t>Contrôle concret : les requêtes exécutées se réconcilient-elles </a:t>
            </a:r>
          </a:p>
          <a:p>
            <a:pPr marL="0" indent="0" algn="ctr">
              <a:buNone/>
            </a:pPr>
            <a:r>
              <a:rPr lang="fr-CA" sz="2100" b="1" noProof="0" dirty="0">
                <a:solidFill>
                  <a:srgbClr val="102A43"/>
                </a:solidFill>
                <a:latin typeface="Calibri" pitchFamily="34" charset="0"/>
                <a:ea typeface="Calibri" pitchFamily="34" charset="-122"/>
                <a:cs typeface="Calibri" pitchFamily="34" charset="-120"/>
              </a:rPr>
              <a:t>avec les mouvements de l’inventaires et le solde du client ?</a:t>
            </a:r>
            <a:endParaRPr lang="fr-CA" sz="2100" noProof="0" dirty="0"/>
          </a:p>
        </p:txBody>
      </p:sp>
      <p:sp>
        <p:nvSpPr>
          <p:cNvPr id="21" name="Shape 19"/>
          <p:cNvSpPr/>
          <p:nvPr>
            <p:custDataLst>
              <p:tags r:id="rId20"/>
            </p:custDataLst>
          </p:nvPr>
        </p:nvSpPr>
        <p:spPr>
          <a:xfrm>
            <a:off x="530352" y="5715000"/>
            <a:ext cx="11128248" cy="448056"/>
          </a:xfrm>
          <a:prstGeom prst="roundRect">
            <a:avLst>
              <a:gd name="adj" fmla="val 20408"/>
            </a:avLst>
          </a:prstGeom>
          <a:solidFill>
            <a:srgbClr val="EFF6FF"/>
          </a:solidFill>
          <a:ln w="8890">
            <a:solidFill>
              <a:srgbClr val="EFF6FF"/>
            </a:solidFill>
            <a:prstDash val="solid"/>
          </a:ln>
        </p:spPr>
        <p:txBody>
          <a:bodyPr/>
          <a:lstStyle/>
          <a:p>
            <a:endParaRPr lang="fr-CA" noProof="0" dirty="0"/>
          </a:p>
        </p:txBody>
      </p:sp>
      <p:sp>
        <p:nvSpPr>
          <p:cNvPr id="22" name="Text 20"/>
          <p:cNvSpPr/>
          <p:nvPr>
            <p:custDataLst>
              <p:tags r:id="rId21"/>
            </p:custDataLst>
          </p:nvPr>
        </p:nvSpPr>
        <p:spPr>
          <a:xfrm>
            <a:off x="731520" y="5820156"/>
            <a:ext cx="10716768" cy="274320"/>
          </a:xfrm>
          <a:prstGeom prst="rect">
            <a:avLst/>
          </a:prstGeom>
          <a:noFill/>
          <a:ln/>
        </p:spPr>
        <p:txBody>
          <a:bodyPr wrap="square" lIns="0" tIns="0" rIns="0" bIns="0" rtlCol="0" anchor="t">
            <a:normAutofit/>
          </a:bodyPr>
          <a:lstStyle/>
          <a:p>
            <a:pPr marL="0" indent="0">
              <a:buNone/>
            </a:pPr>
            <a:r>
              <a:rPr lang="fr-CA" sz="1550" b="1" noProof="0" dirty="0">
                <a:solidFill>
                  <a:srgbClr val="102A43"/>
                </a:solidFill>
                <a:latin typeface="Calibri" pitchFamily="34" charset="0"/>
                <a:ea typeface="Calibri" pitchFamily="34" charset="-122"/>
                <a:cs typeface="Calibri" pitchFamily="34" charset="-120"/>
              </a:rPr>
              <a:t>Idempotence : ne pas appliquer deux fois. Corroboration : vérifier le résultat global (l’intégrité</a:t>
            </a:r>
            <a:r>
              <a:rPr lang="fr-CA" sz="1550" b="1" dirty="0">
                <a:solidFill>
                  <a:srgbClr val="102A43"/>
                </a:solidFill>
                <a:latin typeface="Calibri" pitchFamily="34" charset="0"/>
                <a:ea typeface="Calibri" pitchFamily="34" charset="-122"/>
                <a:cs typeface="Calibri" pitchFamily="34" charset="-120"/>
              </a:rPr>
              <a:t>)</a:t>
            </a:r>
            <a:r>
              <a:rPr lang="fr-CA" sz="1550" b="1" noProof="0" dirty="0">
                <a:solidFill>
                  <a:srgbClr val="102A43"/>
                </a:solidFill>
                <a:latin typeface="Calibri" pitchFamily="34" charset="0"/>
                <a:ea typeface="Calibri" pitchFamily="34" charset="-122"/>
                <a:cs typeface="Calibri" pitchFamily="34" charset="-120"/>
              </a:rPr>
              <a:t>.</a:t>
            </a:r>
            <a:endParaRPr lang="fr-CA" sz="1550" noProof="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105" name="Shape 16">
            <a:extLst>
              <a:ext uri="{FF2B5EF4-FFF2-40B4-BE49-F238E27FC236}">
                <a16:creationId xmlns:a16="http://schemas.microsoft.com/office/drawing/2014/main" id="{CEF8A3AA-76F2-5A40-DE27-13D5692D1CE6}"/>
              </a:ext>
            </a:extLst>
          </p:cNvPr>
          <p:cNvSpPr/>
          <p:nvPr>
            <p:custDataLst>
              <p:tags r:id="rId1"/>
            </p:custDataLst>
          </p:nvPr>
        </p:nvSpPr>
        <p:spPr>
          <a:xfrm>
            <a:off x="5482567" y="4063882"/>
            <a:ext cx="6350" cy="272807"/>
          </a:xfrm>
          <a:prstGeom prst="line">
            <a:avLst/>
          </a:prstGeom>
          <a:noFill/>
          <a:ln w="38100">
            <a:solidFill>
              <a:srgbClr val="1F6FEB"/>
            </a:solidFill>
            <a:prstDash val="solid"/>
            <a:headEnd type="none"/>
            <a:tailEnd type="triangle"/>
          </a:ln>
        </p:spPr>
        <p:txBody>
          <a:bodyPr/>
          <a:lstStyle/>
          <a:p>
            <a:endParaRPr lang="fr-CA" noProof="0" dirty="0"/>
          </a:p>
        </p:txBody>
      </p:sp>
      <p:sp>
        <p:nvSpPr>
          <p:cNvPr id="107" name="Shape 16">
            <a:extLst>
              <a:ext uri="{FF2B5EF4-FFF2-40B4-BE49-F238E27FC236}">
                <a16:creationId xmlns:a16="http://schemas.microsoft.com/office/drawing/2014/main" id="{CCB76B29-FC0C-AE6B-00A2-D37DC6123D18}"/>
              </a:ext>
            </a:extLst>
          </p:cNvPr>
          <p:cNvSpPr/>
          <p:nvPr>
            <p:custDataLst>
              <p:tags r:id="rId2"/>
            </p:custDataLst>
          </p:nvPr>
        </p:nvSpPr>
        <p:spPr>
          <a:xfrm flipH="1">
            <a:off x="5475941" y="3176913"/>
            <a:ext cx="0" cy="303891"/>
          </a:xfrm>
          <a:prstGeom prst="line">
            <a:avLst/>
          </a:prstGeom>
          <a:noFill/>
          <a:ln w="38100">
            <a:solidFill>
              <a:srgbClr val="1F6FEB"/>
            </a:solidFill>
            <a:prstDash val="solid"/>
            <a:headEnd type="none"/>
            <a:tailEnd type="triangle"/>
          </a:ln>
        </p:spPr>
        <p:txBody>
          <a:bodyPr/>
          <a:lstStyle/>
          <a:p>
            <a:endParaRPr lang="fr-CA" noProof="0" dirty="0"/>
          </a:p>
        </p:txBody>
      </p:sp>
      <p:sp>
        <p:nvSpPr>
          <p:cNvPr id="2" name="Shape 0"/>
          <p:cNvSpPr/>
          <p:nvPr>
            <p:custDataLst>
              <p:tags r:id="rId3"/>
            </p:custDataLst>
          </p:nvPr>
        </p:nvSpPr>
        <p:spPr>
          <a:xfrm>
            <a:off x="530352" y="320040"/>
            <a:ext cx="11128248" cy="0"/>
          </a:xfrm>
          <a:prstGeom prst="line">
            <a:avLst/>
          </a:prstGeom>
          <a:noFill/>
          <a:ln w="15240">
            <a:solidFill>
              <a:srgbClr val="1F6FEB"/>
            </a:solidFill>
            <a:prstDash val="solid"/>
          </a:ln>
        </p:spPr>
        <p:txBody>
          <a:bodyPr/>
          <a:lstStyle/>
          <a:p>
            <a:endParaRPr lang="fr-CA" noProof="0" dirty="0"/>
          </a:p>
        </p:txBody>
      </p:sp>
      <p:sp>
        <p:nvSpPr>
          <p:cNvPr id="3" name="Text 1"/>
          <p:cNvSpPr/>
          <p:nvPr>
            <p:custDataLst>
              <p:tags r:id="rId4"/>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fr-CA" sz="1100" b="1" kern="0" spc="50" noProof="0" dirty="0">
                <a:solidFill>
                  <a:srgbClr val="1F6FEB"/>
                </a:solidFill>
                <a:latin typeface="Calibri" pitchFamily="34" charset="0"/>
                <a:ea typeface="Calibri" pitchFamily="34" charset="-122"/>
                <a:cs typeface="Calibri" pitchFamily="34" charset="-120"/>
              </a:rPr>
              <a:t>06 / PROUVER ET CHOISIR</a:t>
            </a:r>
            <a:endParaRPr lang="fr-CA" sz="1100" noProof="0" dirty="0"/>
          </a:p>
        </p:txBody>
      </p:sp>
      <p:sp>
        <p:nvSpPr>
          <p:cNvPr id="4" name="Text 2"/>
          <p:cNvSpPr/>
          <p:nvPr>
            <p:custDataLst>
              <p:tags r:id="rId5"/>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fr-CA" sz="1000" b="1" noProof="0" dirty="0">
                <a:solidFill>
                  <a:srgbClr val="829AB1"/>
                </a:solidFill>
                <a:latin typeface="Calibri" pitchFamily="34" charset="0"/>
                <a:ea typeface="Calibri" pitchFamily="34" charset="-122"/>
                <a:cs typeface="Calibri" pitchFamily="34" charset="-120"/>
              </a:rPr>
              <a:t>STRATÉGIE DE CORROBORATION</a:t>
            </a:r>
            <a:endParaRPr lang="fr-CA" sz="1000" noProof="0" dirty="0"/>
          </a:p>
        </p:txBody>
      </p:sp>
      <p:sp>
        <p:nvSpPr>
          <p:cNvPr id="5" name="Text 3"/>
          <p:cNvSpPr/>
          <p:nvPr>
            <p:custDataLst>
              <p:tags r:id="rId6"/>
            </p:custDataLst>
          </p:nvPr>
        </p:nvSpPr>
        <p:spPr>
          <a:xfrm>
            <a:off x="530352" y="795528"/>
            <a:ext cx="11128248" cy="667512"/>
          </a:xfrm>
          <a:prstGeom prst="rect">
            <a:avLst/>
          </a:prstGeom>
          <a:noFill/>
          <a:ln/>
        </p:spPr>
        <p:txBody>
          <a:bodyPr wrap="square" lIns="0" tIns="0" rIns="0" bIns="0" rtlCol="0" anchor="t">
            <a:normAutofit/>
          </a:bodyPr>
          <a:lstStyle/>
          <a:p>
            <a:r>
              <a:rPr lang="fr-CA" sz="2700" b="1" dirty="0">
                <a:solidFill>
                  <a:srgbClr val="102A43"/>
                </a:solidFill>
                <a:latin typeface="Calibri" pitchFamily="34" charset="0"/>
                <a:ea typeface="Calibri" pitchFamily="34" charset="-122"/>
                <a:cs typeface="Calibri" pitchFamily="34" charset="-120"/>
              </a:rPr>
              <a:t>Corroboration des données en EDA</a:t>
            </a:r>
            <a:endParaRPr lang="fr-CA" sz="2700" noProof="0" dirty="0"/>
          </a:p>
        </p:txBody>
      </p:sp>
      <p:sp>
        <p:nvSpPr>
          <p:cNvPr id="6" name="Text 4"/>
          <p:cNvSpPr/>
          <p:nvPr>
            <p:custDataLst>
              <p:tags r:id="rId7"/>
            </p:custDataLst>
          </p:nvPr>
        </p:nvSpPr>
        <p:spPr>
          <a:xfrm>
            <a:off x="530352" y="1508760"/>
            <a:ext cx="11018520" cy="603504"/>
          </a:xfrm>
          <a:prstGeom prst="rect">
            <a:avLst/>
          </a:prstGeom>
          <a:noFill/>
          <a:ln/>
        </p:spPr>
        <p:txBody>
          <a:bodyPr wrap="square" lIns="0" tIns="0" rIns="0" bIns="0" rtlCol="0" anchor="t">
            <a:normAutofit/>
          </a:bodyPr>
          <a:lstStyle/>
          <a:p>
            <a:r>
              <a:rPr lang="fr-CA" sz="1650" dirty="0">
                <a:solidFill>
                  <a:srgbClr val="486581"/>
                </a:solidFill>
                <a:latin typeface="Calibri" pitchFamily="34" charset="0"/>
                <a:ea typeface="Calibri" pitchFamily="34" charset="-122"/>
                <a:cs typeface="Calibri" pitchFamily="34" charset="-120"/>
              </a:rPr>
              <a:t>La livraison d'un événement ne garantit jamais que les systèmes restent cohérents entre eux.</a:t>
            </a:r>
            <a:endParaRPr lang="fr-CA" sz="1650" noProof="0" dirty="0"/>
          </a:p>
        </p:txBody>
      </p:sp>
      <p:sp>
        <p:nvSpPr>
          <p:cNvPr id="7" name="Text 5"/>
          <p:cNvSpPr/>
          <p:nvPr>
            <p:custDataLst>
              <p:tags r:id="rId8"/>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fr-CA" sz="900" noProof="0" dirty="0">
                <a:solidFill>
                  <a:srgbClr val="486581"/>
                </a:solidFill>
                <a:latin typeface="Calibri" pitchFamily="34" charset="0"/>
                <a:ea typeface="Calibri" pitchFamily="34" charset="-122"/>
                <a:cs typeface="Calibri" pitchFamily="34" charset="-120"/>
              </a:rPr>
              <a:t>Guide d'ingénierie Kafka · Projet EDA</a:t>
            </a:r>
            <a:endParaRPr lang="fr-CA" sz="900" noProof="0" dirty="0"/>
          </a:p>
        </p:txBody>
      </p:sp>
      <p:sp>
        <p:nvSpPr>
          <p:cNvPr id="8" name="Text 6"/>
          <p:cNvSpPr/>
          <p:nvPr>
            <p:custDataLst>
              <p:tags r:id="rId9"/>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fr-CA" sz="900" noProof="0" dirty="0">
                <a:solidFill>
                  <a:srgbClr val="486581"/>
                </a:solidFill>
                <a:latin typeface="Calibri" pitchFamily="34" charset="0"/>
                <a:ea typeface="Calibri" pitchFamily="34" charset="-122"/>
                <a:cs typeface="Calibri" pitchFamily="34" charset="-120"/>
              </a:rPr>
              <a:t>34</a:t>
            </a:r>
            <a:endParaRPr lang="fr-CA" sz="900" noProof="0" dirty="0"/>
          </a:p>
        </p:txBody>
      </p:sp>
      <p:sp>
        <p:nvSpPr>
          <p:cNvPr id="20" name="Text 18"/>
          <p:cNvSpPr/>
          <p:nvPr>
            <p:custDataLst>
              <p:tags r:id="rId10"/>
            </p:custDataLst>
          </p:nvPr>
        </p:nvSpPr>
        <p:spPr>
          <a:xfrm>
            <a:off x="9640822" y="2316335"/>
            <a:ext cx="2297696" cy="1362456"/>
          </a:xfrm>
          <a:prstGeom prst="rect">
            <a:avLst/>
          </a:prstGeom>
          <a:noFill/>
          <a:ln/>
        </p:spPr>
        <p:txBody>
          <a:bodyPr wrap="square" lIns="0" tIns="0" rIns="0" bIns="0" rtlCol="0" anchor="t">
            <a:normAutofit/>
          </a:bodyPr>
          <a:lstStyle/>
          <a:p>
            <a:pPr marL="0" indent="0">
              <a:buNone/>
            </a:pPr>
            <a:endParaRPr lang="fr-CA" sz="1750" noProof="0" dirty="0"/>
          </a:p>
        </p:txBody>
      </p:sp>
      <p:sp>
        <p:nvSpPr>
          <p:cNvPr id="22" name="Shape 20"/>
          <p:cNvSpPr/>
          <p:nvPr>
            <p:custDataLst>
              <p:tags r:id="rId11"/>
            </p:custDataLst>
          </p:nvPr>
        </p:nvSpPr>
        <p:spPr>
          <a:xfrm>
            <a:off x="530352" y="5715000"/>
            <a:ext cx="11128248" cy="448056"/>
          </a:xfrm>
          <a:prstGeom prst="roundRect">
            <a:avLst>
              <a:gd name="adj" fmla="val 20408"/>
            </a:avLst>
          </a:prstGeom>
          <a:solidFill>
            <a:srgbClr val="EFF6FF"/>
          </a:solidFill>
          <a:ln w="8890">
            <a:solidFill>
              <a:srgbClr val="EFF6FF"/>
            </a:solidFill>
            <a:prstDash val="solid"/>
          </a:ln>
        </p:spPr>
        <p:txBody>
          <a:bodyPr/>
          <a:lstStyle/>
          <a:p>
            <a:endParaRPr lang="fr-CA" noProof="0" dirty="0"/>
          </a:p>
        </p:txBody>
      </p:sp>
      <p:sp>
        <p:nvSpPr>
          <p:cNvPr id="23" name="Text 21"/>
          <p:cNvSpPr/>
          <p:nvPr>
            <p:custDataLst>
              <p:tags r:id="rId12"/>
            </p:custDataLst>
          </p:nvPr>
        </p:nvSpPr>
        <p:spPr>
          <a:xfrm>
            <a:off x="731520" y="5820156"/>
            <a:ext cx="10716768" cy="274320"/>
          </a:xfrm>
          <a:prstGeom prst="rect">
            <a:avLst/>
          </a:prstGeom>
          <a:noFill/>
          <a:ln/>
        </p:spPr>
        <p:txBody>
          <a:bodyPr wrap="square" lIns="0" tIns="0" rIns="0" bIns="0" rtlCol="0" anchor="t">
            <a:normAutofit/>
          </a:bodyPr>
          <a:lstStyle/>
          <a:p>
            <a:pPr marL="0" indent="0">
              <a:buNone/>
            </a:pPr>
            <a:r>
              <a:rPr lang="fr-CA" sz="1550" b="1" noProof="0" dirty="0">
                <a:solidFill>
                  <a:srgbClr val="102A43"/>
                </a:solidFill>
                <a:latin typeface="Calibri" pitchFamily="34" charset="0"/>
                <a:ea typeface="Calibri" pitchFamily="34" charset="-122"/>
                <a:cs typeface="Calibri" pitchFamily="34" charset="-120"/>
              </a:rPr>
              <a:t>Réparer sans perdre la piste d'audit; rejouer sans réappliquer les effets en double.</a:t>
            </a:r>
            <a:endParaRPr lang="fr-CA" sz="1550" noProof="0" dirty="0"/>
          </a:p>
        </p:txBody>
      </p:sp>
      <p:sp>
        <p:nvSpPr>
          <p:cNvPr id="27" name="Text 7">
            <a:extLst>
              <a:ext uri="{FF2B5EF4-FFF2-40B4-BE49-F238E27FC236}">
                <a16:creationId xmlns:a16="http://schemas.microsoft.com/office/drawing/2014/main" id="{670666F2-BF12-36A0-E995-3668D7198CD6}"/>
              </a:ext>
            </a:extLst>
          </p:cNvPr>
          <p:cNvSpPr/>
          <p:nvPr>
            <p:custDataLst>
              <p:tags r:id="rId13"/>
            </p:custDataLst>
          </p:nvPr>
        </p:nvSpPr>
        <p:spPr>
          <a:xfrm>
            <a:off x="541266" y="1999476"/>
            <a:ext cx="493776" cy="438912"/>
          </a:xfrm>
          <a:prstGeom prst="rect">
            <a:avLst/>
          </a:prstGeom>
          <a:noFill/>
          <a:ln/>
        </p:spPr>
        <p:txBody>
          <a:bodyPr wrap="square" lIns="0" tIns="0" rIns="0" bIns="0" rtlCol="0" anchor="t">
            <a:normAutofit/>
          </a:bodyPr>
          <a:lstStyle/>
          <a:p>
            <a:pPr marL="0" indent="0">
              <a:buNone/>
            </a:pPr>
            <a:r>
              <a:rPr lang="fr-CA" sz="2500" b="1" noProof="0" dirty="0">
                <a:solidFill>
                  <a:srgbClr val="1F6FEB"/>
                </a:solidFill>
                <a:latin typeface="Calibri" pitchFamily="34" charset="0"/>
                <a:ea typeface="Calibri" pitchFamily="34" charset="-122"/>
                <a:cs typeface="Calibri" pitchFamily="34" charset="-120"/>
              </a:rPr>
              <a:t>01</a:t>
            </a:r>
            <a:endParaRPr lang="fr-CA" sz="2500" noProof="0" dirty="0"/>
          </a:p>
        </p:txBody>
      </p:sp>
      <p:sp>
        <p:nvSpPr>
          <p:cNvPr id="29" name="Text 8">
            <a:extLst>
              <a:ext uri="{FF2B5EF4-FFF2-40B4-BE49-F238E27FC236}">
                <a16:creationId xmlns:a16="http://schemas.microsoft.com/office/drawing/2014/main" id="{8842F674-447B-B4B3-E0BD-684F5C6A14FC}"/>
              </a:ext>
            </a:extLst>
          </p:cNvPr>
          <p:cNvSpPr/>
          <p:nvPr>
            <p:custDataLst>
              <p:tags r:id="rId14"/>
            </p:custDataLst>
          </p:nvPr>
        </p:nvSpPr>
        <p:spPr>
          <a:xfrm>
            <a:off x="1245354" y="2060582"/>
            <a:ext cx="2561809" cy="313798"/>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Fréquent</a:t>
            </a:r>
            <a:endParaRPr lang="fr-CA" sz="2000" noProof="0" dirty="0"/>
          </a:p>
        </p:txBody>
      </p:sp>
      <p:sp>
        <p:nvSpPr>
          <p:cNvPr id="31" name="Text 9">
            <a:extLst>
              <a:ext uri="{FF2B5EF4-FFF2-40B4-BE49-F238E27FC236}">
                <a16:creationId xmlns:a16="http://schemas.microsoft.com/office/drawing/2014/main" id="{E98955E2-267C-C0D5-1C6F-A2E78F0B4A99}"/>
              </a:ext>
            </a:extLst>
          </p:cNvPr>
          <p:cNvSpPr/>
          <p:nvPr>
            <p:custDataLst>
              <p:tags r:id="rId15"/>
            </p:custDataLst>
          </p:nvPr>
        </p:nvSpPr>
        <p:spPr>
          <a:xfrm>
            <a:off x="1245352" y="2402557"/>
            <a:ext cx="2561811" cy="584746"/>
          </a:xfrm>
          <a:prstGeom prst="rect">
            <a:avLst/>
          </a:prstGeom>
          <a:noFill/>
          <a:ln/>
        </p:spPr>
        <p:txBody>
          <a:bodyPr wrap="square" lIns="0" tIns="0" rIns="0" bIns="0" rtlCol="0" anchor="t">
            <a:normAutofit/>
          </a:bodyPr>
          <a:lstStyle/>
          <a:p>
            <a:r>
              <a:rPr lang="fr-CA" sz="1600" dirty="0">
                <a:solidFill>
                  <a:srgbClr val="486581"/>
                </a:solidFill>
                <a:latin typeface="Calibri" pitchFamily="34" charset="0"/>
                <a:ea typeface="Calibri" pitchFamily="34" charset="-122"/>
                <a:cs typeface="Calibri" pitchFamily="34" charset="-120"/>
              </a:rPr>
              <a:t>Comptages des résultats.</a:t>
            </a:r>
            <a:endParaRPr lang="fr-CA" sz="1600" dirty="0"/>
          </a:p>
          <a:p>
            <a:r>
              <a:rPr lang="fr-CA" sz="1600" dirty="0">
                <a:solidFill>
                  <a:srgbClr val="486581"/>
                </a:solidFill>
                <a:latin typeface="Calibri" pitchFamily="34" charset="0"/>
                <a:ea typeface="Calibri" pitchFamily="34" charset="-122"/>
                <a:cs typeface="Calibri" pitchFamily="34" charset="-120"/>
              </a:rPr>
              <a:t>Sommes de contrôle.</a:t>
            </a:r>
            <a:endParaRPr lang="fr-CA" sz="1600" dirty="0"/>
          </a:p>
        </p:txBody>
      </p:sp>
      <p:sp>
        <p:nvSpPr>
          <p:cNvPr id="33" name="Text 10">
            <a:extLst>
              <a:ext uri="{FF2B5EF4-FFF2-40B4-BE49-F238E27FC236}">
                <a16:creationId xmlns:a16="http://schemas.microsoft.com/office/drawing/2014/main" id="{A6382CDE-D2B1-2A7C-6C3F-2838A42058FF}"/>
              </a:ext>
            </a:extLst>
          </p:cNvPr>
          <p:cNvSpPr/>
          <p:nvPr>
            <p:custDataLst>
              <p:tags r:id="rId16"/>
            </p:custDataLst>
          </p:nvPr>
        </p:nvSpPr>
        <p:spPr>
          <a:xfrm>
            <a:off x="552180" y="2993113"/>
            <a:ext cx="493776" cy="438912"/>
          </a:xfrm>
          <a:prstGeom prst="rect">
            <a:avLst/>
          </a:prstGeom>
          <a:noFill/>
          <a:ln/>
        </p:spPr>
        <p:txBody>
          <a:bodyPr wrap="square" lIns="0" tIns="0" rIns="0" bIns="0" rtlCol="0" anchor="t">
            <a:normAutofit/>
          </a:bodyPr>
          <a:lstStyle/>
          <a:p>
            <a:pPr marL="0" indent="0">
              <a:buNone/>
            </a:pPr>
            <a:r>
              <a:rPr lang="fr-CA" sz="2500" b="1" noProof="0" dirty="0">
                <a:solidFill>
                  <a:srgbClr val="0F766E"/>
                </a:solidFill>
                <a:latin typeface="Calibri" pitchFamily="34" charset="0"/>
                <a:ea typeface="Calibri" pitchFamily="34" charset="-122"/>
                <a:cs typeface="Calibri" pitchFamily="34" charset="-120"/>
              </a:rPr>
              <a:t>02</a:t>
            </a:r>
            <a:endParaRPr lang="fr-CA" sz="2500" noProof="0" dirty="0"/>
          </a:p>
        </p:txBody>
      </p:sp>
      <p:sp>
        <p:nvSpPr>
          <p:cNvPr id="35" name="Text 11">
            <a:extLst>
              <a:ext uri="{FF2B5EF4-FFF2-40B4-BE49-F238E27FC236}">
                <a16:creationId xmlns:a16="http://schemas.microsoft.com/office/drawing/2014/main" id="{56073803-6149-1E8D-E7CD-02E881AF0AD3}"/>
              </a:ext>
            </a:extLst>
          </p:cNvPr>
          <p:cNvSpPr/>
          <p:nvPr>
            <p:custDataLst>
              <p:tags r:id="rId17"/>
            </p:custDataLst>
          </p:nvPr>
        </p:nvSpPr>
        <p:spPr>
          <a:xfrm>
            <a:off x="1256268" y="3002257"/>
            <a:ext cx="3017520" cy="365760"/>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Périodique</a:t>
            </a:r>
            <a:endParaRPr lang="fr-CA" sz="2000" noProof="0" dirty="0"/>
          </a:p>
        </p:txBody>
      </p:sp>
      <p:sp>
        <p:nvSpPr>
          <p:cNvPr id="37" name="Text 12">
            <a:extLst>
              <a:ext uri="{FF2B5EF4-FFF2-40B4-BE49-F238E27FC236}">
                <a16:creationId xmlns:a16="http://schemas.microsoft.com/office/drawing/2014/main" id="{2BC798F3-CBAA-1FFF-1D93-668F4198DE38}"/>
              </a:ext>
            </a:extLst>
          </p:cNvPr>
          <p:cNvSpPr/>
          <p:nvPr>
            <p:custDataLst>
              <p:tags r:id="rId18"/>
            </p:custDataLst>
          </p:nvPr>
        </p:nvSpPr>
        <p:spPr>
          <a:xfrm>
            <a:off x="1275127" y="3368017"/>
            <a:ext cx="2922146" cy="800275"/>
          </a:xfrm>
          <a:prstGeom prst="rect">
            <a:avLst/>
          </a:prstGeom>
          <a:noFill/>
          <a:ln/>
        </p:spPr>
        <p:txBody>
          <a:bodyPr wrap="square" lIns="0" tIns="0" rIns="0" bIns="0" rtlCol="0" anchor="t">
            <a:normAutofit/>
          </a:bodyPr>
          <a:lstStyle/>
          <a:p>
            <a:r>
              <a:rPr lang="fr-CA" sz="1600" dirty="0">
                <a:solidFill>
                  <a:srgbClr val="486581"/>
                </a:solidFill>
                <a:latin typeface="Calibri" pitchFamily="34" charset="0"/>
                <a:ea typeface="Calibri" pitchFamily="34" charset="-122"/>
                <a:cs typeface="Calibri" pitchFamily="34" charset="-120"/>
              </a:rPr>
              <a:t>Snapshots d'état.</a:t>
            </a:r>
            <a:endParaRPr lang="fr-CA" sz="1600" dirty="0"/>
          </a:p>
          <a:p>
            <a:r>
              <a:rPr lang="fr-CA" sz="1600" dirty="0">
                <a:solidFill>
                  <a:srgbClr val="486581"/>
                </a:solidFill>
                <a:latin typeface="Calibri" pitchFamily="34" charset="0"/>
                <a:ea typeface="Calibri" pitchFamily="34" charset="-122"/>
                <a:cs typeface="Calibri" pitchFamily="34" charset="-120"/>
              </a:rPr>
              <a:t>Invariants métier.</a:t>
            </a:r>
            <a:endParaRPr lang="fr-CA" sz="1600" dirty="0"/>
          </a:p>
          <a:p>
            <a:r>
              <a:rPr lang="fr-CA" sz="1600" dirty="0">
                <a:solidFill>
                  <a:srgbClr val="486581"/>
                </a:solidFill>
                <a:latin typeface="Calibri" pitchFamily="34" charset="0"/>
                <a:ea typeface="Calibri" pitchFamily="34" charset="-122"/>
                <a:cs typeface="Calibri" pitchFamily="34" charset="-120"/>
              </a:rPr>
              <a:t>Comparaison attendu/réel</a:t>
            </a:r>
            <a:r>
              <a:rPr lang="fr-CA" sz="1720" noProof="0" dirty="0">
                <a:solidFill>
                  <a:srgbClr val="486581"/>
                </a:solidFill>
                <a:latin typeface="Calibri" pitchFamily="34" charset="0"/>
                <a:ea typeface="Calibri" pitchFamily="34" charset="-122"/>
                <a:cs typeface="Calibri" pitchFamily="34" charset="-120"/>
              </a:rPr>
              <a:t>.</a:t>
            </a:r>
            <a:endParaRPr lang="fr-CA" sz="1720" noProof="0" dirty="0"/>
          </a:p>
        </p:txBody>
      </p:sp>
      <p:sp>
        <p:nvSpPr>
          <p:cNvPr id="39" name="Text 13">
            <a:extLst>
              <a:ext uri="{FF2B5EF4-FFF2-40B4-BE49-F238E27FC236}">
                <a16:creationId xmlns:a16="http://schemas.microsoft.com/office/drawing/2014/main" id="{2E787E27-BED5-1EDC-F588-C69A8069D3F2}"/>
              </a:ext>
            </a:extLst>
          </p:cNvPr>
          <p:cNvSpPr/>
          <p:nvPr>
            <p:custDataLst>
              <p:tags r:id="rId19"/>
            </p:custDataLst>
          </p:nvPr>
        </p:nvSpPr>
        <p:spPr>
          <a:xfrm>
            <a:off x="571040" y="4203181"/>
            <a:ext cx="493776" cy="438912"/>
          </a:xfrm>
          <a:prstGeom prst="rect">
            <a:avLst/>
          </a:prstGeom>
          <a:noFill/>
          <a:ln/>
        </p:spPr>
        <p:txBody>
          <a:bodyPr wrap="square" lIns="0" tIns="0" rIns="0" bIns="0" rtlCol="0" anchor="t">
            <a:normAutofit/>
          </a:bodyPr>
          <a:lstStyle/>
          <a:p>
            <a:pPr marL="0" indent="0">
              <a:buNone/>
            </a:pPr>
            <a:r>
              <a:rPr lang="fr-CA" sz="2500" b="1" noProof="0" dirty="0">
                <a:solidFill>
                  <a:srgbClr val="B45309"/>
                </a:solidFill>
                <a:latin typeface="Calibri" pitchFamily="34" charset="0"/>
                <a:ea typeface="Calibri" pitchFamily="34" charset="-122"/>
                <a:cs typeface="Calibri" pitchFamily="34" charset="-120"/>
              </a:rPr>
              <a:t>03</a:t>
            </a:r>
            <a:endParaRPr lang="fr-CA" sz="2500" noProof="0" dirty="0"/>
          </a:p>
        </p:txBody>
      </p:sp>
      <p:sp>
        <p:nvSpPr>
          <p:cNvPr id="41" name="Text 14">
            <a:extLst>
              <a:ext uri="{FF2B5EF4-FFF2-40B4-BE49-F238E27FC236}">
                <a16:creationId xmlns:a16="http://schemas.microsoft.com/office/drawing/2014/main" id="{E41E1304-6064-C370-5FC7-4A1D1C16CB59}"/>
              </a:ext>
            </a:extLst>
          </p:cNvPr>
          <p:cNvSpPr/>
          <p:nvPr>
            <p:custDataLst>
              <p:tags r:id="rId20"/>
            </p:custDataLst>
          </p:nvPr>
        </p:nvSpPr>
        <p:spPr>
          <a:xfrm>
            <a:off x="1275128" y="4212325"/>
            <a:ext cx="3017520" cy="365760"/>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Approfondi</a:t>
            </a:r>
            <a:endParaRPr lang="fr-CA" sz="2000" noProof="0" dirty="0"/>
          </a:p>
        </p:txBody>
      </p:sp>
      <p:sp>
        <p:nvSpPr>
          <p:cNvPr id="43" name="Text 15">
            <a:extLst>
              <a:ext uri="{FF2B5EF4-FFF2-40B4-BE49-F238E27FC236}">
                <a16:creationId xmlns:a16="http://schemas.microsoft.com/office/drawing/2014/main" id="{384BDB61-1C36-B566-F4BD-B8397B57AF37}"/>
              </a:ext>
            </a:extLst>
          </p:cNvPr>
          <p:cNvSpPr/>
          <p:nvPr>
            <p:custDataLst>
              <p:tags r:id="rId21"/>
            </p:custDataLst>
          </p:nvPr>
        </p:nvSpPr>
        <p:spPr>
          <a:xfrm>
            <a:off x="1275128" y="4615776"/>
            <a:ext cx="2532036" cy="658368"/>
          </a:xfrm>
          <a:prstGeom prst="rect">
            <a:avLst/>
          </a:prstGeom>
          <a:noFill/>
          <a:ln/>
        </p:spPr>
        <p:txBody>
          <a:bodyPr wrap="square" lIns="0" tIns="0" rIns="0" bIns="0" rtlCol="0" anchor="t">
            <a:normAutofit lnSpcReduction="10000"/>
          </a:bodyPr>
          <a:lstStyle/>
          <a:p>
            <a:r>
              <a:rPr lang="fr-CA" sz="1600" dirty="0">
                <a:solidFill>
                  <a:srgbClr val="486581"/>
                </a:solidFill>
                <a:latin typeface="Calibri" pitchFamily="34" charset="0"/>
                <a:ea typeface="Calibri" pitchFamily="34" charset="-122"/>
                <a:cs typeface="Calibri" pitchFamily="34" charset="-120"/>
              </a:rPr>
              <a:t>Rejeu de réconciliation.</a:t>
            </a:r>
            <a:endParaRPr lang="fr-CA" sz="1600" dirty="0"/>
          </a:p>
          <a:p>
            <a:r>
              <a:rPr lang="fr-CA" sz="1600" dirty="0">
                <a:solidFill>
                  <a:srgbClr val="486581"/>
                </a:solidFill>
                <a:latin typeface="Calibri" pitchFamily="34" charset="0"/>
                <a:ea typeface="Calibri" pitchFamily="34" charset="-122"/>
                <a:cs typeface="Calibri" pitchFamily="34" charset="-120"/>
              </a:rPr>
              <a:t>Consommateur fantôme.</a:t>
            </a:r>
            <a:endParaRPr lang="fr-CA" sz="1600" dirty="0"/>
          </a:p>
          <a:p>
            <a:r>
              <a:rPr lang="fr-CA" sz="1600" dirty="0">
                <a:solidFill>
                  <a:srgbClr val="486581"/>
                </a:solidFill>
                <a:latin typeface="Calibri" pitchFamily="34" charset="0"/>
                <a:ea typeface="Calibri" pitchFamily="34" charset="-122"/>
                <a:cs typeface="Calibri" pitchFamily="34" charset="-120"/>
              </a:rPr>
              <a:t>Audit des écarts.</a:t>
            </a:r>
            <a:endParaRPr lang="fr-CA" sz="1600" dirty="0"/>
          </a:p>
        </p:txBody>
      </p:sp>
      <p:sp>
        <p:nvSpPr>
          <p:cNvPr id="45" name="Shape 6">
            <a:extLst>
              <a:ext uri="{FF2B5EF4-FFF2-40B4-BE49-F238E27FC236}">
                <a16:creationId xmlns:a16="http://schemas.microsoft.com/office/drawing/2014/main" id="{62BE6D9C-8289-A6D1-43AD-94C88EED5029}"/>
              </a:ext>
            </a:extLst>
          </p:cNvPr>
          <p:cNvSpPr/>
          <p:nvPr/>
        </p:nvSpPr>
        <p:spPr>
          <a:xfrm>
            <a:off x="7424926" y="1999476"/>
            <a:ext cx="4233672" cy="3274668"/>
          </a:xfrm>
          <a:prstGeom prst="roundRect">
            <a:avLst>
              <a:gd name="adj" fmla="val 2892"/>
            </a:avLst>
          </a:prstGeom>
          <a:solidFill>
            <a:srgbClr val="F2F6FC"/>
          </a:solidFill>
          <a:ln/>
          <a:effectLst>
            <a:outerShdw blurRad="76200" dist="25400" dir="5400000" algn="bl" rotWithShape="0">
              <a:srgbClr val="9AA5B1">
                <a:alpha val="25000"/>
              </a:srgbClr>
            </a:outerShdw>
          </a:effectLst>
        </p:spPr>
        <p:txBody>
          <a:bodyPr/>
          <a:lstStyle/>
          <a:p>
            <a:endParaRPr lang="en-CA"/>
          </a:p>
        </p:txBody>
      </p:sp>
      <p:sp>
        <p:nvSpPr>
          <p:cNvPr id="49" name="Shape 8">
            <a:extLst>
              <a:ext uri="{FF2B5EF4-FFF2-40B4-BE49-F238E27FC236}">
                <a16:creationId xmlns:a16="http://schemas.microsoft.com/office/drawing/2014/main" id="{9ACBBEE5-FB9B-92D5-A55B-26E8EC866A77}"/>
              </a:ext>
            </a:extLst>
          </p:cNvPr>
          <p:cNvSpPr/>
          <p:nvPr/>
        </p:nvSpPr>
        <p:spPr>
          <a:xfrm>
            <a:off x="7653526" y="2593836"/>
            <a:ext cx="1167384" cy="960120"/>
          </a:xfrm>
          <a:prstGeom prst="roundRect">
            <a:avLst>
              <a:gd name="adj" fmla="val 7619"/>
            </a:avLst>
          </a:prstGeom>
          <a:solidFill>
            <a:srgbClr val="000349"/>
          </a:solidFill>
          <a:ln/>
        </p:spPr>
        <p:txBody>
          <a:bodyPr/>
          <a:lstStyle/>
          <a:p>
            <a:endParaRPr lang="en-CA" dirty="0"/>
          </a:p>
        </p:txBody>
      </p:sp>
      <p:sp>
        <p:nvSpPr>
          <p:cNvPr id="51" name="Text 9">
            <a:extLst>
              <a:ext uri="{FF2B5EF4-FFF2-40B4-BE49-F238E27FC236}">
                <a16:creationId xmlns:a16="http://schemas.microsoft.com/office/drawing/2014/main" id="{D0A6C9B8-1D8A-7BCE-5059-25ABE4CED16A}"/>
              </a:ext>
            </a:extLst>
          </p:cNvPr>
          <p:cNvSpPr/>
          <p:nvPr/>
        </p:nvSpPr>
        <p:spPr>
          <a:xfrm>
            <a:off x="7699246" y="2593836"/>
            <a:ext cx="1075944" cy="960120"/>
          </a:xfrm>
          <a:prstGeom prst="rect">
            <a:avLst/>
          </a:prstGeom>
          <a:noFill/>
          <a:ln/>
        </p:spPr>
        <p:txBody>
          <a:bodyPr wrap="square" lIns="0" tIns="0" rIns="0" bIns="0" rtlCol="0" anchor="ctr">
            <a:normAutofit/>
          </a:bodyPr>
          <a:lstStyle/>
          <a:p>
            <a:pPr marL="0" indent="0" algn="ctr">
              <a:buNone/>
            </a:pPr>
            <a:r>
              <a:rPr lang="en-US" b="1" dirty="0">
                <a:solidFill>
                  <a:srgbClr val="FFFFFF"/>
                </a:solidFill>
                <a:ea typeface="Arial" pitchFamily="34" charset="-122"/>
                <a:cs typeface="Arial" pitchFamily="34" charset="-120"/>
              </a:rPr>
              <a:t>Détecter</a:t>
            </a:r>
            <a:endParaRPr lang="en-US" dirty="0"/>
          </a:p>
        </p:txBody>
      </p:sp>
      <p:sp>
        <p:nvSpPr>
          <p:cNvPr id="53" name="Text 10">
            <a:extLst>
              <a:ext uri="{FF2B5EF4-FFF2-40B4-BE49-F238E27FC236}">
                <a16:creationId xmlns:a16="http://schemas.microsoft.com/office/drawing/2014/main" id="{2F026D32-CEF2-F267-06AE-E5E6A1374892}"/>
              </a:ext>
            </a:extLst>
          </p:cNvPr>
          <p:cNvSpPr/>
          <p:nvPr/>
        </p:nvSpPr>
        <p:spPr>
          <a:xfrm>
            <a:off x="8820910" y="2593836"/>
            <a:ext cx="137160" cy="960120"/>
          </a:xfrm>
          <a:prstGeom prst="rect">
            <a:avLst/>
          </a:prstGeom>
          <a:noFill/>
          <a:ln/>
        </p:spPr>
        <p:txBody>
          <a:bodyPr wrap="square" lIns="0" tIns="0" rIns="0" bIns="0" rtlCol="0" anchor="ctr"/>
          <a:lstStyle/>
          <a:p>
            <a:pPr marL="0" indent="0" algn="ctr">
              <a:buNone/>
            </a:pPr>
            <a:r>
              <a:rPr lang="en-US" sz="1400" b="1" dirty="0">
                <a:solidFill>
                  <a:srgbClr val="0078DC"/>
                </a:solidFill>
                <a:latin typeface="Arial" pitchFamily="34" charset="0"/>
                <a:ea typeface="Arial" pitchFamily="34" charset="-122"/>
                <a:cs typeface="Arial" pitchFamily="34" charset="-120"/>
              </a:rPr>
              <a:t>→</a:t>
            </a:r>
            <a:endParaRPr lang="en-US" sz="1400" dirty="0"/>
          </a:p>
        </p:txBody>
      </p:sp>
      <p:sp>
        <p:nvSpPr>
          <p:cNvPr id="55" name="Shape 11">
            <a:extLst>
              <a:ext uri="{FF2B5EF4-FFF2-40B4-BE49-F238E27FC236}">
                <a16:creationId xmlns:a16="http://schemas.microsoft.com/office/drawing/2014/main" id="{74793ED0-6788-BBCE-1867-D57A0D73F96A}"/>
              </a:ext>
            </a:extLst>
          </p:cNvPr>
          <p:cNvSpPr/>
          <p:nvPr/>
        </p:nvSpPr>
        <p:spPr>
          <a:xfrm>
            <a:off x="8958070" y="2593836"/>
            <a:ext cx="1167384" cy="960120"/>
          </a:xfrm>
          <a:prstGeom prst="roundRect">
            <a:avLst>
              <a:gd name="adj" fmla="val 7619"/>
            </a:avLst>
          </a:prstGeom>
          <a:solidFill>
            <a:srgbClr val="000349"/>
          </a:solidFill>
          <a:ln/>
        </p:spPr>
        <p:txBody>
          <a:bodyPr/>
          <a:lstStyle/>
          <a:p>
            <a:endParaRPr lang="en-CA"/>
          </a:p>
        </p:txBody>
      </p:sp>
      <p:sp>
        <p:nvSpPr>
          <p:cNvPr id="57" name="Text 12">
            <a:extLst>
              <a:ext uri="{FF2B5EF4-FFF2-40B4-BE49-F238E27FC236}">
                <a16:creationId xmlns:a16="http://schemas.microsoft.com/office/drawing/2014/main" id="{36917813-6C13-EE5B-B9AA-F6349B878956}"/>
              </a:ext>
            </a:extLst>
          </p:cNvPr>
          <p:cNvSpPr/>
          <p:nvPr/>
        </p:nvSpPr>
        <p:spPr>
          <a:xfrm>
            <a:off x="9003790" y="2593836"/>
            <a:ext cx="1075944" cy="960120"/>
          </a:xfrm>
          <a:prstGeom prst="rect">
            <a:avLst/>
          </a:prstGeom>
          <a:noFill/>
          <a:ln/>
        </p:spPr>
        <p:txBody>
          <a:bodyPr wrap="square" lIns="0" tIns="0" rIns="0" bIns="0" rtlCol="0" anchor="ctr">
            <a:normAutofit/>
          </a:bodyPr>
          <a:lstStyle/>
          <a:p>
            <a:pPr marL="0" indent="0" algn="ctr">
              <a:buNone/>
            </a:pPr>
            <a:r>
              <a:rPr lang="en-US" b="1" dirty="0">
                <a:solidFill>
                  <a:srgbClr val="FFFFFF"/>
                </a:solidFill>
                <a:latin typeface="+mj-lt"/>
                <a:ea typeface="Arial" pitchFamily="34" charset="-122"/>
                <a:cs typeface="Arial" pitchFamily="34" charset="-120"/>
              </a:rPr>
              <a:t>Localiser</a:t>
            </a:r>
            <a:endParaRPr lang="en-US" dirty="0">
              <a:latin typeface="+mj-lt"/>
            </a:endParaRPr>
          </a:p>
        </p:txBody>
      </p:sp>
      <p:sp>
        <p:nvSpPr>
          <p:cNvPr id="59" name="Text 13">
            <a:extLst>
              <a:ext uri="{FF2B5EF4-FFF2-40B4-BE49-F238E27FC236}">
                <a16:creationId xmlns:a16="http://schemas.microsoft.com/office/drawing/2014/main" id="{2218A0A5-21D3-95FB-B932-583ACB365B3E}"/>
              </a:ext>
            </a:extLst>
          </p:cNvPr>
          <p:cNvSpPr/>
          <p:nvPr/>
        </p:nvSpPr>
        <p:spPr>
          <a:xfrm>
            <a:off x="10125454" y="2593836"/>
            <a:ext cx="137160" cy="960120"/>
          </a:xfrm>
          <a:prstGeom prst="rect">
            <a:avLst/>
          </a:prstGeom>
          <a:noFill/>
          <a:ln/>
        </p:spPr>
        <p:txBody>
          <a:bodyPr wrap="square" lIns="0" tIns="0" rIns="0" bIns="0" rtlCol="0" anchor="ctr"/>
          <a:lstStyle/>
          <a:p>
            <a:pPr marL="0" indent="0" algn="ctr">
              <a:buNone/>
            </a:pPr>
            <a:r>
              <a:rPr lang="en-US" sz="1400" b="1" dirty="0">
                <a:solidFill>
                  <a:srgbClr val="0078DC"/>
                </a:solidFill>
                <a:latin typeface="Arial" pitchFamily="34" charset="0"/>
                <a:ea typeface="Arial" pitchFamily="34" charset="-122"/>
                <a:cs typeface="Arial" pitchFamily="34" charset="-120"/>
              </a:rPr>
              <a:t>→</a:t>
            </a:r>
            <a:endParaRPr lang="en-US" sz="1400" dirty="0"/>
          </a:p>
        </p:txBody>
      </p:sp>
      <p:sp>
        <p:nvSpPr>
          <p:cNvPr id="61" name="Shape 14">
            <a:extLst>
              <a:ext uri="{FF2B5EF4-FFF2-40B4-BE49-F238E27FC236}">
                <a16:creationId xmlns:a16="http://schemas.microsoft.com/office/drawing/2014/main" id="{3D335A14-F59A-9827-F92D-DE0109CC3366}"/>
              </a:ext>
            </a:extLst>
          </p:cNvPr>
          <p:cNvSpPr/>
          <p:nvPr/>
        </p:nvSpPr>
        <p:spPr>
          <a:xfrm>
            <a:off x="10262614" y="2593836"/>
            <a:ext cx="1167384" cy="960120"/>
          </a:xfrm>
          <a:prstGeom prst="roundRect">
            <a:avLst>
              <a:gd name="adj" fmla="val 7619"/>
            </a:avLst>
          </a:prstGeom>
          <a:solidFill>
            <a:srgbClr val="000349"/>
          </a:solidFill>
          <a:ln/>
        </p:spPr>
        <p:txBody>
          <a:bodyPr/>
          <a:lstStyle/>
          <a:p>
            <a:endParaRPr lang="en-CA"/>
          </a:p>
        </p:txBody>
      </p:sp>
      <p:sp>
        <p:nvSpPr>
          <p:cNvPr id="63" name="Text 15">
            <a:extLst>
              <a:ext uri="{FF2B5EF4-FFF2-40B4-BE49-F238E27FC236}">
                <a16:creationId xmlns:a16="http://schemas.microsoft.com/office/drawing/2014/main" id="{F27CB252-6EBC-3933-8BBD-257A8A5021F6}"/>
              </a:ext>
            </a:extLst>
          </p:cNvPr>
          <p:cNvSpPr/>
          <p:nvPr/>
        </p:nvSpPr>
        <p:spPr>
          <a:xfrm>
            <a:off x="10308334" y="2593836"/>
            <a:ext cx="1075944" cy="960120"/>
          </a:xfrm>
          <a:prstGeom prst="rect">
            <a:avLst/>
          </a:prstGeom>
          <a:noFill/>
          <a:ln/>
        </p:spPr>
        <p:txBody>
          <a:bodyPr wrap="square" lIns="0" tIns="0" rIns="0" bIns="0" rtlCol="0" anchor="ctr">
            <a:normAutofit/>
          </a:bodyPr>
          <a:lstStyle/>
          <a:p>
            <a:pPr marL="0" indent="0" algn="ctr">
              <a:buNone/>
            </a:pPr>
            <a:r>
              <a:rPr lang="en-US" b="1" dirty="0">
                <a:solidFill>
                  <a:srgbClr val="FFFFFF"/>
                </a:solidFill>
                <a:latin typeface="+mj-lt"/>
                <a:ea typeface="Arial" pitchFamily="34" charset="-122"/>
                <a:cs typeface="Arial" pitchFamily="34" charset="-120"/>
              </a:rPr>
              <a:t>Classifier</a:t>
            </a:r>
            <a:endParaRPr lang="en-US" dirty="0">
              <a:latin typeface="+mj-lt"/>
            </a:endParaRPr>
          </a:p>
        </p:txBody>
      </p:sp>
      <p:sp>
        <p:nvSpPr>
          <p:cNvPr id="65" name="Shape 16">
            <a:extLst>
              <a:ext uri="{FF2B5EF4-FFF2-40B4-BE49-F238E27FC236}">
                <a16:creationId xmlns:a16="http://schemas.microsoft.com/office/drawing/2014/main" id="{4C21723B-C398-2E91-846A-67BD44E33B26}"/>
              </a:ext>
            </a:extLst>
          </p:cNvPr>
          <p:cNvSpPr/>
          <p:nvPr/>
        </p:nvSpPr>
        <p:spPr>
          <a:xfrm>
            <a:off x="7653526" y="3961183"/>
            <a:ext cx="1819656" cy="960120"/>
          </a:xfrm>
          <a:prstGeom prst="roundRect">
            <a:avLst>
              <a:gd name="adj" fmla="val 7619"/>
            </a:avLst>
          </a:prstGeom>
          <a:solidFill>
            <a:srgbClr val="000349"/>
          </a:solidFill>
          <a:ln/>
        </p:spPr>
        <p:txBody>
          <a:bodyPr/>
          <a:lstStyle/>
          <a:p>
            <a:endParaRPr lang="en-CA"/>
          </a:p>
        </p:txBody>
      </p:sp>
      <p:sp>
        <p:nvSpPr>
          <p:cNvPr id="67" name="Text 17">
            <a:extLst>
              <a:ext uri="{FF2B5EF4-FFF2-40B4-BE49-F238E27FC236}">
                <a16:creationId xmlns:a16="http://schemas.microsoft.com/office/drawing/2014/main" id="{5553369D-ED2D-D390-9DB6-F25CF0CE306A}"/>
              </a:ext>
            </a:extLst>
          </p:cNvPr>
          <p:cNvSpPr/>
          <p:nvPr/>
        </p:nvSpPr>
        <p:spPr>
          <a:xfrm>
            <a:off x="7699246" y="3961183"/>
            <a:ext cx="1728216" cy="960120"/>
          </a:xfrm>
          <a:prstGeom prst="rect">
            <a:avLst/>
          </a:prstGeom>
          <a:noFill/>
          <a:ln/>
        </p:spPr>
        <p:txBody>
          <a:bodyPr wrap="square" lIns="0" tIns="0" rIns="0" bIns="0" rtlCol="0" anchor="ctr">
            <a:normAutofit/>
          </a:bodyPr>
          <a:lstStyle/>
          <a:p>
            <a:pPr marL="0" indent="0" algn="ctr">
              <a:buNone/>
            </a:pPr>
            <a:r>
              <a:rPr lang="en-US" b="1" dirty="0">
                <a:solidFill>
                  <a:srgbClr val="FFFFFF"/>
                </a:solidFill>
                <a:latin typeface="+mj-lt"/>
                <a:ea typeface="Arial" pitchFamily="34" charset="-122"/>
                <a:cs typeface="Arial" pitchFamily="34" charset="-120"/>
              </a:rPr>
              <a:t>Réparer</a:t>
            </a:r>
            <a:endParaRPr lang="en-US" dirty="0">
              <a:latin typeface="+mj-lt"/>
            </a:endParaRPr>
          </a:p>
        </p:txBody>
      </p:sp>
      <p:sp>
        <p:nvSpPr>
          <p:cNvPr id="69" name="Text 18">
            <a:extLst>
              <a:ext uri="{FF2B5EF4-FFF2-40B4-BE49-F238E27FC236}">
                <a16:creationId xmlns:a16="http://schemas.microsoft.com/office/drawing/2014/main" id="{3C7B6094-3857-70CC-81C2-CC567BEE2574}"/>
              </a:ext>
            </a:extLst>
          </p:cNvPr>
          <p:cNvSpPr/>
          <p:nvPr/>
        </p:nvSpPr>
        <p:spPr>
          <a:xfrm>
            <a:off x="9473182" y="3961183"/>
            <a:ext cx="137160" cy="960120"/>
          </a:xfrm>
          <a:prstGeom prst="rect">
            <a:avLst/>
          </a:prstGeom>
          <a:noFill/>
          <a:ln/>
        </p:spPr>
        <p:txBody>
          <a:bodyPr wrap="square" lIns="0" tIns="0" rIns="0" bIns="0" rtlCol="0" anchor="ctr"/>
          <a:lstStyle/>
          <a:p>
            <a:pPr marL="0" indent="0" algn="ctr">
              <a:buNone/>
            </a:pPr>
            <a:r>
              <a:rPr lang="en-US" sz="1400" b="1" dirty="0">
                <a:solidFill>
                  <a:srgbClr val="0078DC"/>
                </a:solidFill>
                <a:latin typeface="Arial" pitchFamily="34" charset="0"/>
                <a:ea typeface="Arial" pitchFamily="34" charset="-122"/>
                <a:cs typeface="Arial" pitchFamily="34" charset="-120"/>
              </a:rPr>
              <a:t>→</a:t>
            </a:r>
            <a:endParaRPr lang="en-US" sz="1400" dirty="0"/>
          </a:p>
        </p:txBody>
      </p:sp>
      <p:sp>
        <p:nvSpPr>
          <p:cNvPr id="71" name="Shape 19">
            <a:extLst>
              <a:ext uri="{FF2B5EF4-FFF2-40B4-BE49-F238E27FC236}">
                <a16:creationId xmlns:a16="http://schemas.microsoft.com/office/drawing/2014/main" id="{D9D0B381-3CA6-4B34-B8AD-638ECA09A58C}"/>
              </a:ext>
            </a:extLst>
          </p:cNvPr>
          <p:cNvSpPr/>
          <p:nvPr/>
        </p:nvSpPr>
        <p:spPr>
          <a:xfrm>
            <a:off x="9610342" y="3961183"/>
            <a:ext cx="1819656" cy="960120"/>
          </a:xfrm>
          <a:prstGeom prst="roundRect">
            <a:avLst>
              <a:gd name="adj" fmla="val 7619"/>
            </a:avLst>
          </a:prstGeom>
          <a:solidFill>
            <a:srgbClr val="000349"/>
          </a:solidFill>
          <a:ln/>
        </p:spPr>
        <p:txBody>
          <a:bodyPr/>
          <a:lstStyle/>
          <a:p>
            <a:endParaRPr lang="en-CA"/>
          </a:p>
        </p:txBody>
      </p:sp>
      <p:sp>
        <p:nvSpPr>
          <p:cNvPr id="73" name="Text 20">
            <a:extLst>
              <a:ext uri="{FF2B5EF4-FFF2-40B4-BE49-F238E27FC236}">
                <a16:creationId xmlns:a16="http://schemas.microsoft.com/office/drawing/2014/main" id="{F191FF6A-81E2-85DC-F10F-77D1CEC4CAB0}"/>
              </a:ext>
            </a:extLst>
          </p:cNvPr>
          <p:cNvSpPr/>
          <p:nvPr/>
        </p:nvSpPr>
        <p:spPr>
          <a:xfrm>
            <a:off x="9656062" y="3961183"/>
            <a:ext cx="1728216" cy="960120"/>
          </a:xfrm>
          <a:prstGeom prst="rect">
            <a:avLst/>
          </a:prstGeom>
          <a:noFill/>
          <a:ln/>
        </p:spPr>
        <p:txBody>
          <a:bodyPr wrap="square" lIns="0" tIns="0" rIns="0" bIns="0" rtlCol="0" anchor="ctr">
            <a:normAutofit/>
          </a:bodyPr>
          <a:lstStyle/>
          <a:p>
            <a:pPr marL="0" indent="0" algn="ctr">
              <a:buNone/>
            </a:pPr>
            <a:r>
              <a:rPr lang="en-US" b="1" dirty="0">
                <a:solidFill>
                  <a:srgbClr val="FFFFFF"/>
                </a:solidFill>
                <a:latin typeface="+mj-lt"/>
                <a:ea typeface="Arial" pitchFamily="34" charset="-122"/>
                <a:cs typeface="Arial" pitchFamily="34" charset="-120"/>
              </a:rPr>
              <a:t>Auditer</a:t>
            </a:r>
          </a:p>
          <a:p>
            <a:pPr marL="0" indent="0" algn="ctr">
              <a:buNone/>
            </a:pPr>
            <a:r>
              <a:rPr lang="en-US" b="1" dirty="0">
                <a:solidFill>
                  <a:srgbClr val="FFFFFF"/>
                </a:solidFill>
                <a:latin typeface="+mj-lt"/>
                <a:cs typeface="Arial" pitchFamily="34" charset="-120"/>
              </a:rPr>
              <a:t>(Consigner)</a:t>
            </a:r>
            <a:endParaRPr lang="en-US" dirty="0">
              <a:latin typeface="+mj-lt"/>
            </a:endParaRPr>
          </a:p>
        </p:txBody>
      </p:sp>
      <p:sp>
        <p:nvSpPr>
          <p:cNvPr id="75" name="Text 21">
            <a:extLst>
              <a:ext uri="{FF2B5EF4-FFF2-40B4-BE49-F238E27FC236}">
                <a16:creationId xmlns:a16="http://schemas.microsoft.com/office/drawing/2014/main" id="{47F04A3C-B32A-7FED-CA12-638C95F98038}"/>
              </a:ext>
            </a:extLst>
          </p:cNvPr>
          <p:cNvSpPr/>
          <p:nvPr/>
        </p:nvSpPr>
        <p:spPr>
          <a:xfrm>
            <a:off x="7653526" y="3595314"/>
            <a:ext cx="3776472" cy="288036"/>
          </a:xfrm>
          <a:prstGeom prst="rect">
            <a:avLst/>
          </a:prstGeom>
          <a:noFill/>
          <a:ln/>
        </p:spPr>
        <p:txBody>
          <a:bodyPr wrap="square" lIns="0" tIns="0" rIns="0" bIns="0" rtlCol="0" anchor="ctr"/>
          <a:lstStyle/>
          <a:p>
            <a:pPr marL="0" indent="0" algn="ctr">
              <a:buNone/>
            </a:pPr>
            <a:r>
              <a:rPr lang="en-US" sz="1600" dirty="0">
                <a:solidFill>
                  <a:srgbClr val="0078DC"/>
                </a:solidFill>
                <a:latin typeface="Arial" pitchFamily="34" charset="0"/>
                <a:ea typeface="Arial" pitchFamily="34" charset="-122"/>
                <a:cs typeface="Arial" pitchFamily="34" charset="-120"/>
              </a:rPr>
              <a:t>↓</a:t>
            </a:r>
            <a:endParaRPr lang="en-US" sz="1600" dirty="0"/>
          </a:p>
        </p:txBody>
      </p:sp>
      <p:sp>
        <p:nvSpPr>
          <p:cNvPr id="77" name="Text 8">
            <a:extLst>
              <a:ext uri="{FF2B5EF4-FFF2-40B4-BE49-F238E27FC236}">
                <a16:creationId xmlns:a16="http://schemas.microsoft.com/office/drawing/2014/main" id="{222D662E-7364-0B3B-BD37-BE29F25E507E}"/>
              </a:ext>
            </a:extLst>
          </p:cNvPr>
          <p:cNvSpPr/>
          <p:nvPr>
            <p:custDataLst>
              <p:tags r:id="rId22"/>
            </p:custDataLst>
          </p:nvPr>
        </p:nvSpPr>
        <p:spPr>
          <a:xfrm>
            <a:off x="7424926" y="2157705"/>
            <a:ext cx="4244588" cy="475488"/>
          </a:xfrm>
          <a:prstGeom prst="rect">
            <a:avLst/>
          </a:prstGeom>
          <a:noFill/>
          <a:ln/>
        </p:spPr>
        <p:txBody>
          <a:bodyPr wrap="square" lIns="0" tIns="0" rIns="0" bIns="0" rtlCol="0" anchor="t">
            <a:normAutofit/>
          </a:bodyPr>
          <a:lstStyle/>
          <a:p>
            <a:pPr marL="0" indent="0" algn="ctr">
              <a:buNone/>
            </a:pPr>
            <a:r>
              <a:rPr lang="fr-CA" sz="2000" b="1" noProof="0" dirty="0">
                <a:solidFill>
                  <a:srgbClr val="1F6FEB"/>
                </a:solidFill>
                <a:latin typeface="Calibri" pitchFamily="34" charset="0"/>
                <a:ea typeface="Calibri" pitchFamily="34" charset="-122"/>
                <a:cs typeface="Calibri" pitchFamily="34" charset="-120"/>
              </a:rPr>
              <a:t>Séquence des processus</a:t>
            </a:r>
            <a:endParaRPr lang="fr-CA" sz="1850" noProof="0" dirty="0"/>
          </a:p>
        </p:txBody>
      </p:sp>
      <p:sp>
        <p:nvSpPr>
          <p:cNvPr id="83" name="Shape 7">
            <a:extLst>
              <a:ext uri="{FF2B5EF4-FFF2-40B4-BE49-F238E27FC236}">
                <a16:creationId xmlns:a16="http://schemas.microsoft.com/office/drawing/2014/main" id="{09533855-22AC-5A14-EE40-64092D95F574}"/>
              </a:ext>
            </a:extLst>
          </p:cNvPr>
          <p:cNvSpPr/>
          <p:nvPr>
            <p:custDataLst>
              <p:tags r:id="rId23"/>
            </p:custDataLst>
          </p:nvPr>
        </p:nvSpPr>
        <p:spPr>
          <a:xfrm>
            <a:off x="3944323" y="2593836"/>
            <a:ext cx="3067811" cy="603504"/>
          </a:xfrm>
          <a:prstGeom prst="roundRect">
            <a:avLst>
              <a:gd name="adj" fmla="val 5236"/>
            </a:avLst>
          </a:prstGeom>
          <a:solidFill>
            <a:srgbClr val="EFF6FF"/>
          </a:solidFill>
          <a:ln w="8890">
            <a:solidFill>
              <a:srgbClr val="1F6FEB"/>
            </a:solidFill>
            <a:prstDash val="solid"/>
          </a:ln>
        </p:spPr>
        <p:txBody>
          <a:bodyPr/>
          <a:lstStyle/>
          <a:p>
            <a:endParaRPr lang="fr-CA" noProof="0" dirty="0"/>
          </a:p>
        </p:txBody>
      </p:sp>
      <p:sp>
        <p:nvSpPr>
          <p:cNvPr id="85" name="Text 8">
            <a:extLst>
              <a:ext uri="{FF2B5EF4-FFF2-40B4-BE49-F238E27FC236}">
                <a16:creationId xmlns:a16="http://schemas.microsoft.com/office/drawing/2014/main" id="{62C405F2-045E-D45C-EFA8-BDC3E2939BE6}"/>
              </a:ext>
            </a:extLst>
          </p:cNvPr>
          <p:cNvSpPr/>
          <p:nvPr>
            <p:custDataLst>
              <p:tags r:id="rId24"/>
            </p:custDataLst>
          </p:nvPr>
        </p:nvSpPr>
        <p:spPr>
          <a:xfrm>
            <a:off x="3944322" y="2731183"/>
            <a:ext cx="3063241" cy="453303"/>
          </a:xfrm>
          <a:prstGeom prst="rect">
            <a:avLst/>
          </a:prstGeom>
          <a:noFill/>
          <a:ln/>
        </p:spPr>
        <p:txBody>
          <a:bodyPr wrap="square" lIns="0" tIns="0" rIns="0" bIns="0" rtlCol="0" anchor="t">
            <a:normAutofit/>
          </a:bodyPr>
          <a:lstStyle/>
          <a:p>
            <a:pPr marL="0" indent="0" algn="ctr">
              <a:buNone/>
            </a:pPr>
            <a:r>
              <a:rPr lang="fr-CA" sz="2000" b="1" noProof="0" dirty="0">
                <a:solidFill>
                  <a:srgbClr val="1F6FEB"/>
                </a:solidFill>
                <a:latin typeface="Calibri" pitchFamily="34" charset="0"/>
                <a:ea typeface="Calibri" pitchFamily="34" charset="-122"/>
                <a:cs typeface="Calibri" pitchFamily="34" charset="-120"/>
              </a:rPr>
              <a:t>Demandes</a:t>
            </a:r>
            <a:r>
              <a:rPr lang="fr-CA" sz="1850" b="1" noProof="0" dirty="0">
                <a:solidFill>
                  <a:srgbClr val="1F6FEB"/>
                </a:solidFill>
                <a:latin typeface="Calibri" pitchFamily="34" charset="0"/>
                <a:ea typeface="Calibri" pitchFamily="34" charset="-122"/>
                <a:cs typeface="Calibri" pitchFamily="34" charset="-120"/>
              </a:rPr>
              <a:t> traitées</a:t>
            </a:r>
            <a:endParaRPr lang="fr-CA" sz="1850" noProof="0" dirty="0"/>
          </a:p>
        </p:txBody>
      </p:sp>
      <p:sp>
        <p:nvSpPr>
          <p:cNvPr id="89" name="Shape 10">
            <a:extLst>
              <a:ext uri="{FF2B5EF4-FFF2-40B4-BE49-F238E27FC236}">
                <a16:creationId xmlns:a16="http://schemas.microsoft.com/office/drawing/2014/main" id="{35356D62-365F-0C8D-EA46-458C40CC101F}"/>
              </a:ext>
            </a:extLst>
          </p:cNvPr>
          <p:cNvSpPr/>
          <p:nvPr>
            <p:custDataLst>
              <p:tags r:id="rId25"/>
            </p:custDataLst>
          </p:nvPr>
        </p:nvSpPr>
        <p:spPr>
          <a:xfrm>
            <a:off x="3966969" y="3460377"/>
            <a:ext cx="3035809" cy="603504"/>
          </a:xfrm>
          <a:prstGeom prst="roundRect">
            <a:avLst>
              <a:gd name="adj" fmla="val 5236"/>
            </a:avLst>
          </a:prstGeom>
          <a:solidFill>
            <a:srgbClr val="EFFAF8"/>
          </a:solidFill>
          <a:ln w="8890">
            <a:solidFill>
              <a:srgbClr val="0F766E"/>
            </a:solidFill>
            <a:prstDash val="solid"/>
          </a:ln>
        </p:spPr>
        <p:txBody>
          <a:bodyPr/>
          <a:lstStyle/>
          <a:p>
            <a:endParaRPr lang="fr-CA" noProof="0" dirty="0"/>
          </a:p>
        </p:txBody>
      </p:sp>
      <p:sp>
        <p:nvSpPr>
          <p:cNvPr id="91" name="Text 11">
            <a:extLst>
              <a:ext uri="{FF2B5EF4-FFF2-40B4-BE49-F238E27FC236}">
                <a16:creationId xmlns:a16="http://schemas.microsoft.com/office/drawing/2014/main" id="{32261AAA-8DB7-A534-B608-7B88ED82BDB9}"/>
              </a:ext>
            </a:extLst>
          </p:cNvPr>
          <p:cNvSpPr/>
          <p:nvPr>
            <p:custDataLst>
              <p:tags r:id="rId26"/>
            </p:custDataLst>
          </p:nvPr>
        </p:nvSpPr>
        <p:spPr>
          <a:xfrm>
            <a:off x="3985468" y="3606461"/>
            <a:ext cx="3035810" cy="448056"/>
          </a:xfrm>
          <a:prstGeom prst="rect">
            <a:avLst/>
          </a:prstGeom>
          <a:noFill/>
          <a:ln/>
        </p:spPr>
        <p:txBody>
          <a:bodyPr wrap="square" lIns="0" tIns="0" rIns="0" bIns="0" rtlCol="0" anchor="t">
            <a:normAutofit/>
          </a:bodyPr>
          <a:lstStyle/>
          <a:p>
            <a:pPr marL="0" indent="0" algn="ctr">
              <a:buNone/>
            </a:pPr>
            <a:r>
              <a:rPr lang="fr-CA" sz="2000" b="1" noProof="0" dirty="0">
                <a:solidFill>
                  <a:srgbClr val="0F766E"/>
                </a:solidFill>
                <a:latin typeface="Calibri" pitchFamily="34" charset="0"/>
                <a:ea typeface="Calibri" pitchFamily="34" charset="-122"/>
                <a:cs typeface="Calibri" pitchFamily="34" charset="-120"/>
              </a:rPr>
              <a:t>État</a:t>
            </a:r>
            <a:r>
              <a:rPr lang="fr-CA" sz="1850" b="1" noProof="0" dirty="0">
                <a:solidFill>
                  <a:srgbClr val="0F766E"/>
                </a:solidFill>
                <a:latin typeface="Calibri" pitchFamily="34" charset="0"/>
                <a:ea typeface="Calibri" pitchFamily="34" charset="-122"/>
                <a:cs typeface="Calibri" pitchFamily="34" charset="-120"/>
              </a:rPr>
              <a:t> attendu</a:t>
            </a:r>
            <a:endParaRPr lang="fr-CA" sz="1850" noProof="0" dirty="0"/>
          </a:p>
        </p:txBody>
      </p:sp>
      <p:sp>
        <p:nvSpPr>
          <p:cNvPr id="95" name="Shape 13">
            <a:extLst>
              <a:ext uri="{FF2B5EF4-FFF2-40B4-BE49-F238E27FC236}">
                <a16:creationId xmlns:a16="http://schemas.microsoft.com/office/drawing/2014/main" id="{C67992B0-DAA5-7F94-9559-FCFA7E08DBA4}"/>
              </a:ext>
            </a:extLst>
          </p:cNvPr>
          <p:cNvSpPr/>
          <p:nvPr>
            <p:custDataLst>
              <p:tags r:id="rId27"/>
            </p:custDataLst>
          </p:nvPr>
        </p:nvSpPr>
        <p:spPr>
          <a:xfrm>
            <a:off x="3950912" y="4336689"/>
            <a:ext cx="3033791" cy="589789"/>
          </a:xfrm>
          <a:prstGeom prst="roundRect">
            <a:avLst>
              <a:gd name="adj" fmla="val 5236"/>
            </a:avLst>
          </a:prstGeom>
          <a:solidFill>
            <a:srgbClr val="FFF7ED"/>
          </a:solidFill>
          <a:ln w="8890">
            <a:solidFill>
              <a:srgbClr val="B45309"/>
            </a:solidFill>
            <a:prstDash val="solid"/>
          </a:ln>
        </p:spPr>
        <p:txBody>
          <a:bodyPr/>
          <a:lstStyle/>
          <a:p>
            <a:endParaRPr lang="fr-CA" noProof="0" dirty="0"/>
          </a:p>
        </p:txBody>
      </p:sp>
      <p:sp>
        <p:nvSpPr>
          <p:cNvPr id="97" name="Text 14">
            <a:extLst>
              <a:ext uri="{FF2B5EF4-FFF2-40B4-BE49-F238E27FC236}">
                <a16:creationId xmlns:a16="http://schemas.microsoft.com/office/drawing/2014/main" id="{9FE009F8-B8BB-DDB4-1CBF-62CB1E146F2D}"/>
              </a:ext>
            </a:extLst>
          </p:cNvPr>
          <p:cNvSpPr/>
          <p:nvPr>
            <p:custDataLst>
              <p:tags r:id="rId28"/>
            </p:custDataLst>
          </p:nvPr>
        </p:nvSpPr>
        <p:spPr>
          <a:xfrm>
            <a:off x="3937014" y="4458656"/>
            <a:ext cx="3047689" cy="467822"/>
          </a:xfrm>
          <a:prstGeom prst="rect">
            <a:avLst/>
          </a:prstGeom>
          <a:noFill/>
          <a:ln/>
        </p:spPr>
        <p:txBody>
          <a:bodyPr wrap="square" lIns="0" tIns="0" rIns="0" bIns="0" rtlCol="0" anchor="t">
            <a:normAutofit/>
          </a:bodyPr>
          <a:lstStyle/>
          <a:p>
            <a:pPr marL="0" indent="0" algn="ctr">
              <a:buNone/>
            </a:pPr>
            <a:r>
              <a:rPr lang="fr-CA" sz="1850" b="1" noProof="0" dirty="0">
                <a:solidFill>
                  <a:srgbClr val="B45309"/>
                </a:solidFill>
                <a:latin typeface="Calibri" pitchFamily="34" charset="0"/>
                <a:ea typeface="Calibri" pitchFamily="34" charset="-122"/>
                <a:cs typeface="Calibri" pitchFamily="34" charset="-120"/>
              </a:rPr>
              <a:t>État </a:t>
            </a:r>
            <a:r>
              <a:rPr lang="fr-CA" sz="2000" b="1" noProof="0" dirty="0">
                <a:solidFill>
                  <a:srgbClr val="B45309"/>
                </a:solidFill>
                <a:latin typeface="Calibri" pitchFamily="34" charset="0"/>
                <a:ea typeface="Calibri" pitchFamily="34" charset="-122"/>
                <a:cs typeface="Calibri" pitchFamily="34" charset="-120"/>
              </a:rPr>
              <a:t>persisté</a:t>
            </a:r>
            <a:endParaRPr lang="fr-CA" sz="2000" noProof="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Shape 0"/>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en-CA"/>
          </a:p>
        </p:txBody>
      </p:sp>
      <p:sp>
        <p:nvSpPr>
          <p:cNvPr id="3" name="Text 1"/>
          <p:cNvSpPr/>
          <p:nvPr>
            <p:custDataLst>
              <p:tags r:id="rId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en-US" sz="1100" b="1" kern="0" spc="50" dirty="0">
                <a:solidFill>
                  <a:srgbClr val="1F6FEB"/>
                </a:solidFill>
                <a:latin typeface="Calibri" pitchFamily="34" charset="0"/>
                <a:ea typeface="Calibri" pitchFamily="34" charset="-122"/>
                <a:cs typeface="Calibri" pitchFamily="34" charset="-120"/>
              </a:rPr>
              <a:t>06 / PROUVER ET CHOISIR</a:t>
            </a:r>
            <a:endParaRPr lang="en-US" sz="1100" dirty="0"/>
          </a:p>
        </p:txBody>
      </p:sp>
      <p:sp>
        <p:nvSpPr>
          <p:cNvPr id="4" name="Text 2"/>
          <p:cNvSpPr/>
          <p:nvPr>
            <p:custDataLst>
              <p:tags r:id="rId3"/>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en-US" sz="1000" b="1" dirty="0">
                <a:solidFill>
                  <a:srgbClr val="829AB1"/>
                </a:solidFill>
                <a:latin typeface="Calibri" pitchFamily="34" charset="0"/>
                <a:ea typeface="Calibri" pitchFamily="34" charset="-122"/>
                <a:cs typeface="Calibri" pitchFamily="34" charset="-120"/>
              </a:rPr>
              <a:t>ETL / SOA / EDA</a:t>
            </a:r>
            <a:endParaRPr lang="en-US" sz="1000" dirty="0"/>
          </a:p>
        </p:txBody>
      </p:sp>
      <p:sp>
        <p:nvSpPr>
          <p:cNvPr id="5" name="Text 3"/>
          <p:cNvSpPr/>
          <p:nvPr>
            <p:custDataLst>
              <p:tags r:id="rId4"/>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en-US" sz="2700" b="1" dirty="0">
                <a:solidFill>
                  <a:srgbClr val="102A43"/>
                </a:solidFill>
                <a:latin typeface="Calibri" pitchFamily="34" charset="0"/>
                <a:ea typeface="Calibri" pitchFamily="34" charset="-122"/>
                <a:cs typeface="Calibri" pitchFamily="34" charset="-120"/>
              </a:rPr>
              <a:t>Ce ne sont pas trois marches d'une échelle de maturité</a:t>
            </a:r>
            <a:endParaRPr lang="en-US" sz="2700" dirty="0"/>
          </a:p>
        </p:txBody>
      </p:sp>
      <p:sp>
        <p:nvSpPr>
          <p:cNvPr id="6" name="Text 4"/>
          <p:cNvSpPr/>
          <p:nvPr>
            <p:custDataLst>
              <p:tags r:id="rId5"/>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en-US" sz="1650" dirty="0">
                <a:solidFill>
                  <a:srgbClr val="486581"/>
                </a:solidFill>
                <a:latin typeface="Calibri" pitchFamily="34" charset="0"/>
                <a:ea typeface="Calibri" pitchFamily="34" charset="-122"/>
                <a:cs typeface="Calibri" pitchFamily="34" charset="-120"/>
              </a:rPr>
              <a:t>La documentation compare des styles d'intégration complémentaires qui placent la complexité à des endroits différents.</a:t>
            </a:r>
            <a:endParaRPr lang="en-US" sz="1650" dirty="0"/>
          </a:p>
        </p:txBody>
      </p:sp>
      <p:sp>
        <p:nvSpPr>
          <p:cNvPr id="7" name="Text 5"/>
          <p:cNvSpPr/>
          <p:nvPr>
            <p:custDataLst>
              <p:tags r:id="rId6"/>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en-US" sz="900" dirty="0">
                <a:solidFill>
                  <a:srgbClr val="486581"/>
                </a:solidFill>
                <a:latin typeface="Calibri" pitchFamily="34" charset="0"/>
                <a:ea typeface="Calibri" pitchFamily="34" charset="-122"/>
                <a:cs typeface="Calibri" pitchFamily="34" charset="-120"/>
              </a:rPr>
              <a:t>Guide d'ingénierie Kafka · Projet EDA</a:t>
            </a:r>
            <a:endParaRPr lang="en-US" sz="900" dirty="0"/>
          </a:p>
        </p:txBody>
      </p:sp>
      <p:sp>
        <p:nvSpPr>
          <p:cNvPr id="8" name="Text 6"/>
          <p:cNvSpPr/>
          <p:nvPr>
            <p:custDataLst>
              <p:tags r:id="rId7"/>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en-US" sz="900" dirty="0">
                <a:solidFill>
                  <a:srgbClr val="486581"/>
                </a:solidFill>
                <a:latin typeface="Calibri" pitchFamily="34" charset="0"/>
                <a:ea typeface="Calibri" pitchFamily="34" charset="-122"/>
                <a:cs typeface="Calibri" pitchFamily="34" charset="-120"/>
              </a:rPr>
              <a:t>35</a:t>
            </a:r>
            <a:endParaRPr lang="en-US" sz="900" dirty="0"/>
          </a:p>
        </p:txBody>
      </p:sp>
      <p:sp>
        <p:nvSpPr>
          <p:cNvPr id="9" name="Shape 7"/>
          <p:cNvSpPr/>
          <p:nvPr>
            <p:custDataLst>
              <p:tags r:id="rId8"/>
            </p:custDataLst>
          </p:nvPr>
        </p:nvSpPr>
        <p:spPr>
          <a:xfrm>
            <a:off x="543670" y="2009394"/>
            <a:ext cx="2071116" cy="475488"/>
          </a:xfrm>
          <a:prstGeom prst="roundRect">
            <a:avLst>
              <a:gd name="adj" fmla="val 19231"/>
            </a:avLst>
          </a:prstGeom>
          <a:solidFill>
            <a:srgbClr val="1F6FEB"/>
          </a:solidFill>
          <a:ln w="8890">
            <a:solidFill>
              <a:srgbClr val="1F6FEB"/>
            </a:solidFill>
            <a:prstDash val="solid"/>
          </a:ln>
        </p:spPr>
        <p:txBody>
          <a:bodyPr/>
          <a:lstStyle/>
          <a:p>
            <a:endParaRPr lang="en-CA"/>
          </a:p>
        </p:txBody>
      </p:sp>
      <p:sp>
        <p:nvSpPr>
          <p:cNvPr id="10" name="Text 8"/>
          <p:cNvSpPr/>
          <p:nvPr>
            <p:custDataLst>
              <p:tags r:id="rId9"/>
            </p:custDataLst>
          </p:nvPr>
        </p:nvSpPr>
        <p:spPr>
          <a:xfrm>
            <a:off x="671686" y="2119122"/>
            <a:ext cx="1837944" cy="265176"/>
          </a:xfrm>
          <a:prstGeom prst="rect">
            <a:avLst/>
          </a:prstGeom>
          <a:noFill/>
          <a:ln/>
        </p:spPr>
        <p:txBody>
          <a:bodyPr wrap="square" lIns="0" tIns="0" rIns="0" bIns="0" rtlCol="0" anchor="t">
            <a:noAutofit/>
          </a:bodyPr>
          <a:lstStyle/>
          <a:p>
            <a:pPr marL="0" indent="0">
              <a:buNone/>
            </a:pPr>
            <a:r>
              <a:rPr lang="en-US" b="1" dirty="0">
                <a:solidFill>
                  <a:srgbClr val="FFFFFF"/>
                </a:solidFill>
                <a:latin typeface="Calibri" pitchFamily="34" charset="0"/>
                <a:ea typeface="Calibri" pitchFamily="34" charset="-122"/>
                <a:cs typeface="Calibri" pitchFamily="34" charset="-120"/>
              </a:rPr>
              <a:t>Dimension</a:t>
            </a:r>
            <a:endParaRPr lang="en-US" dirty="0"/>
          </a:p>
        </p:txBody>
      </p:sp>
      <p:sp>
        <p:nvSpPr>
          <p:cNvPr id="11" name="Shape 9"/>
          <p:cNvSpPr/>
          <p:nvPr>
            <p:custDataLst>
              <p:tags r:id="rId10"/>
            </p:custDataLst>
          </p:nvPr>
        </p:nvSpPr>
        <p:spPr>
          <a:xfrm>
            <a:off x="2655934" y="2009394"/>
            <a:ext cx="2775204" cy="475488"/>
          </a:xfrm>
          <a:prstGeom prst="roundRect">
            <a:avLst>
              <a:gd name="adj" fmla="val 19231"/>
            </a:avLst>
          </a:prstGeom>
          <a:solidFill>
            <a:srgbClr val="1F6FEB"/>
          </a:solidFill>
          <a:ln w="8890">
            <a:solidFill>
              <a:srgbClr val="1F6FEB"/>
            </a:solidFill>
            <a:prstDash val="solid"/>
          </a:ln>
        </p:spPr>
        <p:txBody>
          <a:bodyPr/>
          <a:lstStyle/>
          <a:p>
            <a:endParaRPr lang="en-CA"/>
          </a:p>
        </p:txBody>
      </p:sp>
      <p:sp>
        <p:nvSpPr>
          <p:cNvPr id="12" name="Text 10"/>
          <p:cNvSpPr/>
          <p:nvPr>
            <p:custDataLst>
              <p:tags r:id="rId11"/>
            </p:custDataLst>
          </p:nvPr>
        </p:nvSpPr>
        <p:spPr>
          <a:xfrm>
            <a:off x="2783950" y="2119122"/>
            <a:ext cx="2542032" cy="265176"/>
          </a:xfrm>
          <a:prstGeom prst="rect">
            <a:avLst/>
          </a:prstGeom>
          <a:noFill/>
          <a:ln/>
        </p:spPr>
        <p:txBody>
          <a:bodyPr wrap="square" lIns="0" tIns="0" rIns="0" bIns="0" rtlCol="0" anchor="t">
            <a:normAutofit/>
          </a:bodyPr>
          <a:lstStyle/>
          <a:p>
            <a:pPr marL="0" indent="0">
              <a:buNone/>
            </a:pPr>
            <a:r>
              <a:rPr lang="en-US" sz="1520" b="1" dirty="0">
                <a:solidFill>
                  <a:srgbClr val="FFFFFF"/>
                </a:solidFill>
                <a:latin typeface="Calibri" pitchFamily="34" charset="0"/>
                <a:ea typeface="Calibri" pitchFamily="34" charset="-122"/>
                <a:cs typeface="Calibri" pitchFamily="34" charset="-120"/>
              </a:rPr>
              <a:t>ETL (lots)</a:t>
            </a:r>
            <a:endParaRPr lang="en-US" sz="1520" dirty="0"/>
          </a:p>
        </p:txBody>
      </p:sp>
      <p:sp>
        <p:nvSpPr>
          <p:cNvPr id="13" name="Shape 11"/>
          <p:cNvSpPr/>
          <p:nvPr>
            <p:custDataLst>
              <p:tags r:id="rId12"/>
            </p:custDataLst>
          </p:nvPr>
        </p:nvSpPr>
        <p:spPr>
          <a:xfrm>
            <a:off x="5472286" y="2009394"/>
            <a:ext cx="2775204" cy="475488"/>
          </a:xfrm>
          <a:prstGeom prst="roundRect">
            <a:avLst>
              <a:gd name="adj" fmla="val 19231"/>
            </a:avLst>
          </a:prstGeom>
          <a:solidFill>
            <a:srgbClr val="1F6FEB"/>
          </a:solidFill>
          <a:ln w="8890">
            <a:solidFill>
              <a:srgbClr val="1F6FEB"/>
            </a:solidFill>
            <a:prstDash val="solid"/>
          </a:ln>
        </p:spPr>
        <p:txBody>
          <a:bodyPr/>
          <a:lstStyle/>
          <a:p>
            <a:endParaRPr lang="en-CA"/>
          </a:p>
        </p:txBody>
      </p:sp>
      <p:sp>
        <p:nvSpPr>
          <p:cNvPr id="14" name="Text 12"/>
          <p:cNvSpPr/>
          <p:nvPr>
            <p:custDataLst>
              <p:tags r:id="rId13"/>
            </p:custDataLst>
          </p:nvPr>
        </p:nvSpPr>
        <p:spPr>
          <a:xfrm>
            <a:off x="5600302" y="2119122"/>
            <a:ext cx="2542032" cy="265176"/>
          </a:xfrm>
          <a:prstGeom prst="rect">
            <a:avLst/>
          </a:prstGeom>
          <a:noFill/>
          <a:ln/>
        </p:spPr>
        <p:txBody>
          <a:bodyPr wrap="square" lIns="0" tIns="0" rIns="0" bIns="0" rtlCol="0" anchor="t">
            <a:normAutofit/>
          </a:bodyPr>
          <a:lstStyle/>
          <a:p>
            <a:pPr marL="0" indent="0">
              <a:buNone/>
            </a:pPr>
            <a:r>
              <a:rPr lang="en-US" sz="1520" b="1" dirty="0">
                <a:solidFill>
                  <a:srgbClr val="FFFFFF"/>
                </a:solidFill>
                <a:latin typeface="Calibri" pitchFamily="34" charset="0"/>
                <a:ea typeface="Calibri" pitchFamily="34" charset="-122"/>
                <a:cs typeface="Calibri" pitchFamily="34" charset="-120"/>
              </a:rPr>
              <a:t>SOA (synchrone)</a:t>
            </a:r>
            <a:endParaRPr lang="en-US" sz="1520" dirty="0"/>
          </a:p>
        </p:txBody>
      </p:sp>
      <p:sp>
        <p:nvSpPr>
          <p:cNvPr id="15" name="Shape 13"/>
          <p:cNvSpPr/>
          <p:nvPr>
            <p:custDataLst>
              <p:tags r:id="rId14"/>
            </p:custDataLst>
          </p:nvPr>
        </p:nvSpPr>
        <p:spPr>
          <a:xfrm>
            <a:off x="8288638" y="2009394"/>
            <a:ext cx="3342132" cy="475488"/>
          </a:xfrm>
          <a:prstGeom prst="roundRect">
            <a:avLst>
              <a:gd name="adj" fmla="val 19231"/>
            </a:avLst>
          </a:prstGeom>
          <a:solidFill>
            <a:srgbClr val="1F6FEB"/>
          </a:solidFill>
          <a:ln w="8890">
            <a:solidFill>
              <a:srgbClr val="1F6FEB"/>
            </a:solidFill>
            <a:prstDash val="solid"/>
          </a:ln>
        </p:spPr>
        <p:txBody>
          <a:bodyPr/>
          <a:lstStyle/>
          <a:p>
            <a:endParaRPr lang="en-CA"/>
          </a:p>
        </p:txBody>
      </p:sp>
      <p:sp>
        <p:nvSpPr>
          <p:cNvPr id="16" name="Text 14"/>
          <p:cNvSpPr/>
          <p:nvPr>
            <p:custDataLst>
              <p:tags r:id="rId15"/>
            </p:custDataLst>
          </p:nvPr>
        </p:nvSpPr>
        <p:spPr>
          <a:xfrm>
            <a:off x="8416654" y="2119122"/>
            <a:ext cx="3108960" cy="265176"/>
          </a:xfrm>
          <a:prstGeom prst="rect">
            <a:avLst/>
          </a:prstGeom>
          <a:noFill/>
          <a:ln/>
        </p:spPr>
        <p:txBody>
          <a:bodyPr wrap="square" lIns="0" tIns="0" rIns="0" bIns="0" rtlCol="0" anchor="t">
            <a:normAutofit/>
          </a:bodyPr>
          <a:lstStyle/>
          <a:p>
            <a:pPr marL="0" indent="0">
              <a:buNone/>
            </a:pPr>
            <a:r>
              <a:rPr lang="en-US" sz="1520" b="1" dirty="0">
                <a:solidFill>
                  <a:srgbClr val="FFFFFF"/>
                </a:solidFill>
                <a:latin typeface="Calibri" pitchFamily="34" charset="0"/>
                <a:ea typeface="Calibri" pitchFamily="34" charset="-122"/>
                <a:cs typeface="Calibri" pitchFamily="34" charset="-120"/>
              </a:rPr>
              <a:t>EDA / Kafka</a:t>
            </a:r>
            <a:endParaRPr lang="en-US" sz="1520" dirty="0"/>
          </a:p>
        </p:txBody>
      </p:sp>
      <p:sp>
        <p:nvSpPr>
          <p:cNvPr id="17" name="Shape 15"/>
          <p:cNvSpPr/>
          <p:nvPr>
            <p:custDataLst>
              <p:tags r:id="rId16"/>
            </p:custDataLst>
          </p:nvPr>
        </p:nvSpPr>
        <p:spPr>
          <a:xfrm>
            <a:off x="543670" y="2539746"/>
            <a:ext cx="2071116" cy="807720"/>
          </a:xfrm>
          <a:prstGeom prst="roundRect">
            <a:avLst>
              <a:gd name="adj" fmla="val 11321"/>
            </a:avLst>
          </a:prstGeom>
          <a:solidFill>
            <a:srgbClr val="F5F8FC"/>
          </a:solidFill>
          <a:ln w="8890">
            <a:solidFill>
              <a:srgbClr val="D9E2EC"/>
            </a:solidFill>
            <a:prstDash val="solid"/>
          </a:ln>
        </p:spPr>
        <p:txBody>
          <a:bodyPr/>
          <a:lstStyle/>
          <a:p>
            <a:endParaRPr lang="en-CA"/>
          </a:p>
        </p:txBody>
      </p:sp>
      <p:sp>
        <p:nvSpPr>
          <p:cNvPr id="18" name="Text 16"/>
          <p:cNvSpPr/>
          <p:nvPr>
            <p:custDataLst>
              <p:tags r:id="rId17"/>
            </p:custDataLst>
          </p:nvPr>
        </p:nvSpPr>
        <p:spPr>
          <a:xfrm>
            <a:off x="671686" y="2649474"/>
            <a:ext cx="1828800" cy="670560"/>
          </a:xfrm>
          <a:prstGeom prst="rect">
            <a:avLst/>
          </a:prstGeom>
          <a:noFill/>
          <a:ln/>
        </p:spPr>
        <p:txBody>
          <a:bodyPr wrap="square" lIns="0" tIns="0" rIns="0" bIns="0" rtlCol="0" anchor="t">
            <a:normAutofit/>
          </a:bodyPr>
          <a:lstStyle/>
          <a:p>
            <a:pPr marL="0" indent="0">
              <a:buNone/>
            </a:pPr>
            <a:r>
              <a:rPr lang="en-US" sz="1600" b="1" dirty="0">
                <a:solidFill>
                  <a:srgbClr val="102A43"/>
                </a:solidFill>
                <a:latin typeface="Calibri" pitchFamily="34" charset="0"/>
                <a:ea typeface="Calibri" pitchFamily="34" charset="-122"/>
                <a:cs typeface="Calibri" pitchFamily="34" charset="-120"/>
              </a:rPr>
              <a:t>Interaction</a:t>
            </a:r>
            <a:endParaRPr lang="en-US" sz="1600" dirty="0"/>
          </a:p>
        </p:txBody>
      </p:sp>
      <p:sp>
        <p:nvSpPr>
          <p:cNvPr id="19" name="Shape 17"/>
          <p:cNvSpPr/>
          <p:nvPr>
            <p:custDataLst>
              <p:tags r:id="rId18"/>
            </p:custDataLst>
          </p:nvPr>
        </p:nvSpPr>
        <p:spPr>
          <a:xfrm>
            <a:off x="2655934" y="2539746"/>
            <a:ext cx="2775204" cy="807720"/>
          </a:xfrm>
          <a:prstGeom prst="roundRect">
            <a:avLst>
              <a:gd name="adj" fmla="val 11321"/>
            </a:avLst>
          </a:prstGeom>
          <a:solidFill>
            <a:srgbClr val="F5F8FC"/>
          </a:solidFill>
          <a:ln w="8890">
            <a:solidFill>
              <a:srgbClr val="D9E2EC"/>
            </a:solidFill>
            <a:prstDash val="solid"/>
          </a:ln>
        </p:spPr>
        <p:txBody>
          <a:bodyPr/>
          <a:lstStyle/>
          <a:p>
            <a:endParaRPr lang="en-CA"/>
          </a:p>
        </p:txBody>
      </p:sp>
      <p:sp>
        <p:nvSpPr>
          <p:cNvPr id="20" name="Text 18"/>
          <p:cNvSpPr/>
          <p:nvPr>
            <p:custDataLst>
              <p:tags r:id="rId19"/>
            </p:custDataLst>
          </p:nvPr>
        </p:nvSpPr>
        <p:spPr>
          <a:xfrm>
            <a:off x="2783950" y="2649474"/>
            <a:ext cx="2532888" cy="670560"/>
          </a:xfrm>
          <a:prstGeom prst="rect">
            <a:avLst/>
          </a:prstGeom>
          <a:noFill/>
          <a:ln/>
        </p:spPr>
        <p:txBody>
          <a:bodyPr wrap="square" lIns="0" tIns="0" rIns="0" bIns="0" rtlCol="0" anchor="t">
            <a:normAutofit/>
          </a:bodyPr>
          <a:lstStyle/>
          <a:p>
            <a:pPr marL="0" indent="0">
              <a:buNone/>
            </a:pPr>
            <a:r>
              <a:rPr lang="en-US" sz="1600" dirty="0">
                <a:solidFill>
                  <a:srgbClr val="486581"/>
                </a:solidFill>
                <a:latin typeface="Calibri" pitchFamily="34" charset="0"/>
                <a:ea typeface="Calibri" pitchFamily="34" charset="-122"/>
                <a:cs typeface="Calibri" pitchFamily="34" charset="-120"/>
              </a:rPr>
              <a:t>Tâches planifiées.</a:t>
            </a:r>
            <a:endParaRPr lang="en-US" sz="1600" dirty="0"/>
          </a:p>
        </p:txBody>
      </p:sp>
      <p:sp>
        <p:nvSpPr>
          <p:cNvPr id="21" name="Shape 19"/>
          <p:cNvSpPr/>
          <p:nvPr>
            <p:custDataLst>
              <p:tags r:id="rId20"/>
            </p:custDataLst>
          </p:nvPr>
        </p:nvSpPr>
        <p:spPr>
          <a:xfrm>
            <a:off x="5472286" y="2539746"/>
            <a:ext cx="2775204" cy="807720"/>
          </a:xfrm>
          <a:prstGeom prst="roundRect">
            <a:avLst>
              <a:gd name="adj" fmla="val 11321"/>
            </a:avLst>
          </a:prstGeom>
          <a:solidFill>
            <a:srgbClr val="F5F8FC"/>
          </a:solidFill>
          <a:ln w="8890">
            <a:solidFill>
              <a:srgbClr val="D9E2EC"/>
            </a:solidFill>
            <a:prstDash val="solid"/>
          </a:ln>
        </p:spPr>
        <p:txBody>
          <a:bodyPr/>
          <a:lstStyle/>
          <a:p>
            <a:endParaRPr lang="en-CA"/>
          </a:p>
        </p:txBody>
      </p:sp>
      <p:sp>
        <p:nvSpPr>
          <p:cNvPr id="22" name="Text 20"/>
          <p:cNvSpPr/>
          <p:nvPr>
            <p:custDataLst>
              <p:tags r:id="rId21"/>
            </p:custDataLst>
          </p:nvPr>
        </p:nvSpPr>
        <p:spPr>
          <a:xfrm>
            <a:off x="5600302" y="2649474"/>
            <a:ext cx="2532888" cy="670560"/>
          </a:xfrm>
          <a:prstGeom prst="rect">
            <a:avLst/>
          </a:prstGeom>
          <a:noFill/>
          <a:ln/>
        </p:spPr>
        <p:txBody>
          <a:bodyPr wrap="square" lIns="0" tIns="0" rIns="0" bIns="0" rtlCol="0" anchor="t">
            <a:normAutofit/>
          </a:bodyPr>
          <a:lstStyle/>
          <a:p>
            <a:pPr marL="0" indent="0">
              <a:buNone/>
            </a:pPr>
            <a:r>
              <a:rPr lang="en-US" sz="1600" dirty="0">
                <a:solidFill>
                  <a:srgbClr val="486581"/>
                </a:solidFill>
                <a:latin typeface="Calibri" pitchFamily="34" charset="0"/>
                <a:ea typeface="Calibri" pitchFamily="34" charset="-122"/>
                <a:cs typeface="Calibri" pitchFamily="34" charset="-120"/>
              </a:rPr>
              <a:t>Requête-réponse.</a:t>
            </a:r>
            <a:endParaRPr lang="en-US" sz="1600" dirty="0"/>
          </a:p>
        </p:txBody>
      </p:sp>
      <p:sp>
        <p:nvSpPr>
          <p:cNvPr id="23" name="Shape 21"/>
          <p:cNvSpPr/>
          <p:nvPr>
            <p:custDataLst>
              <p:tags r:id="rId22"/>
            </p:custDataLst>
          </p:nvPr>
        </p:nvSpPr>
        <p:spPr>
          <a:xfrm>
            <a:off x="8288638" y="2539746"/>
            <a:ext cx="3342132" cy="807720"/>
          </a:xfrm>
          <a:prstGeom prst="roundRect">
            <a:avLst>
              <a:gd name="adj" fmla="val 11321"/>
            </a:avLst>
          </a:prstGeom>
          <a:solidFill>
            <a:srgbClr val="F5F8FC"/>
          </a:solidFill>
          <a:ln w="8890">
            <a:solidFill>
              <a:srgbClr val="D9E2EC"/>
            </a:solidFill>
            <a:prstDash val="solid"/>
          </a:ln>
        </p:spPr>
        <p:txBody>
          <a:bodyPr/>
          <a:lstStyle/>
          <a:p>
            <a:endParaRPr lang="en-CA"/>
          </a:p>
        </p:txBody>
      </p:sp>
      <p:sp>
        <p:nvSpPr>
          <p:cNvPr id="24" name="Text 22"/>
          <p:cNvSpPr/>
          <p:nvPr>
            <p:custDataLst>
              <p:tags r:id="rId23"/>
            </p:custDataLst>
          </p:nvPr>
        </p:nvSpPr>
        <p:spPr>
          <a:xfrm>
            <a:off x="8416654" y="2649474"/>
            <a:ext cx="3099816" cy="670560"/>
          </a:xfrm>
          <a:prstGeom prst="rect">
            <a:avLst/>
          </a:prstGeom>
          <a:noFill/>
          <a:ln/>
        </p:spPr>
        <p:txBody>
          <a:bodyPr wrap="square" lIns="0" tIns="0" rIns="0" bIns="0" rtlCol="0" anchor="t">
            <a:normAutofit/>
          </a:bodyPr>
          <a:lstStyle/>
          <a:p>
            <a:pPr marL="0" indent="0">
              <a:buNone/>
            </a:pPr>
            <a:r>
              <a:rPr lang="en-US" sz="1600" dirty="0">
                <a:solidFill>
                  <a:srgbClr val="486581"/>
                </a:solidFill>
                <a:latin typeface="Calibri" pitchFamily="34" charset="0"/>
                <a:ea typeface="Calibri" pitchFamily="34" charset="-122"/>
                <a:cs typeface="Calibri" pitchFamily="34" charset="-120"/>
              </a:rPr>
              <a:t>Publication et consommation.</a:t>
            </a:r>
            <a:endParaRPr lang="en-US" sz="1600" dirty="0"/>
          </a:p>
        </p:txBody>
      </p:sp>
      <p:sp>
        <p:nvSpPr>
          <p:cNvPr id="25" name="Shape 23"/>
          <p:cNvSpPr/>
          <p:nvPr>
            <p:custDataLst>
              <p:tags r:id="rId24"/>
            </p:custDataLst>
          </p:nvPr>
        </p:nvSpPr>
        <p:spPr>
          <a:xfrm>
            <a:off x="543670" y="3411474"/>
            <a:ext cx="2071116" cy="807720"/>
          </a:xfrm>
          <a:prstGeom prst="roundRect">
            <a:avLst>
              <a:gd name="adj" fmla="val 11321"/>
            </a:avLst>
          </a:prstGeom>
          <a:solidFill>
            <a:srgbClr val="FFFFFF"/>
          </a:solidFill>
          <a:ln w="8890">
            <a:solidFill>
              <a:srgbClr val="D9E2EC"/>
            </a:solidFill>
            <a:prstDash val="solid"/>
          </a:ln>
        </p:spPr>
        <p:txBody>
          <a:bodyPr/>
          <a:lstStyle/>
          <a:p>
            <a:endParaRPr lang="en-CA"/>
          </a:p>
        </p:txBody>
      </p:sp>
      <p:sp>
        <p:nvSpPr>
          <p:cNvPr id="26" name="Text 24"/>
          <p:cNvSpPr/>
          <p:nvPr>
            <p:custDataLst>
              <p:tags r:id="rId25"/>
            </p:custDataLst>
          </p:nvPr>
        </p:nvSpPr>
        <p:spPr>
          <a:xfrm>
            <a:off x="671686" y="3521202"/>
            <a:ext cx="1828800" cy="670560"/>
          </a:xfrm>
          <a:prstGeom prst="rect">
            <a:avLst/>
          </a:prstGeom>
          <a:noFill/>
          <a:ln/>
        </p:spPr>
        <p:txBody>
          <a:bodyPr wrap="square" lIns="0" tIns="0" rIns="0" bIns="0" rtlCol="0" anchor="t">
            <a:normAutofit/>
          </a:bodyPr>
          <a:lstStyle/>
          <a:p>
            <a:pPr marL="0" indent="0">
              <a:buNone/>
            </a:pPr>
            <a:r>
              <a:rPr lang="en-US" sz="1600" b="1" dirty="0">
                <a:solidFill>
                  <a:srgbClr val="102A43"/>
                </a:solidFill>
                <a:latin typeface="Calibri" pitchFamily="34" charset="0"/>
                <a:ea typeface="Calibri" pitchFamily="34" charset="-122"/>
                <a:cs typeface="Calibri" pitchFamily="34" charset="-120"/>
              </a:rPr>
              <a:t>Valeur recherchée</a:t>
            </a:r>
            <a:endParaRPr lang="en-US" sz="1600" dirty="0"/>
          </a:p>
        </p:txBody>
      </p:sp>
      <p:sp>
        <p:nvSpPr>
          <p:cNvPr id="27" name="Shape 25"/>
          <p:cNvSpPr/>
          <p:nvPr>
            <p:custDataLst>
              <p:tags r:id="rId26"/>
            </p:custDataLst>
          </p:nvPr>
        </p:nvSpPr>
        <p:spPr>
          <a:xfrm>
            <a:off x="2655934" y="3411474"/>
            <a:ext cx="2775204" cy="807720"/>
          </a:xfrm>
          <a:prstGeom prst="roundRect">
            <a:avLst>
              <a:gd name="adj" fmla="val 11321"/>
            </a:avLst>
          </a:prstGeom>
          <a:solidFill>
            <a:srgbClr val="FFFFFF"/>
          </a:solidFill>
          <a:ln w="8890">
            <a:solidFill>
              <a:srgbClr val="D9E2EC"/>
            </a:solidFill>
            <a:prstDash val="solid"/>
          </a:ln>
        </p:spPr>
        <p:txBody>
          <a:bodyPr/>
          <a:lstStyle/>
          <a:p>
            <a:endParaRPr lang="en-CA"/>
          </a:p>
        </p:txBody>
      </p:sp>
      <p:sp>
        <p:nvSpPr>
          <p:cNvPr id="28" name="Text 26"/>
          <p:cNvSpPr/>
          <p:nvPr>
            <p:custDataLst>
              <p:tags r:id="rId27"/>
            </p:custDataLst>
          </p:nvPr>
        </p:nvSpPr>
        <p:spPr>
          <a:xfrm>
            <a:off x="2783950" y="3521202"/>
            <a:ext cx="2532888" cy="670560"/>
          </a:xfrm>
          <a:prstGeom prst="rect">
            <a:avLst/>
          </a:prstGeom>
          <a:noFill/>
          <a:ln/>
        </p:spPr>
        <p:txBody>
          <a:bodyPr wrap="square" lIns="0" tIns="0" rIns="0" bIns="0" rtlCol="0" anchor="t">
            <a:normAutofit/>
          </a:bodyPr>
          <a:lstStyle/>
          <a:p>
            <a:pPr marL="0" indent="0">
              <a:buNone/>
            </a:pPr>
            <a:r>
              <a:rPr lang="en-US" sz="1600" dirty="0">
                <a:solidFill>
                  <a:srgbClr val="486581"/>
                </a:solidFill>
                <a:latin typeface="Calibri" pitchFamily="34" charset="0"/>
                <a:ea typeface="Calibri" pitchFamily="34" charset="-122"/>
                <a:cs typeface="Calibri" pitchFamily="34" charset="-120"/>
              </a:rPr>
              <a:t>Mouvements massifs</a:t>
            </a:r>
            <a:endParaRPr lang="en-US" sz="1600" dirty="0"/>
          </a:p>
          <a:p>
            <a:pPr marL="0" indent="0">
              <a:buNone/>
            </a:pPr>
            <a:r>
              <a:rPr lang="en-US" sz="1600" dirty="0">
                <a:solidFill>
                  <a:srgbClr val="486581"/>
                </a:solidFill>
                <a:latin typeface="Calibri" pitchFamily="34" charset="0"/>
                <a:ea typeface="Calibri" pitchFamily="34" charset="-122"/>
                <a:cs typeface="Calibri" pitchFamily="34" charset="-120"/>
              </a:rPr>
              <a:t>et préparation.</a:t>
            </a:r>
            <a:endParaRPr lang="en-US" sz="1600" dirty="0"/>
          </a:p>
        </p:txBody>
      </p:sp>
      <p:sp>
        <p:nvSpPr>
          <p:cNvPr id="29" name="Shape 27"/>
          <p:cNvSpPr/>
          <p:nvPr>
            <p:custDataLst>
              <p:tags r:id="rId28"/>
            </p:custDataLst>
          </p:nvPr>
        </p:nvSpPr>
        <p:spPr>
          <a:xfrm>
            <a:off x="5472286" y="3411474"/>
            <a:ext cx="2775204" cy="807720"/>
          </a:xfrm>
          <a:prstGeom prst="roundRect">
            <a:avLst>
              <a:gd name="adj" fmla="val 11321"/>
            </a:avLst>
          </a:prstGeom>
          <a:solidFill>
            <a:srgbClr val="FFFFFF"/>
          </a:solidFill>
          <a:ln w="8890">
            <a:solidFill>
              <a:srgbClr val="D9E2EC"/>
            </a:solidFill>
            <a:prstDash val="solid"/>
          </a:ln>
        </p:spPr>
        <p:txBody>
          <a:bodyPr/>
          <a:lstStyle/>
          <a:p>
            <a:endParaRPr lang="en-CA"/>
          </a:p>
        </p:txBody>
      </p:sp>
      <p:sp>
        <p:nvSpPr>
          <p:cNvPr id="30" name="Text 28"/>
          <p:cNvSpPr/>
          <p:nvPr>
            <p:custDataLst>
              <p:tags r:id="rId29"/>
            </p:custDataLst>
          </p:nvPr>
        </p:nvSpPr>
        <p:spPr>
          <a:xfrm>
            <a:off x="5600302" y="3521202"/>
            <a:ext cx="2532888" cy="670560"/>
          </a:xfrm>
          <a:prstGeom prst="rect">
            <a:avLst/>
          </a:prstGeom>
          <a:noFill/>
          <a:ln/>
        </p:spPr>
        <p:txBody>
          <a:bodyPr wrap="square" lIns="0" tIns="0" rIns="0" bIns="0" rtlCol="0" anchor="t">
            <a:normAutofit/>
          </a:bodyPr>
          <a:lstStyle/>
          <a:p>
            <a:pPr marL="0" indent="0">
              <a:buNone/>
            </a:pPr>
            <a:r>
              <a:rPr lang="en-US" sz="1600" dirty="0">
                <a:solidFill>
                  <a:srgbClr val="486581"/>
                </a:solidFill>
                <a:latin typeface="Calibri" pitchFamily="34" charset="0"/>
                <a:ea typeface="Calibri" pitchFamily="34" charset="-122"/>
                <a:cs typeface="Calibri" pitchFamily="34" charset="-120"/>
              </a:rPr>
              <a:t>Résultat immédiat</a:t>
            </a:r>
            <a:endParaRPr lang="en-US" sz="1600" dirty="0"/>
          </a:p>
          <a:p>
            <a:pPr marL="0" indent="0">
              <a:buNone/>
            </a:pPr>
            <a:r>
              <a:rPr lang="en-US" sz="1600" dirty="0">
                <a:solidFill>
                  <a:srgbClr val="486581"/>
                </a:solidFill>
                <a:latin typeface="Calibri" pitchFamily="34" charset="0"/>
                <a:ea typeface="Calibri" pitchFamily="34" charset="-122"/>
                <a:cs typeface="Calibri" pitchFamily="34" charset="-120"/>
              </a:rPr>
              <a:t>pour le demandeur.</a:t>
            </a:r>
            <a:endParaRPr lang="en-US" sz="1600" dirty="0"/>
          </a:p>
        </p:txBody>
      </p:sp>
      <p:sp>
        <p:nvSpPr>
          <p:cNvPr id="31" name="Shape 29"/>
          <p:cNvSpPr/>
          <p:nvPr>
            <p:custDataLst>
              <p:tags r:id="rId30"/>
            </p:custDataLst>
          </p:nvPr>
        </p:nvSpPr>
        <p:spPr>
          <a:xfrm>
            <a:off x="8288638" y="3411474"/>
            <a:ext cx="3342132" cy="807720"/>
          </a:xfrm>
          <a:prstGeom prst="roundRect">
            <a:avLst>
              <a:gd name="adj" fmla="val 11321"/>
            </a:avLst>
          </a:prstGeom>
          <a:solidFill>
            <a:srgbClr val="FFFFFF"/>
          </a:solidFill>
          <a:ln w="8890">
            <a:solidFill>
              <a:srgbClr val="D9E2EC"/>
            </a:solidFill>
            <a:prstDash val="solid"/>
          </a:ln>
        </p:spPr>
        <p:txBody>
          <a:bodyPr/>
          <a:lstStyle/>
          <a:p>
            <a:endParaRPr lang="en-CA"/>
          </a:p>
        </p:txBody>
      </p:sp>
      <p:sp>
        <p:nvSpPr>
          <p:cNvPr id="32" name="Text 30"/>
          <p:cNvSpPr/>
          <p:nvPr>
            <p:custDataLst>
              <p:tags r:id="rId31"/>
            </p:custDataLst>
          </p:nvPr>
        </p:nvSpPr>
        <p:spPr>
          <a:xfrm>
            <a:off x="8416654" y="3521202"/>
            <a:ext cx="3099816" cy="670560"/>
          </a:xfrm>
          <a:prstGeom prst="rect">
            <a:avLst/>
          </a:prstGeom>
          <a:noFill/>
          <a:ln/>
        </p:spPr>
        <p:txBody>
          <a:bodyPr wrap="square" lIns="0" tIns="0" rIns="0" bIns="0" rtlCol="0" anchor="t">
            <a:normAutofit/>
          </a:bodyPr>
          <a:lstStyle/>
          <a:p>
            <a:pPr marL="0" indent="0">
              <a:buNone/>
            </a:pPr>
            <a:r>
              <a:rPr lang="en-US" sz="1600" dirty="0">
                <a:solidFill>
                  <a:srgbClr val="486581"/>
                </a:solidFill>
                <a:latin typeface="Calibri" pitchFamily="34" charset="0"/>
                <a:ea typeface="Calibri" pitchFamily="34" charset="-122"/>
                <a:cs typeface="Calibri" pitchFamily="34" charset="-120"/>
              </a:rPr>
              <a:t>Consommateurs indépendants, tampon et rejeu.</a:t>
            </a:r>
            <a:endParaRPr lang="en-US" sz="1600" dirty="0"/>
          </a:p>
        </p:txBody>
      </p:sp>
      <p:sp>
        <p:nvSpPr>
          <p:cNvPr id="33" name="Shape 31"/>
          <p:cNvSpPr/>
          <p:nvPr>
            <p:custDataLst>
              <p:tags r:id="rId32"/>
            </p:custDataLst>
          </p:nvPr>
        </p:nvSpPr>
        <p:spPr>
          <a:xfrm>
            <a:off x="543670" y="4283202"/>
            <a:ext cx="2071116" cy="807720"/>
          </a:xfrm>
          <a:prstGeom prst="roundRect">
            <a:avLst>
              <a:gd name="adj" fmla="val 11321"/>
            </a:avLst>
          </a:prstGeom>
          <a:solidFill>
            <a:srgbClr val="F5F8FC"/>
          </a:solidFill>
          <a:ln w="8890">
            <a:solidFill>
              <a:srgbClr val="D9E2EC"/>
            </a:solidFill>
            <a:prstDash val="solid"/>
          </a:ln>
        </p:spPr>
        <p:txBody>
          <a:bodyPr/>
          <a:lstStyle/>
          <a:p>
            <a:endParaRPr lang="en-CA"/>
          </a:p>
        </p:txBody>
      </p:sp>
      <p:sp>
        <p:nvSpPr>
          <p:cNvPr id="34" name="Text 32"/>
          <p:cNvSpPr/>
          <p:nvPr>
            <p:custDataLst>
              <p:tags r:id="rId33"/>
            </p:custDataLst>
          </p:nvPr>
        </p:nvSpPr>
        <p:spPr>
          <a:xfrm>
            <a:off x="671686" y="4392930"/>
            <a:ext cx="1828800" cy="670560"/>
          </a:xfrm>
          <a:prstGeom prst="rect">
            <a:avLst/>
          </a:prstGeom>
          <a:noFill/>
          <a:ln/>
        </p:spPr>
        <p:txBody>
          <a:bodyPr wrap="square" lIns="0" tIns="0" rIns="0" bIns="0" rtlCol="0" anchor="t">
            <a:normAutofit/>
          </a:bodyPr>
          <a:lstStyle/>
          <a:p>
            <a:pPr marL="0" indent="0">
              <a:buNone/>
            </a:pPr>
            <a:r>
              <a:rPr lang="en-US" sz="1600" b="1" dirty="0">
                <a:solidFill>
                  <a:srgbClr val="102A43"/>
                </a:solidFill>
                <a:latin typeface="Calibri" pitchFamily="34" charset="0"/>
                <a:ea typeface="Calibri" pitchFamily="34" charset="-122"/>
                <a:cs typeface="Calibri" pitchFamily="34" charset="-120"/>
              </a:rPr>
              <a:t>Complexité à maîtriser</a:t>
            </a:r>
            <a:endParaRPr lang="en-US" sz="1600" dirty="0"/>
          </a:p>
        </p:txBody>
      </p:sp>
      <p:sp>
        <p:nvSpPr>
          <p:cNvPr id="35" name="Shape 33"/>
          <p:cNvSpPr/>
          <p:nvPr>
            <p:custDataLst>
              <p:tags r:id="rId34"/>
            </p:custDataLst>
          </p:nvPr>
        </p:nvSpPr>
        <p:spPr>
          <a:xfrm>
            <a:off x="2655934" y="4283202"/>
            <a:ext cx="2775204" cy="807720"/>
          </a:xfrm>
          <a:prstGeom prst="roundRect">
            <a:avLst>
              <a:gd name="adj" fmla="val 11321"/>
            </a:avLst>
          </a:prstGeom>
          <a:solidFill>
            <a:srgbClr val="F5F8FC"/>
          </a:solidFill>
          <a:ln w="8890">
            <a:solidFill>
              <a:srgbClr val="D9E2EC"/>
            </a:solidFill>
            <a:prstDash val="solid"/>
          </a:ln>
        </p:spPr>
        <p:txBody>
          <a:bodyPr/>
          <a:lstStyle/>
          <a:p>
            <a:endParaRPr lang="en-CA"/>
          </a:p>
        </p:txBody>
      </p:sp>
      <p:sp>
        <p:nvSpPr>
          <p:cNvPr id="36" name="Text 34"/>
          <p:cNvSpPr/>
          <p:nvPr>
            <p:custDataLst>
              <p:tags r:id="rId35"/>
            </p:custDataLst>
          </p:nvPr>
        </p:nvSpPr>
        <p:spPr>
          <a:xfrm>
            <a:off x="2783950" y="4392930"/>
            <a:ext cx="2532888" cy="670560"/>
          </a:xfrm>
          <a:prstGeom prst="rect">
            <a:avLst/>
          </a:prstGeom>
          <a:noFill/>
          <a:ln/>
        </p:spPr>
        <p:txBody>
          <a:bodyPr wrap="square" lIns="0" tIns="0" rIns="0" bIns="0" rtlCol="0" anchor="t">
            <a:normAutofit/>
          </a:bodyPr>
          <a:lstStyle/>
          <a:p>
            <a:pPr marL="0" indent="0">
              <a:buNone/>
            </a:pPr>
            <a:r>
              <a:rPr lang="en-US" sz="1600" dirty="0">
                <a:solidFill>
                  <a:srgbClr val="486581"/>
                </a:solidFill>
                <a:latin typeface="Calibri" pitchFamily="34" charset="0"/>
                <a:ea typeface="Calibri" pitchFamily="34" charset="-122"/>
                <a:cs typeface="Calibri" pitchFamily="34" charset="-120"/>
              </a:rPr>
              <a:t>Calendriers, lignage</a:t>
            </a:r>
            <a:endParaRPr lang="en-US" sz="1600" dirty="0"/>
          </a:p>
          <a:p>
            <a:pPr marL="0" indent="0">
              <a:buNone/>
            </a:pPr>
            <a:r>
              <a:rPr lang="en-US" sz="1600" dirty="0">
                <a:solidFill>
                  <a:srgbClr val="486581"/>
                </a:solidFill>
                <a:latin typeface="Calibri" pitchFamily="34" charset="0"/>
                <a:ea typeface="Calibri" pitchFamily="34" charset="-122"/>
                <a:cs typeface="Calibri" pitchFamily="34" charset="-120"/>
              </a:rPr>
              <a:t>et qualité.</a:t>
            </a:r>
            <a:endParaRPr lang="en-US" sz="1600" dirty="0"/>
          </a:p>
        </p:txBody>
      </p:sp>
      <p:sp>
        <p:nvSpPr>
          <p:cNvPr id="37" name="Shape 35"/>
          <p:cNvSpPr/>
          <p:nvPr>
            <p:custDataLst>
              <p:tags r:id="rId36"/>
            </p:custDataLst>
          </p:nvPr>
        </p:nvSpPr>
        <p:spPr>
          <a:xfrm>
            <a:off x="5472286" y="4283202"/>
            <a:ext cx="2775204" cy="807720"/>
          </a:xfrm>
          <a:prstGeom prst="roundRect">
            <a:avLst>
              <a:gd name="adj" fmla="val 11321"/>
            </a:avLst>
          </a:prstGeom>
          <a:solidFill>
            <a:srgbClr val="F5F8FC"/>
          </a:solidFill>
          <a:ln w="8890">
            <a:solidFill>
              <a:srgbClr val="D9E2EC"/>
            </a:solidFill>
            <a:prstDash val="solid"/>
          </a:ln>
        </p:spPr>
        <p:txBody>
          <a:bodyPr/>
          <a:lstStyle/>
          <a:p>
            <a:endParaRPr lang="en-CA"/>
          </a:p>
        </p:txBody>
      </p:sp>
      <p:sp>
        <p:nvSpPr>
          <p:cNvPr id="38" name="Text 36"/>
          <p:cNvSpPr/>
          <p:nvPr>
            <p:custDataLst>
              <p:tags r:id="rId37"/>
            </p:custDataLst>
          </p:nvPr>
        </p:nvSpPr>
        <p:spPr>
          <a:xfrm>
            <a:off x="5600302" y="4392930"/>
            <a:ext cx="2532888" cy="670560"/>
          </a:xfrm>
          <a:prstGeom prst="rect">
            <a:avLst/>
          </a:prstGeom>
          <a:noFill/>
          <a:ln/>
        </p:spPr>
        <p:txBody>
          <a:bodyPr wrap="square" lIns="0" tIns="0" rIns="0" bIns="0" rtlCol="0" anchor="t">
            <a:normAutofit/>
          </a:bodyPr>
          <a:lstStyle/>
          <a:p>
            <a:pPr marL="0" indent="0">
              <a:buNone/>
            </a:pPr>
            <a:r>
              <a:rPr lang="en-US" sz="1600" dirty="0">
                <a:solidFill>
                  <a:srgbClr val="486581"/>
                </a:solidFill>
                <a:latin typeface="Calibri" pitchFamily="34" charset="0"/>
                <a:ea typeface="Calibri" pitchFamily="34" charset="-122"/>
                <a:cs typeface="Calibri" pitchFamily="34" charset="-120"/>
              </a:rPr>
              <a:t>Disponibilité, appels</a:t>
            </a:r>
            <a:endParaRPr lang="en-US" sz="1600" dirty="0"/>
          </a:p>
          <a:p>
            <a:pPr marL="0" indent="0">
              <a:buNone/>
            </a:pPr>
            <a:r>
              <a:rPr lang="en-US" sz="1600" dirty="0">
                <a:solidFill>
                  <a:srgbClr val="486581"/>
                </a:solidFill>
                <a:latin typeface="Calibri" pitchFamily="34" charset="0"/>
                <a:ea typeface="Calibri" pitchFamily="34" charset="-122"/>
                <a:cs typeface="Calibri" pitchFamily="34" charset="-120"/>
              </a:rPr>
              <a:t>et compensation.</a:t>
            </a:r>
            <a:endParaRPr lang="en-US" sz="1600" dirty="0"/>
          </a:p>
        </p:txBody>
      </p:sp>
      <p:sp>
        <p:nvSpPr>
          <p:cNvPr id="39" name="Shape 37"/>
          <p:cNvSpPr/>
          <p:nvPr>
            <p:custDataLst>
              <p:tags r:id="rId38"/>
            </p:custDataLst>
          </p:nvPr>
        </p:nvSpPr>
        <p:spPr>
          <a:xfrm>
            <a:off x="8288638" y="4283202"/>
            <a:ext cx="3342132" cy="807720"/>
          </a:xfrm>
          <a:prstGeom prst="roundRect">
            <a:avLst>
              <a:gd name="adj" fmla="val 11321"/>
            </a:avLst>
          </a:prstGeom>
          <a:solidFill>
            <a:srgbClr val="F5F8FC"/>
          </a:solidFill>
          <a:ln w="8890">
            <a:solidFill>
              <a:srgbClr val="D9E2EC"/>
            </a:solidFill>
            <a:prstDash val="solid"/>
          </a:ln>
        </p:spPr>
        <p:txBody>
          <a:bodyPr/>
          <a:lstStyle/>
          <a:p>
            <a:endParaRPr lang="en-CA"/>
          </a:p>
        </p:txBody>
      </p:sp>
      <p:sp>
        <p:nvSpPr>
          <p:cNvPr id="40" name="Text 38"/>
          <p:cNvSpPr/>
          <p:nvPr>
            <p:custDataLst>
              <p:tags r:id="rId39"/>
            </p:custDataLst>
          </p:nvPr>
        </p:nvSpPr>
        <p:spPr>
          <a:xfrm>
            <a:off x="8416654" y="4392930"/>
            <a:ext cx="3099816" cy="670560"/>
          </a:xfrm>
          <a:prstGeom prst="rect">
            <a:avLst/>
          </a:prstGeom>
          <a:noFill/>
          <a:ln/>
        </p:spPr>
        <p:txBody>
          <a:bodyPr wrap="square" lIns="0" tIns="0" rIns="0" bIns="0" rtlCol="0" anchor="t">
            <a:normAutofit/>
          </a:bodyPr>
          <a:lstStyle/>
          <a:p>
            <a:pPr marL="0" indent="0">
              <a:buNone/>
            </a:pPr>
            <a:r>
              <a:rPr lang="en-US" sz="1600" dirty="0">
                <a:solidFill>
                  <a:srgbClr val="486581"/>
                </a:solidFill>
                <a:latin typeface="Calibri" pitchFamily="34" charset="0"/>
                <a:ea typeface="Calibri" pitchFamily="34" charset="-122"/>
                <a:cs typeface="Calibri" pitchFamily="34" charset="-120"/>
              </a:rPr>
              <a:t>Ordre, doublons, DLT</a:t>
            </a:r>
            <a:endParaRPr lang="en-US" sz="1600" dirty="0"/>
          </a:p>
          <a:p>
            <a:pPr marL="0" indent="0">
              <a:buNone/>
            </a:pPr>
            <a:r>
              <a:rPr lang="en-US" sz="1600" dirty="0">
                <a:solidFill>
                  <a:srgbClr val="486581"/>
                </a:solidFill>
                <a:latin typeface="Calibri" pitchFamily="34" charset="0"/>
                <a:ea typeface="Calibri" pitchFamily="34" charset="-122"/>
                <a:cs typeface="Calibri" pitchFamily="34" charset="-120"/>
              </a:rPr>
              <a:t>et cohérence à terme.</a:t>
            </a:r>
            <a:endParaRPr lang="en-US" sz="1600" dirty="0"/>
          </a:p>
        </p:txBody>
      </p:sp>
      <p:sp>
        <p:nvSpPr>
          <p:cNvPr id="41" name="Shape 39"/>
          <p:cNvSpPr/>
          <p:nvPr>
            <p:custDataLst>
              <p:tags r:id="rId40"/>
            </p:custDataLst>
          </p:nvPr>
        </p:nvSpPr>
        <p:spPr>
          <a:xfrm>
            <a:off x="530352" y="5715000"/>
            <a:ext cx="11128248" cy="448056"/>
          </a:xfrm>
          <a:prstGeom prst="roundRect">
            <a:avLst>
              <a:gd name="adj" fmla="val 20408"/>
            </a:avLst>
          </a:prstGeom>
          <a:solidFill>
            <a:srgbClr val="EFF6FF"/>
          </a:solidFill>
          <a:ln w="8890">
            <a:solidFill>
              <a:srgbClr val="EFF6FF"/>
            </a:solidFill>
            <a:prstDash val="solid"/>
          </a:ln>
        </p:spPr>
        <p:txBody>
          <a:bodyPr/>
          <a:lstStyle/>
          <a:p>
            <a:endParaRPr lang="en-CA"/>
          </a:p>
        </p:txBody>
      </p:sp>
      <p:sp>
        <p:nvSpPr>
          <p:cNvPr id="42" name="Text 40"/>
          <p:cNvSpPr/>
          <p:nvPr>
            <p:custDataLst>
              <p:tags r:id="rId41"/>
            </p:custDataLst>
          </p:nvPr>
        </p:nvSpPr>
        <p:spPr>
          <a:xfrm>
            <a:off x="731520" y="5820156"/>
            <a:ext cx="10716768" cy="274320"/>
          </a:xfrm>
          <a:prstGeom prst="rect">
            <a:avLst/>
          </a:prstGeom>
          <a:noFill/>
          <a:ln/>
        </p:spPr>
        <p:txBody>
          <a:bodyPr wrap="square" lIns="0" tIns="0" rIns="0" bIns="0" rtlCol="0" anchor="t">
            <a:normAutofit/>
          </a:bodyPr>
          <a:lstStyle/>
          <a:p>
            <a:pPr marL="0" indent="0">
              <a:buNone/>
            </a:pPr>
            <a:r>
              <a:rPr lang="en-US" sz="1550" b="1" dirty="0">
                <a:solidFill>
                  <a:srgbClr val="102A43"/>
                </a:solidFill>
                <a:latin typeface="Calibri" pitchFamily="34" charset="0"/>
                <a:ea typeface="Calibri" pitchFamily="34" charset="-122"/>
                <a:cs typeface="Calibri" pitchFamily="34" charset="-120"/>
              </a:rPr>
              <a:t>La bonne question : quel mécanisme répond au besoin avec une complexité maîtrisable ?</a:t>
            </a:r>
            <a:endParaRPr lang="en-US" sz="15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Shape 0"/>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fr-CA" noProof="0" dirty="0"/>
          </a:p>
        </p:txBody>
      </p:sp>
      <p:sp>
        <p:nvSpPr>
          <p:cNvPr id="3" name="Text 1"/>
          <p:cNvSpPr/>
          <p:nvPr>
            <p:custDataLst>
              <p:tags r:id="rId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fr-CA" sz="1100" b="1" kern="0" spc="50" noProof="0" dirty="0">
                <a:solidFill>
                  <a:srgbClr val="1F6FEB"/>
                </a:solidFill>
                <a:latin typeface="Calibri" pitchFamily="34" charset="0"/>
                <a:ea typeface="Calibri" pitchFamily="34" charset="-122"/>
                <a:cs typeface="Calibri" pitchFamily="34" charset="-120"/>
              </a:rPr>
              <a:t>06 / PROUVER ET CHOISIR</a:t>
            </a:r>
            <a:endParaRPr lang="fr-CA" sz="1100" noProof="0" dirty="0"/>
          </a:p>
        </p:txBody>
      </p:sp>
      <p:sp>
        <p:nvSpPr>
          <p:cNvPr id="4" name="Text 2"/>
          <p:cNvSpPr/>
          <p:nvPr>
            <p:custDataLst>
              <p:tags r:id="rId3"/>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fr-CA" sz="1000" b="1" noProof="0" dirty="0">
                <a:solidFill>
                  <a:srgbClr val="829AB1"/>
                </a:solidFill>
                <a:latin typeface="Calibri" pitchFamily="34" charset="0"/>
                <a:ea typeface="Calibri" pitchFamily="34" charset="-122"/>
                <a:cs typeface="Calibri" pitchFamily="34" charset="-120"/>
              </a:rPr>
              <a:t>TCO ET ROI</a:t>
            </a:r>
            <a:endParaRPr lang="fr-CA" sz="1000" noProof="0" dirty="0"/>
          </a:p>
        </p:txBody>
      </p:sp>
      <p:sp>
        <p:nvSpPr>
          <p:cNvPr id="5" name="Text 3"/>
          <p:cNvSpPr/>
          <p:nvPr>
            <p:custDataLst>
              <p:tags r:id="rId4"/>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fr-CA" sz="2700" b="1" noProof="0" dirty="0">
                <a:solidFill>
                  <a:srgbClr val="102A43"/>
                </a:solidFill>
                <a:latin typeface="Calibri" pitchFamily="34" charset="0"/>
                <a:ea typeface="Calibri" pitchFamily="34" charset="-122"/>
                <a:cs typeface="Calibri" pitchFamily="34" charset="-120"/>
              </a:rPr>
              <a:t>Justifier l'EDA par sa valeur, pas par le choix de la plateforme</a:t>
            </a:r>
            <a:endParaRPr lang="fr-CA" sz="2700" noProof="0" dirty="0"/>
          </a:p>
        </p:txBody>
      </p:sp>
      <p:sp>
        <p:nvSpPr>
          <p:cNvPr id="6" name="Text 4"/>
          <p:cNvSpPr/>
          <p:nvPr>
            <p:custDataLst>
              <p:tags r:id="rId5"/>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fr-CA" sz="1650" noProof="0" dirty="0">
                <a:solidFill>
                  <a:srgbClr val="486581"/>
                </a:solidFill>
                <a:latin typeface="Calibri" pitchFamily="34" charset="0"/>
                <a:ea typeface="Calibri" pitchFamily="34" charset="-122"/>
                <a:cs typeface="Calibri" pitchFamily="34" charset="-120"/>
              </a:rPr>
              <a:t>Comparer les options sur le même horizon et expliciter les hypothèses, les coûts et les bénéfices.</a:t>
            </a:r>
            <a:endParaRPr lang="fr-CA" sz="1650" noProof="0" dirty="0"/>
          </a:p>
        </p:txBody>
      </p:sp>
      <p:sp>
        <p:nvSpPr>
          <p:cNvPr id="7" name="Text 5"/>
          <p:cNvSpPr/>
          <p:nvPr>
            <p:custDataLst>
              <p:tags r:id="rId6"/>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fr-CA" sz="900" noProof="0" dirty="0">
                <a:solidFill>
                  <a:srgbClr val="486581"/>
                </a:solidFill>
                <a:latin typeface="Calibri" pitchFamily="34" charset="0"/>
                <a:ea typeface="Calibri" pitchFamily="34" charset="-122"/>
                <a:cs typeface="Calibri" pitchFamily="34" charset="-120"/>
              </a:rPr>
              <a:t>Guide d'ingénierie Kafka · Projet EDA</a:t>
            </a:r>
            <a:endParaRPr lang="fr-CA" sz="900" noProof="0" dirty="0"/>
          </a:p>
        </p:txBody>
      </p:sp>
      <p:sp>
        <p:nvSpPr>
          <p:cNvPr id="8" name="Text 6"/>
          <p:cNvSpPr/>
          <p:nvPr>
            <p:custDataLst>
              <p:tags r:id="rId7"/>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fr-CA" sz="900" noProof="0" dirty="0">
                <a:solidFill>
                  <a:srgbClr val="486581"/>
                </a:solidFill>
                <a:latin typeface="Calibri" pitchFamily="34" charset="0"/>
                <a:ea typeface="Calibri" pitchFamily="34" charset="-122"/>
                <a:cs typeface="Calibri" pitchFamily="34" charset="-120"/>
              </a:rPr>
              <a:t>36</a:t>
            </a:r>
            <a:endParaRPr lang="fr-CA" sz="900" noProof="0" dirty="0"/>
          </a:p>
        </p:txBody>
      </p:sp>
      <p:sp>
        <p:nvSpPr>
          <p:cNvPr id="9" name="Shape 7"/>
          <p:cNvSpPr/>
          <p:nvPr>
            <p:custDataLst>
              <p:tags r:id="rId8"/>
            </p:custDataLst>
          </p:nvPr>
        </p:nvSpPr>
        <p:spPr>
          <a:xfrm>
            <a:off x="520082" y="1999476"/>
            <a:ext cx="5367528" cy="3200400"/>
          </a:xfrm>
          <a:prstGeom prst="roundRect">
            <a:avLst>
              <a:gd name="adj" fmla="val 2857"/>
            </a:avLst>
          </a:prstGeom>
          <a:solidFill>
            <a:srgbClr val="FFF7ED"/>
          </a:solidFill>
          <a:ln w="8890">
            <a:solidFill>
              <a:srgbClr val="D9E2EC"/>
            </a:solidFill>
            <a:prstDash val="solid"/>
          </a:ln>
        </p:spPr>
        <p:txBody>
          <a:bodyPr/>
          <a:lstStyle/>
          <a:p>
            <a:endParaRPr lang="fr-CA" noProof="0" dirty="0"/>
          </a:p>
        </p:txBody>
      </p:sp>
      <p:sp>
        <p:nvSpPr>
          <p:cNvPr id="10" name="Shape 8"/>
          <p:cNvSpPr/>
          <p:nvPr>
            <p:custDataLst>
              <p:tags r:id="rId9"/>
            </p:custDataLst>
          </p:nvPr>
        </p:nvSpPr>
        <p:spPr>
          <a:xfrm>
            <a:off x="748682" y="2255508"/>
            <a:ext cx="731520" cy="0"/>
          </a:xfrm>
          <a:prstGeom prst="line">
            <a:avLst/>
          </a:prstGeom>
          <a:noFill/>
          <a:ln w="29210">
            <a:solidFill>
              <a:srgbClr val="B45309"/>
            </a:solidFill>
            <a:prstDash val="solid"/>
          </a:ln>
        </p:spPr>
        <p:txBody>
          <a:bodyPr/>
          <a:lstStyle/>
          <a:p>
            <a:endParaRPr lang="fr-CA" noProof="0" dirty="0"/>
          </a:p>
        </p:txBody>
      </p:sp>
      <p:sp>
        <p:nvSpPr>
          <p:cNvPr id="11" name="Text 9"/>
          <p:cNvSpPr/>
          <p:nvPr>
            <p:custDataLst>
              <p:tags r:id="rId10"/>
            </p:custDataLst>
          </p:nvPr>
        </p:nvSpPr>
        <p:spPr>
          <a:xfrm>
            <a:off x="748682" y="2484108"/>
            <a:ext cx="4910328" cy="548640"/>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TCO : le coût complet</a:t>
            </a:r>
            <a:endParaRPr lang="fr-CA" sz="2000" noProof="0" dirty="0"/>
          </a:p>
        </p:txBody>
      </p:sp>
      <p:sp>
        <p:nvSpPr>
          <p:cNvPr id="12" name="Text 10"/>
          <p:cNvSpPr/>
          <p:nvPr>
            <p:custDataLst>
              <p:tags r:id="rId11"/>
            </p:custDataLst>
          </p:nvPr>
        </p:nvSpPr>
        <p:spPr>
          <a:xfrm>
            <a:off x="748682" y="3115044"/>
            <a:ext cx="4910328" cy="1920240"/>
          </a:xfrm>
          <a:prstGeom prst="rect">
            <a:avLst/>
          </a:prstGeom>
          <a:noFill/>
          <a:ln/>
        </p:spPr>
        <p:txBody>
          <a:bodyPr wrap="square" lIns="0" tIns="0" rIns="0" bIns="0" rtlCol="0" anchor="t">
            <a:normAutofit/>
          </a:bodyPr>
          <a:lstStyle/>
          <a:p>
            <a:pPr marL="0" indent="0">
              <a:buNone/>
            </a:pPr>
            <a:r>
              <a:rPr lang="fr-CA" sz="1750" noProof="0" dirty="0">
                <a:solidFill>
                  <a:srgbClr val="486581"/>
                </a:solidFill>
                <a:latin typeface="Calibri" pitchFamily="34" charset="0"/>
                <a:ea typeface="Calibri" pitchFamily="34" charset="-122"/>
                <a:cs typeface="Calibri" pitchFamily="34" charset="-120"/>
              </a:rPr>
              <a:t>Plateforme et environnements.</a:t>
            </a:r>
            <a:endParaRPr lang="fr-CA" sz="1750" noProof="0" dirty="0"/>
          </a:p>
          <a:p>
            <a:pPr marL="0" indent="0">
              <a:buNone/>
            </a:pPr>
            <a:r>
              <a:rPr lang="fr-CA" sz="1750" noProof="0" dirty="0">
                <a:solidFill>
                  <a:srgbClr val="486581"/>
                </a:solidFill>
                <a:latin typeface="Calibri" pitchFamily="34" charset="0"/>
                <a:ea typeface="Calibri" pitchFamily="34" charset="-122"/>
                <a:cs typeface="Calibri" pitchFamily="34" charset="-120"/>
              </a:rPr>
              <a:t>Ingénierie et exploitation.</a:t>
            </a:r>
            <a:endParaRPr lang="fr-CA" sz="1750" noProof="0" dirty="0"/>
          </a:p>
          <a:p>
            <a:pPr marL="0" indent="0">
              <a:buNone/>
            </a:pPr>
            <a:r>
              <a:rPr lang="fr-CA" sz="1750" noProof="0" dirty="0">
                <a:solidFill>
                  <a:srgbClr val="486581"/>
                </a:solidFill>
                <a:latin typeface="Calibri" pitchFamily="34" charset="0"/>
                <a:ea typeface="Calibri" pitchFamily="34" charset="-122"/>
                <a:cs typeface="Calibri" pitchFamily="34" charset="-120"/>
              </a:rPr>
              <a:t>Exactitude, tests et réconciliation.</a:t>
            </a:r>
            <a:endParaRPr lang="fr-CA" sz="1750" noProof="0" dirty="0"/>
          </a:p>
          <a:p>
            <a:pPr marL="0" indent="0">
              <a:buNone/>
            </a:pPr>
            <a:r>
              <a:rPr lang="fr-CA" sz="1750" noProof="0" dirty="0">
                <a:solidFill>
                  <a:srgbClr val="486581"/>
                </a:solidFill>
                <a:latin typeface="Calibri" pitchFamily="34" charset="0"/>
                <a:ea typeface="Calibri" pitchFamily="34" charset="-122"/>
                <a:cs typeface="Calibri" pitchFamily="34" charset="-120"/>
              </a:rPr>
              <a:t>Gouvernance et sécurité.</a:t>
            </a:r>
            <a:endParaRPr lang="fr-CA" sz="1750" noProof="0" dirty="0"/>
          </a:p>
        </p:txBody>
      </p:sp>
      <p:sp>
        <p:nvSpPr>
          <p:cNvPr id="13" name="Shape 11"/>
          <p:cNvSpPr/>
          <p:nvPr>
            <p:custDataLst>
              <p:tags r:id="rId12"/>
            </p:custDataLst>
          </p:nvPr>
        </p:nvSpPr>
        <p:spPr>
          <a:xfrm>
            <a:off x="6271658" y="1999476"/>
            <a:ext cx="5376672" cy="3200400"/>
          </a:xfrm>
          <a:prstGeom prst="roundRect">
            <a:avLst>
              <a:gd name="adj" fmla="val 2857"/>
            </a:avLst>
          </a:prstGeom>
          <a:solidFill>
            <a:srgbClr val="EFFAF8"/>
          </a:solidFill>
          <a:ln w="8890">
            <a:solidFill>
              <a:srgbClr val="D9E2EC"/>
            </a:solidFill>
            <a:prstDash val="solid"/>
          </a:ln>
        </p:spPr>
        <p:txBody>
          <a:bodyPr/>
          <a:lstStyle/>
          <a:p>
            <a:endParaRPr lang="fr-CA" noProof="0" dirty="0"/>
          </a:p>
        </p:txBody>
      </p:sp>
      <p:sp>
        <p:nvSpPr>
          <p:cNvPr id="14" name="Shape 12"/>
          <p:cNvSpPr/>
          <p:nvPr>
            <p:custDataLst>
              <p:tags r:id="rId13"/>
            </p:custDataLst>
          </p:nvPr>
        </p:nvSpPr>
        <p:spPr>
          <a:xfrm>
            <a:off x="6500258" y="2255508"/>
            <a:ext cx="731520" cy="0"/>
          </a:xfrm>
          <a:prstGeom prst="line">
            <a:avLst/>
          </a:prstGeom>
          <a:noFill/>
          <a:ln w="29210">
            <a:solidFill>
              <a:srgbClr val="0F766E"/>
            </a:solidFill>
            <a:prstDash val="solid"/>
          </a:ln>
        </p:spPr>
        <p:txBody>
          <a:bodyPr/>
          <a:lstStyle/>
          <a:p>
            <a:endParaRPr lang="fr-CA" noProof="0" dirty="0"/>
          </a:p>
        </p:txBody>
      </p:sp>
      <p:sp>
        <p:nvSpPr>
          <p:cNvPr id="15" name="Text 13"/>
          <p:cNvSpPr/>
          <p:nvPr>
            <p:custDataLst>
              <p:tags r:id="rId14"/>
            </p:custDataLst>
          </p:nvPr>
        </p:nvSpPr>
        <p:spPr>
          <a:xfrm>
            <a:off x="6500258" y="2484108"/>
            <a:ext cx="4919472" cy="548640"/>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ROI : des bénéfices mesurables</a:t>
            </a:r>
            <a:endParaRPr lang="fr-CA" sz="2000" noProof="0" dirty="0"/>
          </a:p>
        </p:txBody>
      </p:sp>
      <p:sp>
        <p:nvSpPr>
          <p:cNvPr id="16" name="Text 14"/>
          <p:cNvSpPr/>
          <p:nvPr>
            <p:custDataLst>
              <p:tags r:id="rId15"/>
            </p:custDataLst>
          </p:nvPr>
        </p:nvSpPr>
        <p:spPr>
          <a:xfrm>
            <a:off x="6500258" y="3115044"/>
            <a:ext cx="4919472" cy="1920240"/>
          </a:xfrm>
          <a:prstGeom prst="rect">
            <a:avLst/>
          </a:prstGeom>
          <a:noFill/>
          <a:ln/>
        </p:spPr>
        <p:txBody>
          <a:bodyPr wrap="square" lIns="0" tIns="0" rIns="0" bIns="0" rtlCol="0" anchor="t">
            <a:normAutofit/>
          </a:bodyPr>
          <a:lstStyle/>
          <a:p>
            <a:pPr marL="0" indent="0">
              <a:buNone/>
            </a:pPr>
            <a:r>
              <a:rPr lang="fr-CA" sz="1750" noProof="0" dirty="0">
                <a:solidFill>
                  <a:srgbClr val="486581"/>
                </a:solidFill>
                <a:latin typeface="Calibri" pitchFamily="34" charset="0"/>
                <a:ea typeface="Calibri" pitchFamily="34" charset="-122"/>
                <a:cs typeface="Calibri" pitchFamily="34" charset="-120"/>
              </a:rPr>
              <a:t>Réaction plus rapide.</a:t>
            </a:r>
            <a:endParaRPr lang="fr-CA" sz="1750" noProof="0" dirty="0"/>
          </a:p>
          <a:p>
            <a:pPr marL="0" indent="0">
              <a:buNone/>
            </a:pPr>
            <a:r>
              <a:rPr lang="fr-CA" sz="1750" noProof="0" dirty="0">
                <a:solidFill>
                  <a:srgbClr val="486581"/>
                </a:solidFill>
                <a:latin typeface="Calibri" pitchFamily="34" charset="0"/>
                <a:ea typeface="Calibri" pitchFamily="34" charset="-122"/>
                <a:cs typeface="Calibri" pitchFamily="34" charset="-120"/>
              </a:rPr>
              <a:t>Réutilisation des événements.</a:t>
            </a:r>
            <a:endParaRPr lang="fr-CA" sz="1750" noProof="0" dirty="0"/>
          </a:p>
          <a:p>
            <a:pPr marL="0" indent="0">
              <a:buNone/>
            </a:pPr>
            <a:r>
              <a:rPr lang="fr-CA" sz="1750" noProof="0" dirty="0">
                <a:solidFill>
                  <a:srgbClr val="486581"/>
                </a:solidFill>
                <a:latin typeface="Calibri" pitchFamily="34" charset="0"/>
                <a:ea typeface="Calibri" pitchFamily="34" charset="-122"/>
                <a:cs typeface="Calibri" pitchFamily="34" charset="-120"/>
              </a:rPr>
              <a:t>Évolution indépendante.</a:t>
            </a:r>
            <a:endParaRPr lang="fr-CA" sz="1750" noProof="0" dirty="0"/>
          </a:p>
          <a:p>
            <a:pPr marL="0" indent="0">
              <a:buNone/>
            </a:pPr>
            <a:r>
              <a:rPr lang="fr-CA" sz="1750" noProof="0" dirty="0">
                <a:solidFill>
                  <a:srgbClr val="486581"/>
                </a:solidFill>
                <a:latin typeface="Calibri" pitchFamily="34" charset="0"/>
                <a:ea typeface="Calibri" pitchFamily="34" charset="-122"/>
                <a:cs typeface="Calibri" pitchFamily="34" charset="-120"/>
              </a:rPr>
              <a:t>Rejeu, audit et restauration.</a:t>
            </a:r>
            <a:endParaRPr lang="fr-CA" sz="1750" noProof="0" dirty="0"/>
          </a:p>
        </p:txBody>
      </p:sp>
      <p:sp>
        <p:nvSpPr>
          <p:cNvPr id="17" name="Shape 15"/>
          <p:cNvSpPr/>
          <p:nvPr>
            <p:custDataLst>
              <p:tags r:id="rId16"/>
            </p:custDataLst>
          </p:nvPr>
        </p:nvSpPr>
        <p:spPr>
          <a:xfrm>
            <a:off x="530352" y="5715000"/>
            <a:ext cx="11128248" cy="448056"/>
          </a:xfrm>
          <a:prstGeom prst="roundRect">
            <a:avLst>
              <a:gd name="adj" fmla="val 20408"/>
            </a:avLst>
          </a:prstGeom>
          <a:solidFill>
            <a:srgbClr val="EFF6FF"/>
          </a:solidFill>
          <a:ln w="8890">
            <a:solidFill>
              <a:srgbClr val="EFF6FF"/>
            </a:solidFill>
            <a:prstDash val="solid"/>
          </a:ln>
        </p:spPr>
        <p:txBody>
          <a:bodyPr/>
          <a:lstStyle/>
          <a:p>
            <a:endParaRPr lang="fr-CA" noProof="0" dirty="0"/>
          </a:p>
        </p:txBody>
      </p:sp>
      <p:sp>
        <p:nvSpPr>
          <p:cNvPr id="18" name="Text 16"/>
          <p:cNvSpPr/>
          <p:nvPr>
            <p:custDataLst>
              <p:tags r:id="rId17"/>
            </p:custDataLst>
          </p:nvPr>
        </p:nvSpPr>
        <p:spPr>
          <a:xfrm>
            <a:off x="731520" y="5820156"/>
            <a:ext cx="10716768" cy="274320"/>
          </a:xfrm>
          <a:prstGeom prst="rect">
            <a:avLst/>
          </a:prstGeom>
          <a:noFill/>
          <a:ln/>
        </p:spPr>
        <p:txBody>
          <a:bodyPr wrap="square" lIns="0" tIns="0" rIns="0" bIns="0" rtlCol="0" anchor="t">
            <a:normAutofit/>
          </a:bodyPr>
          <a:lstStyle/>
          <a:p>
            <a:pPr marL="0" indent="0">
              <a:buNone/>
            </a:pPr>
            <a:r>
              <a:rPr lang="fr-CA" sz="1550" b="1" noProof="0" dirty="0">
                <a:solidFill>
                  <a:srgbClr val="102A43"/>
                </a:solidFill>
                <a:latin typeface="Calibri" pitchFamily="34" charset="0"/>
                <a:ea typeface="Calibri" pitchFamily="34" charset="-122"/>
                <a:cs typeface="Calibri" pitchFamily="34" charset="-120"/>
              </a:rPr>
              <a:t>Architecture : besoins + options + garanties + TCO/ROI + responsables + critères de révision.</a:t>
            </a:r>
            <a:endParaRPr lang="fr-CA" sz="1550" noProof="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Shape 0"/>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en-CA"/>
          </a:p>
        </p:txBody>
      </p:sp>
      <p:sp>
        <p:nvSpPr>
          <p:cNvPr id="3" name="Text 1"/>
          <p:cNvSpPr/>
          <p:nvPr>
            <p:custDataLst>
              <p:tags r:id="rId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en-US" sz="1100" b="1" kern="0" spc="50" dirty="0">
                <a:solidFill>
                  <a:srgbClr val="1F6FEB"/>
                </a:solidFill>
                <a:latin typeface="Calibri" pitchFamily="34" charset="0"/>
                <a:ea typeface="Calibri" pitchFamily="34" charset="-122"/>
                <a:cs typeface="Calibri" pitchFamily="34" charset="-120"/>
              </a:rPr>
              <a:t>06 / PROUVER ET CHOISIR</a:t>
            </a:r>
            <a:endParaRPr lang="en-US" sz="1100" dirty="0"/>
          </a:p>
        </p:txBody>
      </p:sp>
      <p:sp>
        <p:nvSpPr>
          <p:cNvPr id="4" name="Text 2"/>
          <p:cNvSpPr/>
          <p:nvPr>
            <p:custDataLst>
              <p:tags r:id="rId3"/>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en-US" sz="1000" b="1" dirty="0">
                <a:solidFill>
                  <a:srgbClr val="829AB1"/>
                </a:solidFill>
                <a:latin typeface="Calibri" pitchFamily="34" charset="0"/>
                <a:ea typeface="Calibri" pitchFamily="34" charset="-122"/>
                <a:cs typeface="Calibri" pitchFamily="34" charset="-120"/>
              </a:rPr>
              <a:t>DU LABORATOIRE À L'EXPLOITATION</a:t>
            </a:r>
            <a:endParaRPr lang="en-US" sz="1000" dirty="0"/>
          </a:p>
        </p:txBody>
      </p:sp>
      <p:sp>
        <p:nvSpPr>
          <p:cNvPr id="5" name="Text 3"/>
          <p:cNvSpPr/>
          <p:nvPr>
            <p:custDataLst>
              <p:tags r:id="rId4"/>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en-US" sz="2700" b="1" dirty="0">
                <a:solidFill>
                  <a:srgbClr val="102A43"/>
                </a:solidFill>
                <a:latin typeface="Calibri" pitchFamily="34" charset="0"/>
                <a:ea typeface="Calibri" pitchFamily="34" charset="-122"/>
                <a:cs typeface="Calibri" pitchFamily="34" charset="-120"/>
              </a:rPr>
              <a:t>Le sandbox rend les limites visibles; il ne les efface pas</a:t>
            </a:r>
            <a:endParaRPr lang="en-US" sz="2700" dirty="0"/>
          </a:p>
        </p:txBody>
      </p:sp>
      <p:sp>
        <p:nvSpPr>
          <p:cNvPr id="6" name="Text 4"/>
          <p:cNvSpPr/>
          <p:nvPr>
            <p:custDataLst>
              <p:tags r:id="rId5"/>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en-US" sz="1650" dirty="0">
                <a:solidFill>
                  <a:srgbClr val="486581"/>
                </a:solidFill>
                <a:latin typeface="Calibri" pitchFamily="34" charset="0"/>
                <a:ea typeface="Calibri" pitchFamily="34" charset="-122"/>
                <a:cs typeface="Calibri" pitchFamily="34" charset="-120"/>
              </a:rPr>
              <a:t>La facilité d'exécution locale et les garanties d'une architecture de production sont deux objectifs distincts.</a:t>
            </a:r>
            <a:endParaRPr lang="en-US" sz="1650" dirty="0"/>
          </a:p>
        </p:txBody>
      </p:sp>
      <p:sp>
        <p:nvSpPr>
          <p:cNvPr id="7" name="Text 5"/>
          <p:cNvSpPr/>
          <p:nvPr>
            <p:custDataLst>
              <p:tags r:id="rId6"/>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en-US" sz="900" dirty="0">
                <a:solidFill>
                  <a:srgbClr val="486581"/>
                </a:solidFill>
                <a:latin typeface="Calibri" pitchFamily="34" charset="0"/>
                <a:ea typeface="Calibri" pitchFamily="34" charset="-122"/>
                <a:cs typeface="Calibri" pitchFamily="34" charset="-120"/>
              </a:rPr>
              <a:t>Guide d'ingénierie Kafka · Projet EDA</a:t>
            </a:r>
            <a:endParaRPr lang="en-US" sz="900" dirty="0"/>
          </a:p>
        </p:txBody>
      </p:sp>
      <p:sp>
        <p:nvSpPr>
          <p:cNvPr id="8" name="Text 6"/>
          <p:cNvSpPr/>
          <p:nvPr>
            <p:custDataLst>
              <p:tags r:id="rId7"/>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en-US" sz="900" dirty="0">
                <a:solidFill>
                  <a:srgbClr val="486581"/>
                </a:solidFill>
                <a:latin typeface="Calibri" pitchFamily="34" charset="0"/>
                <a:ea typeface="Calibri" pitchFamily="34" charset="-122"/>
                <a:cs typeface="Calibri" pitchFamily="34" charset="-120"/>
              </a:rPr>
              <a:t>37</a:t>
            </a:r>
            <a:endParaRPr lang="en-US" sz="900" dirty="0"/>
          </a:p>
        </p:txBody>
      </p:sp>
      <p:sp>
        <p:nvSpPr>
          <p:cNvPr id="9" name="Shape 7"/>
          <p:cNvSpPr/>
          <p:nvPr>
            <p:custDataLst>
              <p:tags r:id="rId8"/>
            </p:custDataLst>
          </p:nvPr>
        </p:nvSpPr>
        <p:spPr>
          <a:xfrm>
            <a:off x="530352" y="1999476"/>
            <a:ext cx="4814316" cy="475488"/>
          </a:xfrm>
          <a:prstGeom prst="roundRect">
            <a:avLst>
              <a:gd name="adj" fmla="val 19231"/>
            </a:avLst>
          </a:prstGeom>
          <a:solidFill>
            <a:srgbClr val="1F6FEB"/>
          </a:solidFill>
          <a:ln w="8890">
            <a:solidFill>
              <a:srgbClr val="1F6FEB"/>
            </a:solidFill>
            <a:prstDash val="solid"/>
          </a:ln>
        </p:spPr>
        <p:txBody>
          <a:bodyPr/>
          <a:lstStyle/>
          <a:p>
            <a:endParaRPr lang="en-CA"/>
          </a:p>
        </p:txBody>
      </p:sp>
      <p:sp>
        <p:nvSpPr>
          <p:cNvPr id="10" name="Text 8"/>
          <p:cNvSpPr/>
          <p:nvPr>
            <p:custDataLst>
              <p:tags r:id="rId9"/>
            </p:custDataLst>
          </p:nvPr>
        </p:nvSpPr>
        <p:spPr>
          <a:xfrm>
            <a:off x="658368" y="2109204"/>
            <a:ext cx="4581144" cy="365760"/>
          </a:xfrm>
          <a:prstGeom prst="rect">
            <a:avLst/>
          </a:prstGeom>
          <a:noFill/>
          <a:ln/>
        </p:spPr>
        <p:txBody>
          <a:bodyPr wrap="square" lIns="0" tIns="0" rIns="0" bIns="0" rtlCol="0" anchor="t">
            <a:normAutofit/>
          </a:bodyPr>
          <a:lstStyle/>
          <a:p>
            <a:pPr marL="0" indent="0">
              <a:buNone/>
            </a:pPr>
            <a:r>
              <a:rPr lang="en-US" b="1" dirty="0">
                <a:solidFill>
                  <a:srgbClr val="FFFFFF"/>
                </a:solidFill>
                <a:latin typeface="Calibri" pitchFamily="34" charset="0"/>
                <a:ea typeface="Calibri" pitchFamily="34" charset="-122"/>
                <a:cs typeface="Calibri" pitchFamily="34" charset="-120"/>
              </a:rPr>
              <a:t>Pour apprendre localement</a:t>
            </a:r>
            <a:endParaRPr lang="en-US" dirty="0"/>
          </a:p>
        </p:txBody>
      </p:sp>
      <p:sp>
        <p:nvSpPr>
          <p:cNvPr id="11" name="Shape 9"/>
          <p:cNvSpPr/>
          <p:nvPr>
            <p:custDataLst>
              <p:tags r:id="rId10"/>
            </p:custDataLst>
          </p:nvPr>
        </p:nvSpPr>
        <p:spPr>
          <a:xfrm>
            <a:off x="5385816" y="1999476"/>
            <a:ext cx="6231636" cy="475488"/>
          </a:xfrm>
          <a:prstGeom prst="roundRect">
            <a:avLst>
              <a:gd name="adj" fmla="val 19231"/>
            </a:avLst>
          </a:prstGeom>
          <a:solidFill>
            <a:srgbClr val="1F6FEB"/>
          </a:solidFill>
          <a:ln w="8890">
            <a:solidFill>
              <a:srgbClr val="1F6FEB"/>
            </a:solidFill>
            <a:prstDash val="solid"/>
          </a:ln>
        </p:spPr>
        <p:txBody>
          <a:bodyPr/>
          <a:lstStyle/>
          <a:p>
            <a:endParaRPr lang="en-CA"/>
          </a:p>
        </p:txBody>
      </p:sp>
      <p:sp>
        <p:nvSpPr>
          <p:cNvPr id="12" name="Text 10"/>
          <p:cNvSpPr/>
          <p:nvPr>
            <p:custDataLst>
              <p:tags r:id="rId11"/>
            </p:custDataLst>
          </p:nvPr>
        </p:nvSpPr>
        <p:spPr>
          <a:xfrm>
            <a:off x="5513832" y="2109204"/>
            <a:ext cx="5998464" cy="352044"/>
          </a:xfrm>
          <a:prstGeom prst="rect">
            <a:avLst/>
          </a:prstGeom>
          <a:noFill/>
          <a:ln/>
        </p:spPr>
        <p:txBody>
          <a:bodyPr wrap="square" lIns="0" tIns="0" rIns="0" bIns="0" rtlCol="0" anchor="t">
            <a:noAutofit/>
          </a:bodyPr>
          <a:lstStyle/>
          <a:p>
            <a:pPr marL="0" indent="0">
              <a:buNone/>
            </a:pPr>
            <a:r>
              <a:rPr lang="en-US" b="1" dirty="0">
                <a:solidFill>
                  <a:srgbClr val="FFFFFF"/>
                </a:solidFill>
                <a:latin typeface="Calibri" pitchFamily="34" charset="0"/>
                <a:ea typeface="Calibri" pitchFamily="34" charset="-122"/>
                <a:cs typeface="Calibri" pitchFamily="34" charset="-120"/>
              </a:rPr>
              <a:t>Pour aller vers une cible de production</a:t>
            </a:r>
            <a:endParaRPr lang="en-US" dirty="0"/>
          </a:p>
        </p:txBody>
      </p:sp>
      <p:sp>
        <p:nvSpPr>
          <p:cNvPr id="13" name="Shape 11"/>
          <p:cNvSpPr/>
          <p:nvPr>
            <p:custDataLst>
              <p:tags r:id="rId12"/>
            </p:custDataLst>
          </p:nvPr>
        </p:nvSpPr>
        <p:spPr>
          <a:xfrm>
            <a:off x="530352" y="2529828"/>
            <a:ext cx="4814316" cy="626364"/>
          </a:xfrm>
          <a:prstGeom prst="roundRect">
            <a:avLst>
              <a:gd name="adj" fmla="val 14599"/>
            </a:avLst>
          </a:prstGeom>
          <a:solidFill>
            <a:srgbClr val="F5F8FC"/>
          </a:solidFill>
          <a:ln w="8890">
            <a:solidFill>
              <a:srgbClr val="D9E2EC"/>
            </a:solidFill>
            <a:prstDash val="solid"/>
          </a:ln>
        </p:spPr>
        <p:txBody>
          <a:bodyPr/>
          <a:lstStyle/>
          <a:p>
            <a:endParaRPr lang="en-CA"/>
          </a:p>
        </p:txBody>
      </p:sp>
      <p:sp>
        <p:nvSpPr>
          <p:cNvPr id="14" name="Text 12"/>
          <p:cNvSpPr/>
          <p:nvPr>
            <p:custDataLst>
              <p:tags r:id="rId13"/>
            </p:custDataLst>
          </p:nvPr>
        </p:nvSpPr>
        <p:spPr>
          <a:xfrm>
            <a:off x="658368" y="2639556"/>
            <a:ext cx="4572000" cy="489204"/>
          </a:xfrm>
          <a:prstGeom prst="rect">
            <a:avLst/>
          </a:prstGeom>
          <a:noFill/>
          <a:ln/>
        </p:spPr>
        <p:txBody>
          <a:bodyPr wrap="square" lIns="0" tIns="0" rIns="0" bIns="0" rtlCol="0" anchor="t">
            <a:normAutofit/>
          </a:bodyPr>
          <a:lstStyle/>
          <a:p>
            <a:pPr marL="0" indent="0">
              <a:buNone/>
            </a:pPr>
            <a:r>
              <a:rPr lang="en-US" sz="1600" b="1" dirty="0">
                <a:solidFill>
                  <a:srgbClr val="102A43"/>
                </a:solidFill>
                <a:latin typeface="Calibri" pitchFamily="34" charset="0"/>
                <a:ea typeface="Calibri" pitchFamily="34" charset="-122"/>
                <a:cs typeface="Calibri" pitchFamily="34" charset="-120"/>
              </a:rPr>
              <a:t>Moteurs et base embarqués.</a:t>
            </a:r>
            <a:endParaRPr lang="en-US" sz="1600" dirty="0"/>
          </a:p>
        </p:txBody>
      </p:sp>
      <p:sp>
        <p:nvSpPr>
          <p:cNvPr id="15" name="Shape 13"/>
          <p:cNvSpPr/>
          <p:nvPr>
            <p:custDataLst>
              <p:tags r:id="rId14"/>
            </p:custDataLst>
          </p:nvPr>
        </p:nvSpPr>
        <p:spPr>
          <a:xfrm>
            <a:off x="5385816" y="2529828"/>
            <a:ext cx="6231636" cy="626364"/>
          </a:xfrm>
          <a:prstGeom prst="roundRect">
            <a:avLst>
              <a:gd name="adj" fmla="val 14599"/>
            </a:avLst>
          </a:prstGeom>
          <a:solidFill>
            <a:srgbClr val="F5F8FC"/>
          </a:solidFill>
          <a:ln w="8890">
            <a:solidFill>
              <a:srgbClr val="D9E2EC"/>
            </a:solidFill>
            <a:prstDash val="solid"/>
          </a:ln>
        </p:spPr>
        <p:txBody>
          <a:bodyPr/>
          <a:lstStyle/>
          <a:p>
            <a:endParaRPr lang="en-CA"/>
          </a:p>
        </p:txBody>
      </p:sp>
      <p:sp>
        <p:nvSpPr>
          <p:cNvPr id="16" name="Text 14"/>
          <p:cNvSpPr/>
          <p:nvPr>
            <p:custDataLst>
              <p:tags r:id="rId15"/>
            </p:custDataLst>
          </p:nvPr>
        </p:nvSpPr>
        <p:spPr>
          <a:xfrm>
            <a:off x="5513832" y="2639556"/>
            <a:ext cx="5989320" cy="489204"/>
          </a:xfrm>
          <a:prstGeom prst="rect">
            <a:avLst/>
          </a:prstGeom>
          <a:noFill/>
          <a:ln/>
        </p:spPr>
        <p:txBody>
          <a:bodyPr wrap="square" lIns="0" tIns="0" rIns="0" bIns="0" rtlCol="0" anchor="t">
            <a:normAutofit/>
          </a:bodyPr>
          <a:lstStyle/>
          <a:p>
            <a:pPr marL="0" indent="0">
              <a:buNone/>
            </a:pPr>
            <a:r>
              <a:rPr lang="en-US" sz="1600" dirty="0">
                <a:solidFill>
                  <a:srgbClr val="486581"/>
                </a:solidFill>
                <a:latin typeface="Calibri" pitchFamily="34" charset="0"/>
                <a:ea typeface="Calibri" pitchFamily="34" charset="-122"/>
                <a:cs typeface="Calibri" pitchFamily="34" charset="-120"/>
              </a:rPr>
              <a:t>Services externes, état partagé et durabilité explicites.</a:t>
            </a:r>
            <a:endParaRPr lang="en-US" sz="1600" dirty="0"/>
          </a:p>
        </p:txBody>
      </p:sp>
      <p:sp>
        <p:nvSpPr>
          <p:cNvPr id="17" name="Shape 15"/>
          <p:cNvSpPr/>
          <p:nvPr>
            <p:custDataLst>
              <p:tags r:id="rId16"/>
            </p:custDataLst>
          </p:nvPr>
        </p:nvSpPr>
        <p:spPr>
          <a:xfrm>
            <a:off x="530352" y="3220200"/>
            <a:ext cx="4814316" cy="626364"/>
          </a:xfrm>
          <a:prstGeom prst="roundRect">
            <a:avLst>
              <a:gd name="adj" fmla="val 14599"/>
            </a:avLst>
          </a:prstGeom>
          <a:solidFill>
            <a:srgbClr val="FFFFFF"/>
          </a:solidFill>
          <a:ln w="8890">
            <a:solidFill>
              <a:srgbClr val="D9E2EC"/>
            </a:solidFill>
            <a:prstDash val="solid"/>
          </a:ln>
        </p:spPr>
        <p:txBody>
          <a:bodyPr/>
          <a:lstStyle/>
          <a:p>
            <a:endParaRPr lang="en-CA"/>
          </a:p>
        </p:txBody>
      </p:sp>
      <p:sp>
        <p:nvSpPr>
          <p:cNvPr id="18" name="Text 16"/>
          <p:cNvSpPr/>
          <p:nvPr>
            <p:custDataLst>
              <p:tags r:id="rId17"/>
            </p:custDataLst>
          </p:nvPr>
        </p:nvSpPr>
        <p:spPr>
          <a:xfrm>
            <a:off x="658368" y="3329928"/>
            <a:ext cx="4572000" cy="489204"/>
          </a:xfrm>
          <a:prstGeom prst="rect">
            <a:avLst/>
          </a:prstGeom>
          <a:noFill/>
          <a:ln/>
        </p:spPr>
        <p:txBody>
          <a:bodyPr wrap="square" lIns="0" tIns="0" rIns="0" bIns="0" rtlCol="0" anchor="t">
            <a:normAutofit/>
          </a:bodyPr>
          <a:lstStyle/>
          <a:p>
            <a:pPr marL="0" indent="0">
              <a:buNone/>
            </a:pPr>
            <a:r>
              <a:rPr lang="en-US" sz="1600" b="1" dirty="0">
                <a:solidFill>
                  <a:srgbClr val="102A43"/>
                </a:solidFill>
                <a:latin typeface="Calibri" pitchFamily="34" charset="0"/>
                <a:ea typeface="Calibri" pitchFamily="34" charset="-122"/>
                <a:cs typeface="Calibri" pitchFamily="34" charset="-120"/>
              </a:rPr>
              <a:t>Pont Flink in-JVM et stockage temporaire.</a:t>
            </a:r>
            <a:endParaRPr lang="en-US" sz="1600" dirty="0"/>
          </a:p>
        </p:txBody>
      </p:sp>
      <p:sp>
        <p:nvSpPr>
          <p:cNvPr id="19" name="Shape 17"/>
          <p:cNvSpPr/>
          <p:nvPr>
            <p:custDataLst>
              <p:tags r:id="rId18"/>
            </p:custDataLst>
          </p:nvPr>
        </p:nvSpPr>
        <p:spPr>
          <a:xfrm>
            <a:off x="5385816" y="3220200"/>
            <a:ext cx="6231636" cy="626364"/>
          </a:xfrm>
          <a:prstGeom prst="roundRect">
            <a:avLst>
              <a:gd name="adj" fmla="val 14599"/>
            </a:avLst>
          </a:prstGeom>
          <a:solidFill>
            <a:srgbClr val="FFFFFF"/>
          </a:solidFill>
          <a:ln w="8890">
            <a:solidFill>
              <a:srgbClr val="D9E2EC"/>
            </a:solidFill>
            <a:prstDash val="solid"/>
          </a:ln>
        </p:spPr>
        <p:txBody>
          <a:bodyPr/>
          <a:lstStyle/>
          <a:p>
            <a:endParaRPr lang="en-CA"/>
          </a:p>
        </p:txBody>
      </p:sp>
      <p:sp>
        <p:nvSpPr>
          <p:cNvPr id="20" name="Text 18"/>
          <p:cNvSpPr/>
          <p:nvPr>
            <p:custDataLst>
              <p:tags r:id="rId19"/>
            </p:custDataLst>
          </p:nvPr>
        </p:nvSpPr>
        <p:spPr>
          <a:xfrm>
            <a:off x="5513832" y="3329928"/>
            <a:ext cx="5989320" cy="489204"/>
          </a:xfrm>
          <a:prstGeom prst="rect">
            <a:avLst/>
          </a:prstGeom>
          <a:noFill/>
          <a:ln/>
        </p:spPr>
        <p:txBody>
          <a:bodyPr wrap="square" lIns="0" tIns="0" rIns="0" bIns="0" rtlCol="0" anchor="t">
            <a:normAutofit/>
          </a:bodyPr>
          <a:lstStyle/>
          <a:p>
            <a:pPr marL="0" indent="0">
              <a:buNone/>
            </a:pPr>
            <a:r>
              <a:rPr lang="en-US" sz="1600" dirty="0">
                <a:solidFill>
                  <a:srgbClr val="486581"/>
                </a:solidFill>
                <a:latin typeface="Calibri" pitchFamily="34" charset="0"/>
                <a:ea typeface="Calibri" pitchFamily="34" charset="-122"/>
                <a:cs typeface="Calibri" pitchFamily="34" charset="-120"/>
              </a:rPr>
              <a:t>Runtime cible, connecteurs et restauration validés.</a:t>
            </a:r>
            <a:endParaRPr lang="en-US" sz="1600" dirty="0"/>
          </a:p>
        </p:txBody>
      </p:sp>
      <p:sp>
        <p:nvSpPr>
          <p:cNvPr id="21" name="Shape 19"/>
          <p:cNvSpPr/>
          <p:nvPr>
            <p:custDataLst>
              <p:tags r:id="rId20"/>
            </p:custDataLst>
          </p:nvPr>
        </p:nvSpPr>
        <p:spPr>
          <a:xfrm>
            <a:off x="530352" y="3910572"/>
            <a:ext cx="4814316" cy="626364"/>
          </a:xfrm>
          <a:prstGeom prst="roundRect">
            <a:avLst>
              <a:gd name="adj" fmla="val 14599"/>
            </a:avLst>
          </a:prstGeom>
          <a:solidFill>
            <a:srgbClr val="F5F8FC"/>
          </a:solidFill>
          <a:ln w="8890">
            <a:solidFill>
              <a:srgbClr val="D9E2EC"/>
            </a:solidFill>
            <a:prstDash val="solid"/>
          </a:ln>
        </p:spPr>
        <p:txBody>
          <a:bodyPr/>
          <a:lstStyle/>
          <a:p>
            <a:endParaRPr lang="en-CA"/>
          </a:p>
        </p:txBody>
      </p:sp>
      <p:sp>
        <p:nvSpPr>
          <p:cNvPr id="22" name="Text 20"/>
          <p:cNvSpPr/>
          <p:nvPr>
            <p:custDataLst>
              <p:tags r:id="rId21"/>
            </p:custDataLst>
          </p:nvPr>
        </p:nvSpPr>
        <p:spPr>
          <a:xfrm>
            <a:off x="658368" y="4020300"/>
            <a:ext cx="4572000" cy="489204"/>
          </a:xfrm>
          <a:prstGeom prst="rect">
            <a:avLst/>
          </a:prstGeom>
          <a:noFill/>
          <a:ln/>
        </p:spPr>
        <p:txBody>
          <a:bodyPr wrap="square" lIns="0" tIns="0" rIns="0" bIns="0" rtlCol="0" anchor="t">
            <a:normAutofit/>
          </a:bodyPr>
          <a:lstStyle/>
          <a:p>
            <a:pPr marL="0" indent="0">
              <a:buNone/>
            </a:pPr>
            <a:r>
              <a:rPr lang="en-US" sz="1600" b="1" dirty="0">
                <a:solidFill>
                  <a:srgbClr val="102A43"/>
                </a:solidFill>
                <a:latin typeface="Calibri" pitchFamily="34" charset="0"/>
                <a:ea typeface="Calibri" pitchFamily="34" charset="-122"/>
                <a:cs typeface="Calibri" pitchFamily="34" charset="-120"/>
              </a:rPr>
              <a:t>Options et tableaux de bord pédagogiques.</a:t>
            </a:r>
            <a:endParaRPr lang="en-US" sz="1600" dirty="0"/>
          </a:p>
        </p:txBody>
      </p:sp>
      <p:sp>
        <p:nvSpPr>
          <p:cNvPr id="23" name="Shape 21"/>
          <p:cNvSpPr/>
          <p:nvPr>
            <p:custDataLst>
              <p:tags r:id="rId22"/>
            </p:custDataLst>
          </p:nvPr>
        </p:nvSpPr>
        <p:spPr>
          <a:xfrm>
            <a:off x="5385816" y="3910572"/>
            <a:ext cx="6231636" cy="626364"/>
          </a:xfrm>
          <a:prstGeom prst="roundRect">
            <a:avLst>
              <a:gd name="adj" fmla="val 14599"/>
            </a:avLst>
          </a:prstGeom>
          <a:solidFill>
            <a:srgbClr val="F5F8FC"/>
          </a:solidFill>
          <a:ln w="8890">
            <a:solidFill>
              <a:srgbClr val="D9E2EC"/>
            </a:solidFill>
            <a:prstDash val="solid"/>
          </a:ln>
        </p:spPr>
        <p:txBody>
          <a:bodyPr/>
          <a:lstStyle/>
          <a:p>
            <a:endParaRPr lang="en-CA"/>
          </a:p>
        </p:txBody>
      </p:sp>
      <p:sp>
        <p:nvSpPr>
          <p:cNvPr id="24" name="Text 22"/>
          <p:cNvSpPr/>
          <p:nvPr>
            <p:custDataLst>
              <p:tags r:id="rId23"/>
            </p:custDataLst>
          </p:nvPr>
        </p:nvSpPr>
        <p:spPr>
          <a:xfrm>
            <a:off x="5513832" y="4020300"/>
            <a:ext cx="5989320" cy="489204"/>
          </a:xfrm>
          <a:prstGeom prst="rect">
            <a:avLst/>
          </a:prstGeom>
          <a:noFill/>
          <a:ln/>
        </p:spPr>
        <p:txBody>
          <a:bodyPr wrap="square" lIns="0" tIns="0" rIns="0" bIns="0" rtlCol="0" anchor="t">
            <a:normAutofit/>
          </a:bodyPr>
          <a:lstStyle/>
          <a:p>
            <a:pPr marL="0" indent="0">
              <a:buNone/>
            </a:pPr>
            <a:r>
              <a:rPr lang="en-US" sz="1600" dirty="0">
                <a:solidFill>
                  <a:srgbClr val="486581"/>
                </a:solidFill>
                <a:latin typeface="Calibri" pitchFamily="34" charset="0"/>
                <a:ea typeface="Calibri" pitchFamily="34" charset="-122"/>
                <a:cs typeface="Calibri" pitchFamily="34" charset="-120"/>
              </a:rPr>
              <a:t>Sécurité, contrats, supervision et procédures opérables.</a:t>
            </a:r>
            <a:endParaRPr lang="en-US" sz="1600" dirty="0"/>
          </a:p>
        </p:txBody>
      </p:sp>
      <p:sp>
        <p:nvSpPr>
          <p:cNvPr id="25" name="Shape 23"/>
          <p:cNvSpPr/>
          <p:nvPr>
            <p:custDataLst>
              <p:tags r:id="rId24"/>
            </p:custDataLst>
          </p:nvPr>
        </p:nvSpPr>
        <p:spPr>
          <a:xfrm>
            <a:off x="530352" y="4600944"/>
            <a:ext cx="4814316" cy="626364"/>
          </a:xfrm>
          <a:prstGeom prst="roundRect">
            <a:avLst>
              <a:gd name="adj" fmla="val 14599"/>
            </a:avLst>
          </a:prstGeom>
          <a:solidFill>
            <a:srgbClr val="FFFFFF"/>
          </a:solidFill>
          <a:ln w="8890">
            <a:solidFill>
              <a:srgbClr val="D9E2EC"/>
            </a:solidFill>
            <a:prstDash val="solid"/>
          </a:ln>
        </p:spPr>
        <p:txBody>
          <a:bodyPr/>
          <a:lstStyle/>
          <a:p>
            <a:endParaRPr lang="en-CA"/>
          </a:p>
        </p:txBody>
      </p:sp>
      <p:sp>
        <p:nvSpPr>
          <p:cNvPr id="26" name="Text 24"/>
          <p:cNvSpPr/>
          <p:nvPr>
            <p:custDataLst>
              <p:tags r:id="rId25"/>
            </p:custDataLst>
          </p:nvPr>
        </p:nvSpPr>
        <p:spPr>
          <a:xfrm>
            <a:off x="658368" y="4710672"/>
            <a:ext cx="4572000" cy="489204"/>
          </a:xfrm>
          <a:prstGeom prst="rect">
            <a:avLst/>
          </a:prstGeom>
          <a:noFill/>
          <a:ln/>
        </p:spPr>
        <p:txBody>
          <a:bodyPr wrap="square" lIns="0" tIns="0" rIns="0" bIns="0" rtlCol="0" anchor="t">
            <a:normAutofit/>
          </a:bodyPr>
          <a:lstStyle/>
          <a:p>
            <a:pPr marL="0" indent="0">
              <a:buNone/>
            </a:pPr>
            <a:r>
              <a:rPr lang="en-US" sz="1600" b="1" dirty="0">
                <a:solidFill>
                  <a:srgbClr val="102A43"/>
                </a:solidFill>
                <a:latin typeface="Calibri" pitchFamily="34" charset="0"/>
                <a:ea typeface="Calibri" pitchFamily="34" charset="-122"/>
                <a:cs typeface="Calibri" pitchFamily="34" charset="-120"/>
              </a:rPr>
              <a:t>Anomalies volontaires de concurrence.</a:t>
            </a:r>
            <a:endParaRPr lang="en-US" sz="1600" dirty="0"/>
          </a:p>
        </p:txBody>
      </p:sp>
      <p:sp>
        <p:nvSpPr>
          <p:cNvPr id="27" name="Shape 25"/>
          <p:cNvSpPr/>
          <p:nvPr>
            <p:custDataLst>
              <p:tags r:id="rId26"/>
            </p:custDataLst>
          </p:nvPr>
        </p:nvSpPr>
        <p:spPr>
          <a:xfrm>
            <a:off x="5385816" y="4600944"/>
            <a:ext cx="6231636" cy="626364"/>
          </a:xfrm>
          <a:prstGeom prst="roundRect">
            <a:avLst>
              <a:gd name="adj" fmla="val 14599"/>
            </a:avLst>
          </a:prstGeom>
          <a:solidFill>
            <a:srgbClr val="FFFFFF"/>
          </a:solidFill>
          <a:ln w="8890">
            <a:solidFill>
              <a:srgbClr val="D9E2EC"/>
            </a:solidFill>
            <a:prstDash val="solid"/>
          </a:ln>
        </p:spPr>
        <p:txBody>
          <a:bodyPr/>
          <a:lstStyle/>
          <a:p>
            <a:endParaRPr lang="en-CA"/>
          </a:p>
        </p:txBody>
      </p:sp>
      <p:sp>
        <p:nvSpPr>
          <p:cNvPr id="28" name="Text 26"/>
          <p:cNvSpPr/>
          <p:nvPr>
            <p:custDataLst>
              <p:tags r:id="rId27"/>
            </p:custDataLst>
          </p:nvPr>
        </p:nvSpPr>
        <p:spPr>
          <a:xfrm>
            <a:off x="5513832" y="4710672"/>
            <a:ext cx="5989320" cy="489204"/>
          </a:xfrm>
          <a:prstGeom prst="rect">
            <a:avLst/>
          </a:prstGeom>
          <a:noFill/>
          <a:ln/>
        </p:spPr>
        <p:txBody>
          <a:bodyPr wrap="square" lIns="0" tIns="0" rIns="0" bIns="0" rtlCol="0" anchor="t">
            <a:normAutofit/>
          </a:bodyPr>
          <a:lstStyle/>
          <a:p>
            <a:pPr marL="0" indent="0">
              <a:buNone/>
            </a:pPr>
            <a:r>
              <a:rPr lang="en-US" sz="1600" dirty="0">
                <a:solidFill>
                  <a:srgbClr val="486581"/>
                </a:solidFill>
                <a:latin typeface="Calibri" pitchFamily="34" charset="0"/>
                <a:ea typeface="Calibri" pitchFamily="34" charset="-122"/>
                <a:cs typeface="Calibri" pitchFamily="34" charset="-120"/>
              </a:rPr>
              <a:t>Invariants protégés et scénarios de défaillance testés.</a:t>
            </a:r>
            <a:endParaRPr lang="en-US" sz="1600" dirty="0"/>
          </a:p>
        </p:txBody>
      </p:sp>
      <p:sp>
        <p:nvSpPr>
          <p:cNvPr id="29" name="Shape 27"/>
          <p:cNvSpPr/>
          <p:nvPr>
            <p:custDataLst>
              <p:tags r:id="rId28"/>
            </p:custDataLst>
          </p:nvPr>
        </p:nvSpPr>
        <p:spPr>
          <a:xfrm>
            <a:off x="530352" y="5715000"/>
            <a:ext cx="11128248" cy="448056"/>
          </a:xfrm>
          <a:prstGeom prst="roundRect">
            <a:avLst>
              <a:gd name="adj" fmla="val 20408"/>
            </a:avLst>
          </a:prstGeom>
          <a:solidFill>
            <a:srgbClr val="EFF6FF"/>
          </a:solidFill>
          <a:ln w="8890">
            <a:solidFill>
              <a:srgbClr val="EFF6FF"/>
            </a:solidFill>
            <a:prstDash val="solid"/>
          </a:ln>
        </p:spPr>
        <p:txBody>
          <a:bodyPr/>
          <a:lstStyle/>
          <a:p>
            <a:endParaRPr lang="en-CA"/>
          </a:p>
        </p:txBody>
      </p:sp>
      <p:sp>
        <p:nvSpPr>
          <p:cNvPr id="30" name="Text 28"/>
          <p:cNvSpPr/>
          <p:nvPr>
            <p:custDataLst>
              <p:tags r:id="rId29"/>
            </p:custDataLst>
          </p:nvPr>
        </p:nvSpPr>
        <p:spPr>
          <a:xfrm>
            <a:off x="731520" y="5820156"/>
            <a:ext cx="10716768" cy="274320"/>
          </a:xfrm>
          <a:prstGeom prst="rect">
            <a:avLst/>
          </a:prstGeom>
          <a:noFill/>
          <a:ln/>
        </p:spPr>
        <p:txBody>
          <a:bodyPr wrap="square" lIns="0" tIns="0" rIns="0" bIns="0" rtlCol="0" anchor="t">
            <a:normAutofit/>
          </a:bodyPr>
          <a:lstStyle/>
          <a:p>
            <a:pPr marL="0" indent="0">
              <a:buNone/>
            </a:pPr>
            <a:r>
              <a:rPr lang="en-US" sz="1550" b="1" dirty="0">
                <a:solidFill>
                  <a:srgbClr val="102A43"/>
                </a:solidFill>
                <a:latin typeface="Calibri" pitchFamily="34" charset="0"/>
                <a:ea typeface="Calibri" pitchFamily="34" charset="-122"/>
                <a:cs typeface="Calibri" pitchFamily="34" charset="-120"/>
              </a:rPr>
              <a:t>Chaque garantie doit être rattachée à un périmètre, une hypothèse et une preuve.</a:t>
            </a:r>
            <a:endParaRPr lang="en-US" sz="15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Shape 0"/>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fr-CA" noProof="0" dirty="0"/>
          </a:p>
        </p:txBody>
      </p:sp>
      <p:sp>
        <p:nvSpPr>
          <p:cNvPr id="3" name="Text 1"/>
          <p:cNvSpPr/>
          <p:nvPr>
            <p:custDataLst>
              <p:tags r:id="rId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fr-CA" sz="1100" b="1" kern="0" spc="50" noProof="0" dirty="0">
                <a:solidFill>
                  <a:srgbClr val="1F6FEB"/>
                </a:solidFill>
                <a:latin typeface="Calibri" pitchFamily="34" charset="0"/>
                <a:ea typeface="Calibri" pitchFamily="34" charset="-122"/>
                <a:cs typeface="Calibri" pitchFamily="34" charset="-120"/>
              </a:rPr>
              <a:t>MISE EN PRATIQUE</a:t>
            </a:r>
            <a:endParaRPr lang="fr-CA" sz="1100" noProof="0" dirty="0"/>
          </a:p>
        </p:txBody>
      </p:sp>
      <p:sp>
        <p:nvSpPr>
          <p:cNvPr id="4" name="Text 2"/>
          <p:cNvSpPr/>
          <p:nvPr>
            <p:custDataLst>
              <p:tags r:id="rId3"/>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fr-CA" sz="1000" b="1" noProof="0" dirty="0">
                <a:solidFill>
                  <a:srgbClr val="829AB1"/>
                </a:solidFill>
                <a:latin typeface="Calibri" pitchFamily="34" charset="0"/>
                <a:ea typeface="Calibri" pitchFamily="34" charset="-122"/>
                <a:cs typeface="Calibri" pitchFamily="34" charset="-120"/>
              </a:rPr>
              <a:t>PROPOSITION D'ATELIER</a:t>
            </a:r>
            <a:endParaRPr lang="fr-CA" sz="1000" noProof="0" dirty="0"/>
          </a:p>
        </p:txBody>
      </p:sp>
      <p:sp>
        <p:nvSpPr>
          <p:cNvPr id="5" name="Text 3"/>
          <p:cNvSpPr/>
          <p:nvPr>
            <p:custDataLst>
              <p:tags r:id="rId4"/>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fr-CA" sz="2700" b="1" noProof="0" dirty="0">
                <a:solidFill>
                  <a:srgbClr val="102A43"/>
                </a:solidFill>
                <a:latin typeface="Calibri" pitchFamily="34" charset="0"/>
                <a:ea typeface="Calibri" pitchFamily="34" charset="-122"/>
                <a:cs typeface="Calibri" pitchFamily="34" charset="-120"/>
              </a:rPr>
              <a:t>Quatre expériences pour relier les concepts aux observations</a:t>
            </a:r>
            <a:endParaRPr lang="fr-CA" sz="2700" noProof="0" dirty="0"/>
          </a:p>
        </p:txBody>
      </p:sp>
      <p:sp>
        <p:nvSpPr>
          <p:cNvPr id="6" name="Text 4"/>
          <p:cNvSpPr/>
          <p:nvPr>
            <p:custDataLst>
              <p:tags r:id="rId5"/>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fr-CA" sz="1650" noProof="0" dirty="0">
                <a:solidFill>
                  <a:srgbClr val="486581"/>
                </a:solidFill>
                <a:latin typeface="Calibri" pitchFamily="34" charset="0"/>
                <a:ea typeface="Calibri" pitchFamily="34" charset="-122"/>
                <a:cs typeface="Calibri" pitchFamily="34" charset="-120"/>
              </a:rPr>
              <a:t>Préparer un état de départ comparable, ne changer qu'une variable et expliquer ce qui est observé.</a:t>
            </a:r>
            <a:endParaRPr lang="fr-CA" sz="1650" noProof="0" dirty="0"/>
          </a:p>
        </p:txBody>
      </p:sp>
      <p:sp>
        <p:nvSpPr>
          <p:cNvPr id="7" name="Text 5"/>
          <p:cNvSpPr/>
          <p:nvPr>
            <p:custDataLst>
              <p:tags r:id="rId6"/>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fr-CA" sz="900" noProof="0" dirty="0">
                <a:solidFill>
                  <a:srgbClr val="486581"/>
                </a:solidFill>
                <a:latin typeface="Calibri" pitchFamily="34" charset="0"/>
                <a:ea typeface="Calibri" pitchFamily="34" charset="-122"/>
                <a:cs typeface="Calibri" pitchFamily="34" charset="-120"/>
              </a:rPr>
              <a:t>Guide d'ingénierie Kafka · Projet EDA</a:t>
            </a:r>
            <a:endParaRPr lang="fr-CA" sz="900" noProof="0" dirty="0"/>
          </a:p>
        </p:txBody>
      </p:sp>
      <p:sp>
        <p:nvSpPr>
          <p:cNvPr id="8" name="Text 6"/>
          <p:cNvSpPr/>
          <p:nvPr>
            <p:custDataLst>
              <p:tags r:id="rId7"/>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fr-CA" sz="900" noProof="0" dirty="0">
                <a:solidFill>
                  <a:srgbClr val="486581"/>
                </a:solidFill>
                <a:latin typeface="Calibri" pitchFamily="34" charset="0"/>
                <a:ea typeface="Calibri" pitchFamily="34" charset="-122"/>
                <a:cs typeface="Calibri" pitchFamily="34" charset="-120"/>
              </a:rPr>
              <a:t>38</a:t>
            </a:r>
            <a:endParaRPr lang="fr-CA" sz="900" noProof="0" dirty="0"/>
          </a:p>
        </p:txBody>
      </p:sp>
      <p:sp>
        <p:nvSpPr>
          <p:cNvPr id="9" name="Shape 7"/>
          <p:cNvSpPr/>
          <p:nvPr>
            <p:custDataLst>
              <p:tags r:id="rId8"/>
            </p:custDataLst>
          </p:nvPr>
        </p:nvSpPr>
        <p:spPr>
          <a:xfrm>
            <a:off x="520082" y="1986503"/>
            <a:ext cx="4415359" cy="866096"/>
          </a:xfrm>
          <a:prstGeom prst="roundRect">
            <a:avLst>
              <a:gd name="adj" fmla="val 6623"/>
            </a:avLst>
          </a:prstGeom>
          <a:solidFill>
            <a:srgbClr val="FFFFFF"/>
          </a:solidFill>
          <a:ln w="8890">
            <a:solidFill>
              <a:srgbClr val="D9E2EC"/>
            </a:solidFill>
            <a:prstDash val="solid"/>
          </a:ln>
        </p:spPr>
        <p:txBody>
          <a:bodyPr/>
          <a:lstStyle/>
          <a:p>
            <a:endParaRPr lang="fr-CA" noProof="0" dirty="0"/>
          </a:p>
        </p:txBody>
      </p:sp>
      <p:sp>
        <p:nvSpPr>
          <p:cNvPr id="10" name="Text 8"/>
          <p:cNvSpPr/>
          <p:nvPr>
            <p:custDataLst>
              <p:tags r:id="rId9"/>
            </p:custDataLst>
          </p:nvPr>
        </p:nvSpPr>
        <p:spPr>
          <a:xfrm>
            <a:off x="643128" y="2051772"/>
            <a:ext cx="521208" cy="411480"/>
          </a:xfrm>
          <a:prstGeom prst="rect">
            <a:avLst/>
          </a:prstGeom>
          <a:noFill/>
          <a:ln/>
        </p:spPr>
        <p:txBody>
          <a:bodyPr wrap="square" lIns="0" tIns="0" rIns="0" bIns="0" rtlCol="0" anchor="t">
            <a:normAutofit/>
          </a:bodyPr>
          <a:lstStyle/>
          <a:p>
            <a:pPr marL="0" indent="0">
              <a:buNone/>
            </a:pPr>
            <a:r>
              <a:rPr lang="fr-CA" sz="2600" b="1" noProof="0" dirty="0">
                <a:solidFill>
                  <a:srgbClr val="1F6FEB"/>
                </a:solidFill>
                <a:latin typeface="Calibri" pitchFamily="34" charset="0"/>
                <a:ea typeface="Calibri" pitchFamily="34" charset="-122"/>
                <a:cs typeface="Calibri" pitchFamily="34" charset="-120"/>
              </a:rPr>
              <a:t>01</a:t>
            </a:r>
            <a:endParaRPr lang="fr-CA" sz="2600" noProof="0" dirty="0"/>
          </a:p>
        </p:txBody>
      </p:sp>
      <p:sp>
        <p:nvSpPr>
          <p:cNvPr id="11" name="Text 9"/>
          <p:cNvSpPr/>
          <p:nvPr>
            <p:custDataLst>
              <p:tags r:id="rId10"/>
            </p:custDataLst>
          </p:nvPr>
        </p:nvSpPr>
        <p:spPr>
          <a:xfrm>
            <a:off x="1079257" y="2105378"/>
            <a:ext cx="3778062" cy="338328"/>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Avec / sans clé / sans lock</a:t>
            </a:r>
            <a:endParaRPr lang="fr-CA" sz="2000" noProof="0" dirty="0"/>
          </a:p>
        </p:txBody>
      </p:sp>
      <p:sp>
        <p:nvSpPr>
          <p:cNvPr id="12" name="Text 10"/>
          <p:cNvSpPr/>
          <p:nvPr>
            <p:custDataLst>
              <p:tags r:id="rId11"/>
            </p:custDataLst>
          </p:nvPr>
        </p:nvSpPr>
        <p:spPr>
          <a:xfrm>
            <a:off x="1079257" y="2467625"/>
            <a:ext cx="3778062" cy="384974"/>
          </a:xfrm>
          <a:prstGeom prst="rect">
            <a:avLst/>
          </a:prstGeom>
          <a:noFill/>
          <a:ln/>
        </p:spPr>
        <p:txBody>
          <a:bodyPr wrap="square" lIns="0" tIns="0" rIns="0" bIns="0" rtlCol="0" anchor="t">
            <a:normAutofit/>
          </a:bodyPr>
          <a:lstStyle/>
          <a:p>
            <a:pPr marL="0" indent="0">
              <a:buNone/>
            </a:pPr>
            <a:r>
              <a:rPr lang="fr-CA" sz="1650" noProof="0" dirty="0">
                <a:solidFill>
                  <a:srgbClr val="486581"/>
                </a:solidFill>
                <a:latin typeface="Calibri" pitchFamily="34" charset="0"/>
                <a:ea typeface="Calibri" pitchFamily="34" charset="-122"/>
                <a:cs typeface="Calibri" pitchFamily="34" charset="-120"/>
              </a:rPr>
              <a:t>L'ordre par produit change-t-il l'inventaire ?</a:t>
            </a:r>
            <a:endParaRPr lang="fr-CA" sz="1650" noProof="0" dirty="0"/>
          </a:p>
        </p:txBody>
      </p:sp>
      <p:sp>
        <p:nvSpPr>
          <p:cNvPr id="25" name="Shape 23"/>
          <p:cNvSpPr/>
          <p:nvPr>
            <p:custDataLst>
              <p:tags r:id="rId12"/>
            </p:custDataLst>
          </p:nvPr>
        </p:nvSpPr>
        <p:spPr>
          <a:xfrm>
            <a:off x="530352" y="5715000"/>
            <a:ext cx="11128248" cy="448056"/>
          </a:xfrm>
          <a:prstGeom prst="roundRect">
            <a:avLst>
              <a:gd name="adj" fmla="val 20408"/>
            </a:avLst>
          </a:prstGeom>
          <a:solidFill>
            <a:srgbClr val="EFFAF8"/>
          </a:solidFill>
          <a:ln w="8890">
            <a:solidFill>
              <a:srgbClr val="EFFAF8"/>
            </a:solidFill>
            <a:prstDash val="solid"/>
          </a:ln>
        </p:spPr>
        <p:txBody>
          <a:bodyPr/>
          <a:lstStyle/>
          <a:p>
            <a:r>
              <a:rPr lang="fr-CA" noProof="0" dirty="0"/>
              <a:t> </a:t>
            </a:r>
          </a:p>
        </p:txBody>
      </p:sp>
      <p:sp>
        <p:nvSpPr>
          <p:cNvPr id="26" name="Text 24"/>
          <p:cNvSpPr/>
          <p:nvPr>
            <p:custDataLst>
              <p:tags r:id="rId13"/>
            </p:custDataLst>
          </p:nvPr>
        </p:nvSpPr>
        <p:spPr>
          <a:xfrm>
            <a:off x="731520" y="5820156"/>
            <a:ext cx="10716768" cy="274320"/>
          </a:xfrm>
          <a:prstGeom prst="rect">
            <a:avLst/>
          </a:prstGeom>
          <a:noFill/>
          <a:ln/>
        </p:spPr>
        <p:txBody>
          <a:bodyPr wrap="square" lIns="0" tIns="0" rIns="0" bIns="0" rtlCol="0" anchor="t">
            <a:normAutofit/>
          </a:bodyPr>
          <a:lstStyle/>
          <a:p>
            <a:pPr marL="0" indent="0">
              <a:buNone/>
            </a:pPr>
            <a:r>
              <a:rPr lang="fr-CA" sz="1550" b="1" noProof="0" dirty="0">
                <a:solidFill>
                  <a:srgbClr val="0F766E"/>
                </a:solidFill>
                <a:latin typeface="Calibri" pitchFamily="34" charset="0"/>
                <a:ea typeface="Calibri" pitchFamily="34" charset="-122"/>
                <a:cs typeface="Calibri" pitchFamily="34" charset="-120"/>
              </a:rPr>
              <a:t>Observer → formuler une hypothèse → modifier une variable → expliquer le résultat (Effectuer une corroboration manuelle).</a:t>
            </a:r>
            <a:endParaRPr lang="fr-CA" sz="1550" noProof="0" dirty="0"/>
          </a:p>
        </p:txBody>
      </p:sp>
      <p:sp>
        <p:nvSpPr>
          <p:cNvPr id="27" name="Rectangle 26">
            <a:extLst>
              <a:ext uri="{FF2B5EF4-FFF2-40B4-BE49-F238E27FC236}">
                <a16:creationId xmlns:a16="http://schemas.microsoft.com/office/drawing/2014/main" id="{1789176D-3420-E511-6E07-BA11D3E43204}"/>
              </a:ext>
            </a:extLst>
          </p:cNvPr>
          <p:cNvSpPr/>
          <p:nvPr/>
        </p:nvSpPr>
        <p:spPr>
          <a:xfrm rot="20637748">
            <a:off x="9726526" y="848418"/>
            <a:ext cx="1903086" cy="923330"/>
          </a:xfrm>
          <a:prstGeom prst="rect">
            <a:avLst/>
          </a:prstGeom>
          <a:noFill/>
        </p:spPr>
        <p:txBody>
          <a:bodyPr wrap="none" lIns="91440" tIns="45720" rIns="91440" bIns="45720">
            <a:spAutoFit/>
          </a:bodyPr>
          <a:lstStyle/>
          <a:p>
            <a:pPr algn="ctr"/>
            <a:r>
              <a:rPr lang="fr-FR" sz="5400" b="1" cap="none" spc="0" dirty="0">
                <a:ln w="12700">
                  <a:solidFill>
                    <a:schemeClr val="accent5"/>
                  </a:solidFill>
                  <a:prstDash val="solid"/>
                </a:ln>
                <a:pattFill prst="ltDnDiag">
                  <a:fgClr>
                    <a:schemeClr val="accent5">
                      <a:lumMod val="60000"/>
                      <a:lumOff val="40000"/>
                    </a:schemeClr>
                  </a:fgClr>
                  <a:bgClr>
                    <a:schemeClr val="bg1"/>
                  </a:bgClr>
                </a:pattFill>
                <a:effectLst/>
              </a:rPr>
              <a:t>Démo</a:t>
            </a:r>
          </a:p>
        </p:txBody>
      </p:sp>
      <p:sp>
        <p:nvSpPr>
          <p:cNvPr id="39" name="Shape 7">
            <a:extLst>
              <a:ext uri="{FF2B5EF4-FFF2-40B4-BE49-F238E27FC236}">
                <a16:creationId xmlns:a16="http://schemas.microsoft.com/office/drawing/2014/main" id="{C043A2DB-6FBB-BF5B-BCBD-3880AD07A576}"/>
              </a:ext>
            </a:extLst>
          </p:cNvPr>
          <p:cNvSpPr/>
          <p:nvPr>
            <p:custDataLst>
              <p:tags r:id="rId14"/>
            </p:custDataLst>
          </p:nvPr>
        </p:nvSpPr>
        <p:spPr>
          <a:xfrm>
            <a:off x="520082" y="2906205"/>
            <a:ext cx="4415359" cy="866096"/>
          </a:xfrm>
          <a:prstGeom prst="roundRect">
            <a:avLst>
              <a:gd name="adj" fmla="val 6623"/>
            </a:avLst>
          </a:prstGeom>
          <a:solidFill>
            <a:srgbClr val="FFFFFF"/>
          </a:solidFill>
          <a:ln w="8890">
            <a:solidFill>
              <a:srgbClr val="D9E2EC"/>
            </a:solidFill>
            <a:prstDash val="solid"/>
          </a:ln>
        </p:spPr>
        <p:txBody>
          <a:bodyPr/>
          <a:lstStyle/>
          <a:p>
            <a:endParaRPr lang="fr-CA" noProof="0" dirty="0"/>
          </a:p>
        </p:txBody>
      </p:sp>
      <p:sp>
        <p:nvSpPr>
          <p:cNvPr id="41" name="Text 8">
            <a:extLst>
              <a:ext uri="{FF2B5EF4-FFF2-40B4-BE49-F238E27FC236}">
                <a16:creationId xmlns:a16="http://schemas.microsoft.com/office/drawing/2014/main" id="{2C9A66BD-D6F3-2443-F6B2-D8586D5B08A4}"/>
              </a:ext>
            </a:extLst>
          </p:cNvPr>
          <p:cNvSpPr/>
          <p:nvPr>
            <p:custDataLst>
              <p:tags r:id="rId15"/>
            </p:custDataLst>
          </p:nvPr>
        </p:nvSpPr>
        <p:spPr>
          <a:xfrm>
            <a:off x="643128" y="2971474"/>
            <a:ext cx="521208" cy="411480"/>
          </a:xfrm>
          <a:prstGeom prst="rect">
            <a:avLst/>
          </a:prstGeom>
          <a:noFill/>
          <a:ln/>
        </p:spPr>
        <p:txBody>
          <a:bodyPr wrap="square" lIns="0" tIns="0" rIns="0" bIns="0" rtlCol="0" anchor="t">
            <a:normAutofit/>
          </a:bodyPr>
          <a:lstStyle/>
          <a:p>
            <a:pPr marL="0" indent="0">
              <a:buNone/>
            </a:pPr>
            <a:r>
              <a:rPr lang="fr-CA" sz="2600" b="1" noProof="0" dirty="0">
                <a:solidFill>
                  <a:srgbClr val="FFC000"/>
                </a:solidFill>
                <a:latin typeface="Calibri" pitchFamily="34" charset="0"/>
                <a:ea typeface="Calibri" pitchFamily="34" charset="-122"/>
                <a:cs typeface="Calibri" pitchFamily="34" charset="-120"/>
              </a:rPr>
              <a:t>02</a:t>
            </a:r>
            <a:endParaRPr lang="fr-CA" sz="2600" noProof="0" dirty="0">
              <a:solidFill>
                <a:srgbClr val="FFC000"/>
              </a:solidFill>
            </a:endParaRPr>
          </a:p>
        </p:txBody>
      </p:sp>
      <p:sp>
        <p:nvSpPr>
          <p:cNvPr id="43" name="Text 9">
            <a:extLst>
              <a:ext uri="{FF2B5EF4-FFF2-40B4-BE49-F238E27FC236}">
                <a16:creationId xmlns:a16="http://schemas.microsoft.com/office/drawing/2014/main" id="{F7A93AF1-D960-1F68-86A7-5A4F20FBF10C}"/>
              </a:ext>
            </a:extLst>
          </p:cNvPr>
          <p:cNvSpPr/>
          <p:nvPr>
            <p:custDataLst>
              <p:tags r:id="rId16"/>
            </p:custDataLst>
          </p:nvPr>
        </p:nvSpPr>
        <p:spPr>
          <a:xfrm>
            <a:off x="1079257" y="3025080"/>
            <a:ext cx="3778062" cy="338328"/>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Rejeu et idempotence</a:t>
            </a:r>
            <a:endParaRPr lang="fr-CA" sz="2000" noProof="0" dirty="0"/>
          </a:p>
        </p:txBody>
      </p:sp>
      <p:sp>
        <p:nvSpPr>
          <p:cNvPr id="45" name="Text 10">
            <a:extLst>
              <a:ext uri="{FF2B5EF4-FFF2-40B4-BE49-F238E27FC236}">
                <a16:creationId xmlns:a16="http://schemas.microsoft.com/office/drawing/2014/main" id="{4911B7DE-59C1-851E-A215-3324C9740C88}"/>
              </a:ext>
            </a:extLst>
          </p:cNvPr>
          <p:cNvSpPr/>
          <p:nvPr>
            <p:custDataLst>
              <p:tags r:id="rId17"/>
            </p:custDataLst>
          </p:nvPr>
        </p:nvSpPr>
        <p:spPr>
          <a:xfrm>
            <a:off x="1079257" y="3387327"/>
            <a:ext cx="3778062" cy="384974"/>
          </a:xfrm>
          <a:prstGeom prst="rect">
            <a:avLst/>
          </a:prstGeom>
          <a:noFill/>
          <a:ln/>
        </p:spPr>
        <p:txBody>
          <a:bodyPr wrap="square" lIns="0" tIns="0" rIns="0" bIns="0" rtlCol="0" anchor="t">
            <a:normAutofit fontScale="92500"/>
          </a:bodyPr>
          <a:lstStyle/>
          <a:p>
            <a:r>
              <a:rPr lang="fr-CA" sz="1650" dirty="0">
                <a:solidFill>
                  <a:srgbClr val="486581"/>
                </a:solidFill>
                <a:latin typeface="Calibri" pitchFamily="34" charset="0"/>
                <a:ea typeface="Calibri" pitchFamily="34" charset="-122"/>
                <a:cs typeface="Calibri" pitchFamily="34" charset="-120"/>
              </a:rPr>
              <a:t>Quel effet ne doit pas être appliqué deux fois </a:t>
            </a:r>
            <a:r>
              <a:rPr lang="fr-CA" sz="1650" noProof="0" dirty="0">
                <a:solidFill>
                  <a:srgbClr val="486581"/>
                </a:solidFill>
                <a:latin typeface="Calibri" pitchFamily="34" charset="0"/>
                <a:ea typeface="Calibri" pitchFamily="34" charset="-122"/>
                <a:cs typeface="Calibri" pitchFamily="34" charset="-120"/>
              </a:rPr>
              <a:t>?</a:t>
            </a:r>
            <a:endParaRPr lang="fr-CA" sz="1650" noProof="0" dirty="0"/>
          </a:p>
        </p:txBody>
      </p:sp>
      <p:sp>
        <p:nvSpPr>
          <p:cNvPr id="47" name="Shape 7">
            <a:extLst>
              <a:ext uri="{FF2B5EF4-FFF2-40B4-BE49-F238E27FC236}">
                <a16:creationId xmlns:a16="http://schemas.microsoft.com/office/drawing/2014/main" id="{6304B6C5-1F53-DB57-32A7-D43FE7606DBD}"/>
              </a:ext>
            </a:extLst>
          </p:cNvPr>
          <p:cNvSpPr/>
          <p:nvPr>
            <p:custDataLst>
              <p:tags r:id="rId18"/>
            </p:custDataLst>
          </p:nvPr>
        </p:nvSpPr>
        <p:spPr>
          <a:xfrm>
            <a:off x="520082" y="3810266"/>
            <a:ext cx="4415359" cy="866096"/>
          </a:xfrm>
          <a:prstGeom prst="roundRect">
            <a:avLst>
              <a:gd name="adj" fmla="val 6623"/>
            </a:avLst>
          </a:prstGeom>
          <a:solidFill>
            <a:srgbClr val="FFFFFF"/>
          </a:solidFill>
          <a:ln w="8890">
            <a:solidFill>
              <a:srgbClr val="D9E2EC"/>
            </a:solidFill>
            <a:prstDash val="solid"/>
          </a:ln>
        </p:spPr>
        <p:txBody>
          <a:bodyPr/>
          <a:lstStyle/>
          <a:p>
            <a:endParaRPr lang="fr-CA" noProof="0" dirty="0"/>
          </a:p>
        </p:txBody>
      </p:sp>
      <p:sp>
        <p:nvSpPr>
          <p:cNvPr id="49" name="Text 8">
            <a:extLst>
              <a:ext uri="{FF2B5EF4-FFF2-40B4-BE49-F238E27FC236}">
                <a16:creationId xmlns:a16="http://schemas.microsoft.com/office/drawing/2014/main" id="{38B0A300-D41F-C501-60A3-5F2DCAF07C39}"/>
              </a:ext>
            </a:extLst>
          </p:cNvPr>
          <p:cNvSpPr/>
          <p:nvPr>
            <p:custDataLst>
              <p:tags r:id="rId19"/>
            </p:custDataLst>
          </p:nvPr>
        </p:nvSpPr>
        <p:spPr>
          <a:xfrm>
            <a:off x="643128" y="3875535"/>
            <a:ext cx="521208" cy="411480"/>
          </a:xfrm>
          <a:prstGeom prst="rect">
            <a:avLst/>
          </a:prstGeom>
          <a:noFill/>
          <a:ln/>
        </p:spPr>
        <p:txBody>
          <a:bodyPr wrap="square" lIns="0" tIns="0" rIns="0" bIns="0" rtlCol="0" anchor="t">
            <a:normAutofit/>
          </a:bodyPr>
          <a:lstStyle/>
          <a:p>
            <a:pPr marL="0" indent="0">
              <a:buNone/>
            </a:pPr>
            <a:r>
              <a:rPr lang="fr-CA" sz="2600" b="1" noProof="0" dirty="0">
                <a:solidFill>
                  <a:schemeClr val="accent6">
                    <a:lumMod val="75000"/>
                  </a:schemeClr>
                </a:solidFill>
                <a:latin typeface="Calibri" pitchFamily="34" charset="0"/>
                <a:ea typeface="Calibri" pitchFamily="34" charset="-122"/>
                <a:cs typeface="Calibri" pitchFamily="34" charset="-120"/>
              </a:rPr>
              <a:t>03</a:t>
            </a:r>
            <a:endParaRPr lang="fr-CA" sz="2600" noProof="0" dirty="0">
              <a:solidFill>
                <a:schemeClr val="accent6">
                  <a:lumMod val="75000"/>
                </a:schemeClr>
              </a:solidFill>
            </a:endParaRPr>
          </a:p>
        </p:txBody>
      </p:sp>
      <p:sp>
        <p:nvSpPr>
          <p:cNvPr id="51" name="Text 9">
            <a:extLst>
              <a:ext uri="{FF2B5EF4-FFF2-40B4-BE49-F238E27FC236}">
                <a16:creationId xmlns:a16="http://schemas.microsoft.com/office/drawing/2014/main" id="{8D854B22-37D9-9404-FF1A-8D53DC7F26D5}"/>
              </a:ext>
            </a:extLst>
          </p:cNvPr>
          <p:cNvSpPr/>
          <p:nvPr>
            <p:custDataLst>
              <p:tags r:id="rId20"/>
            </p:custDataLst>
          </p:nvPr>
        </p:nvSpPr>
        <p:spPr>
          <a:xfrm>
            <a:off x="1079257" y="3929141"/>
            <a:ext cx="3778062" cy="338328"/>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Pause Kafka vs pause Flink</a:t>
            </a:r>
            <a:endParaRPr lang="fr-CA" sz="2000" noProof="0" dirty="0"/>
          </a:p>
        </p:txBody>
      </p:sp>
      <p:sp>
        <p:nvSpPr>
          <p:cNvPr id="53" name="Text 10">
            <a:extLst>
              <a:ext uri="{FF2B5EF4-FFF2-40B4-BE49-F238E27FC236}">
                <a16:creationId xmlns:a16="http://schemas.microsoft.com/office/drawing/2014/main" id="{2C59060C-86AA-B7DE-BC1F-97A8A4F0BBD2}"/>
              </a:ext>
            </a:extLst>
          </p:cNvPr>
          <p:cNvSpPr/>
          <p:nvPr>
            <p:custDataLst>
              <p:tags r:id="rId21"/>
            </p:custDataLst>
          </p:nvPr>
        </p:nvSpPr>
        <p:spPr>
          <a:xfrm>
            <a:off x="1079257" y="4291388"/>
            <a:ext cx="3778062" cy="384974"/>
          </a:xfrm>
          <a:prstGeom prst="rect">
            <a:avLst/>
          </a:prstGeom>
          <a:noFill/>
          <a:ln/>
        </p:spPr>
        <p:txBody>
          <a:bodyPr wrap="square" lIns="0" tIns="0" rIns="0" bIns="0" rtlCol="0" anchor="t">
            <a:normAutofit fontScale="92500"/>
          </a:bodyPr>
          <a:lstStyle/>
          <a:p>
            <a:r>
              <a:rPr lang="fr-CA" sz="1650" dirty="0">
                <a:solidFill>
                  <a:srgbClr val="486581"/>
                </a:solidFill>
                <a:latin typeface="Calibri" pitchFamily="34" charset="0"/>
                <a:ea typeface="Calibri" pitchFamily="34" charset="-122"/>
                <a:cs typeface="Calibri" pitchFamily="34" charset="-120"/>
              </a:rPr>
              <a:t>Que conserve chaque mécanisme de reprise </a:t>
            </a:r>
            <a:r>
              <a:rPr lang="fr-CA" sz="1650" noProof="0" dirty="0">
                <a:solidFill>
                  <a:srgbClr val="486581"/>
                </a:solidFill>
                <a:latin typeface="Calibri" pitchFamily="34" charset="0"/>
                <a:ea typeface="Calibri" pitchFamily="34" charset="-122"/>
                <a:cs typeface="Calibri" pitchFamily="34" charset="-120"/>
              </a:rPr>
              <a:t>?</a:t>
            </a:r>
            <a:endParaRPr lang="fr-CA" sz="1650" noProof="0" dirty="0"/>
          </a:p>
        </p:txBody>
      </p:sp>
      <p:sp>
        <p:nvSpPr>
          <p:cNvPr id="55" name="Shape 7">
            <a:extLst>
              <a:ext uri="{FF2B5EF4-FFF2-40B4-BE49-F238E27FC236}">
                <a16:creationId xmlns:a16="http://schemas.microsoft.com/office/drawing/2014/main" id="{B64FB29D-D34C-8B72-A262-01BABABD0F4E}"/>
              </a:ext>
            </a:extLst>
          </p:cNvPr>
          <p:cNvSpPr/>
          <p:nvPr>
            <p:custDataLst>
              <p:tags r:id="rId22"/>
            </p:custDataLst>
          </p:nvPr>
        </p:nvSpPr>
        <p:spPr>
          <a:xfrm>
            <a:off x="530352" y="4741631"/>
            <a:ext cx="4415359" cy="866096"/>
          </a:xfrm>
          <a:prstGeom prst="roundRect">
            <a:avLst>
              <a:gd name="adj" fmla="val 6623"/>
            </a:avLst>
          </a:prstGeom>
          <a:solidFill>
            <a:srgbClr val="FFFFFF"/>
          </a:solidFill>
          <a:ln w="8890">
            <a:solidFill>
              <a:srgbClr val="D9E2EC"/>
            </a:solidFill>
            <a:prstDash val="solid"/>
          </a:ln>
        </p:spPr>
        <p:txBody>
          <a:bodyPr/>
          <a:lstStyle/>
          <a:p>
            <a:endParaRPr lang="fr-CA" noProof="0" dirty="0"/>
          </a:p>
        </p:txBody>
      </p:sp>
      <p:sp>
        <p:nvSpPr>
          <p:cNvPr id="57" name="Text 8">
            <a:extLst>
              <a:ext uri="{FF2B5EF4-FFF2-40B4-BE49-F238E27FC236}">
                <a16:creationId xmlns:a16="http://schemas.microsoft.com/office/drawing/2014/main" id="{FF260E19-CB75-4622-1A89-5B7B5A799740}"/>
              </a:ext>
            </a:extLst>
          </p:cNvPr>
          <p:cNvSpPr/>
          <p:nvPr>
            <p:custDataLst>
              <p:tags r:id="rId23"/>
            </p:custDataLst>
          </p:nvPr>
        </p:nvSpPr>
        <p:spPr>
          <a:xfrm>
            <a:off x="653398" y="4806900"/>
            <a:ext cx="521208" cy="411480"/>
          </a:xfrm>
          <a:prstGeom prst="rect">
            <a:avLst/>
          </a:prstGeom>
          <a:noFill/>
          <a:ln/>
        </p:spPr>
        <p:txBody>
          <a:bodyPr wrap="square" lIns="0" tIns="0" rIns="0" bIns="0" rtlCol="0" anchor="t">
            <a:normAutofit/>
          </a:bodyPr>
          <a:lstStyle/>
          <a:p>
            <a:pPr marL="0" indent="0">
              <a:buNone/>
            </a:pPr>
            <a:r>
              <a:rPr lang="fr-CA" sz="2600" b="1" noProof="0" dirty="0">
                <a:solidFill>
                  <a:srgbClr val="C00000"/>
                </a:solidFill>
                <a:latin typeface="Calibri" pitchFamily="34" charset="0"/>
                <a:ea typeface="Calibri" pitchFamily="34" charset="-122"/>
                <a:cs typeface="Calibri" pitchFamily="34" charset="-120"/>
              </a:rPr>
              <a:t>04</a:t>
            </a:r>
            <a:endParaRPr lang="fr-CA" sz="2600" noProof="0" dirty="0">
              <a:solidFill>
                <a:srgbClr val="C00000"/>
              </a:solidFill>
            </a:endParaRPr>
          </a:p>
        </p:txBody>
      </p:sp>
      <p:sp>
        <p:nvSpPr>
          <p:cNvPr id="59" name="Text 9">
            <a:extLst>
              <a:ext uri="{FF2B5EF4-FFF2-40B4-BE49-F238E27FC236}">
                <a16:creationId xmlns:a16="http://schemas.microsoft.com/office/drawing/2014/main" id="{D8C6760A-AF41-8A71-1029-1AE5EA9BD1EB}"/>
              </a:ext>
            </a:extLst>
          </p:cNvPr>
          <p:cNvSpPr/>
          <p:nvPr>
            <p:custDataLst>
              <p:tags r:id="rId24"/>
            </p:custDataLst>
          </p:nvPr>
        </p:nvSpPr>
        <p:spPr>
          <a:xfrm>
            <a:off x="1089527" y="4860506"/>
            <a:ext cx="3778062" cy="338328"/>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Vérification métier</a:t>
            </a:r>
            <a:endParaRPr lang="fr-CA" sz="2000" noProof="0" dirty="0"/>
          </a:p>
        </p:txBody>
      </p:sp>
      <p:sp>
        <p:nvSpPr>
          <p:cNvPr id="61" name="Text 10">
            <a:extLst>
              <a:ext uri="{FF2B5EF4-FFF2-40B4-BE49-F238E27FC236}">
                <a16:creationId xmlns:a16="http://schemas.microsoft.com/office/drawing/2014/main" id="{7E42216D-675A-DCD0-64D1-9FDCF7A4F8CA}"/>
              </a:ext>
            </a:extLst>
          </p:cNvPr>
          <p:cNvSpPr/>
          <p:nvPr>
            <p:custDataLst>
              <p:tags r:id="rId25"/>
            </p:custDataLst>
          </p:nvPr>
        </p:nvSpPr>
        <p:spPr>
          <a:xfrm>
            <a:off x="1089527" y="5222753"/>
            <a:ext cx="3778062" cy="384974"/>
          </a:xfrm>
          <a:prstGeom prst="rect">
            <a:avLst/>
          </a:prstGeom>
          <a:noFill/>
          <a:ln/>
        </p:spPr>
        <p:txBody>
          <a:bodyPr wrap="square" lIns="0" tIns="0" rIns="0" bIns="0" rtlCol="0" anchor="t">
            <a:normAutofit fontScale="92500"/>
          </a:bodyPr>
          <a:lstStyle/>
          <a:p>
            <a:r>
              <a:rPr lang="fr-CA" sz="1650" dirty="0">
                <a:solidFill>
                  <a:srgbClr val="486581"/>
                </a:solidFill>
                <a:latin typeface="Calibri" pitchFamily="34" charset="0"/>
                <a:ea typeface="Calibri" pitchFamily="34" charset="-122"/>
                <a:cs typeface="Calibri" pitchFamily="34" charset="-120"/>
              </a:rPr>
              <a:t>Les requêtes expliquent-elles l’inventaires final </a:t>
            </a:r>
            <a:r>
              <a:rPr lang="fr-CA" sz="1650" noProof="0" dirty="0">
                <a:solidFill>
                  <a:srgbClr val="486581"/>
                </a:solidFill>
                <a:latin typeface="Calibri" pitchFamily="34" charset="0"/>
                <a:ea typeface="Calibri" pitchFamily="34" charset="-122"/>
                <a:cs typeface="Calibri" pitchFamily="34" charset="-120"/>
              </a:rPr>
              <a:t>?</a:t>
            </a:r>
            <a:endParaRPr lang="fr-CA" sz="1650" noProof="0" dirty="0"/>
          </a:p>
        </p:txBody>
      </p:sp>
      <p:pic>
        <p:nvPicPr>
          <p:cNvPr id="14" name="Image 13">
            <a:extLst>
              <a:ext uri="{FF2B5EF4-FFF2-40B4-BE49-F238E27FC236}">
                <a16:creationId xmlns:a16="http://schemas.microsoft.com/office/drawing/2014/main" id="{D13F53A6-244A-8F00-87EB-02E4FBB9FB08}"/>
              </a:ext>
            </a:extLst>
          </p:cNvPr>
          <p:cNvPicPr>
            <a:picLocks noChangeAspect="1"/>
          </p:cNvPicPr>
          <p:nvPr/>
        </p:nvPicPr>
        <p:blipFill>
          <a:blip r:embed="rId28"/>
          <a:stretch>
            <a:fillRect/>
          </a:stretch>
        </p:blipFill>
        <p:spPr>
          <a:xfrm>
            <a:off x="6147457" y="1967165"/>
            <a:ext cx="5511143" cy="3678181"/>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Shape 0"/>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fr-CA" noProof="0" dirty="0"/>
          </a:p>
        </p:txBody>
      </p:sp>
      <p:sp>
        <p:nvSpPr>
          <p:cNvPr id="3" name="Text 1"/>
          <p:cNvSpPr/>
          <p:nvPr>
            <p:custDataLst>
              <p:tags r:id="rId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fr-CA" sz="1100" b="1" kern="0" spc="50" noProof="0" dirty="0">
                <a:solidFill>
                  <a:srgbClr val="1F6FEB"/>
                </a:solidFill>
                <a:latin typeface="Calibri" pitchFamily="34" charset="0"/>
                <a:ea typeface="Calibri" pitchFamily="34" charset="-122"/>
                <a:cs typeface="Calibri" pitchFamily="34" charset="-120"/>
              </a:rPr>
              <a:t>CONCLUSION</a:t>
            </a:r>
            <a:endParaRPr lang="fr-CA" sz="1100" noProof="0" dirty="0"/>
          </a:p>
        </p:txBody>
      </p:sp>
      <p:sp>
        <p:nvSpPr>
          <p:cNvPr id="4" name="Text 2"/>
          <p:cNvSpPr/>
          <p:nvPr>
            <p:custDataLst>
              <p:tags r:id="rId3"/>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fr-CA" sz="1000" b="1" noProof="0" dirty="0">
                <a:solidFill>
                  <a:srgbClr val="829AB1"/>
                </a:solidFill>
                <a:latin typeface="Calibri" pitchFamily="34" charset="0"/>
                <a:ea typeface="Calibri" pitchFamily="34" charset="-122"/>
                <a:cs typeface="Calibri" pitchFamily="34" charset="-120"/>
              </a:rPr>
              <a:t>LES IDÉES À EMPORTER</a:t>
            </a:r>
            <a:endParaRPr lang="fr-CA" sz="1000" noProof="0" dirty="0"/>
          </a:p>
        </p:txBody>
      </p:sp>
      <p:sp>
        <p:nvSpPr>
          <p:cNvPr id="5" name="Text 3"/>
          <p:cNvSpPr/>
          <p:nvPr>
            <p:custDataLst>
              <p:tags r:id="rId4"/>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fr-CA" sz="2700" b="1" noProof="0" dirty="0">
                <a:solidFill>
                  <a:srgbClr val="102A43"/>
                </a:solidFill>
                <a:latin typeface="Calibri" pitchFamily="34" charset="0"/>
                <a:ea typeface="Calibri" pitchFamily="34" charset="-122"/>
                <a:cs typeface="Calibri" pitchFamily="34" charset="-120"/>
              </a:rPr>
              <a:t>Une EDA résiliente se construit de bout en bout</a:t>
            </a:r>
            <a:endParaRPr lang="fr-CA" sz="2700" noProof="0" dirty="0"/>
          </a:p>
        </p:txBody>
      </p:sp>
      <p:sp>
        <p:nvSpPr>
          <p:cNvPr id="6" name="Text 4"/>
          <p:cNvSpPr/>
          <p:nvPr>
            <p:custDataLst>
              <p:tags r:id="rId5"/>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fr-CA" sz="1650" noProof="0" dirty="0">
                <a:solidFill>
                  <a:srgbClr val="486581"/>
                </a:solidFill>
                <a:latin typeface="Calibri" pitchFamily="34" charset="0"/>
                <a:ea typeface="Calibri" pitchFamily="34" charset="-122"/>
                <a:cs typeface="Calibri" pitchFamily="34" charset="-120"/>
              </a:rPr>
              <a:t>La valeur du projet est de rendre visibles les responsabilités que le transport seul ne prend pas en charge.</a:t>
            </a:r>
            <a:endParaRPr lang="fr-CA" sz="1650" noProof="0" dirty="0"/>
          </a:p>
        </p:txBody>
      </p:sp>
      <p:sp>
        <p:nvSpPr>
          <p:cNvPr id="7" name="Text 5"/>
          <p:cNvSpPr/>
          <p:nvPr>
            <p:custDataLst>
              <p:tags r:id="rId6"/>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fr-CA" sz="900" noProof="0" dirty="0">
                <a:solidFill>
                  <a:srgbClr val="486581"/>
                </a:solidFill>
                <a:latin typeface="Calibri" pitchFamily="34" charset="0"/>
                <a:ea typeface="Calibri" pitchFamily="34" charset="-122"/>
                <a:cs typeface="Calibri" pitchFamily="34" charset="-120"/>
              </a:rPr>
              <a:t>Guide d'ingénierie Kafka · Projet EDA</a:t>
            </a:r>
            <a:endParaRPr lang="fr-CA" sz="900" noProof="0" dirty="0"/>
          </a:p>
        </p:txBody>
      </p:sp>
      <p:sp>
        <p:nvSpPr>
          <p:cNvPr id="8" name="Text 6"/>
          <p:cNvSpPr/>
          <p:nvPr>
            <p:custDataLst>
              <p:tags r:id="rId7"/>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fr-CA" sz="900" noProof="0" dirty="0">
                <a:solidFill>
                  <a:srgbClr val="486581"/>
                </a:solidFill>
                <a:latin typeface="Calibri" pitchFamily="34" charset="0"/>
                <a:ea typeface="Calibri" pitchFamily="34" charset="-122"/>
                <a:cs typeface="Calibri" pitchFamily="34" charset="-120"/>
              </a:rPr>
              <a:t>39</a:t>
            </a:r>
            <a:endParaRPr lang="fr-CA" sz="900" noProof="0" dirty="0"/>
          </a:p>
        </p:txBody>
      </p:sp>
      <p:sp>
        <p:nvSpPr>
          <p:cNvPr id="9" name="Shape 7"/>
          <p:cNvSpPr/>
          <p:nvPr>
            <p:custDataLst>
              <p:tags r:id="rId8"/>
            </p:custDataLst>
          </p:nvPr>
        </p:nvSpPr>
        <p:spPr>
          <a:xfrm>
            <a:off x="393192" y="2018538"/>
            <a:ext cx="11128248" cy="1024128"/>
          </a:xfrm>
          <a:prstGeom prst="roundRect">
            <a:avLst>
              <a:gd name="adj" fmla="val 8929"/>
            </a:avLst>
          </a:prstGeom>
          <a:solidFill>
            <a:srgbClr val="102A43"/>
          </a:solidFill>
          <a:ln w="8890">
            <a:solidFill>
              <a:srgbClr val="102A43"/>
            </a:solidFill>
            <a:prstDash val="solid"/>
          </a:ln>
        </p:spPr>
        <p:txBody>
          <a:bodyPr/>
          <a:lstStyle/>
          <a:p>
            <a:endParaRPr lang="fr-CA" noProof="0" dirty="0"/>
          </a:p>
        </p:txBody>
      </p:sp>
      <p:sp>
        <p:nvSpPr>
          <p:cNvPr id="10" name="Text 8"/>
          <p:cNvSpPr/>
          <p:nvPr>
            <p:custDataLst>
              <p:tags r:id="rId9"/>
            </p:custDataLst>
          </p:nvPr>
        </p:nvSpPr>
        <p:spPr>
          <a:xfrm>
            <a:off x="676656" y="2228850"/>
            <a:ext cx="10561320" cy="594360"/>
          </a:xfrm>
          <a:prstGeom prst="rect">
            <a:avLst/>
          </a:prstGeom>
          <a:noFill/>
          <a:ln/>
        </p:spPr>
        <p:txBody>
          <a:bodyPr wrap="square" lIns="0" tIns="0" rIns="0" bIns="0" rtlCol="0" anchor="t">
            <a:normAutofit fontScale="92500" lnSpcReduction="20000"/>
          </a:bodyPr>
          <a:lstStyle/>
          <a:p>
            <a:pPr marL="0" indent="0" algn="ctr">
              <a:buNone/>
            </a:pPr>
            <a:r>
              <a:rPr lang="fr-CA" sz="2400" b="1" noProof="0" dirty="0">
                <a:solidFill>
                  <a:srgbClr val="FFFFFF"/>
                </a:solidFill>
                <a:latin typeface="Calibri" pitchFamily="34" charset="0"/>
                <a:ea typeface="Calibri" pitchFamily="34" charset="-122"/>
                <a:cs typeface="Calibri" pitchFamily="34" charset="-120"/>
              </a:rPr>
              <a:t>Livrer un message, appliquer un effet et prouver le résultat</a:t>
            </a:r>
            <a:r>
              <a:rPr lang="fr-CA" sz="2400" noProof="0" dirty="0"/>
              <a:t> </a:t>
            </a:r>
          </a:p>
          <a:p>
            <a:pPr marL="0" indent="0" algn="ctr">
              <a:buNone/>
            </a:pPr>
            <a:r>
              <a:rPr lang="fr-CA" sz="2400" b="1" noProof="0" dirty="0">
                <a:solidFill>
                  <a:srgbClr val="FFFFFF"/>
                </a:solidFill>
                <a:latin typeface="Calibri" pitchFamily="34" charset="0"/>
                <a:ea typeface="Calibri" pitchFamily="34" charset="-122"/>
                <a:cs typeface="Calibri" pitchFamily="34" charset="-120"/>
              </a:rPr>
              <a:t>sont trois responsabilités distinctes.</a:t>
            </a:r>
            <a:endParaRPr lang="fr-CA" sz="2400" noProof="0" dirty="0"/>
          </a:p>
        </p:txBody>
      </p:sp>
      <p:sp>
        <p:nvSpPr>
          <p:cNvPr id="11" name="Text 9"/>
          <p:cNvSpPr/>
          <p:nvPr>
            <p:custDataLst>
              <p:tags r:id="rId10"/>
            </p:custDataLst>
          </p:nvPr>
        </p:nvSpPr>
        <p:spPr>
          <a:xfrm>
            <a:off x="502920" y="3499866"/>
            <a:ext cx="530352" cy="374904"/>
          </a:xfrm>
          <a:prstGeom prst="rect">
            <a:avLst/>
          </a:prstGeom>
          <a:noFill/>
          <a:ln/>
        </p:spPr>
        <p:txBody>
          <a:bodyPr wrap="square" lIns="0" tIns="0" rIns="0" bIns="0" rtlCol="0" anchor="t">
            <a:normAutofit/>
          </a:bodyPr>
          <a:lstStyle/>
          <a:p>
            <a:pPr marL="0" indent="0">
              <a:buNone/>
            </a:pPr>
            <a:r>
              <a:rPr lang="fr-CA" sz="2300" b="1" noProof="0" dirty="0">
                <a:solidFill>
                  <a:srgbClr val="1F6FEB"/>
                </a:solidFill>
                <a:latin typeface="Calibri" pitchFamily="34" charset="0"/>
                <a:ea typeface="Calibri" pitchFamily="34" charset="-122"/>
                <a:cs typeface="Calibri" pitchFamily="34" charset="-120"/>
              </a:rPr>
              <a:t>01</a:t>
            </a:r>
            <a:endParaRPr lang="fr-CA" sz="2300" noProof="0" dirty="0"/>
          </a:p>
        </p:txBody>
      </p:sp>
      <p:sp>
        <p:nvSpPr>
          <p:cNvPr id="12" name="Text 10"/>
          <p:cNvSpPr/>
          <p:nvPr>
            <p:custDataLst>
              <p:tags r:id="rId11"/>
            </p:custDataLst>
          </p:nvPr>
        </p:nvSpPr>
        <p:spPr>
          <a:xfrm>
            <a:off x="1252728" y="3554730"/>
            <a:ext cx="2834640" cy="457200"/>
          </a:xfrm>
          <a:prstGeom prst="rect">
            <a:avLst/>
          </a:prstGeom>
          <a:noFill/>
          <a:ln/>
        </p:spPr>
        <p:txBody>
          <a:bodyPr wrap="square" lIns="0" tIns="0" rIns="0" bIns="0" rtlCol="0" anchor="t">
            <a:normAutofit/>
          </a:bodyPr>
          <a:lstStyle/>
          <a:p>
            <a:pPr marL="0" indent="0">
              <a:buNone/>
            </a:pPr>
            <a:r>
              <a:rPr lang="fr-CA" sz="1950" b="1" noProof="0" dirty="0">
                <a:solidFill>
                  <a:srgbClr val="102A43"/>
                </a:solidFill>
                <a:latin typeface="Calibri" pitchFamily="34" charset="0"/>
                <a:ea typeface="Calibri" pitchFamily="34" charset="-122"/>
                <a:cs typeface="Calibri" pitchFamily="34" charset="-120"/>
              </a:rPr>
              <a:t>Ordonner par entité</a:t>
            </a:r>
            <a:endParaRPr lang="fr-CA" sz="1950" noProof="0" dirty="0"/>
          </a:p>
        </p:txBody>
      </p:sp>
      <p:sp>
        <p:nvSpPr>
          <p:cNvPr id="13" name="Text 11"/>
          <p:cNvSpPr/>
          <p:nvPr>
            <p:custDataLst>
              <p:tags r:id="rId12"/>
            </p:custDataLst>
          </p:nvPr>
        </p:nvSpPr>
        <p:spPr>
          <a:xfrm>
            <a:off x="4288536" y="3499866"/>
            <a:ext cx="530352" cy="374904"/>
          </a:xfrm>
          <a:prstGeom prst="rect">
            <a:avLst/>
          </a:prstGeom>
          <a:noFill/>
          <a:ln/>
        </p:spPr>
        <p:txBody>
          <a:bodyPr wrap="square" lIns="0" tIns="0" rIns="0" bIns="0" rtlCol="0" anchor="t">
            <a:normAutofit/>
          </a:bodyPr>
          <a:lstStyle/>
          <a:p>
            <a:pPr marL="0" indent="0">
              <a:buNone/>
            </a:pPr>
            <a:r>
              <a:rPr lang="fr-CA" sz="2300" b="1" noProof="0" dirty="0">
                <a:solidFill>
                  <a:srgbClr val="1F6FEB"/>
                </a:solidFill>
                <a:latin typeface="Calibri" pitchFamily="34" charset="0"/>
                <a:ea typeface="Calibri" pitchFamily="34" charset="-122"/>
                <a:cs typeface="Calibri" pitchFamily="34" charset="-120"/>
              </a:rPr>
              <a:t>02</a:t>
            </a:r>
            <a:endParaRPr lang="fr-CA" sz="2300" noProof="0" dirty="0"/>
          </a:p>
        </p:txBody>
      </p:sp>
      <p:sp>
        <p:nvSpPr>
          <p:cNvPr id="14" name="Text 12"/>
          <p:cNvSpPr/>
          <p:nvPr>
            <p:custDataLst>
              <p:tags r:id="rId13"/>
            </p:custDataLst>
          </p:nvPr>
        </p:nvSpPr>
        <p:spPr>
          <a:xfrm>
            <a:off x="5038344" y="3554730"/>
            <a:ext cx="2834640" cy="457200"/>
          </a:xfrm>
          <a:prstGeom prst="rect">
            <a:avLst/>
          </a:prstGeom>
          <a:noFill/>
          <a:ln/>
        </p:spPr>
        <p:txBody>
          <a:bodyPr wrap="square" lIns="0" tIns="0" rIns="0" bIns="0" rtlCol="0" anchor="t">
            <a:normAutofit/>
          </a:bodyPr>
          <a:lstStyle/>
          <a:p>
            <a:pPr marL="0" indent="0">
              <a:buNone/>
            </a:pPr>
            <a:r>
              <a:rPr lang="fr-CA" sz="1950" b="1" noProof="0" dirty="0">
                <a:solidFill>
                  <a:srgbClr val="102A43"/>
                </a:solidFill>
                <a:latin typeface="Calibri" pitchFamily="34" charset="0"/>
                <a:ea typeface="Calibri" pitchFamily="34" charset="-122"/>
                <a:cs typeface="Calibri" pitchFamily="34" charset="-120"/>
              </a:rPr>
              <a:t>Délimiter l'atomicité</a:t>
            </a:r>
            <a:endParaRPr lang="fr-CA" sz="1950" noProof="0" dirty="0"/>
          </a:p>
        </p:txBody>
      </p:sp>
      <p:sp>
        <p:nvSpPr>
          <p:cNvPr id="15" name="Text 13"/>
          <p:cNvSpPr/>
          <p:nvPr>
            <p:custDataLst>
              <p:tags r:id="rId14"/>
            </p:custDataLst>
          </p:nvPr>
        </p:nvSpPr>
        <p:spPr>
          <a:xfrm>
            <a:off x="8074152" y="3499866"/>
            <a:ext cx="530352" cy="374904"/>
          </a:xfrm>
          <a:prstGeom prst="rect">
            <a:avLst/>
          </a:prstGeom>
          <a:noFill/>
          <a:ln/>
        </p:spPr>
        <p:txBody>
          <a:bodyPr wrap="square" lIns="0" tIns="0" rIns="0" bIns="0" rtlCol="0" anchor="t">
            <a:normAutofit/>
          </a:bodyPr>
          <a:lstStyle/>
          <a:p>
            <a:pPr marL="0" indent="0">
              <a:buNone/>
            </a:pPr>
            <a:r>
              <a:rPr lang="fr-CA" sz="2300" b="1" noProof="0" dirty="0">
                <a:solidFill>
                  <a:srgbClr val="1F6FEB"/>
                </a:solidFill>
                <a:latin typeface="Calibri" pitchFamily="34" charset="0"/>
                <a:ea typeface="Calibri" pitchFamily="34" charset="-122"/>
                <a:cs typeface="Calibri" pitchFamily="34" charset="-120"/>
              </a:rPr>
              <a:t>03</a:t>
            </a:r>
            <a:endParaRPr lang="fr-CA" sz="2300" noProof="0" dirty="0"/>
          </a:p>
        </p:txBody>
      </p:sp>
      <p:sp>
        <p:nvSpPr>
          <p:cNvPr id="16" name="Text 14"/>
          <p:cNvSpPr/>
          <p:nvPr>
            <p:custDataLst>
              <p:tags r:id="rId15"/>
            </p:custDataLst>
          </p:nvPr>
        </p:nvSpPr>
        <p:spPr>
          <a:xfrm>
            <a:off x="8823960" y="3554730"/>
            <a:ext cx="2834640" cy="457200"/>
          </a:xfrm>
          <a:prstGeom prst="rect">
            <a:avLst/>
          </a:prstGeom>
          <a:noFill/>
          <a:ln/>
        </p:spPr>
        <p:txBody>
          <a:bodyPr wrap="square" lIns="0" tIns="0" rIns="0" bIns="0" rtlCol="0" anchor="t">
            <a:normAutofit/>
          </a:bodyPr>
          <a:lstStyle/>
          <a:p>
            <a:pPr marL="0" indent="0">
              <a:buNone/>
            </a:pPr>
            <a:r>
              <a:rPr lang="fr-CA" sz="1950" b="1" noProof="0" dirty="0">
                <a:solidFill>
                  <a:srgbClr val="102A43"/>
                </a:solidFill>
                <a:latin typeface="Calibri" pitchFamily="34" charset="0"/>
                <a:ea typeface="Calibri" pitchFamily="34" charset="-122"/>
                <a:cs typeface="Calibri" pitchFamily="34" charset="-120"/>
              </a:rPr>
              <a:t>Tolérer les doublons</a:t>
            </a:r>
            <a:endParaRPr lang="fr-CA" sz="1950" noProof="0" dirty="0"/>
          </a:p>
        </p:txBody>
      </p:sp>
      <p:sp>
        <p:nvSpPr>
          <p:cNvPr id="17" name="Text 15"/>
          <p:cNvSpPr/>
          <p:nvPr>
            <p:custDataLst>
              <p:tags r:id="rId16"/>
            </p:custDataLst>
          </p:nvPr>
        </p:nvSpPr>
        <p:spPr>
          <a:xfrm>
            <a:off x="502920" y="4505706"/>
            <a:ext cx="530352" cy="374904"/>
          </a:xfrm>
          <a:prstGeom prst="rect">
            <a:avLst/>
          </a:prstGeom>
          <a:noFill/>
          <a:ln/>
        </p:spPr>
        <p:txBody>
          <a:bodyPr wrap="square" lIns="0" tIns="0" rIns="0" bIns="0" rtlCol="0" anchor="t">
            <a:normAutofit/>
          </a:bodyPr>
          <a:lstStyle/>
          <a:p>
            <a:pPr marL="0" indent="0">
              <a:buNone/>
            </a:pPr>
            <a:r>
              <a:rPr lang="fr-CA" sz="2300" b="1" noProof="0" dirty="0">
                <a:solidFill>
                  <a:srgbClr val="0F766E"/>
                </a:solidFill>
                <a:latin typeface="Calibri" pitchFamily="34" charset="0"/>
                <a:ea typeface="Calibri" pitchFamily="34" charset="-122"/>
                <a:cs typeface="Calibri" pitchFamily="34" charset="-120"/>
              </a:rPr>
              <a:t>04</a:t>
            </a:r>
            <a:endParaRPr lang="fr-CA" sz="2300" noProof="0" dirty="0"/>
          </a:p>
        </p:txBody>
      </p:sp>
      <p:sp>
        <p:nvSpPr>
          <p:cNvPr id="18" name="Text 16"/>
          <p:cNvSpPr/>
          <p:nvPr>
            <p:custDataLst>
              <p:tags r:id="rId17"/>
            </p:custDataLst>
          </p:nvPr>
        </p:nvSpPr>
        <p:spPr>
          <a:xfrm>
            <a:off x="1252728" y="4560570"/>
            <a:ext cx="2834640" cy="457200"/>
          </a:xfrm>
          <a:prstGeom prst="rect">
            <a:avLst/>
          </a:prstGeom>
          <a:noFill/>
          <a:ln/>
        </p:spPr>
        <p:txBody>
          <a:bodyPr wrap="square" lIns="0" tIns="0" rIns="0" bIns="0" rtlCol="0" anchor="t">
            <a:normAutofit/>
          </a:bodyPr>
          <a:lstStyle/>
          <a:p>
            <a:pPr marL="0" indent="0">
              <a:buNone/>
            </a:pPr>
            <a:r>
              <a:rPr lang="fr-CA" sz="1950" b="1" noProof="0" dirty="0">
                <a:solidFill>
                  <a:srgbClr val="102A43"/>
                </a:solidFill>
                <a:latin typeface="Calibri" pitchFamily="34" charset="0"/>
                <a:ea typeface="Calibri" pitchFamily="34" charset="-122"/>
                <a:cs typeface="Calibri" pitchFamily="34" charset="-120"/>
              </a:rPr>
              <a:t>Préparer la reprise</a:t>
            </a:r>
            <a:endParaRPr lang="fr-CA" sz="1950" noProof="0" dirty="0"/>
          </a:p>
        </p:txBody>
      </p:sp>
      <p:sp>
        <p:nvSpPr>
          <p:cNvPr id="19" name="Text 17"/>
          <p:cNvSpPr/>
          <p:nvPr>
            <p:custDataLst>
              <p:tags r:id="rId18"/>
            </p:custDataLst>
          </p:nvPr>
        </p:nvSpPr>
        <p:spPr>
          <a:xfrm>
            <a:off x="4288536" y="4505706"/>
            <a:ext cx="530352" cy="374904"/>
          </a:xfrm>
          <a:prstGeom prst="rect">
            <a:avLst/>
          </a:prstGeom>
          <a:noFill/>
          <a:ln/>
        </p:spPr>
        <p:txBody>
          <a:bodyPr wrap="square" lIns="0" tIns="0" rIns="0" bIns="0" rtlCol="0" anchor="t">
            <a:normAutofit/>
          </a:bodyPr>
          <a:lstStyle/>
          <a:p>
            <a:pPr marL="0" indent="0">
              <a:buNone/>
            </a:pPr>
            <a:r>
              <a:rPr lang="fr-CA" sz="2300" b="1" noProof="0" dirty="0">
                <a:solidFill>
                  <a:srgbClr val="0F766E"/>
                </a:solidFill>
                <a:latin typeface="Calibri" pitchFamily="34" charset="0"/>
                <a:ea typeface="Calibri" pitchFamily="34" charset="-122"/>
                <a:cs typeface="Calibri" pitchFamily="34" charset="-120"/>
              </a:rPr>
              <a:t>05</a:t>
            </a:r>
            <a:endParaRPr lang="fr-CA" sz="2300" noProof="0" dirty="0"/>
          </a:p>
        </p:txBody>
      </p:sp>
      <p:sp>
        <p:nvSpPr>
          <p:cNvPr id="20" name="Text 18"/>
          <p:cNvSpPr/>
          <p:nvPr>
            <p:custDataLst>
              <p:tags r:id="rId19"/>
            </p:custDataLst>
          </p:nvPr>
        </p:nvSpPr>
        <p:spPr>
          <a:xfrm>
            <a:off x="5038344" y="4560570"/>
            <a:ext cx="2834640" cy="457200"/>
          </a:xfrm>
          <a:prstGeom prst="rect">
            <a:avLst/>
          </a:prstGeom>
          <a:noFill/>
          <a:ln/>
        </p:spPr>
        <p:txBody>
          <a:bodyPr wrap="square" lIns="0" tIns="0" rIns="0" bIns="0" rtlCol="0" anchor="t">
            <a:normAutofit/>
          </a:bodyPr>
          <a:lstStyle/>
          <a:p>
            <a:pPr marL="0" indent="0">
              <a:buNone/>
            </a:pPr>
            <a:r>
              <a:rPr lang="fr-CA" sz="1950" b="1" noProof="0" dirty="0">
                <a:solidFill>
                  <a:srgbClr val="102A43"/>
                </a:solidFill>
                <a:latin typeface="Calibri" pitchFamily="34" charset="0"/>
                <a:ea typeface="Calibri" pitchFamily="34" charset="-122"/>
                <a:cs typeface="Calibri" pitchFamily="34" charset="-120"/>
              </a:rPr>
              <a:t>Vérifier les données</a:t>
            </a:r>
            <a:endParaRPr lang="fr-CA" sz="1950" noProof="0" dirty="0"/>
          </a:p>
        </p:txBody>
      </p:sp>
      <p:sp>
        <p:nvSpPr>
          <p:cNvPr id="21" name="Text 19"/>
          <p:cNvSpPr/>
          <p:nvPr>
            <p:custDataLst>
              <p:tags r:id="rId20"/>
            </p:custDataLst>
          </p:nvPr>
        </p:nvSpPr>
        <p:spPr>
          <a:xfrm>
            <a:off x="8074152" y="4505706"/>
            <a:ext cx="530352" cy="374904"/>
          </a:xfrm>
          <a:prstGeom prst="rect">
            <a:avLst/>
          </a:prstGeom>
          <a:noFill/>
          <a:ln/>
        </p:spPr>
        <p:txBody>
          <a:bodyPr wrap="square" lIns="0" tIns="0" rIns="0" bIns="0" rtlCol="0" anchor="t">
            <a:normAutofit/>
          </a:bodyPr>
          <a:lstStyle/>
          <a:p>
            <a:pPr marL="0" indent="0">
              <a:buNone/>
            </a:pPr>
            <a:r>
              <a:rPr lang="fr-CA" sz="2300" b="1" noProof="0" dirty="0">
                <a:solidFill>
                  <a:srgbClr val="0F766E"/>
                </a:solidFill>
                <a:latin typeface="Calibri" pitchFamily="34" charset="0"/>
                <a:ea typeface="Calibri" pitchFamily="34" charset="-122"/>
                <a:cs typeface="Calibri" pitchFamily="34" charset="-120"/>
              </a:rPr>
              <a:t>06</a:t>
            </a:r>
            <a:endParaRPr lang="fr-CA" sz="2300" noProof="0" dirty="0"/>
          </a:p>
        </p:txBody>
      </p:sp>
      <p:sp>
        <p:nvSpPr>
          <p:cNvPr id="22" name="Text 20"/>
          <p:cNvSpPr/>
          <p:nvPr>
            <p:custDataLst>
              <p:tags r:id="rId21"/>
            </p:custDataLst>
          </p:nvPr>
        </p:nvSpPr>
        <p:spPr>
          <a:xfrm>
            <a:off x="8823960" y="4560570"/>
            <a:ext cx="2834640" cy="457200"/>
          </a:xfrm>
          <a:prstGeom prst="rect">
            <a:avLst/>
          </a:prstGeom>
          <a:noFill/>
          <a:ln/>
        </p:spPr>
        <p:txBody>
          <a:bodyPr wrap="square" lIns="0" tIns="0" rIns="0" bIns="0" rtlCol="0" anchor="t">
            <a:normAutofit/>
          </a:bodyPr>
          <a:lstStyle/>
          <a:p>
            <a:pPr marL="0" indent="0">
              <a:buNone/>
            </a:pPr>
            <a:r>
              <a:rPr lang="fr-CA" sz="1950" b="1" noProof="0" dirty="0">
                <a:solidFill>
                  <a:srgbClr val="102A43"/>
                </a:solidFill>
                <a:latin typeface="Calibri" pitchFamily="34" charset="0"/>
                <a:ea typeface="Calibri" pitchFamily="34" charset="-122"/>
                <a:cs typeface="Calibri" pitchFamily="34" charset="-120"/>
              </a:rPr>
              <a:t>Justifier la complexité</a:t>
            </a:r>
            <a:endParaRPr lang="fr-CA" sz="1950" noProof="0" dirty="0"/>
          </a:p>
        </p:txBody>
      </p:sp>
      <p:sp>
        <p:nvSpPr>
          <p:cNvPr id="23" name="Shape 21"/>
          <p:cNvSpPr/>
          <p:nvPr>
            <p:custDataLst>
              <p:tags r:id="rId22"/>
            </p:custDataLst>
          </p:nvPr>
        </p:nvSpPr>
        <p:spPr>
          <a:xfrm>
            <a:off x="530352" y="5715000"/>
            <a:ext cx="11128248" cy="448056"/>
          </a:xfrm>
          <a:prstGeom prst="roundRect">
            <a:avLst>
              <a:gd name="adj" fmla="val 20408"/>
            </a:avLst>
          </a:prstGeom>
          <a:solidFill>
            <a:srgbClr val="EFF6FF"/>
          </a:solidFill>
          <a:ln w="8890">
            <a:solidFill>
              <a:srgbClr val="EFF6FF"/>
            </a:solidFill>
            <a:prstDash val="solid"/>
          </a:ln>
        </p:spPr>
        <p:txBody>
          <a:bodyPr/>
          <a:lstStyle/>
          <a:p>
            <a:endParaRPr lang="fr-CA" noProof="0" dirty="0"/>
          </a:p>
        </p:txBody>
      </p:sp>
      <p:sp>
        <p:nvSpPr>
          <p:cNvPr id="24" name="Text 22"/>
          <p:cNvSpPr/>
          <p:nvPr>
            <p:custDataLst>
              <p:tags r:id="rId23"/>
            </p:custDataLst>
          </p:nvPr>
        </p:nvSpPr>
        <p:spPr>
          <a:xfrm>
            <a:off x="731520" y="5820156"/>
            <a:ext cx="10716768" cy="274320"/>
          </a:xfrm>
          <a:prstGeom prst="rect">
            <a:avLst/>
          </a:prstGeom>
          <a:noFill/>
          <a:ln/>
        </p:spPr>
        <p:txBody>
          <a:bodyPr wrap="square" lIns="0" tIns="0" rIns="0" bIns="0" rtlCol="0" anchor="t">
            <a:normAutofit/>
          </a:bodyPr>
          <a:lstStyle/>
          <a:p>
            <a:pPr marL="0" indent="0">
              <a:buNone/>
            </a:pPr>
            <a:r>
              <a:rPr lang="fr-CA" sz="1550" b="1" noProof="0" dirty="0">
                <a:solidFill>
                  <a:srgbClr val="102A43"/>
                </a:solidFill>
                <a:latin typeface="Calibri" pitchFamily="34" charset="0"/>
                <a:ea typeface="Calibri" pitchFamily="34" charset="-122"/>
                <a:cs typeface="Calibri" pitchFamily="34" charset="-120"/>
              </a:rPr>
              <a:t>Discussion : quelle garantie affirmez-vous, et comment la démontreriez-vous ?</a:t>
            </a:r>
            <a:endParaRPr lang="fr-CA" sz="1550" noProof="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Shape 0"/>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en-CA"/>
          </a:p>
        </p:txBody>
      </p:sp>
      <p:sp>
        <p:nvSpPr>
          <p:cNvPr id="3" name="Text 1"/>
          <p:cNvSpPr/>
          <p:nvPr>
            <p:custDataLst>
              <p:tags r:id="rId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en-US" sz="1100" b="1" kern="0" spc="50" dirty="0">
                <a:solidFill>
                  <a:srgbClr val="1F6FEB"/>
                </a:solidFill>
                <a:latin typeface="Calibri" pitchFamily="34" charset="0"/>
                <a:ea typeface="Calibri" pitchFamily="34" charset="-122"/>
                <a:cs typeface="Calibri" pitchFamily="34" charset="-120"/>
              </a:rPr>
              <a:t>ANNEXE A</a:t>
            </a:r>
            <a:endParaRPr lang="en-US" sz="1100" dirty="0"/>
          </a:p>
        </p:txBody>
      </p:sp>
      <p:sp>
        <p:nvSpPr>
          <p:cNvPr id="4" name="Text 2"/>
          <p:cNvSpPr/>
          <p:nvPr>
            <p:custDataLst>
              <p:tags r:id="rId3"/>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en-US" sz="1000" b="1" dirty="0">
                <a:solidFill>
                  <a:srgbClr val="829AB1"/>
                </a:solidFill>
                <a:latin typeface="Calibri" pitchFamily="34" charset="0"/>
                <a:ea typeface="Calibri" pitchFamily="34" charset="-122"/>
                <a:cs typeface="Calibri" pitchFamily="34" charset="-120"/>
              </a:rPr>
              <a:t>SOURCES / FONDATIONS</a:t>
            </a:r>
            <a:endParaRPr lang="en-US" sz="1000" dirty="0"/>
          </a:p>
        </p:txBody>
      </p:sp>
      <p:sp>
        <p:nvSpPr>
          <p:cNvPr id="5" name="Text 3"/>
          <p:cNvSpPr/>
          <p:nvPr>
            <p:custDataLst>
              <p:tags r:id="rId4"/>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en-US" sz="2700" b="1" dirty="0">
                <a:solidFill>
                  <a:srgbClr val="102A43"/>
                </a:solidFill>
                <a:latin typeface="Calibri" pitchFamily="34" charset="0"/>
                <a:ea typeface="Calibri" pitchFamily="34" charset="-122"/>
                <a:cs typeface="Calibri" pitchFamily="34" charset="-120"/>
              </a:rPr>
              <a:t>Retrouver les chapitres du parcours dans le projet</a:t>
            </a:r>
            <a:endParaRPr lang="en-US" sz="2700" dirty="0"/>
          </a:p>
        </p:txBody>
      </p:sp>
      <p:sp>
        <p:nvSpPr>
          <p:cNvPr id="6" name="Text 4"/>
          <p:cNvSpPr/>
          <p:nvPr>
            <p:custDataLst>
              <p:tags r:id="rId5"/>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en-US" sz="1650" dirty="0">
                <a:solidFill>
                  <a:srgbClr val="486581"/>
                </a:solidFill>
                <a:latin typeface="Calibri" pitchFamily="34" charset="0"/>
                <a:ea typeface="Calibri" pitchFamily="34" charset="-122"/>
                <a:cs typeface="Calibri" pitchFamily="34" charset="-120"/>
              </a:rPr>
              <a:t>Les chemins sont relatifs à doc/fr/. Chaque diapositive possède aussi ses sources détaillées dans les notes.</a:t>
            </a:r>
            <a:endParaRPr lang="en-US" sz="1650" dirty="0"/>
          </a:p>
        </p:txBody>
      </p:sp>
      <p:sp>
        <p:nvSpPr>
          <p:cNvPr id="7" name="Text 5"/>
          <p:cNvSpPr/>
          <p:nvPr>
            <p:custDataLst>
              <p:tags r:id="rId6"/>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en-US" sz="900" dirty="0">
                <a:solidFill>
                  <a:srgbClr val="486581"/>
                </a:solidFill>
                <a:latin typeface="Calibri" pitchFamily="34" charset="0"/>
                <a:ea typeface="Calibri" pitchFamily="34" charset="-122"/>
                <a:cs typeface="Calibri" pitchFamily="34" charset="-120"/>
              </a:rPr>
              <a:t>Guide d'ingénierie Kafka · Projet EDA</a:t>
            </a:r>
            <a:endParaRPr lang="en-US" sz="900" dirty="0"/>
          </a:p>
        </p:txBody>
      </p:sp>
      <p:sp>
        <p:nvSpPr>
          <p:cNvPr id="8" name="Text 6"/>
          <p:cNvSpPr/>
          <p:nvPr>
            <p:custDataLst>
              <p:tags r:id="rId7"/>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en-US" sz="900" dirty="0">
                <a:solidFill>
                  <a:srgbClr val="486581"/>
                </a:solidFill>
                <a:latin typeface="Calibri" pitchFamily="34" charset="0"/>
                <a:ea typeface="Calibri" pitchFamily="34" charset="-122"/>
                <a:cs typeface="Calibri" pitchFamily="34" charset="-120"/>
              </a:rPr>
              <a:t>40</a:t>
            </a:r>
            <a:endParaRPr lang="en-US" sz="900" dirty="0"/>
          </a:p>
        </p:txBody>
      </p:sp>
      <p:sp>
        <p:nvSpPr>
          <p:cNvPr id="9" name="Shape 7"/>
          <p:cNvSpPr/>
          <p:nvPr>
            <p:custDataLst>
              <p:tags r:id="rId8"/>
            </p:custDataLst>
          </p:nvPr>
        </p:nvSpPr>
        <p:spPr>
          <a:xfrm>
            <a:off x="548640" y="2077200"/>
            <a:ext cx="329184" cy="0"/>
          </a:xfrm>
          <a:prstGeom prst="line">
            <a:avLst/>
          </a:prstGeom>
          <a:noFill/>
          <a:ln w="24130">
            <a:solidFill>
              <a:srgbClr val="1F6FEB"/>
            </a:solidFill>
            <a:prstDash val="solid"/>
          </a:ln>
        </p:spPr>
        <p:txBody>
          <a:bodyPr/>
          <a:lstStyle/>
          <a:p>
            <a:endParaRPr lang="en-CA"/>
          </a:p>
        </p:txBody>
      </p:sp>
      <p:sp>
        <p:nvSpPr>
          <p:cNvPr id="10" name="Text 8"/>
          <p:cNvSpPr/>
          <p:nvPr>
            <p:custDataLst>
              <p:tags r:id="rId9"/>
            </p:custDataLst>
          </p:nvPr>
        </p:nvSpPr>
        <p:spPr>
          <a:xfrm>
            <a:off x="1033272" y="1981188"/>
            <a:ext cx="4882896" cy="256032"/>
          </a:xfrm>
          <a:prstGeom prst="rect">
            <a:avLst/>
          </a:prstGeom>
          <a:noFill/>
          <a:ln/>
        </p:spPr>
        <p:txBody>
          <a:bodyPr wrap="square" lIns="0" tIns="0" rIns="0" bIns="0" rtlCol="0" anchor="t">
            <a:normAutofit/>
          </a:bodyPr>
          <a:lstStyle/>
          <a:p>
            <a:pPr marL="0" indent="0">
              <a:buNone/>
            </a:pPr>
            <a:r>
              <a:rPr lang="en-US" sz="1630" b="1" dirty="0">
                <a:solidFill>
                  <a:srgbClr val="102A43"/>
                </a:solidFill>
                <a:latin typeface="Calibri" pitchFamily="34" charset="0"/>
                <a:ea typeface="Calibri" pitchFamily="34" charset="-122"/>
                <a:cs typeface="Calibri" pitchFamily="34" charset="-120"/>
              </a:rPr>
              <a:t>Présentation du projet</a:t>
            </a:r>
            <a:endParaRPr lang="en-US" sz="1630" dirty="0"/>
          </a:p>
        </p:txBody>
      </p:sp>
      <p:sp>
        <p:nvSpPr>
          <p:cNvPr id="11" name="Text 9"/>
          <p:cNvSpPr/>
          <p:nvPr>
            <p:custDataLst>
              <p:tags r:id="rId10"/>
            </p:custDataLst>
          </p:nvPr>
        </p:nvSpPr>
        <p:spPr>
          <a:xfrm>
            <a:off x="1033272" y="2301228"/>
            <a:ext cx="4882896" cy="274320"/>
          </a:xfrm>
          <a:prstGeom prst="rect">
            <a:avLst/>
          </a:prstGeom>
          <a:noFill/>
          <a:ln/>
        </p:spPr>
        <p:txBody>
          <a:bodyPr wrap="square" lIns="0" tIns="0" rIns="0" bIns="0" rtlCol="0" anchor="t">
            <a:normAutofit/>
          </a:bodyPr>
          <a:lstStyle/>
          <a:p>
            <a:pPr marL="0" indent="0">
              <a:buNone/>
            </a:pPr>
            <a:r>
              <a:rPr lang="en-US" sz="1080" dirty="0">
                <a:solidFill>
                  <a:srgbClr val="486581"/>
                </a:solidFill>
                <a:latin typeface="Calibri" pitchFamily="34" charset="0"/>
                <a:ea typeface="Calibri" pitchFamily="34" charset="-122"/>
                <a:cs typeface="Calibri" pitchFamily="34" charset="-120"/>
              </a:rPr>
              <a:t>LISEZ_MOI.md</a:t>
            </a:r>
            <a:endParaRPr lang="en-US" sz="1080" dirty="0"/>
          </a:p>
        </p:txBody>
      </p:sp>
      <p:sp>
        <p:nvSpPr>
          <p:cNvPr id="12" name="Shape 10"/>
          <p:cNvSpPr/>
          <p:nvPr>
            <p:custDataLst>
              <p:tags r:id="rId11"/>
            </p:custDataLst>
          </p:nvPr>
        </p:nvSpPr>
        <p:spPr>
          <a:xfrm>
            <a:off x="6291072" y="2077200"/>
            <a:ext cx="329184" cy="0"/>
          </a:xfrm>
          <a:prstGeom prst="line">
            <a:avLst/>
          </a:prstGeom>
          <a:noFill/>
          <a:ln w="24130">
            <a:solidFill>
              <a:srgbClr val="1F6FEB"/>
            </a:solidFill>
            <a:prstDash val="solid"/>
          </a:ln>
        </p:spPr>
        <p:txBody>
          <a:bodyPr/>
          <a:lstStyle/>
          <a:p>
            <a:endParaRPr lang="en-CA"/>
          </a:p>
        </p:txBody>
      </p:sp>
      <p:sp>
        <p:nvSpPr>
          <p:cNvPr id="13" name="Text 11"/>
          <p:cNvSpPr/>
          <p:nvPr>
            <p:custDataLst>
              <p:tags r:id="rId12"/>
            </p:custDataLst>
          </p:nvPr>
        </p:nvSpPr>
        <p:spPr>
          <a:xfrm>
            <a:off x="6775704" y="1981188"/>
            <a:ext cx="4882896" cy="256032"/>
          </a:xfrm>
          <a:prstGeom prst="rect">
            <a:avLst/>
          </a:prstGeom>
          <a:noFill/>
          <a:ln/>
        </p:spPr>
        <p:txBody>
          <a:bodyPr wrap="square" lIns="0" tIns="0" rIns="0" bIns="0" rtlCol="0" anchor="t">
            <a:normAutofit/>
          </a:bodyPr>
          <a:lstStyle/>
          <a:p>
            <a:pPr marL="0" indent="0">
              <a:buNone/>
            </a:pPr>
            <a:r>
              <a:rPr lang="en-US" sz="1630" b="1" dirty="0">
                <a:solidFill>
                  <a:srgbClr val="102A43"/>
                </a:solidFill>
                <a:latin typeface="Calibri" pitchFamily="34" charset="0"/>
                <a:ea typeface="Calibri" pitchFamily="34" charset="-122"/>
                <a:cs typeface="Calibri" pitchFamily="34" charset="-120"/>
              </a:rPr>
              <a:t>Architecture et topics</a:t>
            </a:r>
            <a:endParaRPr lang="en-US" sz="1630" dirty="0"/>
          </a:p>
        </p:txBody>
      </p:sp>
      <p:sp>
        <p:nvSpPr>
          <p:cNvPr id="14" name="Text 12"/>
          <p:cNvSpPr/>
          <p:nvPr>
            <p:custDataLst>
              <p:tags r:id="rId13"/>
            </p:custDataLst>
          </p:nvPr>
        </p:nvSpPr>
        <p:spPr>
          <a:xfrm>
            <a:off x="6775704" y="2301228"/>
            <a:ext cx="4882896" cy="274320"/>
          </a:xfrm>
          <a:prstGeom prst="rect">
            <a:avLst/>
          </a:prstGeom>
          <a:noFill/>
          <a:ln/>
        </p:spPr>
        <p:txBody>
          <a:bodyPr wrap="square" lIns="0" tIns="0" rIns="0" bIns="0" rtlCol="0" anchor="t">
            <a:normAutofit/>
          </a:bodyPr>
          <a:lstStyle/>
          <a:p>
            <a:pPr marL="0" indent="0">
              <a:buNone/>
            </a:pPr>
            <a:r>
              <a:rPr lang="en-US" sz="1080" dirty="0">
                <a:solidFill>
                  <a:srgbClr val="486581"/>
                </a:solidFill>
                <a:latin typeface="Calibri" pitchFamily="34" charset="0"/>
                <a:ea typeface="Calibri" pitchFamily="34" charset="-122"/>
                <a:cs typeface="Calibri" pitchFamily="34" charset="-120"/>
              </a:rPr>
              <a:t>architecture_et_conception_des_topics.md</a:t>
            </a:r>
            <a:endParaRPr lang="en-US" sz="1080" dirty="0"/>
          </a:p>
        </p:txBody>
      </p:sp>
      <p:sp>
        <p:nvSpPr>
          <p:cNvPr id="15" name="Shape 13"/>
          <p:cNvSpPr/>
          <p:nvPr>
            <p:custDataLst>
              <p:tags r:id="rId14"/>
            </p:custDataLst>
          </p:nvPr>
        </p:nvSpPr>
        <p:spPr>
          <a:xfrm>
            <a:off x="548640" y="2817864"/>
            <a:ext cx="329184" cy="0"/>
          </a:xfrm>
          <a:prstGeom prst="line">
            <a:avLst/>
          </a:prstGeom>
          <a:noFill/>
          <a:ln w="24130">
            <a:solidFill>
              <a:srgbClr val="1F6FEB"/>
            </a:solidFill>
            <a:prstDash val="solid"/>
          </a:ln>
        </p:spPr>
        <p:txBody>
          <a:bodyPr/>
          <a:lstStyle/>
          <a:p>
            <a:endParaRPr lang="en-CA"/>
          </a:p>
        </p:txBody>
      </p:sp>
      <p:sp>
        <p:nvSpPr>
          <p:cNvPr id="16" name="Text 14"/>
          <p:cNvSpPr/>
          <p:nvPr>
            <p:custDataLst>
              <p:tags r:id="rId15"/>
            </p:custDataLst>
          </p:nvPr>
        </p:nvSpPr>
        <p:spPr>
          <a:xfrm>
            <a:off x="1033272" y="2721852"/>
            <a:ext cx="4882896" cy="256032"/>
          </a:xfrm>
          <a:prstGeom prst="rect">
            <a:avLst/>
          </a:prstGeom>
          <a:noFill/>
          <a:ln/>
        </p:spPr>
        <p:txBody>
          <a:bodyPr wrap="square" lIns="0" tIns="0" rIns="0" bIns="0" rtlCol="0" anchor="t">
            <a:normAutofit/>
          </a:bodyPr>
          <a:lstStyle/>
          <a:p>
            <a:pPr marL="0" indent="0">
              <a:buNone/>
            </a:pPr>
            <a:r>
              <a:rPr lang="en-US" sz="1630" b="1" dirty="0">
                <a:solidFill>
                  <a:srgbClr val="102A43"/>
                </a:solidFill>
                <a:latin typeface="Calibri" pitchFamily="34" charset="0"/>
                <a:ea typeface="Calibri" pitchFamily="34" charset="-122"/>
                <a:cs typeface="Calibri" pitchFamily="34" charset="-120"/>
              </a:rPr>
              <a:t>Données et journal</a:t>
            </a:r>
            <a:endParaRPr lang="en-US" sz="1630" dirty="0"/>
          </a:p>
        </p:txBody>
      </p:sp>
      <p:sp>
        <p:nvSpPr>
          <p:cNvPr id="17" name="Text 15"/>
          <p:cNvSpPr/>
          <p:nvPr>
            <p:custDataLst>
              <p:tags r:id="rId16"/>
            </p:custDataLst>
          </p:nvPr>
        </p:nvSpPr>
        <p:spPr>
          <a:xfrm>
            <a:off x="1033272" y="3041892"/>
            <a:ext cx="4882896" cy="274320"/>
          </a:xfrm>
          <a:prstGeom prst="rect">
            <a:avLst/>
          </a:prstGeom>
          <a:noFill/>
          <a:ln/>
        </p:spPr>
        <p:txBody>
          <a:bodyPr wrap="square" lIns="0" tIns="0" rIns="0" bIns="0" rtlCol="0" anchor="t">
            <a:normAutofit/>
          </a:bodyPr>
          <a:lstStyle/>
          <a:p>
            <a:pPr marL="0" indent="0">
              <a:buNone/>
            </a:pPr>
            <a:r>
              <a:rPr lang="en-US" sz="1080" dirty="0">
                <a:solidFill>
                  <a:srgbClr val="486581"/>
                </a:solidFill>
                <a:latin typeface="Calibri" pitchFamily="34" charset="0"/>
                <a:ea typeface="Calibri" pitchFamily="34" charset="-122"/>
                <a:cs typeface="Calibri" pitchFamily="34" charset="-120"/>
              </a:rPr>
              <a:t>base_de_donnees.md</a:t>
            </a:r>
            <a:endParaRPr lang="en-US" sz="1080" dirty="0"/>
          </a:p>
        </p:txBody>
      </p:sp>
      <p:sp>
        <p:nvSpPr>
          <p:cNvPr id="18" name="Shape 16"/>
          <p:cNvSpPr/>
          <p:nvPr>
            <p:custDataLst>
              <p:tags r:id="rId17"/>
            </p:custDataLst>
          </p:nvPr>
        </p:nvSpPr>
        <p:spPr>
          <a:xfrm>
            <a:off x="6291072" y="2817864"/>
            <a:ext cx="329184" cy="0"/>
          </a:xfrm>
          <a:prstGeom prst="line">
            <a:avLst/>
          </a:prstGeom>
          <a:noFill/>
          <a:ln w="24130">
            <a:solidFill>
              <a:srgbClr val="1F6FEB"/>
            </a:solidFill>
            <a:prstDash val="solid"/>
          </a:ln>
        </p:spPr>
        <p:txBody>
          <a:bodyPr/>
          <a:lstStyle/>
          <a:p>
            <a:endParaRPr lang="en-CA"/>
          </a:p>
        </p:txBody>
      </p:sp>
      <p:sp>
        <p:nvSpPr>
          <p:cNvPr id="19" name="Text 17"/>
          <p:cNvSpPr/>
          <p:nvPr>
            <p:custDataLst>
              <p:tags r:id="rId18"/>
            </p:custDataLst>
          </p:nvPr>
        </p:nvSpPr>
        <p:spPr>
          <a:xfrm>
            <a:off x="6775704" y="2721852"/>
            <a:ext cx="4882896" cy="256032"/>
          </a:xfrm>
          <a:prstGeom prst="rect">
            <a:avLst/>
          </a:prstGeom>
          <a:noFill/>
          <a:ln/>
        </p:spPr>
        <p:txBody>
          <a:bodyPr wrap="square" lIns="0" tIns="0" rIns="0" bIns="0" rtlCol="0" anchor="t">
            <a:normAutofit/>
          </a:bodyPr>
          <a:lstStyle/>
          <a:p>
            <a:pPr marL="0" indent="0">
              <a:buNone/>
            </a:pPr>
            <a:r>
              <a:rPr lang="en-US" sz="1630" b="1" dirty="0">
                <a:solidFill>
                  <a:srgbClr val="102A43"/>
                </a:solidFill>
                <a:latin typeface="Calibri" pitchFamily="34" charset="0"/>
                <a:ea typeface="Calibri" pitchFamily="34" charset="-122"/>
                <a:cs typeface="Calibri" pitchFamily="34" charset="-120"/>
              </a:rPr>
              <a:t>Comparaison des rapports</a:t>
            </a:r>
            <a:endParaRPr lang="en-US" sz="1630" dirty="0"/>
          </a:p>
        </p:txBody>
      </p:sp>
      <p:sp>
        <p:nvSpPr>
          <p:cNvPr id="20" name="Text 18"/>
          <p:cNvSpPr/>
          <p:nvPr>
            <p:custDataLst>
              <p:tags r:id="rId19"/>
            </p:custDataLst>
          </p:nvPr>
        </p:nvSpPr>
        <p:spPr>
          <a:xfrm>
            <a:off x="6775704" y="3041892"/>
            <a:ext cx="4882896" cy="274320"/>
          </a:xfrm>
          <a:prstGeom prst="rect">
            <a:avLst/>
          </a:prstGeom>
          <a:noFill/>
          <a:ln/>
        </p:spPr>
        <p:txBody>
          <a:bodyPr wrap="square" lIns="0" tIns="0" rIns="0" bIns="0" rtlCol="0" anchor="t">
            <a:normAutofit/>
          </a:bodyPr>
          <a:lstStyle/>
          <a:p>
            <a:pPr marL="0" indent="0">
              <a:buNone/>
            </a:pPr>
            <a:r>
              <a:rPr lang="en-US" sz="1080" dirty="0">
                <a:solidFill>
                  <a:srgbClr val="486581"/>
                </a:solidFill>
                <a:latin typeface="Calibri" pitchFamily="34" charset="0"/>
                <a:ea typeface="Calibri" pitchFamily="34" charset="-122"/>
                <a:cs typeface="Calibri" pitchFamily="34" charset="-120"/>
              </a:rPr>
              <a:t>rapports.md</a:t>
            </a:r>
            <a:endParaRPr lang="en-US" sz="1080" dirty="0"/>
          </a:p>
        </p:txBody>
      </p:sp>
      <p:sp>
        <p:nvSpPr>
          <p:cNvPr id="21" name="Shape 19"/>
          <p:cNvSpPr/>
          <p:nvPr>
            <p:custDataLst>
              <p:tags r:id="rId20"/>
            </p:custDataLst>
          </p:nvPr>
        </p:nvSpPr>
        <p:spPr>
          <a:xfrm>
            <a:off x="548640" y="3558528"/>
            <a:ext cx="329184" cy="0"/>
          </a:xfrm>
          <a:prstGeom prst="line">
            <a:avLst/>
          </a:prstGeom>
          <a:noFill/>
          <a:ln w="24130">
            <a:solidFill>
              <a:srgbClr val="1F6FEB"/>
            </a:solidFill>
            <a:prstDash val="solid"/>
          </a:ln>
        </p:spPr>
        <p:txBody>
          <a:bodyPr/>
          <a:lstStyle/>
          <a:p>
            <a:endParaRPr lang="en-CA"/>
          </a:p>
        </p:txBody>
      </p:sp>
      <p:sp>
        <p:nvSpPr>
          <p:cNvPr id="22" name="Text 20"/>
          <p:cNvSpPr/>
          <p:nvPr>
            <p:custDataLst>
              <p:tags r:id="rId21"/>
            </p:custDataLst>
          </p:nvPr>
        </p:nvSpPr>
        <p:spPr>
          <a:xfrm>
            <a:off x="1033272" y="3462516"/>
            <a:ext cx="4882896" cy="256032"/>
          </a:xfrm>
          <a:prstGeom prst="rect">
            <a:avLst/>
          </a:prstGeom>
          <a:noFill/>
          <a:ln/>
        </p:spPr>
        <p:txBody>
          <a:bodyPr wrap="square" lIns="0" tIns="0" rIns="0" bIns="0" rtlCol="0" anchor="t">
            <a:normAutofit/>
          </a:bodyPr>
          <a:lstStyle/>
          <a:p>
            <a:pPr marL="0" indent="0">
              <a:buNone/>
            </a:pPr>
            <a:r>
              <a:rPr lang="en-US" sz="1630" b="1" dirty="0">
                <a:solidFill>
                  <a:srgbClr val="102A43"/>
                </a:solidFill>
                <a:latin typeface="Calibri" pitchFamily="34" charset="0"/>
                <a:ea typeface="Calibri" pitchFamily="34" charset="-122"/>
                <a:cs typeface="Calibri" pitchFamily="34" charset="-120"/>
              </a:rPr>
              <a:t>Livraison et fiabilité</a:t>
            </a:r>
            <a:endParaRPr lang="en-US" sz="1630" dirty="0"/>
          </a:p>
        </p:txBody>
      </p:sp>
      <p:sp>
        <p:nvSpPr>
          <p:cNvPr id="23" name="Text 21"/>
          <p:cNvSpPr/>
          <p:nvPr>
            <p:custDataLst>
              <p:tags r:id="rId22"/>
            </p:custDataLst>
          </p:nvPr>
        </p:nvSpPr>
        <p:spPr>
          <a:xfrm>
            <a:off x="1033272" y="3782556"/>
            <a:ext cx="4882896" cy="274320"/>
          </a:xfrm>
          <a:prstGeom prst="rect">
            <a:avLst/>
          </a:prstGeom>
          <a:noFill/>
          <a:ln/>
        </p:spPr>
        <p:txBody>
          <a:bodyPr wrap="square" lIns="0" tIns="0" rIns="0" bIns="0" rtlCol="0" anchor="t">
            <a:normAutofit/>
          </a:bodyPr>
          <a:lstStyle/>
          <a:p>
            <a:pPr marL="0" indent="0">
              <a:buNone/>
            </a:pPr>
            <a:r>
              <a:rPr lang="en-US" sz="1080" dirty="0">
                <a:solidFill>
                  <a:srgbClr val="486581"/>
                </a:solidFill>
                <a:latin typeface="Calibri" pitchFamily="34" charset="0"/>
                <a:ea typeface="Calibri" pitchFamily="34" charset="-122"/>
                <a:cs typeface="Calibri" pitchFamily="34" charset="-120"/>
              </a:rPr>
              <a:t>semantiques_livraison_et_fiabilite.md</a:t>
            </a:r>
            <a:endParaRPr lang="en-US" sz="1080" dirty="0"/>
          </a:p>
        </p:txBody>
      </p:sp>
      <p:sp>
        <p:nvSpPr>
          <p:cNvPr id="24" name="Shape 22"/>
          <p:cNvSpPr/>
          <p:nvPr>
            <p:custDataLst>
              <p:tags r:id="rId23"/>
            </p:custDataLst>
          </p:nvPr>
        </p:nvSpPr>
        <p:spPr>
          <a:xfrm>
            <a:off x="6291072" y="3558528"/>
            <a:ext cx="329184" cy="0"/>
          </a:xfrm>
          <a:prstGeom prst="line">
            <a:avLst/>
          </a:prstGeom>
          <a:noFill/>
          <a:ln w="24130">
            <a:solidFill>
              <a:srgbClr val="1F6FEB"/>
            </a:solidFill>
            <a:prstDash val="solid"/>
          </a:ln>
        </p:spPr>
        <p:txBody>
          <a:bodyPr/>
          <a:lstStyle/>
          <a:p>
            <a:endParaRPr lang="en-CA"/>
          </a:p>
        </p:txBody>
      </p:sp>
      <p:sp>
        <p:nvSpPr>
          <p:cNvPr id="25" name="Text 23"/>
          <p:cNvSpPr/>
          <p:nvPr>
            <p:custDataLst>
              <p:tags r:id="rId24"/>
            </p:custDataLst>
          </p:nvPr>
        </p:nvSpPr>
        <p:spPr>
          <a:xfrm>
            <a:off x="6775704" y="3462516"/>
            <a:ext cx="4882896" cy="256032"/>
          </a:xfrm>
          <a:prstGeom prst="rect">
            <a:avLst/>
          </a:prstGeom>
          <a:noFill/>
          <a:ln/>
        </p:spPr>
        <p:txBody>
          <a:bodyPr wrap="square" lIns="0" tIns="0" rIns="0" bIns="0" rtlCol="0" anchor="t">
            <a:normAutofit/>
          </a:bodyPr>
          <a:lstStyle/>
          <a:p>
            <a:pPr marL="0" indent="0">
              <a:buNone/>
            </a:pPr>
            <a:r>
              <a:rPr lang="en-US" sz="1630" b="1" dirty="0">
                <a:solidFill>
                  <a:srgbClr val="102A43"/>
                </a:solidFill>
                <a:latin typeface="Calibri" pitchFamily="34" charset="0"/>
                <a:ea typeface="Calibri" pitchFamily="34" charset="-122"/>
                <a:cs typeface="Calibri" pitchFamily="34" charset="-120"/>
              </a:rPr>
              <a:t>Acquittement et idempotence</a:t>
            </a:r>
            <a:endParaRPr lang="en-US" sz="1630" dirty="0"/>
          </a:p>
        </p:txBody>
      </p:sp>
      <p:sp>
        <p:nvSpPr>
          <p:cNvPr id="26" name="Text 24"/>
          <p:cNvSpPr/>
          <p:nvPr>
            <p:custDataLst>
              <p:tags r:id="rId25"/>
            </p:custDataLst>
          </p:nvPr>
        </p:nvSpPr>
        <p:spPr>
          <a:xfrm>
            <a:off x="6775704" y="3782556"/>
            <a:ext cx="4882896" cy="274320"/>
          </a:xfrm>
          <a:prstGeom prst="rect">
            <a:avLst/>
          </a:prstGeom>
          <a:noFill/>
          <a:ln/>
        </p:spPr>
        <p:txBody>
          <a:bodyPr wrap="square" lIns="0" tIns="0" rIns="0" bIns="0" rtlCol="0" anchor="t">
            <a:normAutofit/>
          </a:bodyPr>
          <a:lstStyle/>
          <a:p>
            <a:pPr marL="0" indent="0">
              <a:buNone/>
            </a:pPr>
            <a:r>
              <a:rPr lang="en-US" sz="1080" dirty="0">
                <a:solidFill>
                  <a:srgbClr val="486581"/>
                </a:solidFill>
                <a:latin typeface="Calibri" pitchFamily="34" charset="0"/>
                <a:ea typeface="Calibri" pitchFamily="34" charset="-122"/>
                <a:cs typeface="Calibri" pitchFamily="34" charset="-120"/>
              </a:rPr>
              <a:t>reconnaissance_et_idempotence_consommateur.md</a:t>
            </a:r>
            <a:endParaRPr lang="en-US" sz="1080" dirty="0"/>
          </a:p>
        </p:txBody>
      </p:sp>
      <p:sp>
        <p:nvSpPr>
          <p:cNvPr id="27" name="Shape 25"/>
          <p:cNvSpPr/>
          <p:nvPr>
            <p:custDataLst>
              <p:tags r:id="rId26"/>
            </p:custDataLst>
          </p:nvPr>
        </p:nvSpPr>
        <p:spPr>
          <a:xfrm>
            <a:off x="548640" y="4299192"/>
            <a:ext cx="329184" cy="0"/>
          </a:xfrm>
          <a:prstGeom prst="line">
            <a:avLst/>
          </a:prstGeom>
          <a:noFill/>
          <a:ln w="24130">
            <a:solidFill>
              <a:srgbClr val="1F6FEB"/>
            </a:solidFill>
            <a:prstDash val="solid"/>
          </a:ln>
        </p:spPr>
        <p:txBody>
          <a:bodyPr/>
          <a:lstStyle/>
          <a:p>
            <a:endParaRPr lang="en-CA"/>
          </a:p>
        </p:txBody>
      </p:sp>
      <p:sp>
        <p:nvSpPr>
          <p:cNvPr id="28" name="Text 26"/>
          <p:cNvSpPr/>
          <p:nvPr>
            <p:custDataLst>
              <p:tags r:id="rId27"/>
            </p:custDataLst>
          </p:nvPr>
        </p:nvSpPr>
        <p:spPr>
          <a:xfrm>
            <a:off x="1033272" y="4203180"/>
            <a:ext cx="4882896" cy="256032"/>
          </a:xfrm>
          <a:prstGeom prst="rect">
            <a:avLst/>
          </a:prstGeom>
          <a:noFill/>
          <a:ln/>
        </p:spPr>
        <p:txBody>
          <a:bodyPr wrap="square" lIns="0" tIns="0" rIns="0" bIns="0" rtlCol="0" anchor="t">
            <a:normAutofit/>
          </a:bodyPr>
          <a:lstStyle/>
          <a:p>
            <a:pPr marL="0" indent="0">
              <a:buNone/>
            </a:pPr>
            <a:r>
              <a:rPr lang="en-US" sz="1630" b="1" dirty="0">
                <a:solidFill>
                  <a:srgbClr val="102A43"/>
                </a:solidFill>
                <a:latin typeface="Calibri" pitchFamily="34" charset="0"/>
                <a:ea typeface="Calibri" pitchFamily="34" charset="-122"/>
                <a:cs typeface="Calibri" pitchFamily="34" charset="-120"/>
              </a:rPr>
              <a:t>Persistance et transactions</a:t>
            </a:r>
            <a:endParaRPr lang="en-US" sz="1630" dirty="0"/>
          </a:p>
        </p:txBody>
      </p:sp>
      <p:sp>
        <p:nvSpPr>
          <p:cNvPr id="29" name="Text 27"/>
          <p:cNvSpPr/>
          <p:nvPr>
            <p:custDataLst>
              <p:tags r:id="rId28"/>
            </p:custDataLst>
          </p:nvPr>
        </p:nvSpPr>
        <p:spPr>
          <a:xfrm>
            <a:off x="1033272" y="4523220"/>
            <a:ext cx="4882896" cy="274320"/>
          </a:xfrm>
          <a:prstGeom prst="rect">
            <a:avLst/>
          </a:prstGeom>
          <a:noFill/>
          <a:ln/>
        </p:spPr>
        <p:txBody>
          <a:bodyPr wrap="square" lIns="0" tIns="0" rIns="0" bIns="0" rtlCol="0" anchor="t">
            <a:normAutofit/>
          </a:bodyPr>
          <a:lstStyle/>
          <a:p>
            <a:pPr marL="0" indent="0">
              <a:buNone/>
            </a:pPr>
            <a:r>
              <a:rPr lang="en-US" sz="1080" dirty="0">
                <a:solidFill>
                  <a:srgbClr val="486581"/>
                </a:solidFill>
                <a:latin typeface="Calibri" pitchFamily="34" charset="0"/>
                <a:ea typeface="Calibri" pitchFamily="34" charset="-122"/>
                <a:cs typeface="Calibri" pitchFamily="34" charset="-120"/>
              </a:rPr>
              <a:t>patrons_persistance_et_transaction.md</a:t>
            </a:r>
            <a:endParaRPr lang="en-US" sz="1080" dirty="0"/>
          </a:p>
        </p:txBody>
      </p:sp>
      <p:sp>
        <p:nvSpPr>
          <p:cNvPr id="30" name="Shape 28"/>
          <p:cNvSpPr/>
          <p:nvPr>
            <p:custDataLst>
              <p:tags r:id="rId29"/>
            </p:custDataLst>
          </p:nvPr>
        </p:nvSpPr>
        <p:spPr>
          <a:xfrm>
            <a:off x="6291072" y="4299192"/>
            <a:ext cx="329184" cy="0"/>
          </a:xfrm>
          <a:prstGeom prst="line">
            <a:avLst/>
          </a:prstGeom>
          <a:noFill/>
          <a:ln w="24130">
            <a:solidFill>
              <a:srgbClr val="1F6FEB"/>
            </a:solidFill>
            <a:prstDash val="solid"/>
          </a:ln>
        </p:spPr>
        <p:txBody>
          <a:bodyPr/>
          <a:lstStyle/>
          <a:p>
            <a:endParaRPr lang="en-CA"/>
          </a:p>
        </p:txBody>
      </p:sp>
      <p:sp>
        <p:nvSpPr>
          <p:cNvPr id="31" name="Text 29"/>
          <p:cNvSpPr/>
          <p:nvPr>
            <p:custDataLst>
              <p:tags r:id="rId30"/>
            </p:custDataLst>
          </p:nvPr>
        </p:nvSpPr>
        <p:spPr>
          <a:xfrm>
            <a:off x="6775704" y="4203180"/>
            <a:ext cx="4882896" cy="256032"/>
          </a:xfrm>
          <a:prstGeom prst="rect">
            <a:avLst/>
          </a:prstGeom>
          <a:noFill/>
          <a:ln/>
        </p:spPr>
        <p:txBody>
          <a:bodyPr wrap="square" lIns="0" tIns="0" rIns="0" bIns="0" rtlCol="0" anchor="t">
            <a:normAutofit/>
          </a:bodyPr>
          <a:lstStyle/>
          <a:p>
            <a:pPr marL="0" indent="0">
              <a:buNone/>
            </a:pPr>
            <a:r>
              <a:rPr lang="en-US" sz="1630" b="1" dirty="0">
                <a:solidFill>
                  <a:srgbClr val="102A43"/>
                </a:solidFill>
                <a:latin typeface="Calibri" pitchFamily="34" charset="0"/>
                <a:ea typeface="Calibri" pitchFamily="34" charset="-122"/>
                <a:cs typeface="Calibri" pitchFamily="34" charset="-120"/>
              </a:rPr>
              <a:t>Kafka, Flink et Hazelcast embarqués</a:t>
            </a:r>
            <a:endParaRPr lang="en-US" sz="1630" dirty="0"/>
          </a:p>
        </p:txBody>
      </p:sp>
      <p:sp>
        <p:nvSpPr>
          <p:cNvPr id="32" name="Text 30"/>
          <p:cNvSpPr/>
          <p:nvPr>
            <p:custDataLst>
              <p:tags r:id="rId31"/>
            </p:custDataLst>
          </p:nvPr>
        </p:nvSpPr>
        <p:spPr>
          <a:xfrm>
            <a:off x="6775704" y="4523220"/>
            <a:ext cx="4882896" cy="274320"/>
          </a:xfrm>
          <a:prstGeom prst="rect">
            <a:avLst/>
          </a:prstGeom>
          <a:noFill/>
          <a:ln/>
        </p:spPr>
        <p:txBody>
          <a:bodyPr wrap="square" lIns="0" tIns="0" rIns="0" bIns="0" rtlCol="0" anchor="t">
            <a:normAutofit/>
          </a:bodyPr>
          <a:lstStyle/>
          <a:p>
            <a:pPr marL="0" indent="0">
              <a:buNone/>
            </a:pPr>
            <a:r>
              <a:rPr lang="en-US" sz="1080" dirty="0">
                <a:solidFill>
                  <a:srgbClr val="486581"/>
                </a:solidFill>
                <a:latin typeface="Calibri" pitchFamily="34" charset="0"/>
                <a:ea typeface="Calibri" pitchFamily="34" charset="-122"/>
                <a:cs typeface="Calibri" pitchFamily="34" charset="-120"/>
              </a:rPr>
              <a:t>guides_sandbox.md</a:t>
            </a:r>
            <a:endParaRPr lang="en-US" sz="1080" dirty="0"/>
          </a:p>
        </p:txBody>
      </p:sp>
      <p:sp>
        <p:nvSpPr>
          <p:cNvPr id="33" name="Shape 31"/>
          <p:cNvSpPr/>
          <p:nvPr>
            <p:custDataLst>
              <p:tags r:id="rId32"/>
            </p:custDataLst>
          </p:nvPr>
        </p:nvSpPr>
        <p:spPr>
          <a:xfrm>
            <a:off x="530352" y="5715000"/>
            <a:ext cx="11128248" cy="448056"/>
          </a:xfrm>
          <a:prstGeom prst="roundRect">
            <a:avLst>
              <a:gd name="adj" fmla="val 20408"/>
            </a:avLst>
          </a:prstGeom>
          <a:solidFill>
            <a:srgbClr val="EFF6FF"/>
          </a:solidFill>
          <a:ln w="8890">
            <a:solidFill>
              <a:srgbClr val="EFF6FF"/>
            </a:solidFill>
            <a:prstDash val="solid"/>
          </a:ln>
        </p:spPr>
        <p:txBody>
          <a:bodyPr/>
          <a:lstStyle/>
          <a:p>
            <a:endParaRPr lang="en-CA"/>
          </a:p>
        </p:txBody>
      </p:sp>
      <p:sp>
        <p:nvSpPr>
          <p:cNvPr id="34" name="Text 32"/>
          <p:cNvSpPr/>
          <p:nvPr>
            <p:custDataLst>
              <p:tags r:id="rId33"/>
            </p:custDataLst>
          </p:nvPr>
        </p:nvSpPr>
        <p:spPr>
          <a:xfrm>
            <a:off x="731520" y="5820156"/>
            <a:ext cx="10716768" cy="274320"/>
          </a:xfrm>
          <a:prstGeom prst="rect">
            <a:avLst/>
          </a:prstGeom>
          <a:noFill/>
          <a:ln/>
        </p:spPr>
        <p:txBody>
          <a:bodyPr wrap="square" lIns="0" tIns="0" rIns="0" bIns="0" rtlCol="0" anchor="t">
            <a:normAutofit/>
          </a:bodyPr>
          <a:lstStyle/>
          <a:p>
            <a:pPr marL="0" indent="0">
              <a:buNone/>
            </a:pPr>
            <a:r>
              <a:rPr lang="en-US" sz="1550" b="1" dirty="0">
                <a:solidFill>
                  <a:srgbClr val="102A43"/>
                </a:solidFill>
                <a:latin typeface="Calibri" pitchFamily="34" charset="0"/>
                <a:ea typeface="Calibri" pitchFamily="34" charset="-122"/>
                <a:cs typeface="Calibri" pitchFamily="34" charset="-120"/>
              </a:rPr>
              <a:t>Références de ce support : documentation du projet.</a:t>
            </a:r>
            <a:endParaRPr lang="en-US" sz="15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Shape 0"/>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en-CA"/>
          </a:p>
        </p:txBody>
      </p:sp>
      <p:sp>
        <p:nvSpPr>
          <p:cNvPr id="3" name="Text 1"/>
          <p:cNvSpPr/>
          <p:nvPr>
            <p:custDataLst>
              <p:tags r:id="rId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en-US" sz="1100" b="1" kern="0" spc="50" dirty="0">
                <a:solidFill>
                  <a:srgbClr val="1F6FEB"/>
                </a:solidFill>
                <a:latin typeface="Calibri" pitchFamily="34" charset="0"/>
                <a:ea typeface="Calibri" pitchFamily="34" charset="-122"/>
                <a:cs typeface="Calibri" pitchFamily="34" charset="-120"/>
              </a:rPr>
              <a:t>ANNEXE B</a:t>
            </a:r>
            <a:endParaRPr lang="en-US" sz="1100" dirty="0"/>
          </a:p>
        </p:txBody>
      </p:sp>
      <p:sp>
        <p:nvSpPr>
          <p:cNvPr id="4" name="Text 2"/>
          <p:cNvSpPr/>
          <p:nvPr>
            <p:custDataLst>
              <p:tags r:id="rId3"/>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en-US" sz="1000" b="1" dirty="0">
                <a:solidFill>
                  <a:srgbClr val="829AB1"/>
                </a:solidFill>
                <a:latin typeface="Calibri" pitchFamily="34" charset="0"/>
                <a:ea typeface="Calibri" pitchFamily="34" charset="-122"/>
                <a:cs typeface="Calibri" pitchFamily="34" charset="-120"/>
              </a:rPr>
              <a:t>SOURCES / APPROFONDISSEMENTS</a:t>
            </a:r>
            <a:endParaRPr lang="en-US" sz="1000" dirty="0"/>
          </a:p>
        </p:txBody>
      </p:sp>
      <p:sp>
        <p:nvSpPr>
          <p:cNvPr id="5" name="Text 3"/>
          <p:cNvSpPr/>
          <p:nvPr>
            <p:custDataLst>
              <p:tags r:id="rId4"/>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en-US" sz="2700" b="1" dirty="0">
                <a:solidFill>
                  <a:srgbClr val="102A43"/>
                </a:solidFill>
                <a:latin typeface="Calibri" pitchFamily="34" charset="0"/>
                <a:ea typeface="Calibri" pitchFamily="34" charset="-122"/>
                <a:cs typeface="Calibri" pitchFamily="34" charset="-120"/>
              </a:rPr>
              <a:t>Poursuivre de la résilience technique à la confiance</a:t>
            </a:r>
            <a:endParaRPr lang="en-US" sz="2700" dirty="0"/>
          </a:p>
        </p:txBody>
      </p:sp>
      <p:sp>
        <p:nvSpPr>
          <p:cNvPr id="6" name="Text 4"/>
          <p:cNvSpPr/>
          <p:nvPr>
            <p:custDataLst>
              <p:tags r:id="rId5"/>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en-US" sz="1650" dirty="0">
                <a:solidFill>
                  <a:srgbClr val="486581"/>
                </a:solidFill>
                <a:latin typeface="Calibri" pitchFamily="34" charset="0"/>
                <a:ea typeface="Calibri" pitchFamily="34" charset="-122"/>
                <a:cs typeface="Calibri" pitchFamily="34" charset="-120"/>
              </a:rPr>
              <a:t>La progression relie les mécanismes d'exécution, l'exploitation, la gouvernance et le choix d'architecture.</a:t>
            </a:r>
            <a:endParaRPr lang="en-US" sz="1650" dirty="0"/>
          </a:p>
        </p:txBody>
      </p:sp>
      <p:sp>
        <p:nvSpPr>
          <p:cNvPr id="7" name="Text 5"/>
          <p:cNvSpPr/>
          <p:nvPr>
            <p:custDataLst>
              <p:tags r:id="rId6"/>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en-US" sz="900" dirty="0">
                <a:solidFill>
                  <a:srgbClr val="486581"/>
                </a:solidFill>
                <a:latin typeface="Calibri" pitchFamily="34" charset="0"/>
                <a:ea typeface="Calibri" pitchFamily="34" charset="-122"/>
                <a:cs typeface="Calibri" pitchFamily="34" charset="-120"/>
              </a:rPr>
              <a:t>Guide d'ingénierie Kafka · Projet EDA</a:t>
            </a:r>
            <a:endParaRPr lang="en-US" sz="900" dirty="0"/>
          </a:p>
        </p:txBody>
      </p:sp>
      <p:sp>
        <p:nvSpPr>
          <p:cNvPr id="8" name="Text 6"/>
          <p:cNvSpPr/>
          <p:nvPr>
            <p:custDataLst>
              <p:tags r:id="rId7"/>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en-US" sz="900" dirty="0">
                <a:solidFill>
                  <a:srgbClr val="486581"/>
                </a:solidFill>
                <a:latin typeface="Calibri" pitchFamily="34" charset="0"/>
                <a:ea typeface="Calibri" pitchFamily="34" charset="-122"/>
                <a:cs typeface="Calibri" pitchFamily="34" charset="-120"/>
              </a:rPr>
              <a:t>41</a:t>
            </a:r>
            <a:endParaRPr lang="en-US" sz="900" dirty="0"/>
          </a:p>
        </p:txBody>
      </p:sp>
      <p:sp>
        <p:nvSpPr>
          <p:cNvPr id="9" name="Shape 7"/>
          <p:cNvSpPr/>
          <p:nvPr>
            <p:custDataLst>
              <p:tags r:id="rId8"/>
            </p:custDataLst>
          </p:nvPr>
        </p:nvSpPr>
        <p:spPr>
          <a:xfrm>
            <a:off x="548640" y="2137410"/>
            <a:ext cx="329184" cy="0"/>
          </a:xfrm>
          <a:prstGeom prst="line">
            <a:avLst/>
          </a:prstGeom>
          <a:noFill/>
          <a:ln w="24130">
            <a:solidFill>
              <a:srgbClr val="1F6FEB"/>
            </a:solidFill>
            <a:prstDash val="solid"/>
          </a:ln>
        </p:spPr>
        <p:txBody>
          <a:bodyPr/>
          <a:lstStyle/>
          <a:p>
            <a:endParaRPr lang="en-CA"/>
          </a:p>
        </p:txBody>
      </p:sp>
      <p:sp>
        <p:nvSpPr>
          <p:cNvPr id="10" name="Text 8"/>
          <p:cNvSpPr/>
          <p:nvPr>
            <p:custDataLst>
              <p:tags r:id="rId9"/>
            </p:custDataLst>
          </p:nvPr>
        </p:nvSpPr>
        <p:spPr>
          <a:xfrm>
            <a:off x="1033272" y="2041398"/>
            <a:ext cx="4882896" cy="256032"/>
          </a:xfrm>
          <a:prstGeom prst="rect">
            <a:avLst/>
          </a:prstGeom>
          <a:noFill/>
          <a:ln/>
        </p:spPr>
        <p:txBody>
          <a:bodyPr wrap="square" lIns="0" tIns="0" rIns="0" bIns="0" rtlCol="0" anchor="t">
            <a:normAutofit/>
          </a:bodyPr>
          <a:lstStyle/>
          <a:p>
            <a:pPr marL="0" indent="0">
              <a:buNone/>
            </a:pPr>
            <a:r>
              <a:rPr lang="en-US" sz="1630" b="1" dirty="0">
                <a:solidFill>
                  <a:srgbClr val="102A43"/>
                </a:solidFill>
                <a:latin typeface="Calibri" pitchFamily="34" charset="0"/>
                <a:ea typeface="Calibri" pitchFamily="34" charset="-122"/>
                <a:cs typeface="Calibri" pitchFamily="34" charset="-120"/>
              </a:rPr>
              <a:t>Chemin Flink du sandbox</a:t>
            </a:r>
            <a:endParaRPr lang="en-US" sz="1630" dirty="0"/>
          </a:p>
        </p:txBody>
      </p:sp>
      <p:sp>
        <p:nvSpPr>
          <p:cNvPr id="11" name="Text 9"/>
          <p:cNvSpPr/>
          <p:nvPr>
            <p:custDataLst>
              <p:tags r:id="rId10"/>
            </p:custDataLst>
          </p:nvPr>
        </p:nvSpPr>
        <p:spPr>
          <a:xfrm>
            <a:off x="1033272" y="2361438"/>
            <a:ext cx="4882896" cy="274320"/>
          </a:xfrm>
          <a:prstGeom prst="rect">
            <a:avLst/>
          </a:prstGeom>
          <a:noFill/>
          <a:ln/>
        </p:spPr>
        <p:txBody>
          <a:bodyPr wrap="square" lIns="0" tIns="0" rIns="0" bIns="0" rtlCol="0" anchor="t">
            <a:normAutofit/>
          </a:bodyPr>
          <a:lstStyle/>
          <a:p>
            <a:pPr marL="0" indent="0">
              <a:buNone/>
            </a:pPr>
            <a:r>
              <a:rPr lang="en-US" sz="1080" dirty="0">
                <a:solidFill>
                  <a:srgbClr val="486581"/>
                </a:solidFill>
                <a:latin typeface="Calibri" pitchFamily="34" charset="0"/>
                <a:ea typeface="Calibri" pitchFamily="34" charset="-122"/>
                <a:cs typeface="Calibri" pitchFamily="34" charset="-120"/>
              </a:rPr>
              <a:t>fr/guides_flink.md</a:t>
            </a:r>
            <a:endParaRPr lang="en-US" sz="1080" dirty="0"/>
          </a:p>
        </p:txBody>
      </p:sp>
      <p:sp>
        <p:nvSpPr>
          <p:cNvPr id="12" name="Shape 10"/>
          <p:cNvSpPr/>
          <p:nvPr>
            <p:custDataLst>
              <p:tags r:id="rId11"/>
            </p:custDataLst>
          </p:nvPr>
        </p:nvSpPr>
        <p:spPr>
          <a:xfrm>
            <a:off x="6291072" y="2137410"/>
            <a:ext cx="329184" cy="0"/>
          </a:xfrm>
          <a:prstGeom prst="line">
            <a:avLst/>
          </a:prstGeom>
          <a:noFill/>
          <a:ln w="24130">
            <a:solidFill>
              <a:srgbClr val="1F6FEB"/>
            </a:solidFill>
            <a:prstDash val="solid"/>
          </a:ln>
        </p:spPr>
        <p:txBody>
          <a:bodyPr/>
          <a:lstStyle/>
          <a:p>
            <a:endParaRPr lang="en-CA"/>
          </a:p>
        </p:txBody>
      </p:sp>
      <p:sp>
        <p:nvSpPr>
          <p:cNvPr id="13" name="Text 11"/>
          <p:cNvSpPr/>
          <p:nvPr>
            <p:custDataLst>
              <p:tags r:id="rId12"/>
            </p:custDataLst>
          </p:nvPr>
        </p:nvSpPr>
        <p:spPr>
          <a:xfrm>
            <a:off x="6775704" y="2041398"/>
            <a:ext cx="4882896" cy="256032"/>
          </a:xfrm>
          <a:prstGeom prst="rect">
            <a:avLst/>
          </a:prstGeom>
          <a:noFill/>
          <a:ln/>
        </p:spPr>
        <p:txBody>
          <a:bodyPr wrap="square" lIns="0" tIns="0" rIns="0" bIns="0" rtlCol="0" anchor="t">
            <a:normAutofit/>
          </a:bodyPr>
          <a:lstStyle/>
          <a:p>
            <a:pPr marL="0" indent="0">
              <a:buNone/>
            </a:pPr>
            <a:r>
              <a:rPr lang="en-US" sz="1630" b="1" dirty="0">
                <a:solidFill>
                  <a:srgbClr val="102A43"/>
                </a:solidFill>
                <a:latin typeface="Calibri" pitchFamily="34" charset="0"/>
                <a:ea typeface="Calibri" pitchFamily="34" charset="-122"/>
                <a:cs typeface="Calibri" pitchFamily="34" charset="-120"/>
              </a:rPr>
              <a:t>Intégration Flink / Spring Boot</a:t>
            </a:r>
            <a:endParaRPr lang="en-US" sz="1630" dirty="0"/>
          </a:p>
        </p:txBody>
      </p:sp>
      <p:sp>
        <p:nvSpPr>
          <p:cNvPr id="14" name="Text 12"/>
          <p:cNvSpPr/>
          <p:nvPr>
            <p:custDataLst>
              <p:tags r:id="rId13"/>
            </p:custDataLst>
          </p:nvPr>
        </p:nvSpPr>
        <p:spPr>
          <a:xfrm>
            <a:off x="6775704" y="2361438"/>
            <a:ext cx="4882896" cy="274320"/>
          </a:xfrm>
          <a:prstGeom prst="rect">
            <a:avLst/>
          </a:prstGeom>
          <a:noFill/>
          <a:ln/>
        </p:spPr>
        <p:txBody>
          <a:bodyPr wrap="square" lIns="0" tIns="0" rIns="0" bIns="0" rtlCol="0" anchor="t">
            <a:normAutofit/>
          </a:bodyPr>
          <a:lstStyle/>
          <a:p>
            <a:pPr marL="0" indent="0">
              <a:buNone/>
            </a:pPr>
            <a:r>
              <a:rPr lang="en-US" sz="1080" dirty="0">
                <a:solidFill>
                  <a:srgbClr val="486581"/>
                </a:solidFill>
                <a:latin typeface="Calibri" pitchFamily="34" charset="0"/>
                <a:ea typeface="Calibri" pitchFamily="34" charset="-122"/>
                <a:cs typeface="Calibri" pitchFamily="34" charset="-120"/>
              </a:rPr>
              <a:t>fr/flink_springboot.md</a:t>
            </a:r>
            <a:endParaRPr lang="en-US" sz="1080" dirty="0"/>
          </a:p>
        </p:txBody>
      </p:sp>
      <p:sp>
        <p:nvSpPr>
          <p:cNvPr id="15" name="Shape 13"/>
          <p:cNvSpPr/>
          <p:nvPr>
            <p:custDataLst>
              <p:tags r:id="rId14"/>
            </p:custDataLst>
          </p:nvPr>
        </p:nvSpPr>
        <p:spPr>
          <a:xfrm>
            <a:off x="548640" y="2878074"/>
            <a:ext cx="329184" cy="0"/>
          </a:xfrm>
          <a:prstGeom prst="line">
            <a:avLst/>
          </a:prstGeom>
          <a:noFill/>
          <a:ln w="24130">
            <a:solidFill>
              <a:srgbClr val="1F6FEB"/>
            </a:solidFill>
            <a:prstDash val="solid"/>
          </a:ln>
        </p:spPr>
        <p:txBody>
          <a:bodyPr/>
          <a:lstStyle/>
          <a:p>
            <a:endParaRPr lang="en-CA"/>
          </a:p>
        </p:txBody>
      </p:sp>
      <p:sp>
        <p:nvSpPr>
          <p:cNvPr id="16" name="Text 14"/>
          <p:cNvSpPr/>
          <p:nvPr>
            <p:custDataLst>
              <p:tags r:id="rId15"/>
            </p:custDataLst>
          </p:nvPr>
        </p:nvSpPr>
        <p:spPr>
          <a:xfrm>
            <a:off x="1033272" y="2782062"/>
            <a:ext cx="4882896" cy="256032"/>
          </a:xfrm>
          <a:prstGeom prst="rect">
            <a:avLst/>
          </a:prstGeom>
          <a:noFill/>
          <a:ln/>
        </p:spPr>
        <p:txBody>
          <a:bodyPr wrap="square" lIns="0" tIns="0" rIns="0" bIns="0" rtlCol="0" anchor="t">
            <a:normAutofit/>
          </a:bodyPr>
          <a:lstStyle/>
          <a:p>
            <a:pPr marL="0" indent="0">
              <a:buNone/>
            </a:pPr>
            <a:r>
              <a:rPr lang="en-US" sz="1630" b="1" dirty="0">
                <a:solidFill>
                  <a:srgbClr val="102A43"/>
                </a:solidFill>
                <a:latin typeface="Calibri" pitchFamily="34" charset="0"/>
                <a:ea typeface="Calibri" pitchFamily="34" charset="-122"/>
                <a:cs typeface="Calibri" pitchFamily="34" charset="-120"/>
              </a:rPr>
              <a:t>Cycle de vie et opérations</a:t>
            </a:r>
            <a:endParaRPr lang="en-US" sz="1630" dirty="0"/>
          </a:p>
        </p:txBody>
      </p:sp>
      <p:sp>
        <p:nvSpPr>
          <p:cNvPr id="17" name="Text 15"/>
          <p:cNvSpPr/>
          <p:nvPr>
            <p:custDataLst>
              <p:tags r:id="rId16"/>
            </p:custDataLst>
          </p:nvPr>
        </p:nvSpPr>
        <p:spPr>
          <a:xfrm>
            <a:off x="1033272" y="3102102"/>
            <a:ext cx="4882896" cy="274320"/>
          </a:xfrm>
          <a:prstGeom prst="rect">
            <a:avLst/>
          </a:prstGeom>
          <a:noFill/>
          <a:ln/>
        </p:spPr>
        <p:txBody>
          <a:bodyPr wrap="square" lIns="0" tIns="0" rIns="0" bIns="0" rtlCol="0" anchor="t">
            <a:normAutofit/>
          </a:bodyPr>
          <a:lstStyle/>
          <a:p>
            <a:r>
              <a:rPr lang="en-US" sz="1080" dirty="0">
                <a:solidFill>
                  <a:srgbClr val="486581"/>
                </a:solidFill>
                <a:latin typeface="Calibri" pitchFamily="34" charset="0"/>
                <a:ea typeface="Calibri" pitchFamily="34" charset="-122"/>
                <a:cs typeface="Calibri" pitchFamily="34" charset="-120"/>
              </a:rPr>
              <a:t>fr/cycle_vie_et_operations.md</a:t>
            </a:r>
            <a:endParaRPr lang="en-US" sz="1080" dirty="0"/>
          </a:p>
        </p:txBody>
      </p:sp>
      <p:sp>
        <p:nvSpPr>
          <p:cNvPr id="18" name="Shape 16"/>
          <p:cNvSpPr/>
          <p:nvPr>
            <p:custDataLst>
              <p:tags r:id="rId17"/>
            </p:custDataLst>
          </p:nvPr>
        </p:nvSpPr>
        <p:spPr>
          <a:xfrm>
            <a:off x="6291072" y="2878074"/>
            <a:ext cx="329184" cy="0"/>
          </a:xfrm>
          <a:prstGeom prst="line">
            <a:avLst/>
          </a:prstGeom>
          <a:noFill/>
          <a:ln w="24130">
            <a:solidFill>
              <a:srgbClr val="1F6FEB"/>
            </a:solidFill>
            <a:prstDash val="solid"/>
          </a:ln>
        </p:spPr>
        <p:txBody>
          <a:bodyPr/>
          <a:lstStyle/>
          <a:p>
            <a:endParaRPr lang="en-CA"/>
          </a:p>
        </p:txBody>
      </p:sp>
      <p:sp>
        <p:nvSpPr>
          <p:cNvPr id="19" name="Text 17"/>
          <p:cNvSpPr/>
          <p:nvPr>
            <p:custDataLst>
              <p:tags r:id="rId18"/>
            </p:custDataLst>
          </p:nvPr>
        </p:nvSpPr>
        <p:spPr>
          <a:xfrm>
            <a:off x="6775704" y="2782062"/>
            <a:ext cx="4882896" cy="256032"/>
          </a:xfrm>
          <a:prstGeom prst="rect">
            <a:avLst/>
          </a:prstGeom>
          <a:noFill/>
          <a:ln/>
        </p:spPr>
        <p:txBody>
          <a:bodyPr wrap="square" lIns="0" tIns="0" rIns="0" bIns="0" rtlCol="0" anchor="t">
            <a:normAutofit/>
          </a:bodyPr>
          <a:lstStyle/>
          <a:p>
            <a:pPr marL="0" indent="0">
              <a:buNone/>
            </a:pPr>
            <a:r>
              <a:rPr lang="en-US" sz="1630" b="1" dirty="0">
                <a:solidFill>
                  <a:srgbClr val="102A43"/>
                </a:solidFill>
                <a:latin typeface="Calibri" pitchFamily="34" charset="0"/>
                <a:ea typeface="Calibri" pitchFamily="34" charset="-122"/>
                <a:cs typeface="Calibri" pitchFamily="34" charset="-120"/>
              </a:rPr>
              <a:t>Distribution et arrêt</a:t>
            </a:r>
            <a:endParaRPr lang="en-US" sz="1630" dirty="0"/>
          </a:p>
        </p:txBody>
      </p:sp>
      <p:sp>
        <p:nvSpPr>
          <p:cNvPr id="20" name="Text 18"/>
          <p:cNvSpPr/>
          <p:nvPr>
            <p:custDataLst>
              <p:tags r:id="rId19"/>
            </p:custDataLst>
          </p:nvPr>
        </p:nvSpPr>
        <p:spPr>
          <a:xfrm>
            <a:off x="6775704" y="3102102"/>
            <a:ext cx="4882896" cy="274320"/>
          </a:xfrm>
          <a:prstGeom prst="rect">
            <a:avLst/>
          </a:prstGeom>
          <a:noFill/>
          <a:ln/>
        </p:spPr>
        <p:txBody>
          <a:bodyPr wrap="square" lIns="0" tIns="0" rIns="0" bIns="0" rtlCol="0" anchor="t">
            <a:normAutofit/>
          </a:bodyPr>
          <a:lstStyle/>
          <a:p>
            <a:r>
              <a:rPr lang="en-US" sz="1080" dirty="0">
                <a:solidFill>
                  <a:srgbClr val="486581"/>
                </a:solidFill>
                <a:latin typeface="Calibri" pitchFamily="34" charset="0"/>
                <a:ea typeface="Calibri" pitchFamily="34" charset="-122"/>
                <a:cs typeface="Calibri" pitchFamily="34" charset="-120"/>
              </a:rPr>
              <a:t>fr/distribution_scale_et_arret.md</a:t>
            </a:r>
            <a:endParaRPr lang="en-US" sz="1080" dirty="0"/>
          </a:p>
        </p:txBody>
      </p:sp>
      <p:sp>
        <p:nvSpPr>
          <p:cNvPr id="21" name="Shape 19"/>
          <p:cNvSpPr/>
          <p:nvPr>
            <p:custDataLst>
              <p:tags r:id="rId20"/>
            </p:custDataLst>
          </p:nvPr>
        </p:nvSpPr>
        <p:spPr>
          <a:xfrm>
            <a:off x="548640" y="3618738"/>
            <a:ext cx="329184" cy="0"/>
          </a:xfrm>
          <a:prstGeom prst="line">
            <a:avLst/>
          </a:prstGeom>
          <a:noFill/>
          <a:ln w="24130">
            <a:solidFill>
              <a:srgbClr val="1F6FEB"/>
            </a:solidFill>
            <a:prstDash val="solid"/>
          </a:ln>
        </p:spPr>
        <p:txBody>
          <a:bodyPr/>
          <a:lstStyle/>
          <a:p>
            <a:endParaRPr lang="en-CA"/>
          </a:p>
        </p:txBody>
      </p:sp>
      <p:sp>
        <p:nvSpPr>
          <p:cNvPr id="22" name="Text 20"/>
          <p:cNvSpPr/>
          <p:nvPr>
            <p:custDataLst>
              <p:tags r:id="rId21"/>
            </p:custDataLst>
          </p:nvPr>
        </p:nvSpPr>
        <p:spPr>
          <a:xfrm>
            <a:off x="1033272" y="3522726"/>
            <a:ext cx="4882896" cy="256032"/>
          </a:xfrm>
          <a:prstGeom prst="rect">
            <a:avLst/>
          </a:prstGeom>
          <a:noFill/>
          <a:ln/>
        </p:spPr>
        <p:txBody>
          <a:bodyPr wrap="square" lIns="0" tIns="0" rIns="0" bIns="0" rtlCol="0" anchor="t">
            <a:normAutofit/>
          </a:bodyPr>
          <a:lstStyle/>
          <a:p>
            <a:pPr marL="0" indent="0">
              <a:buNone/>
            </a:pPr>
            <a:r>
              <a:rPr lang="en-US" sz="1630" b="1" dirty="0">
                <a:solidFill>
                  <a:srgbClr val="102A43"/>
                </a:solidFill>
                <a:latin typeface="Calibri" pitchFamily="34" charset="0"/>
                <a:ea typeface="Calibri" pitchFamily="34" charset="-122"/>
                <a:cs typeface="Calibri" pitchFamily="34" charset="-120"/>
              </a:rPr>
              <a:t>Élasticité EKS</a:t>
            </a:r>
            <a:endParaRPr lang="en-US" sz="1630" dirty="0"/>
          </a:p>
        </p:txBody>
      </p:sp>
      <p:sp>
        <p:nvSpPr>
          <p:cNvPr id="23" name="Text 21"/>
          <p:cNvSpPr/>
          <p:nvPr>
            <p:custDataLst>
              <p:tags r:id="rId22"/>
            </p:custDataLst>
          </p:nvPr>
        </p:nvSpPr>
        <p:spPr>
          <a:xfrm>
            <a:off x="1033272" y="3842766"/>
            <a:ext cx="4882896" cy="274320"/>
          </a:xfrm>
          <a:prstGeom prst="rect">
            <a:avLst/>
          </a:prstGeom>
          <a:noFill/>
          <a:ln/>
        </p:spPr>
        <p:txBody>
          <a:bodyPr wrap="square" lIns="0" tIns="0" rIns="0" bIns="0" rtlCol="0" anchor="t">
            <a:normAutofit/>
          </a:bodyPr>
          <a:lstStyle/>
          <a:p>
            <a:r>
              <a:rPr lang="en-US" sz="1080" dirty="0">
                <a:solidFill>
                  <a:srgbClr val="486581"/>
                </a:solidFill>
                <a:latin typeface="Calibri" pitchFamily="34" charset="0"/>
                <a:ea typeface="Calibri" pitchFamily="34" charset="-122"/>
                <a:cs typeface="Calibri" pitchFamily="34" charset="-120"/>
              </a:rPr>
              <a:t>fr/elasticite_horizontale_eks.md</a:t>
            </a:r>
            <a:endParaRPr lang="en-US" sz="1080" dirty="0"/>
          </a:p>
        </p:txBody>
      </p:sp>
      <p:sp>
        <p:nvSpPr>
          <p:cNvPr id="24" name="Shape 22"/>
          <p:cNvSpPr/>
          <p:nvPr>
            <p:custDataLst>
              <p:tags r:id="rId23"/>
            </p:custDataLst>
          </p:nvPr>
        </p:nvSpPr>
        <p:spPr>
          <a:xfrm>
            <a:off x="6291072" y="3618738"/>
            <a:ext cx="329184" cy="0"/>
          </a:xfrm>
          <a:prstGeom prst="line">
            <a:avLst/>
          </a:prstGeom>
          <a:noFill/>
          <a:ln w="24130">
            <a:solidFill>
              <a:srgbClr val="1F6FEB"/>
            </a:solidFill>
            <a:prstDash val="solid"/>
          </a:ln>
        </p:spPr>
        <p:txBody>
          <a:bodyPr/>
          <a:lstStyle/>
          <a:p>
            <a:endParaRPr lang="en-CA"/>
          </a:p>
        </p:txBody>
      </p:sp>
      <p:sp>
        <p:nvSpPr>
          <p:cNvPr id="25" name="Text 23"/>
          <p:cNvSpPr/>
          <p:nvPr>
            <p:custDataLst>
              <p:tags r:id="rId24"/>
            </p:custDataLst>
          </p:nvPr>
        </p:nvSpPr>
        <p:spPr>
          <a:xfrm>
            <a:off x="6775704" y="3522726"/>
            <a:ext cx="4882896" cy="256032"/>
          </a:xfrm>
          <a:prstGeom prst="rect">
            <a:avLst/>
          </a:prstGeom>
          <a:noFill/>
          <a:ln/>
        </p:spPr>
        <p:txBody>
          <a:bodyPr wrap="square" lIns="0" tIns="0" rIns="0" bIns="0" rtlCol="0" anchor="t">
            <a:normAutofit/>
          </a:bodyPr>
          <a:lstStyle/>
          <a:p>
            <a:pPr marL="0" indent="0">
              <a:buNone/>
            </a:pPr>
            <a:r>
              <a:rPr lang="en-US" sz="1630" b="1" dirty="0">
                <a:solidFill>
                  <a:srgbClr val="102A43"/>
                </a:solidFill>
                <a:latin typeface="Calibri" pitchFamily="34" charset="0"/>
                <a:ea typeface="Calibri" pitchFamily="34" charset="-122"/>
                <a:cs typeface="Calibri" pitchFamily="34" charset="-120"/>
              </a:rPr>
              <a:t>Gouvernance et observabilité</a:t>
            </a:r>
            <a:endParaRPr lang="en-US" sz="1630" dirty="0"/>
          </a:p>
        </p:txBody>
      </p:sp>
      <p:sp>
        <p:nvSpPr>
          <p:cNvPr id="26" name="Text 24"/>
          <p:cNvSpPr/>
          <p:nvPr>
            <p:custDataLst>
              <p:tags r:id="rId25"/>
            </p:custDataLst>
          </p:nvPr>
        </p:nvSpPr>
        <p:spPr>
          <a:xfrm>
            <a:off x="6775704" y="3842766"/>
            <a:ext cx="4882896" cy="274320"/>
          </a:xfrm>
          <a:prstGeom prst="rect">
            <a:avLst/>
          </a:prstGeom>
          <a:noFill/>
          <a:ln/>
        </p:spPr>
        <p:txBody>
          <a:bodyPr wrap="square" lIns="0" tIns="0" rIns="0" bIns="0" rtlCol="0" anchor="t">
            <a:normAutofit/>
          </a:bodyPr>
          <a:lstStyle/>
          <a:p>
            <a:r>
              <a:rPr lang="en-US" sz="1080" dirty="0">
                <a:solidFill>
                  <a:srgbClr val="486581"/>
                </a:solidFill>
                <a:latin typeface="Calibri" pitchFamily="34" charset="0"/>
                <a:ea typeface="Calibri" pitchFamily="34" charset="-122"/>
                <a:cs typeface="Calibri" pitchFamily="34" charset="-120"/>
              </a:rPr>
              <a:t>fr/gouvernance_et_observabilite.md</a:t>
            </a:r>
            <a:endParaRPr lang="en-US" sz="1080" dirty="0"/>
          </a:p>
        </p:txBody>
      </p:sp>
      <p:sp>
        <p:nvSpPr>
          <p:cNvPr id="27" name="Shape 25"/>
          <p:cNvSpPr/>
          <p:nvPr>
            <p:custDataLst>
              <p:tags r:id="rId26"/>
            </p:custDataLst>
          </p:nvPr>
        </p:nvSpPr>
        <p:spPr>
          <a:xfrm>
            <a:off x="548640" y="4359402"/>
            <a:ext cx="329184" cy="0"/>
          </a:xfrm>
          <a:prstGeom prst="line">
            <a:avLst/>
          </a:prstGeom>
          <a:noFill/>
          <a:ln w="24130">
            <a:solidFill>
              <a:srgbClr val="1F6FEB"/>
            </a:solidFill>
            <a:prstDash val="solid"/>
          </a:ln>
        </p:spPr>
        <p:txBody>
          <a:bodyPr/>
          <a:lstStyle/>
          <a:p>
            <a:endParaRPr lang="en-CA"/>
          </a:p>
        </p:txBody>
      </p:sp>
      <p:sp>
        <p:nvSpPr>
          <p:cNvPr id="28" name="Text 26"/>
          <p:cNvSpPr/>
          <p:nvPr>
            <p:custDataLst>
              <p:tags r:id="rId27"/>
            </p:custDataLst>
          </p:nvPr>
        </p:nvSpPr>
        <p:spPr>
          <a:xfrm>
            <a:off x="1033272" y="4263390"/>
            <a:ext cx="4882896" cy="256032"/>
          </a:xfrm>
          <a:prstGeom prst="rect">
            <a:avLst/>
          </a:prstGeom>
          <a:noFill/>
          <a:ln/>
        </p:spPr>
        <p:txBody>
          <a:bodyPr wrap="square" lIns="0" tIns="0" rIns="0" bIns="0" rtlCol="0" anchor="t">
            <a:normAutofit/>
          </a:bodyPr>
          <a:lstStyle/>
          <a:p>
            <a:pPr marL="0" indent="0">
              <a:buNone/>
            </a:pPr>
            <a:r>
              <a:rPr lang="en-US" sz="1630" b="1" dirty="0">
                <a:solidFill>
                  <a:srgbClr val="102A43"/>
                </a:solidFill>
                <a:latin typeface="Calibri" pitchFamily="34" charset="0"/>
                <a:ea typeface="Calibri" pitchFamily="34" charset="-122"/>
                <a:cs typeface="Calibri" pitchFamily="34" charset="-120"/>
              </a:rPr>
              <a:t>Corroboration</a:t>
            </a:r>
            <a:endParaRPr lang="en-US" sz="1630" dirty="0"/>
          </a:p>
        </p:txBody>
      </p:sp>
      <p:sp>
        <p:nvSpPr>
          <p:cNvPr id="29" name="Text 27"/>
          <p:cNvSpPr/>
          <p:nvPr>
            <p:custDataLst>
              <p:tags r:id="rId28"/>
            </p:custDataLst>
          </p:nvPr>
        </p:nvSpPr>
        <p:spPr>
          <a:xfrm>
            <a:off x="1033272" y="4583430"/>
            <a:ext cx="4882896" cy="274320"/>
          </a:xfrm>
          <a:prstGeom prst="rect">
            <a:avLst/>
          </a:prstGeom>
          <a:noFill/>
          <a:ln/>
        </p:spPr>
        <p:txBody>
          <a:bodyPr wrap="square" lIns="0" tIns="0" rIns="0" bIns="0" rtlCol="0" anchor="t">
            <a:normAutofit/>
          </a:bodyPr>
          <a:lstStyle/>
          <a:p>
            <a:r>
              <a:rPr lang="en-US" sz="1080" dirty="0">
                <a:solidFill>
                  <a:srgbClr val="486581"/>
                </a:solidFill>
                <a:latin typeface="Calibri" pitchFamily="34" charset="0"/>
                <a:ea typeface="Calibri" pitchFamily="34" charset="-122"/>
                <a:cs typeface="Calibri" pitchFamily="34" charset="-120"/>
              </a:rPr>
              <a:t>fr/verification_donnees.md</a:t>
            </a:r>
            <a:endParaRPr lang="en-US" sz="1080" dirty="0"/>
          </a:p>
        </p:txBody>
      </p:sp>
      <p:sp>
        <p:nvSpPr>
          <p:cNvPr id="30" name="Shape 28"/>
          <p:cNvSpPr/>
          <p:nvPr>
            <p:custDataLst>
              <p:tags r:id="rId29"/>
            </p:custDataLst>
          </p:nvPr>
        </p:nvSpPr>
        <p:spPr>
          <a:xfrm>
            <a:off x="6291072" y="4359402"/>
            <a:ext cx="329184" cy="0"/>
          </a:xfrm>
          <a:prstGeom prst="line">
            <a:avLst/>
          </a:prstGeom>
          <a:noFill/>
          <a:ln w="24130">
            <a:solidFill>
              <a:srgbClr val="1F6FEB"/>
            </a:solidFill>
            <a:prstDash val="solid"/>
          </a:ln>
        </p:spPr>
        <p:txBody>
          <a:bodyPr/>
          <a:lstStyle/>
          <a:p>
            <a:endParaRPr lang="en-CA"/>
          </a:p>
        </p:txBody>
      </p:sp>
      <p:sp>
        <p:nvSpPr>
          <p:cNvPr id="31" name="Text 29"/>
          <p:cNvSpPr/>
          <p:nvPr>
            <p:custDataLst>
              <p:tags r:id="rId30"/>
            </p:custDataLst>
          </p:nvPr>
        </p:nvSpPr>
        <p:spPr>
          <a:xfrm>
            <a:off x="6775704" y="4263390"/>
            <a:ext cx="4882896" cy="256032"/>
          </a:xfrm>
          <a:prstGeom prst="rect">
            <a:avLst/>
          </a:prstGeom>
          <a:noFill/>
          <a:ln/>
        </p:spPr>
        <p:txBody>
          <a:bodyPr wrap="square" lIns="0" tIns="0" rIns="0" bIns="0" rtlCol="0" anchor="t">
            <a:normAutofit/>
          </a:bodyPr>
          <a:lstStyle/>
          <a:p>
            <a:pPr marL="0" indent="0">
              <a:buNone/>
            </a:pPr>
            <a:r>
              <a:rPr lang="en-US" sz="1630" b="1" dirty="0">
                <a:solidFill>
                  <a:srgbClr val="102A43"/>
                </a:solidFill>
                <a:latin typeface="Calibri" pitchFamily="34" charset="0"/>
                <a:ea typeface="Calibri" pitchFamily="34" charset="-122"/>
                <a:cs typeface="Calibri" pitchFamily="34" charset="-120"/>
              </a:rPr>
              <a:t>Data Mesh / Data Fabric</a:t>
            </a:r>
            <a:endParaRPr lang="en-US" sz="1630" dirty="0"/>
          </a:p>
        </p:txBody>
      </p:sp>
      <p:sp>
        <p:nvSpPr>
          <p:cNvPr id="32" name="Text 30"/>
          <p:cNvSpPr/>
          <p:nvPr>
            <p:custDataLst>
              <p:tags r:id="rId31"/>
            </p:custDataLst>
          </p:nvPr>
        </p:nvSpPr>
        <p:spPr>
          <a:xfrm>
            <a:off x="6775704" y="4583430"/>
            <a:ext cx="4882896" cy="274320"/>
          </a:xfrm>
          <a:prstGeom prst="rect">
            <a:avLst/>
          </a:prstGeom>
          <a:noFill/>
          <a:ln/>
        </p:spPr>
        <p:txBody>
          <a:bodyPr wrap="square" lIns="0" tIns="0" rIns="0" bIns="0" rtlCol="0" anchor="t">
            <a:normAutofit/>
          </a:bodyPr>
          <a:lstStyle/>
          <a:p>
            <a:r>
              <a:rPr lang="en-US" sz="1080" dirty="0">
                <a:solidFill>
                  <a:srgbClr val="486581"/>
                </a:solidFill>
                <a:latin typeface="Calibri" pitchFamily="34" charset="0"/>
                <a:ea typeface="Calibri" pitchFamily="34" charset="-122"/>
                <a:cs typeface="Calibri" pitchFamily="34" charset="-120"/>
              </a:rPr>
              <a:t>fr/datamesh_datafabric.md</a:t>
            </a:r>
            <a:endParaRPr lang="en-US" sz="1080" dirty="0"/>
          </a:p>
        </p:txBody>
      </p:sp>
      <p:sp>
        <p:nvSpPr>
          <p:cNvPr id="33" name="Shape 31"/>
          <p:cNvSpPr/>
          <p:nvPr>
            <p:custDataLst>
              <p:tags r:id="rId32"/>
            </p:custDataLst>
          </p:nvPr>
        </p:nvSpPr>
        <p:spPr>
          <a:xfrm>
            <a:off x="548640" y="5100066"/>
            <a:ext cx="329184" cy="0"/>
          </a:xfrm>
          <a:prstGeom prst="line">
            <a:avLst/>
          </a:prstGeom>
          <a:noFill/>
          <a:ln w="24130">
            <a:solidFill>
              <a:srgbClr val="1F6FEB"/>
            </a:solidFill>
            <a:prstDash val="solid"/>
          </a:ln>
        </p:spPr>
        <p:txBody>
          <a:bodyPr/>
          <a:lstStyle/>
          <a:p>
            <a:endParaRPr lang="en-CA"/>
          </a:p>
        </p:txBody>
      </p:sp>
      <p:sp>
        <p:nvSpPr>
          <p:cNvPr id="34" name="Text 32"/>
          <p:cNvSpPr/>
          <p:nvPr>
            <p:custDataLst>
              <p:tags r:id="rId33"/>
            </p:custDataLst>
          </p:nvPr>
        </p:nvSpPr>
        <p:spPr>
          <a:xfrm>
            <a:off x="1033272" y="5004054"/>
            <a:ext cx="4882896" cy="256032"/>
          </a:xfrm>
          <a:prstGeom prst="rect">
            <a:avLst/>
          </a:prstGeom>
          <a:noFill/>
          <a:ln/>
        </p:spPr>
        <p:txBody>
          <a:bodyPr wrap="square" lIns="0" tIns="0" rIns="0" bIns="0" rtlCol="0" anchor="t">
            <a:normAutofit/>
          </a:bodyPr>
          <a:lstStyle/>
          <a:p>
            <a:pPr marL="0" indent="0">
              <a:buNone/>
            </a:pPr>
            <a:r>
              <a:rPr lang="en-US" sz="1630" b="1" dirty="0">
                <a:solidFill>
                  <a:srgbClr val="102A43"/>
                </a:solidFill>
                <a:latin typeface="Calibri" pitchFamily="34" charset="0"/>
                <a:ea typeface="Calibri" pitchFamily="34" charset="-122"/>
                <a:cs typeface="Calibri" pitchFamily="34" charset="-120"/>
              </a:rPr>
              <a:t>Choix ETL / SOA / EDA et TCO/ROI</a:t>
            </a:r>
            <a:endParaRPr lang="en-US" sz="1630" dirty="0"/>
          </a:p>
        </p:txBody>
      </p:sp>
      <p:sp>
        <p:nvSpPr>
          <p:cNvPr id="35" name="Text 33"/>
          <p:cNvSpPr/>
          <p:nvPr>
            <p:custDataLst>
              <p:tags r:id="rId34"/>
            </p:custDataLst>
          </p:nvPr>
        </p:nvSpPr>
        <p:spPr>
          <a:xfrm>
            <a:off x="1033272" y="5294376"/>
            <a:ext cx="4882896" cy="274320"/>
          </a:xfrm>
          <a:prstGeom prst="rect">
            <a:avLst/>
          </a:prstGeom>
          <a:noFill/>
          <a:ln/>
        </p:spPr>
        <p:txBody>
          <a:bodyPr wrap="square" lIns="0" tIns="0" rIns="0" bIns="0" rtlCol="0" anchor="t">
            <a:normAutofit/>
          </a:bodyPr>
          <a:lstStyle/>
          <a:p>
            <a:r>
              <a:rPr lang="en-US" sz="1080" dirty="0">
                <a:solidFill>
                  <a:srgbClr val="486581"/>
                </a:solidFill>
                <a:latin typeface="Calibri" pitchFamily="34" charset="0"/>
                <a:ea typeface="Calibri" pitchFamily="34" charset="-122"/>
                <a:cs typeface="Calibri" pitchFamily="34" charset="-120"/>
              </a:rPr>
              <a:t>fr/conclusion_etl_soa_eda_tco_roi.md</a:t>
            </a:r>
            <a:endParaRPr lang="en-US" sz="1080" dirty="0"/>
          </a:p>
        </p:txBody>
      </p:sp>
      <p:sp>
        <p:nvSpPr>
          <p:cNvPr id="37" name="Shape 31">
            <a:extLst>
              <a:ext uri="{FF2B5EF4-FFF2-40B4-BE49-F238E27FC236}">
                <a16:creationId xmlns:a16="http://schemas.microsoft.com/office/drawing/2014/main" id="{AB8C588C-50F2-8472-AD1D-9E548199A74D}"/>
              </a:ext>
            </a:extLst>
          </p:cNvPr>
          <p:cNvSpPr/>
          <p:nvPr>
            <p:custDataLst>
              <p:tags r:id="rId35"/>
            </p:custDataLst>
          </p:nvPr>
        </p:nvSpPr>
        <p:spPr>
          <a:xfrm>
            <a:off x="530352" y="5715000"/>
            <a:ext cx="11128248" cy="448056"/>
          </a:xfrm>
          <a:prstGeom prst="roundRect">
            <a:avLst>
              <a:gd name="adj" fmla="val 20408"/>
            </a:avLst>
          </a:prstGeom>
          <a:solidFill>
            <a:srgbClr val="EFF6FF"/>
          </a:solidFill>
          <a:ln w="8890">
            <a:solidFill>
              <a:srgbClr val="EFF6FF"/>
            </a:solidFill>
            <a:prstDash val="solid"/>
          </a:ln>
        </p:spPr>
        <p:txBody>
          <a:bodyPr/>
          <a:lstStyle/>
          <a:p>
            <a:endParaRPr lang="en-CA"/>
          </a:p>
        </p:txBody>
      </p:sp>
      <p:sp>
        <p:nvSpPr>
          <p:cNvPr id="39" name="Text 32">
            <a:extLst>
              <a:ext uri="{FF2B5EF4-FFF2-40B4-BE49-F238E27FC236}">
                <a16:creationId xmlns:a16="http://schemas.microsoft.com/office/drawing/2014/main" id="{E29B8AF5-2069-07E6-C317-0A401BC2144E}"/>
              </a:ext>
            </a:extLst>
          </p:cNvPr>
          <p:cNvSpPr/>
          <p:nvPr>
            <p:custDataLst>
              <p:tags r:id="rId36"/>
            </p:custDataLst>
          </p:nvPr>
        </p:nvSpPr>
        <p:spPr>
          <a:xfrm>
            <a:off x="731520" y="5820156"/>
            <a:ext cx="10716768" cy="274320"/>
          </a:xfrm>
          <a:prstGeom prst="rect">
            <a:avLst/>
          </a:prstGeom>
          <a:noFill/>
          <a:ln/>
        </p:spPr>
        <p:txBody>
          <a:bodyPr wrap="square" lIns="0" tIns="0" rIns="0" bIns="0" rtlCol="0" anchor="t">
            <a:normAutofit/>
          </a:bodyPr>
          <a:lstStyle/>
          <a:p>
            <a:pPr marL="0" indent="0">
              <a:buNone/>
            </a:pPr>
            <a:r>
              <a:rPr lang="en-US" sz="1550" b="1" dirty="0">
                <a:solidFill>
                  <a:srgbClr val="102A43"/>
                </a:solidFill>
                <a:latin typeface="Calibri" pitchFamily="34" charset="0"/>
                <a:ea typeface="Calibri" pitchFamily="34" charset="-122"/>
                <a:cs typeface="Calibri" pitchFamily="34" charset="-120"/>
              </a:rPr>
              <a:t>Références de ce support : documentation du projet.</a:t>
            </a:r>
            <a:endParaRPr lang="en-US" sz="1550" dirty="0"/>
          </a:p>
        </p:txBody>
      </p:sp>
      <p:sp>
        <p:nvSpPr>
          <p:cNvPr id="38" name="Shape 28">
            <a:extLst>
              <a:ext uri="{FF2B5EF4-FFF2-40B4-BE49-F238E27FC236}">
                <a16:creationId xmlns:a16="http://schemas.microsoft.com/office/drawing/2014/main" id="{E1903242-FDA4-2B56-5EDE-F8A6CB1C92A5}"/>
              </a:ext>
            </a:extLst>
          </p:cNvPr>
          <p:cNvSpPr/>
          <p:nvPr>
            <p:custDataLst>
              <p:tags r:id="rId37"/>
            </p:custDataLst>
          </p:nvPr>
        </p:nvSpPr>
        <p:spPr>
          <a:xfrm>
            <a:off x="6275832" y="5070348"/>
            <a:ext cx="329184" cy="0"/>
          </a:xfrm>
          <a:prstGeom prst="line">
            <a:avLst/>
          </a:prstGeom>
          <a:noFill/>
          <a:ln w="24130">
            <a:solidFill>
              <a:srgbClr val="1F6FEB"/>
            </a:solidFill>
            <a:prstDash val="solid"/>
          </a:ln>
        </p:spPr>
        <p:txBody>
          <a:bodyPr/>
          <a:lstStyle/>
          <a:p>
            <a:endParaRPr lang="en-CA"/>
          </a:p>
        </p:txBody>
      </p:sp>
      <p:sp>
        <p:nvSpPr>
          <p:cNvPr id="41" name="Text 29">
            <a:extLst>
              <a:ext uri="{FF2B5EF4-FFF2-40B4-BE49-F238E27FC236}">
                <a16:creationId xmlns:a16="http://schemas.microsoft.com/office/drawing/2014/main" id="{8553DFD8-3177-631C-C82F-AC5E9BA96279}"/>
              </a:ext>
            </a:extLst>
          </p:cNvPr>
          <p:cNvSpPr/>
          <p:nvPr>
            <p:custDataLst>
              <p:tags r:id="rId38"/>
            </p:custDataLst>
          </p:nvPr>
        </p:nvSpPr>
        <p:spPr>
          <a:xfrm>
            <a:off x="6760464" y="4974336"/>
            <a:ext cx="4882896" cy="256032"/>
          </a:xfrm>
          <a:prstGeom prst="rect">
            <a:avLst/>
          </a:prstGeom>
          <a:noFill/>
          <a:ln/>
        </p:spPr>
        <p:txBody>
          <a:bodyPr wrap="square" lIns="0" tIns="0" rIns="0" bIns="0" rtlCol="0" anchor="t">
            <a:normAutofit/>
          </a:bodyPr>
          <a:lstStyle/>
          <a:p>
            <a:pPr marL="0" indent="0">
              <a:buNone/>
            </a:pPr>
            <a:r>
              <a:rPr lang="en-US" sz="1630" b="1" dirty="0">
                <a:solidFill>
                  <a:srgbClr val="102A43"/>
                </a:solidFill>
                <a:latin typeface="Calibri" pitchFamily="34" charset="0"/>
                <a:ea typeface="Calibri" pitchFamily="34" charset="-122"/>
                <a:cs typeface="Calibri" pitchFamily="34" charset="-120"/>
              </a:rPr>
              <a:t>Patrons de conception Inbox et Outbox</a:t>
            </a:r>
            <a:endParaRPr lang="en-US" sz="1630" dirty="0"/>
          </a:p>
        </p:txBody>
      </p:sp>
      <p:sp>
        <p:nvSpPr>
          <p:cNvPr id="43" name="Text 30">
            <a:extLst>
              <a:ext uri="{FF2B5EF4-FFF2-40B4-BE49-F238E27FC236}">
                <a16:creationId xmlns:a16="http://schemas.microsoft.com/office/drawing/2014/main" id="{D029E0B2-22D9-E9AC-46B0-9B9A35F87CA1}"/>
              </a:ext>
            </a:extLst>
          </p:cNvPr>
          <p:cNvSpPr/>
          <p:nvPr>
            <p:custDataLst>
              <p:tags r:id="rId39"/>
            </p:custDataLst>
          </p:nvPr>
        </p:nvSpPr>
        <p:spPr>
          <a:xfrm>
            <a:off x="6760464" y="5294376"/>
            <a:ext cx="4882896" cy="274320"/>
          </a:xfrm>
          <a:prstGeom prst="rect">
            <a:avLst/>
          </a:prstGeom>
          <a:noFill/>
          <a:ln/>
        </p:spPr>
        <p:txBody>
          <a:bodyPr wrap="square" lIns="0" tIns="0" rIns="0" bIns="0" rtlCol="0" anchor="t">
            <a:normAutofit/>
          </a:bodyPr>
          <a:lstStyle/>
          <a:p>
            <a:r>
              <a:rPr lang="fr-CA" sz="1080" noProof="0" dirty="0">
                <a:solidFill>
                  <a:srgbClr val="486581"/>
                </a:solidFill>
                <a:latin typeface="Calibri" pitchFamily="34" charset="0"/>
                <a:ea typeface="Calibri" pitchFamily="34" charset="-122"/>
                <a:cs typeface="Calibri" pitchFamily="34" charset="-120"/>
              </a:rPr>
              <a:t>fr/Inbox_outbox_patterns.md</a:t>
            </a:r>
            <a:endParaRPr lang="fr-CA" sz="1080" noProof="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Shape 0"/>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fr-CA" noProof="0" dirty="0"/>
          </a:p>
        </p:txBody>
      </p:sp>
      <p:sp>
        <p:nvSpPr>
          <p:cNvPr id="3" name="Text 1"/>
          <p:cNvSpPr/>
          <p:nvPr>
            <p:custDataLst>
              <p:tags r:id="rId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fr-CA" sz="1100" b="1" kern="0" spc="50" noProof="0" dirty="0">
                <a:solidFill>
                  <a:srgbClr val="1F6FEB"/>
                </a:solidFill>
                <a:latin typeface="Calibri" pitchFamily="34" charset="0"/>
                <a:ea typeface="Calibri" pitchFamily="34" charset="-122"/>
                <a:cs typeface="Calibri" pitchFamily="34" charset="-120"/>
              </a:rPr>
              <a:t>ANNEXE C</a:t>
            </a:r>
            <a:endParaRPr lang="fr-CA" sz="1100" noProof="0" dirty="0"/>
          </a:p>
        </p:txBody>
      </p:sp>
      <p:sp>
        <p:nvSpPr>
          <p:cNvPr id="4" name="Text 2"/>
          <p:cNvSpPr/>
          <p:nvPr>
            <p:custDataLst>
              <p:tags r:id="rId3"/>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fr-CA" sz="1000" b="1" noProof="0" dirty="0">
                <a:solidFill>
                  <a:srgbClr val="829AB1"/>
                </a:solidFill>
                <a:latin typeface="Calibri" pitchFamily="34" charset="0"/>
                <a:ea typeface="Calibri" pitchFamily="34" charset="-122"/>
                <a:cs typeface="Calibri" pitchFamily="34" charset="-120"/>
              </a:rPr>
              <a:t>ID</a:t>
            </a:r>
            <a:r>
              <a:rPr lang="fr-CA" sz="1000" b="1" dirty="0">
                <a:solidFill>
                  <a:srgbClr val="829AB1"/>
                </a:solidFill>
                <a:latin typeface="Calibri" pitchFamily="34" charset="0"/>
                <a:ea typeface="Calibri" pitchFamily="34" charset="-122"/>
                <a:cs typeface="Calibri" pitchFamily="34" charset="-120"/>
              </a:rPr>
              <a:t>EMPOTENCE</a:t>
            </a:r>
            <a:endParaRPr lang="fr-CA" sz="1000" noProof="0" dirty="0"/>
          </a:p>
        </p:txBody>
      </p:sp>
      <p:sp>
        <p:nvSpPr>
          <p:cNvPr id="5" name="Text 3"/>
          <p:cNvSpPr/>
          <p:nvPr>
            <p:custDataLst>
              <p:tags r:id="rId4"/>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fr-CA" sz="2700" b="1" noProof="0" dirty="0">
                <a:solidFill>
                  <a:srgbClr val="102A43"/>
                </a:solidFill>
                <a:latin typeface="Calibri" pitchFamily="34" charset="0"/>
                <a:ea typeface="Calibri" pitchFamily="34" charset="-122"/>
                <a:cs typeface="Calibri" pitchFamily="34" charset="-120"/>
              </a:rPr>
              <a:t>Lire JRN_EVENT sans confondre ses responsabilités</a:t>
            </a:r>
            <a:endParaRPr lang="fr-CA" sz="2700" noProof="0" dirty="0"/>
          </a:p>
        </p:txBody>
      </p:sp>
      <p:sp>
        <p:nvSpPr>
          <p:cNvPr id="6" name="Text 4"/>
          <p:cNvSpPr/>
          <p:nvPr>
            <p:custDataLst>
              <p:tags r:id="rId5"/>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fr-CA" sz="1650" noProof="0" dirty="0">
                <a:solidFill>
                  <a:srgbClr val="486581"/>
                </a:solidFill>
                <a:latin typeface="Calibri" pitchFamily="34" charset="0"/>
                <a:ea typeface="Calibri" pitchFamily="34" charset="-122"/>
                <a:cs typeface="Calibri" pitchFamily="34" charset="-120"/>
              </a:rPr>
              <a:t>Le journal distingue l'identité d'un traitement, sa corrélation, sa nature et son issue.</a:t>
            </a:r>
            <a:endParaRPr lang="fr-CA" sz="1650" noProof="0" dirty="0"/>
          </a:p>
        </p:txBody>
      </p:sp>
      <p:sp>
        <p:nvSpPr>
          <p:cNvPr id="7" name="Text 5"/>
          <p:cNvSpPr/>
          <p:nvPr>
            <p:custDataLst>
              <p:tags r:id="rId6"/>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fr-CA" sz="900" noProof="0" dirty="0">
                <a:solidFill>
                  <a:srgbClr val="486581"/>
                </a:solidFill>
                <a:latin typeface="Calibri" pitchFamily="34" charset="0"/>
                <a:ea typeface="Calibri" pitchFamily="34" charset="-122"/>
                <a:cs typeface="Calibri" pitchFamily="34" charset="-120"/>
              </a:rPr>
              <a:t>Guide d'ingénierie Kafka · Projet EDA</a:t>
            </a:r>
            <a:endParaRPr lang="fr-CA" sz="900" noProof="0" dirty="0"/>
          </a:p>
        </p:txBody>
      </p:sp>
      <p:sp>
        <p:nvSpPr>
          <p:cNvPr id="8" name="Text 6"/>
          <p:cNvSpPr/>
          <p:nvPr>
            <p:custDataLst>
              <p:tags r:id="rId7"/>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fr-CA" sz="900" noProof="0" dirty="0">
                <a:solidFill>
                  <a:srgbClr val="486581"/>
                </a:solidFill>
                <a:latin typeface="Calibri" pitchFamily="34" charset="0"/>
                <a:ea typeface="Calibri" pitchFamily="34" charset="-122"/>
                <a:cs typeface="Calibri" pitchFamily="34" charset="-120"/>
              </a:rPr>
              <a:t>42</a:t>
            </a:r>
            <a:endParaRPr lang="fr-CA" sz="900" noProof="0" dirty="0"/>
          </a:p>
        </p:txBody>
      </p:sp>
      <p:sp>
        <p:nvSpPr>
          <p:cNvPr id="9" name="Shape 7"/>
          <p:cNvSpPr/>
          <p:nvPr>
            <p:custDataLst>
              <p:tags r:id="rId8"/>
            </p:custDataLst>
          </p:nvPr>
        </p:nvSpPr>
        <p:spPr>
          <a:xfrm>
            <a:off x="530352" y="2016252"/>
            <a:ext cx="3963924" cy="475488"/>
          </a:xfrm>
          <a:prstGeom prst="roundRect">
            <a:avLst>
              <a:gd name="adj" fmla="val 19231"/>
            </a:avLst>
          </a:prstGeom>
          <a:solidFill>
            <a:srgbClr val="1F6FEB"/>
          </a:solidFill>
          <a:ln w="8890">
            <a:solidFill>
              <a:srgbClr val="1F6FEB"/>
            </a:solidFill>
            <a:prstDash val="solid"/>
          </a:ln>
        </p:spPr>
        <p:txBody>
          <a:bodyPr/>
          <a:lstStyle/>
          <a:p>
            <a:endParaRPr lang="fr-CA" noProof="0" dirty="0"/>
          </a:p>
        </p:txBody>
      </p:sp>
      <p:sp>
        <p:nvSpPr>
          <p:cNvPr id="10" name="Text 8"/>
          <p:cNvSpPr/>
          <p:nvPr>
            <p:custDataLst>
              <p:tags r:id="rId9"/>
            </p:custDataLst>
          </p:nvPr>
        </p:nvSpPr>
        <p:spPr>
          <a:xfrm>
            <a:off x="658368" y="2125980"/>
            <a:ext cx="3730752" cy="265176"/>
          </a:xfrm>
          <a:prstGeom prst="rect">
            <a:avLst/>
          </a:prstGeom>
          <a:noFill/>
          <a:ln/>
        </p:spPr>
        <p:txBody>
          <a:bodyPr wrap="square" lIns="0" tIns="0" rIns="0" bIns="0" rtlCol="0" anchor="t">
            <a:noAutofit/>
          </a:bodyPr>
          <a:lstStyle/>
          <a:p>
            <a:pPr marL="0" indent="0">
              <a:buNone/>
            </a:pPr>
            <a:r>
              <a:rPr lang="fr-CA" b="1" noProof="0" dirty="0">
                <a:solidFill>
                  <a:srgbClr val="FFFFFF"/>
                </a:solidFill>
                <a:latin typeface="Calibri" pitchFamily="34" charset="0"/>
                <a:ea typeface="Calibri" pitchFamily="34" charset="-122"/>
                <a:cs typeface="Calibri" pitchFamily="34" charset="-120"/>
              </a:rPr>
              <a:t>Champ</a:t>
            </a:r>
            <a:endParaRPr lang="fr-CA" noProof="0" dirty="0"/>
          </a:p>
        </p:txBody>
      </p:sp>
      <p:sp>
        <p:nvSpPr>
          <p:cNvPr id="11" name="Shape 9"/>
          <p:cNvSpPr/>
          <p:nvPr>
            <p:custDataLst>
              <p:tags r:id="rId10"/>
            </p:custDataLst>
          </p:nvPr>
        </p:nvSpPr>
        <p:spPr>
          <a:xfrm>
            <a:off x="4535424" y="2016252"/>
            <a:ext cx="7082028" cy="475488"/>
          </a:xfrm>
          <a:prstGeom prst="roundRect">
            <a:avLst>
              <a:gd name="adj" fmla="val 19231"/>
            </a:avLst>
          </a:prstGeom>
          <a:solidFill>
            <a:srgbClr val="1F6FEB"/>
          </a:solidFill>
          <a:ln w="8890">
            <a:solidFill>
              <a:srgbClr val="1F6FEB"/>
            </a:solidFill>
            <a:prstDash val="solid"/>
          </a:ln>
        </p:spPr>
        <p:txBody>
          <a:bodyPr/>
          <a:lstStyle/>
          <a:p>
            <a:endParaRPr lang="fr-CA" noProof="0" dirty="0"/>
          </a:p>
        </p:txBody>
      </p:sp>
      <p:sp>
        <p:nvSpPr>
          <p:cNvPr id="12" name="Text 10"/>
          <p:cNvSpPr/>
          <p:nvPr>
            <p:custDataLst>
              <p:tags r:id="rId11"/>
            </p:custDataLst>
          </p:nvPr>
        </p:nvSpPr>
        <p:spPr>
          <a:xfrm>
            <a:off x="4663440" y="2125980"/>
            <a:ext cx="6848856" cy="265176"/>
          </a:xfrm>
          <a:prstGeom prst="rect">
            <a:avLst/>
          </a:prstGeom>
          <a:noFill/>
          <a:ln/>
        </p:spPr>
        <p:txBody>
          <a:bodyPr wrap="square" lIns="0" tIns="0" rIns="0" bIns="0" rtlCol="0" anchor="t">
            <a:noAutofit/>
          </a:bodyPr>
          <a:lstStyle/>
          <a:p>
            <a:pPr marL="0" indent="0">
              <a:buNone/>
            </a:pPr>
            <a:r>
              <a:rPr lang="fr-CA" b="1" noProof="0" dirty="0">
                <a:solidFill>
                  <a:srgbClr val="FFFFFF"/>
                </a:solidFill>
                <a:latin typeface="Calibri" pitchFamily="34" charset="0"/>
                <a:ea typeface="Calibri" pitchFamily="34" charset="-122"/>
                <a:cs typeface="Calibri" pitchFamily="34" charset="-120"/>
              </a:rPr>
              <a:t>Question à laquelle il répond</a:t>
            </a:r>
            <a:endParaRPr lang="fr-CA" noProof="0" dirty="0"/>
          </a:p>
        </p:txBody>
      </p:sp>
      <p:sp>
        <p:nvSpPr>
          <p:cNvPr id="13" name="Shape 11"/>
          <p:cNvSpPr/>
          <p:nvPr>
            <p:custDataLst>
              <p:tags r:id="rId12"/>
            </p:custDataLst>
          </p:nvPr>
        </p:nvSpPr>
        <p:spPr>
          <a:xfrm>
            <a:off x="530352" y="3094197"/>
            <a:ext cx="3963924" cy="488290"/>
          </a:xfrm>
          <a:prstGeom prst="roundRect">
            <a:avLst>
              <a:gd name="adj" fmla="val 18727"/>
            </a:avLst>
          </a:prstGeom>
          <a:solidFill>
            <a:srgbClr val="F5F8FC"/>
          </a:solidFill>
          <a:ln w="8890">
            <a:solidFill>
              <a:srgbClr val="D9E2EC"/>
            </a:solidFill>
            <a:prstDash val="solid"/>
          </a:ln>
        </p:spPr>
        <p:txBody>
          <a:bodyPr/>
          <a:lstStyle/>
          <a:p>
            <a:endParaRPr lang="fr-CA" noProof="0" dirty="0"/>
          </a:p>
        </p:txBody>
      </p:sp>
      <p:sp>
        <p:nvSpPr>
          <p:cNvPr id="14" name="Text 12"/>
          <p:cNvSpPr/>
          <p:nvPr>
            <p:custDataLst>
              <p:tags r:id="rId13"/>
            </p:custDataLst>
          </p:nvPr>
        </p:nvSpPr>
        <p:spPr>
          <a:xfrm>
            <a:off x="658368" y="3203925"/>
            <a:ext cx="3721608" cy="351130"/>
          </a:xfrm>
          <a:prstGeom prst="rect">
            <a:avLst/>
          </a:prstGeom>
          <a:noFill/>
          <a:ln/>
        </p:spPr>
        <p:txBody>
          <a:bodyPr wrap="square" lIns="0" tIns="0" rIns="0" bIns="0" rtlCol="0" anchor="t">
            <a:normAutofit/>
          </a:bodyPr>
          <a:lstStyle/>
          <a:p>
            <a:pPr marL="0" indent="0">
              <a:buNone/>
            </a:pPr>
            <a:r>
              <a:rPr lang="fr-CA" sz="1600" b="1" noProof="0" dirty="0">
                <a:solidFill>
                  <a:srgbClr val="102A43"/>
                </a:solidFill>
                <a:latin typeface="Calibri" pitchFamily="34" charset="0"/>
                <a:ea typeface="Calibri" pitchFamily="34" charset="-122"/>
                <a:cs typeface="Calibri" pitchFamily="34" charset="-120"/>
              </a:rPr>
              <a:t>CONSUMER_ID + EVENT_ID</a:t>
            </a:r>
            <a:endParaRPr lang="fr-CA" sz="1600" noProof="0" dirty="0"/>
          </a:p>
        </p:txBody>
      </p:sp>
      <p:sp>
        <p:nvSpPr>
          <p:cNvPr id="15" name="Shape 13"/>
          <p:cNvSpPr/>
          <p:nvPr>
            <p:custDataLst>
              <p:tags r:id="rId14"/>
            </p:custDataLst>
          </p:nvPr>
        </p:nvSpPr>
        <p:spPr>
          <a:xfrm>
            <a:off x="4535424" y="3094197"/>
            <a:ext cx="7082028" cy="488290"/>
          </a:xfrm>
          <a:prstGeom prst="roundRect">
            <a:avLst>
              <a:gd name="adj" fmla="val 18727"/>
            </a:avLst>
          </a:prstGeom>
          <a:solidFill>
            <a:srgbClr val="F5F8FC"/>
          </a:solidFill>
          <a:ln w="8890">
            <a:solidFill>
              <a:srgbClr val="D9E2EC"/>
            </a:solidFill>
            <a:prstDash val="solid"/>
          </a:ln>
        </p:spPr>
        <p:txBody>
          <a:bodyPr/>
          <a:lstStyle/>
          <a:p>
            <a:endParaRPr lang="fr-CA" noProof="0" dirty="0"/>
          </a:p>
        </p:txBody>
      </p:sp>
      <p:sp>
        <p:nvSpPr>
          <p:cNvPr id="16" name="Text 14"/>
          <p:cNvSpPr/>
          <p:nvPr>
            <p:custDataLst>
              <p:tags r:id="rId15"/>
            </p:custDataLst>
          </p:nvPr>
        </p:nvSpPr>
        <p:spPr>
          <a:xfrm>
            <a:off x="4663440" y="3203925"/>
            <a:ext cx="6839712" cy="351130"/>
          </a:xfrm>
          <a:prstGeom prst="rect">
            <a:avLst/>
          </a:prstGeom>
          <a:noFill/>
          <a:ln/>
        </p:spPr>
        <p:txBody>
          <a:bodyPr wrap="square" lIns="0" tIns="0" rIns="0" bIns="0" rtlCol="0" anchor="t">
            <a:normAutofit/>
          </a:bodyPr>
          <a:lstStyle/>
          <a:p>
            <a:pPr marL="0" indent="0">
              <a:buNone/>
            </a:pPr>
            <a:r>
              <a:rPr lang="fr-CA" sz="1600" noProof="0" dirty="0">
                <a:solidFill>
                  <a:srgbClr val="486581"/>
                </a:solidFill>
                <a:latin typeface="Calibri" pitchFamily="34" charset="0"/>
                <a:ea typeface="Calibri" pitchFamily="34" charset="-122"/>
                <a:cs typeface="Calibri" pitchFamily="34" charset="-120"/>
              </a:rPr>
              <a:t>Quel consommateur a traité quel événement ?</a:t>
            </a:r>
            <a:endParaRPr lang="fr-CA" sz="1600" noProof="0" dirty="0"/>
          </a:p>
        </p:txBody>
      </p:sp>
      <p:sp>
        <p:nvSpPr>
          <p:cNvPr id="17" name="Shape 15"/>
          <p:cNvSpPr/>
          <p:nvPr>
            <p:custDataLst>
              <p:tags r:id="rId16"/>
            </p:custDataLst>
          </p:nvPr>
        </p:nvSpPr>
        <p:spPr>
          <a:xfrm>
            <a:off x="530352" y="3646495"/>
            <a:ext cx="3963924" cy="488290"/>
          </a:xfrm>
          <a:prstGeom prst="roundRect">
            <a:avLst>
              <a:gd name="adj" fmla="val 18727"/>
            </a:avLst>
          </a:prstGeom>
          <a:solidFill>
            <a:srgbClr val="FFFFFF"/>
          </a:solidFill>
          <a:ln w="8890">
            <a:solidFill>
              <a:srgbClr val="D9E2EC"/>
            </a:solidFill>
            <a:prstDash val="solid"/>
          </a:ln>
        </p:spPr>
        <p:txBody>
          <a:bodyPr/>
          <a:lstStyle/>
          <a:p>
            <a:endParaRPr lang="fr-CA" noProof="0" dirty="0"/>
          </a:p>
        </p:txBody>
      </p:sp>
      <p:sp>
        <p:nvSpPr>
          <p:cNvPr id="18" name="Text 16"/>
          <p:cNvSpPr/>
          <p:nvPr>
            <p:custDataLst>
              <p:tags r:id="rId17"/>
            </p:custDataLst>
          </p:nvPr>
        </p:nvSpPr>
        <p:spPr>
          <a:xfrm>
            <a:off x="658368" y="3756223"/>
            <a:ext cx="3721608" cy="351130"/>
          </a:xfrm>
          <a:prstGeom prst="rect">
            <a:avLst/>
          </a:prstGeom>
          <a:noFill/>
          <a:ln/>
        </p:spPr>
        <p:txBody>
          <a:bodyPr wrap="square" lIns="0" tIns="0" rIns="0" bIns="0" rtlCol="0" anchor="t">
            <a:normAutofit/>
          </a:bodyPr>
          <a:lstStyle/>
          <a:p>
            <a:pPr marL="0" indent="0">
              <a:buNone/>
            </a:pPr>
            <a:r>
              <a:rPr lang="fr-CA" sz="1600" b="1" noProof="0" dirty="0">
                <a:solidFill>
                  <a:srgbClr val="102A43"/>
                </a:solidFill>
                <a:latin typeface="Calibri" pitchFamily="34" charset="0"/>
                <a:ea typeface="Calibri" pitchFamily="34" charset="-122"/>
                <a:cs typeface="Calibri" pitchFamily="34" charset="-120"/>
              </a:rPr>
              <a:t>BATCH_ID</a:t>
            </a:r>
            <a:endParaRPr lang="fr-CA" sz="1600" noProof="0" dirty="0"/>
          </a:p>
        </p:txBody>
      </p:sp>
      <p:sp>
        <p:nvSpPr>
          <p:cNvPr id="19" name="Shape 17"/>
          <p:cNvSpPr/>
          <p:nvPr>
            <p:custDataLst>
              <p:tags r:id="rId18"/>
            </p:custDataLst>
          </p:nvPr>
        </p:nvSpPr>
        <p:spPr>
          <a:xfrm>
            <a:off x="4535424" y="3646495"/>
            <a:ext cx="7082028" cy="488290"/>
          </a:xfrm>
          <a:prstGeom prst="roundRect">
            <a:avLst>
              <a:gd name="adj" fmla="val 18727"/>
            </a:avLst>
          </a:prstGeom>
          <a:solidFill>
            <a:srgbClr val="FFFFFF"/>
          </a:solidFill>
          <a:ln w="8890">
            <a:solidFill>
              <a:srgbClr val="D9E2EC"/>
            </a:solidFill>
            <a:prstDash val="solid"/>
          </a:ln>
        </p:spPr>
        <p:txBody>
          <a:bodyPr/>
          <a:lstStyle/>
          <a:p>
            <a:endParaRPr lang="fr-CA" noProof="0" dirty="0"/>
          </a:p>
        </p:txBody>
      </p:sp>
      <p:sp>
        <p:nvSpPr>
          <p:cNvPr id="20" name="Text 18"/>
          <p:cNvSpPr/>
          <p:nvPr>
            <p:custDataLst>
              <p:tags r:id="rId19"/>
            </p:custDataLst>
          </p:nvPr>
        </p:nvSpPr>
        <p:spPr>
          <a:xfrm>
            <a:off x="4663440" y="3756223"/>
            <a:ext cx="6839712" cy="351130"/>
          </a:xfrm>
          <a:prstGeom prst="rect">
            <a:avLst/>
          </a:prstGeom>
          <a:noFill/>
          <a:ln/>
        </p:spPr>
        <p:txBody>
          <a:bodyPr wrap="square" lIns="0" tIns="0" rIns="0" bIns="0" rtlCol="0" anchor="t">
            <a:normAutofit/>
          </a:bodyPr>
          <a:lstStyle/>
          <a:p>
            <a:pPr marL="0" indent="0">
              <a:buNone/>
            </a:pPr>
            <a:r>
              <a:rPr lang="fr-CA" sz="1600" noProof="0" dirty="0">
                <a:solidFill>
                  <a:srgbClr val="486581"/>
                </a:solidFill>
                <a:latin typeface="Calibri" pitchFamily="34" charset="0"/>
                <a:ea typeface="Calibri" pitchFamily="34" charset="-122"/>
                <a:cs typeface="Calibri" pitchFamily="34" charset="-120"/>
              </a:rPr>
              <a:t>À quelle publication appartient-il ?</a:t>
            </a:r>
            <a:endParaRPr lang="fr-CA" sz="1600" noProof="0" dirty="0"/>
          </a:p>
        </p:txBody>
      </p:sp>
      <p:sp>
        <p:nvSpPr>
          <p:cNvPr id="21" name="Shape 19"/>
          <p:cNvSpPr/>
          <p:nvPr>
            <p:custDataLst>
              <p:tags r:id="rId20"/>
            </p:custDataLst>
          </p:nvPr>
        </p:nvSpPr>
        <p:spPr>
          <a:xfrm>
            <a:off x="530352" y="4198792"/>
            <a:ext cx="3963924" cy="488290"/>
          </a:xfrm>
          <a:prstGeom prst="roundRect">
            <a:avLst>
              <a:gd name="adj" fmla="val 18727"/>
            </a:avLst>
          </a:prstGeom>
          <a:solidFill>
            <a:srgbClr val="F5F8FC"/>
          </a:solidFill>
          <a:ln w="8890">
            <a:solidFill>
              <a:srgbClr val="D9E2EC"/>
            </a:solidFill>
            <a:prstDash val="solid"/>
          </a:ln>
        </p:spPr>
        <p:txBody>
          <a:bodyPr/>
          <a:lstStyle/>
          <a:p>
            <a:endParaRPr lang="fr-CA" noProof="0" dirty="0"/>
          </a:p>
        </p:txBody>
      </p:sp>
      <p:sp>
        <p:nvSpPr>
          <p:cNvPr id="22" name="Text 20"/>
          <p:cNvSpPr/>
          <p:nvPr>
            <p:custDataLst>
              <p:tags r:id="rId21"/>
            </p:custDataLst>
          </p:nvPr>
        </p:nvSpPr>
        <p:spPr>
          <a:xfrm>
            <a:off x="658368" y="4308520"/>
            <a:ext cx="3721608" cy="351130"/>
          </a:xfrm>
          <a:prstGeom prst="rect">
            <a:avLst/>
          </a:prstGeom>
          <a:noFill/>
          <a:ln/>
        </p:spPr>
        <p:txBody>
          <a:bodyPr wrap="square" lIns="0" tIns="0" rIns="0" bIns="0" rtlCol="0" anchor="t">
            <a:normAutofit/>
          </a:bodyPr>
          <a:lstStyle/>
          <a:p>
            <a:pPr marL="0" indent="0">
              <a:buNone/>
            </a:pPr>
            <a:r>
              <a:rPr lang="fr-CA" sz="1600" b="1" noProof="0" dirty="0">
                <a:solidFill>
                  <a:srgbClr val="102A43"/>
                </a:solidFill>
                <a:latin typeface="Calibri" pitchFamily="34" charset="0"/>
                <a:ea typeface="Calibri" pitchFamily="34" charset="-122"/>
                <a:cs typeface="Calibri" pitchFamily="34" charset="-120"/>
              </a:rPr>
              <a:t>EVENT_TYPE</a:t>
            </a:r>
            <a:endParaRPr lang="fr-CA" sz="1600" noProof="0" dirty="0"/>
          </a:p>
        </p:txBody>
      </p:sp>
      <p:sp>
        <p:nvSpPr>
          <p:cNvPr id="23" name="Shape 21"/>
          <p:cNvSpPr/>
          <p:nvPr>
            <p:custDataLst>
              <p:tags r:id="rId22"/>
            </p:custDataLst>
          </p:nvPr>
        </p:nvSpPr>
        <p:spPr>
          <a:xfrm>
            <a:off x="4535424" y="4198792"/>
            <a:ext cx="7082028" cy="488290"/>
          </a:xfrm>
          <a:prstGeom prst="roundRect">
            <a:avLst>
              <a:gd name="adj" fmla="val 18727"/>
            </a:avLst>
          </a:prstGeom>
          <a:solidFill>
            <a:srgbClr val="F5F8FC"/>
          </a:solidFill>
          <a:ln w="8890">
            <a:solidFill>
              <a:srgbClr val="D9E2EC"/>
            </a:solidFill>
            <a:prstDash val="solid"/>
          </a:ln>
        </p:spPr>
        <p:txBody>
          <a:bodyPr/>
          <a:lstStyle/>
          <a:p>
            <a:endParaRPr lang="fr-CA" noProof="0" dirty="0"/>
          </a:p>
        </p:txBody>
      </p:sp>
      <p:sp>
        <p:nvSpPr>
          <p:cNvPr id="24" name="Text 22"/>
          <p:cNvSpPr/>
          <p:nvPr>
            <p:custDataLst>
              <p:tags r:id="rId23"/>
            </p:custDataLst>
          </p:nvPr>
        </p:nvSpPr>
        <p:spPr>
          <a:xfrm>
            <a:off x="4663440" y="4308520"/>
            <a:ext cx="6839712" cy="351130"/>
          </a:xfrm>
          <a:prstGeom prst="rect">
            <a:avLst/>
          </a:prstGeom>
          <a:noFill/>
          <a:ln/>
        </p:spPr>
        <p:txBody>
          <a:bodyPr wrap="square" lIns="0" tIns="0" rIns="0" bIns="0" rtlCol="0" anchor="t">
            <a:normAutofit/>
          </a:bodyPr>
          <a:lstStyle/>
          <a:p>
            <a:pPr marL="0" indent="0">
              <a:buNone/>
            </a:pPr>
            <a:r>
              <a:rPr lang="fr-CA" sz="1600" noProof="0" dirty="0">
                <a:solidFill>
                  <a:srgbClr val="486581"/>
                </a:solidFill>
                <a:latin typeface="Calibri" pitchFamily="34" charset="0"/>
                <a:ea typeface="Calibri" pitchFamily="34" charset="-122"/>
                <a:cs typeface="Calibri" pitchFamily="34" charset="-120"/>
              </a:rPr>
              <a:t>Première livraison ou rejeu délibéré ?</a:t>
            </a:r>
            <a:endParaRPr lang="fr-CA" sz="1600" noProof="0" dirty="0"/>
          </a:p>
        </p:txBody>
      </p:sp>
      <p:sp>
        <p:nvSpPr>
          <p:cNvPr id="25" name="Shape 23"/>
          <p:cNvSpPr/>
          <p:nvPr>
            <p:custDataLst>
              <p:tags r:id="rId24"/>
            </p:custDataLst>
          </p:nvPr>
        </p:nvSpPr>
        <p:spPr>
          <a:xfrm>
            <a:off x="530352" y="4751090"/>
            <a:ext cx="3963924" cy="488290"/>
          </a:xfrm>
          <a:prstGeom prst="roundRect">
            <a:avLst>
              <a:gd name="adj" fmla="val 18727"/>
            </a:avLst>
          </a:prstGeom>
          <a:solidFill>
            <a:srgbClr val="FFFFFF"/>
          </a:solidFill>
          <a:ln w="8890">
            <a:solidFill>
              <a:srgbClr val="D9E2EC"/>
            </a:solidFill>
            <a:prstDash val="solid"/>
          </a:ln>
        </p:spPr>
        <p:txBody>
          <a:bodyPr/>
          <a:lstStyle/>
          <a:p>
            <a:endParaRPr lang="fr-CA" noProof="0" dirty="0"/>
          </a:p>
        </p:txBody>
      </p:sp>
      <p:sp>
        <p:nvSpPr>
          <p:cNvPr id="26" name="Text 24"/>
          <p:cNvSpPr/>
          <p:nvPr>
            <p:custDataLst>
              <p:tags r:id="rId25"/>
            </p:custDataLst>
          </p:nvPr>
        </p:nvSpPr>
        <p:spPr>
          <a:xfrm>
            <a:off x="658368" y="4860818"/>
            <a:ext cx="3721608" cy="351130"/>
          </a:xfrm>
          <a:prstGeom prst="rect">
            <a:avLst/>
          </a:prstGeom>
          <a:noFill/>
          <a:ln/>
        </p:spPr>
        <p:txBody>
          <a:bodyPr wrap="square" lIns="0" tIns="0" rIns="0" bIns="0" rtlCol="0" anchor="t">
            <a:normAutofit/>
          </a:bodyPr>
          <a:lstStyle/>
          <a:p>
            <a:pPr marL="0" indent="0">
              <a:buNone/>
            </a:pPr>
            <a:r>
              <a:rPr lang="fr-CA" sz="1600" b="1" noProof="0" dirty="0">
                <a:solidFill>
                  <a:srgbClr val="102A43"/>
                </a:solidFill>
                <a:latin typeface="Calibri" pitchFamily="34" charset="0"/>
                <a:ea typeface="Calibri" pitchFamily="34" charset="-122"/>
                <a:cs typeface="Calibri" pitchFamily="34" charset="-120"/>
              </a:rPr>
              <a:t>RESULT</a:t>
            </a:r>
            <a:endParaRPr lang="fr-CA" sz="1600" noProof="0" dirty="0"/>
          </a:p>
        </p:txBody>
      </p:sp>
      <p:sp>
        <p:nvSpPr>
          <p:cNvPr id="27" name="Shape 25"/>
          <p:cNvSpPr/>
          <p:nvPr>
            <p:custDataLst>
              <p:tags r:id="rId26"/>
            </p:custDataLst>
          </p:nvPr>
        </p:nvSpPr>
        <p:spPr>
          <a:xfrm>
            <a:off x="4535424" y="4751090"/>
            <a:ext cx="7082028" cy="488290"/>
          </a:xfrm>
          <a:prstGeom prst="roundRect">
            <a:avLst>
              <a:gd name="adj" fmla="val 18727"/>
            </a:avLst>
          </a:prstGeom>
          <a:solidFill>
            <a:srgbClr val="FFFFFF"/>
          </a:solidFill>
          <a:ln w="8890">
            <a:solidFill>
              <a:srgbClr val="D9E2EC"/>
            </a:solidFill>
            <a:prstDash val="solid"/>
          </a:ln>
        </p:spPr>
        <p:txBody>
          <a:bodyPr/>
          <a:lstStyle/>
          <a:p>
            <a:endParaRPr lang="fr-CA" noProof="0" dirty="0"/>
          </a:p>
        </p:txBody>
      </p:sp>
      <p:sp>
        <p:nvSpPr>
          <p:cNvPr id="28" name="Text 26"/>
          <p:cNvSpPr/>
          <p:nvPr>
            <p:custDataLst>
              <p:tags r:id="rId27"/>
            </p:custDataLst>
          </p:nvPr>
        </p:nvSpPr>
        <p:spPr>
          <a:xfrm>
            <a:off x="4663440" y="4860818"/>
            <a:ext cx="6839712" cy="351130"/>
          </a:xfrm>
          <a:prstGeom prst="rect">
            <a:avLst/>
          </a:prstGeom>
          <a:noFill/>
          <a:ln/>
        </p:spPr>
        <p:txBody>
          <a:bodyPr wrap="square" lIns="0" tIns="0" rIns="0" bIns="0" rtlCol="0" anchor="t">
            <a:normAutofit/>
          </a:bodyPr>
          <a:lstStyle/>
          <a:p>
            <a:pPr marL="0" indent="0">
              <a:buNone/>
            </a:pPr>
            <a:r>
              <a:rPr lang="fr-CA" sz="1600" noProof="0" dirty="0">
                <a:solidFill>
                  <a:srgbClr val="486581"/>
                </a:solidFill>
                <a:latin typeface="Calibri" pitchFamily="34" charset="0"/>
                <a:ea typeface="Calibri" pitchFamily="34" charset="-122"/>
                <a:cs typeface="Calibri" pitchFamily="34" charset="-120"/>
              </a:rPr>
              <a:t>PENDING, BACK_ORDER, EXECUTED ou ERROR ?</a:t>
            </a:r>
            <a:endParaRPr lang="fr-CA" sz="1600" noProof="0" dirty="0"/>
          </a:p>
        </p:txBody>
      </p:sp>
      <p:sp>
        <p:nvSpPr>
          <p:cNvPr id="29" name="Shape 27"/>
          <p:cNvSpPr/>
          <p:nvPr>
            <p:custDataLst>
              <p:tags r:id="rId28"/>
            </p:custDataLst>
          </p:nvPr>
        </p:nvSpPr>
        <p:spPr>
          <a:xfrm>
            <a:off x="530352" y="5303387"/>
            <a:ext cx="3963924" cy="488290"/>
          </a:xfrm>
          <a:prstGeom prst="roundRect">
            <a:avLst>
              <a:gd name="adj" fmla="val 18727"/>
            </a:avLst>
          </a:prstGeom>
          <a:solidFill>
            <a:srgbClr val="F5F8FC"/>
          </a:solidFill>
          <a:ln w="8890">
            <a:solidFill>
              <a:srgbClr val="D9E2EC"/>
            </a:solidFill>
            <a:prstDash val="solid"/>
          </a:ln>
        </p:spPr>
        <p:txBody>
          <a:bodyPr/>
          <a:lstStyle/>
          <a:p>
            <a:endParaRPr lang="fr-CA" noProof="0" dirty="0"/>
          </a:p>
        </p:txBody>
      </p:sp>
      <p:sp>
        <p:nvSpPr>
          <p:cNvPr id="30" name="Text 28"/>
          <p:cNvSpPr/>
          <p:nvPr>
            <p:custDataLst>
              <p:tags r:id="rId29"/>
            </p:custDataLst>
          </p:nvPr>
        </p:nvSpPr>
        <p:spPr>
          <a:xfrm>
            <a:off x="658368" y="5413115"/>
            <a:ext cx="3721608" cy="351130"/>
          </a:xfrm>
          <a:prstGeom prst="rect">
            <a:avLst/>
          </a:prstGeom>
          <a:noFill/>
          <a:ln/>
        </p:spPr>
        <p:txBody>
          <a:bodyPr wrap="square" lIns="0" tIns="0" rIns="0" bIns="0" rtlCol="0" anchor="t">
            <a:normAutofit/>
          </a:bodyPr>
          <a:lstStyle/>
          <a:p>
            <a:pPr marL="0" indent="0">
              <a:buNone/>
            </a:pPr>
            <a:r>
              <a:rPr lang="fr-CA" sz="1600" b="1" noProof="0" dirty="0">
                <a:solidFill>
                  <a:srgbClr val="102A43"/>
                </a:solidFill>
                <a:latin typeface="Calibri" pitchFamily="34" charset="0"/>
                <a:ea typeface="Calibri" pitchFamily="34" charset="-122"/>
                <a:cs typeface="Calibri" pitchFamily="34" charset="-120"/>
              </a:rPr>
              <a:t>PAYLOAD</a:t>
            </a:r>
            <a:endParaRPr lang="fr-CA" sz="1600" noProof="0" dirty="0"/>
          </a:p>
        </p:txBody>
      </p:sp>
      <p:sp>
        <p:nvSpPr>
          <p:cNvPr id="31" name="Shape 29"/>
          <p:cNvSpPr/>
          <p:nvPr>
            <p:custDataLst>
              <p:tags r:id="rId30"/>
            </p:custDataLst>
          </p:nvPr>
        </p:nvSpPr>
        <p:spPr>
          <a:xfrm>
            <a:off x="4535424" y="5303387"/>
            <a:ext cx="7082028" cy="488290"/>
          </a:xfrm>
          <a:prstGeom prst="roundRect">
            <a:avLst>
              <a:gd name="adj" fmla="val 18727"/>
            </a:avLst>
          </a:prstGeom>
          <a:solidFill>
            <a:srgbClr val="F5F8FC"/>
          </a:solidFill>
          <a:ln w="8890">
            <a:solidFill>
              <a:srgbClr val="D9E2EC"/>
            </a:solidFill>
            <a:prstDash val="solid"/>
          </a:ln>
        </p:spPr>
        <p:txBody>
          <a:bodyPr/>
          <a:lstStyle/>
          <a:p>
            <a:endParaRPr lang="fr-CA" noProof="0" dirty="0"/>
          </a:p>
        </p:txBody>
      </p:sp>
      <p:sp>
        <p:nvSpPr>
          <p:cNvPr id="32" name="Text 30"/>
          <p:cNvSpPr/>
          <p:nvPr>
            <p:custDataLst>
              <p:tags r:id="rId31"/>
            </p:custDataLst>
          </p:nvPr>
        </p:nvSpPr>
        <p:spPr>
          <a:xfrm>
            <a:off x="4663440" y="5413115"/>
            <a:ext cx="6839712" cy="351130"/>
          </a:xfrm>
          <a:prstGeom prst="rect">
            <a:avLst/>
          </a:prstGeom>
          <a:noFill/>
          <a:ln/>
        </p:spPr>
        <p:txBody>
          <a:bodyPr wrap="square" lIns="0" tIns="0" rIns="0" bIns="0" rtlCol="0" anchor="t">
            <a:normAutofit/>
          </a:bodyPr>
          <a:lstStyle/>
          <a:p>
            <a:pPr marL="0" indent="0">
              <a:buNone/>
            </a:pPr>
            <a:r>
              <a:rPr lang="fr-CA" sz="1600" noProof="0" dirty="0">
                <a:solidFill>
                  <a:srgbClr val="486581"/>
                </a:solidFill>
                <a:latin typeface="Calibri" pitchFamily="34" charset="0"/>
                <a:ea typeface="Calibri" pitchFamily="34" charset="-122"/>
                <a:cs typeface="Calibri" pitchFamily="34" charset="-120"/>
              </a:rPr>
              <a:t>Quel contenu et quelle chronologie de traitement ?</a:t>
            </a:r>
            <a:endParaRPr lang="fr-CA" sz="1600" noProof="0" dirty="0"/>
          </a:p>
        </p:txBody>
      </p:sp>
      <p:sp>
        <p:nvSpPr>
          <p:cNvPr id="36" name="Shape 15">
            <a:extLst>
              <a:ext uri="{FF2B5EF4-FFF2-40B4-BE49-F238E27FC236}">
                <a16:creationId xmlns:a16="http://schemas.microsoft.com/office/drawing/2014/main" id="{4F5E2A0B-F92E-7A32-0786-A9007FEE3987}"/>
              </a:ext>
            </a:extLst>
          </p:cNvPr>
          <p:cNvSpPr/>
          <p:nvPr>
            <p:custDataLst>
              <p:tags r:id="rId32"/>
            </p:custDataLst>
          </p:nvPr>
        </p:nvSpPr>
        <p:spPr>
          <a:xfrm>
            <a:off x="530352" y="2558491"/>
            <a:ext cx="3963924" cy="488290"/>
          </a:xfrm>
          <a:prstGeom prst="roundRect">
            <a:avLst>
              <a:gd name="adj" fmla="val 18727"/>
            </a:avLst>
          </a:prstGeom>
          <a:solidFill>
            <a:srgbClr val="FFFFFF"/>
          </a:solidFill>
          <a:ln w="8890">
            <a:solidFill>
              <a:srgbClr val="D9E2EC"/>
            </a:solidFill>
            <a:prstDash val="solid"/>
          </a:ln>
        </p:spPr>
        <p:txBody>
          <a:bodyPr/>
          <a:lstStyle/>
          <a:p>
            <a:endParaRPr lang="fr-CA" noProof="0" dirty="0"/>
          </a:p>
        </p:txBody>
      </p:sp>
      <p:sp>
        <p:nvSpPr>
          <p:cNvPr id="38" name="Text 16">
            <a:extLst>
              <a:ext uri="{FF2B5EF4-FFF2-40B4-BE49-F238E27FC236}">
                <a16:creationId xmlns:a16="http://schemas.microsoft.com/office/drawing/2014/main" id="{14185CE1-DE7D-9AE4-A77A-26551BE59900}"/>
              </a:ext>
            </a:extLst>
          </p:cNvPr>
          <p:cNvSpPr/>
          <p:nvPr>
            <p:custDataLst>
              <p:tags r:id="rId33"/>
            </p:custDataLst>
          </p:nvPr>
        </p:nvSpPr>
        <p:spPr>
          <a:xfrm>
            <a:off x="658368" y="2668219"/>
            <a:ext cx="3721608" cy="351130"/>
          </a:xfrm>
          <a:prstGeom prst="rect">
            <a:avLst/>
          </a:prstGeom>
          <a:noFill/>
          <a:ln/>
        </p:spPr>
        <p:txBody>
          <a:bodyPr wrap="square" lIns="0" tIns="0" rIns="0" bIns="0" rtlCol="0" anchor="t">
            <a:normAutofit/>
          </a:bodyPr>
          <a:lstStyle/>
          <a:p>
            <a:pPr marL="0" indent="0">
              <a:buNone/>
            </a:pPr>
            <a:r>
              <a:rPr lang="fr-CA" sz="1600" b="1" noProof="0" dirty="0">
                <a:solidFill>
                  <a:srgbClr val="102A43"/>
                </a:solidFill>
                <a:latin typeface="Calibri" pitchFamily="34" charset="0"/>
                <a:ea typeface="Calibri" pitchFamily="34" charset="-122"/>
                <a:cs typeface="Calibri" pitchFamily="34" charset="-120"/>
              </a:rPr>
              <a:t>JRN_EVENT__ID</a:t>
            </a:r>
            <a:endParaRPr lang="fr-CA" sz="1600" noProof="0" dirty="0"/>
          </a:p>
        </p:txBody>
      </p:sp>
      <p:sp>
        <p:nvSpPr>
          <p:cNvPr id="40" name="Shape 17">
            <a:extLst>
              <a:ext uri="{FF2B5EF4-FFF2-40B4-BE49-F238E27FC236}">
                <a16:creationId xmlns:a16="http://schemas.microsoft.com/office/drawing/2014/main" id="{217A5D72-1194-0B12-72C0-CACFA1AA4D6C}"/>
              </a:ext>
            </a:extLst>
          </p:cNvPr>
          <p:cNvSpPr/>
          <p:nvPr>
            <p:custDataLst>
              <p:tags r:id="rId34"/>
            </p:custDataLst>
          </p:nvPr>
        </p:nvSpPr>
        <p:spPr>
          <a:xfrm>
            <a:off x="4535424" y="2558491"/>
            <a:ext cx="7082028" cy="488290"/>
          </a:xfrm>
          <a:prstGeom prst="roundRect">
            <a:avLst>
              <a:gd name="adj" fmla="val 18727"/>
            </a:avLst>
          </a:prstGeom>
          <a:solidFill>
            <a:srgbClr val="FFFFFF"/>
          </a:solidFill>
          <a:ln w="8890">
            <a:solidFill>
              <a:srgbClr val="D9E2EC"/>
            </a:solidFill>
            <a:prstDash val="solid"/>
          </a:ln>
        </p:spPr>
        <p:txBody>
          <a:bodyPr/>
          <a:lstStyle/>
          <a:p>
            <a:endParaRPr lang="fr-CA" noProof="0" dirty="0"/>
          </a:p>
        </p:txBody>
      </p:sp>
      <p:sp>
        <p:nvSpPr>
          <p:cNvPr id="42" name="Text 18">
            <a:extLst>
              <a:ext uri="{FF2B5EF4-FFF2-40B4-BE49-F238E27FC236}">
                <a16:creationId xmlns:a16="http://schemas.microsoft.com/office/drawing/2014/main" id="{23CED552-1DAA-8EEB-8A14-D3CEF677B541}"/>
              </a:ext>
            </a:extLst>
          </p:cNvPr>
          <p:cNvSpPr/>
          <p:nvPr>
            <p:custDataLst>
              <p:tags r:id="rId35"/>
            </p:custDataLst>
          </p:nvPr>
        </p:nvSpPr>
        <p:spPr>
          <a:xfrm>
            <a:off x="4663440" y="2668219"/>
            <a:ext cx="6839712" cy="351130"/>
          </a:xfrm>
          <a:prstGeom prst="rect">
            <a:avLst/>
          </a:prstGeom>
          <a:noFill/>
          <a:ln/>
        </p:spPr>
        <p:txBody>
          <a:bodyPr wrap="square" lIns="0" tIns="0" rIns="0" bIns="0" rtlCol="0" anchor="t">
            <a:normAutofit/>
          </a:bodyPr>
          <a:lstStyle/>
          <a:p>
            <a:r>
              <a:rPr lang="fr-CA" sz="1600" noProof="0" dirty="0">
                <a:solidFill>
                  <a:srgbClr val="486581"/>
                </a:solidFill>
                <a:latin typeface="Calibri" pitchFamily="34" charset="0"/>
                <a:ea typeface="Calibri" pitchFamily="34" charset="-122"/>
                <a:cs typeface="Calibri" pitchFamily="34" charset="-120"/>
              </a:rPr>
              <a:t>Clé primaire. </a:t>
            </a:r>
            <a:r>
              <a:rPr lang="fr-CA" sz="1600" dirty="0">
                <a:solidFill>
                  <a:srgbClr val="486581"/>
                </a:solidFill>
                <a:latin typeface="Calibri" pitchFamily="34" charset="0"/>
                <a:ea typeface="Calibri" pitchFamily="34" charset="-122"/>
                <a:cs typeface="Calibri" pitchFamily="34" charset="-120"/>
              </a:rPr>
              <a:t>Est-ce la clé substitut ?</a:t>
            </a:r>
            <a:endParaRPr lang="fr-CA" sz="1600" noProof="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18">
            <a:extLst>
              <a:ext uri="{FF2B5EF4-FFF2-40B4-BE49-F238E27FC236}">
                <a16:creationId xmlns:a16="http://schemas.microsoft.com/office/drawing/2014/main" id="{EE9FE360-65BB-40D3-9DE2-F822F01797E0}"/>
              </a:ext>
            </a:extLst>
          </p:cNvPr>
          <p:cNvSpPr>
            <a:spLocks noGrp="1"/>
          </p:cNvSpPr>
          <p:nvPr>
            <p:custDataLst>
              <p:tags r:id="rId1"/>
            </p:custDataLst>
          </p:nvPr>
        </p:nvSpPr>
        <p:spPr>
          <a:xfrm>
            <a:off x="495300" y="676275"/>
            <a:ext cx="11201400" cy="666750"/>
          </a:xfrm>
          <a:prstGeom prst="rect">
            <a:avLst/>
          </a:prstGeom>
          <a:noFill/>
          <a:ln w="0">
            <a:noFill/>
            <a:prstDash val="solid"/>
          </a:ln>
        </p:spPr>
        <p:txBody>
          <a:bodyPr anchor="t"/>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defRPr sz="3150" b="1">
                <a:solidFill>
                  <a:srgbClr val="0A0A0A"/>
                </a:solidFill>
                <a:latin typeface="Helvetica Neue"/>
                <a:ea typeface="Helvetica Neue"/>
                <a:cs typeface="Helvetica Neue"/>
              </a:defRPr>
            </a:pPr>
            <a:r>
              <a:rPr sz="3150" b="1">
                <a:solidFill>
                  <a:srgbClr val="0A0A0A"/>
                </a:solidFill>
                <a:latin typeface="Helvetica Neue"/>
                <a:ea typeface="Helvetica Neue"/>
                <a:cs typeface="Helvetica Neue"/>
              </a:rPr>
              <a:t>Les dépendances locales à remplacer en production</a:t>
            </a:r>
          </a:p>
        </p:txBody>
      </p:sp>
      <p:pic>
        <p:nvPicPr>
          <p:cNvPr id="7" name="table">
            <a:extLst>
              <a:ext uri="{FF2B5EF4-FFF2-40B4-BE49-F238E27FC236}">
                <a16:creationId xmlns:a16="http://schemas.microsoft.com/office/drawing/2014/main" id="{9B114135-E549-04BD-FC6B-2507354B78B8}"/>
              </a:ext>
            </a:extLst>
          </p:cNvPr>
          <p:cNvPicPr>
            <a:picLocks noChangeAspect="1"/>
          </p:cNvPicPr>
          <p:nvPr>
            <p:custDataLst>
              <p:tags r:id="rId2"/>
            </p:custDataLst>
          </p:nvPr>
        </p:nvPicPr>
        <p:blipFill>
          <a:blip r:embed="rId11"/>
          <a:stretch>
            <a:fillRect/>
          </a:stretch>
        </p:blipFill>
        <p:spPr>
          <a:xfrm>
            <a:off x="543670" y="1999477"/>
            <a:ext cx="11104660" cy="3852638"/>
          </a:xfrm>
          <a:prstGeom prst="rect">
            <a:avLst/>
          </a:prstGeom>
        </p:spPr>
      </p:pic>
      <p:sp>
        <p:nvSpPr>
          <p:cNvPr id="9" name="Shape 0">
            <a:extLst>
              <a:ext uri="{FF2B5EF4-FFF2-40B4-BE49-F238E27FC236}">
                <a16:creationId xmlns:a16="http://schemas.microsoft.com/office/drawing/2014/main" id="{73A92DF1-1254-EFBE-2E8B-E11B609C1FB0}"/>
              </a:ext>
            </a:extLst>
          </p:cNvPr>
          <p:cNvSpPr/>
          <p:nvPr>
            <p:custDataLst>
              <p:tags r:id="rId3"/>
            </p:custDataLst>
          </p:nvPr>
        </p:nvSpPr>
        <p:spPr>
          <a:xfrm>
            <a:off x="530352" y="320040"/>
            <a:ext cx="11128248" cy="0"/>
          </a:xfrm>
          <a:prstGeom prst="line">
            <a:avLst/>
          </a:prstGeom>
          <a:noFill/>
          <a:ln w="15240">
            <a:solidFill>
              <a:srgbClr val="1F6FEB"/>
            </a:solidFill>
            <a:prstDash val="solid"/>
          </a:ln>
        </p:spPr>
        <p:txBody>
          <a:bodyPr/>
          <a:lstStyle/>
          <a:p>
            <a:endParaRPr lang="en-CA"/>
          </a:p>
        </p:txBody>
      </p:sp>
      <p:sp>
        <p:nvSpPr>
          <p:cNvPr id="11" name="Text 1">
            <a:extLst>
              <a:ext uri="{FF2B5EF4-FFF2-40B4-BE49-F238E27FC236}">
                <a16:creationId xmlns:a16="http://schemas.microsoft.com/office/drawing/2014/main" id="{B79686E8-019C-CBCE-6E0E-002FEDB5A9E2}"/>
              </a:ext>
            </a:extLst>
          </p:cNvPr>
          <p:cNvSpPr/>
          <p:nvPr>
            <p:custDataLst>
              <p:tags r:id="rId4"/>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en-US" sz="1100" b="1" kern="0" spc="50" dirty="0">
                <a:solidFill>
                  <a:srgbClr val="1F6FEB"/>
                </a:solidFill>
                <a:latin typeface="Calibri" pitchFamily="34" charset="0"/>
                <a:ea typeface="Calibri" pitchFamily="34" charset="-122"/>
                <a:cs typeface="Calibri" pitchFamily="34" charset="-120"/>
              </a:rPr>
              <a:t>ANNEXE D </a:t>
            </a:r>
            <a:endParaRPr lang="en-US" sz="1100" dirty="0"/>
          </a:p>
        </p:txBody>
      </p:sp>
      <p:sp>
        <p:nvSpPr>
          <p:cNvPr id="13" name="Text 2">
            <a:extLst>
              <a:ext uri="{FF2B5EF4-FFF2-40B4-BE49-F238E27FC236}">
                <a16:creationId xmlns:a16="http://schemas.microsoft.com/office/drawing/2014/main" id="{BB4A797D-82BF-4F1F-6E07-3A5B55822A5F}"/>
              </a:ext>
            </a:extLst>
          </p:cNvPr>
          <p:cNvSpPr/>
          <p:nvPr>
            <p:custDataLst>
              <p:tags r:id="rId5"/>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en-US" sz="1000" b="1" dirty="0">
                <a:solidFill>
                  <a:srgbClr val="829AB1"/>
                </a:solidFill>
                <a:latin typeface="Calibri" pitchFamily="34" charset="0"/>
                <a:ea typeface="Calibri" pitchFamily="34" charset="-122"/>
                <a:cs typeface="Calibri" pitchFamily="34" charset="-120"/>
              </a:rPr>
              <a:t>DÉPENDANCES EXTERNES</a:t>
            </a:r>
            <a:endParaRPr lang="en-US" sz="1000" dirty="0"/>
          </a:p>
        </p:txBody>
      </p:sp>
      <p:sp>
        <p:nvSpPr>
          <p:cNvPr id="12" name="Text 4">
            <a:extLst>
              <a:ext uri="{FF2B5EF4-FFF2-40B4-BE49-F238E27FC236}">
                <a16:creationId xmlns:a16="http://schemas.microsoft.com/office/drawing/2014/main" id="{BAF1FAC2-8EAD-BD6E-9732-824444DC2B32}"/>
              </a:ext>
            </a:extLst>
          </p:cNvPr>
          <p:cNvSpPr/>
          <p:nvPr>
            <p:custDataLst>
              <p:tags r:id="rId6"/>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fr-CA" sz="1650" noProof="0" dirty="0">
                <a:solidFill>
                  <a:srgbClr val="486581"/>
                </a:solidFill>
                <a:latin typeface="Calibri" pitchFamily="34" charset="0"/>
                <a:ea typeface="Calibri" pitchFamily="34" charset="-122"/>
                <a:cs typeface="Calibri" pitchFamily="34" charset="-120"/>
              </a:rPr>
              <a:t>Le projet sandbox est un outil pédagogique.</a:t>
            </a:r>
            <a:endParaRPr lang="fr-CA" sz="1650" noProof="0" dirty="0"/>
          </a:p>
        </p:txBody>
      </p:sp>
      <p:sp>
        <p:nvSpPr>
          <p:cNvPr id="15" name="Text 5">
            <a:extLst>
              <a:ext uri="{FF2B5EF4-FFF2-40B4-BE49-F238E27FC236}">
                <a16:creationId xmlns:a16="http://schemas.microsoft.com/office/drawing/2014/main" id="{F501F84A-4AA2-43AF-4DF5-6CA05151A70C}"/>
              </a:ext>
            </a:extLst>
          </p:cNvPr>
          <p:cNvSpPr/>
          <p:nvPr>
            <p:custDataLst>
              <p:tags r:id="rId7"/>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fr-CA" sz="900" noProof="0" dirty="0">
                <a:solidFill>
                  <a:srgbClr val="486581"/>
                </a:solidFill>
                <a:latin typeface="Calibri" pitchFamily="34" charset="0"/>
                <a:ea typeface="Calibri" pitchFamily="34" charset="-122"/>
                <a:cs typeface="Calibri" pitchFamily="34" charset="-120"/>
              </a:rPr>
              <a:t>Guide d'ingénierie Kafka · Projet EDA</a:t>
            </a:r>
            <a:endParaRPr lang="fr-CA" sz="900" noProof="0" dirty="0"/>
          </a:p>
        </p:txBody>
      </p:sp>
      <p:sp>
        <p:nvSpPr>
          <p:cNvPr id="19" name="Text 6">
            <a:extLst>
              <a:ext uri="{FF2B5EF4-FFF2-40B4-BE49-F238E27FC236}">
                <a16:creationId xmlns:a16="http://schemas.microsoft.com/office/drawing/2014/main" id="{B2E24AAE-7F75-C80F-0FFF-32EE1F869409}"/>
              </a:ext>
            </a:extLst>
          </p:cNvPr>
          <p:cNvSpPr/>
          <p:nvPr>
            <p:custDataLst>
              <p:tags r:id="rId8"/>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fr-CA" sz="900" dirty="0">
                <a:solidFill>
                  <a:srgbClr val="486581"/>
                </a:solidFill>
                <a:latin typeface="Calibri" pitchFamily="34" charset="0"/>
                <a:ea typeface="Calibri" pitchFamily="34" charset="-122"/>
                <a:cs typeface="Calibri" pitchFamily="34" charset="-120"/>
              </a:rPr>
              <a:t>43</a:t>
            </a:r>
            <a:endParaRPr lang="fr-CA" sz="900" dirty="0"/>
          </a:p>
        </p:txBody>
      </p:sp>
    </p:spTree>
    <p:extLst>
      <p:ext uri="{BB962C8B-B14F-4D97-AF65-F5344CB8AC3E}">
        <p14:creationId xmlns:p14="http://schemas.microsoft.com/office/powerpoint/2010/main" val="244334536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18">
            <a:extLst>
              <a:ext uri="{FF2B5EF4-FFF2-40B4-BE49-F238E27FC236}">
                <a16:creationId xmlns:a16="http://schemas.microsoft.com/office/drawing/2014/main" id="{7120E697-8CDE-1171-D031-C08854AA113E}"/>
              </a:ext>
            </a:extLst>
          </p:cNvPr>
          <p:cNvSpPr>
            <a:spLocks noGrp="1"/>
          </p:cNvSpPr>
          <p:nvPr>
            <p:custDataLst>
              <p:tags r:id="rId1"/>
            </p:custDataLst>
          </p:nvPr>
        </p:nvSpPr>
        <p:spPr>
          <a:xfrm>
            <a:off x="495300" y="676275"/>
            <a:ext cx="11201400" cy="666750"/>
          </a:xfrm>
          <a:prstGeom prst="rect">
            <a:avLst/>
          </a:prstGeom>
          <a:noFill/>
          <a:ln w="0">
            <a:noFill/>
            <a:prstDash val="solid"/>
          </a:ln>
        </p:spPr>
        <p:txBody>
          <a:bodyPr anchor="t"/>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defRPr sz="3150" b="1">
                <a:solidFill>
                  <a:srgbClr val="0A0A0A"/>
                </a:solidFill>
                <a:latin typeface="Helvetica Neue"/>
                <a:ea typeface="Helvetica Neue"/>
                <a:cs typeface="Helvetica Neue"/>
              </a:defRPr>
            </a:pPr>
            <a:r>
              <a:rPr lang="fr-CA" sz="3150" b="1" noProof="0" dirty="0">
                <a:solidFill>
                  <a:srgbClr val="0A0A0A"/>
                </a:solidFill>
                <a:latin typeface="Helvetica Neue"/>
                <a:ea typeface="Helvetica Neue"/>
                <a:cs typeface="Helvetica Neue"/>
              </a:rPr>
              <a:t>Les limitations du sandbox</a:t>
            </a:r>
          </a:p>
        </p:txBody>
      </p:sp>
      <p:sp>
        <p:nvSpPr>
          <p:cNvPr id="9" name="Shape 0">
            <a:extLst>
              <a:ext uri="{FF2B5EF4-FFF2-40B4-BE49-F238E27FC236}">
                <a16:creationId xmlns:a16="http://schemas.microsoft.com/office/drawing/2014/main" id="{FD7EC40C-77BF-0C61-BC43-EE458F1B9D26}"/>
              </a:ext>
            </a:extLst>
          </p:cNvPr>
          <p:cNvSpPr/>
          <p:nvPr>
            <p:custDataLst>
              <p:tags r:id="rId2"/>
            </p:custDataLst>
          </p:nvPr>
        </p:nvSpPr>
        <p:spPr>
          <a:xfrm>
            <a:off x="530352" y="320040"/>
            <a:ext cx="11128248" cy="0"/>
          </a:xfrm>
          <a:prstGeom prst="line">
            <a:avLst/>
          </a:prstGeom>
          <a:noFill/>
          <a:ln w="15240">
            <a:solidFill>
              <a:srgbClr val="1F6FEB"/>
            </a:solidFill>
            <a:prstDash val="solid"/>
          </a:ln>
        </p:spPr>
        <p:txBody>
          <a:bodyPr/>
          <a:lstStyle/>
          <a:p>
            <a:endParaRPr lang="fr-CA" noProof="0" dirty="0"/>
          </a:p>
        </p:txBody>
      </p:sp>
      <p:sp>
        <p:nvSpPr>
          <p:cNvPr id="11" name="Text 1">
            <a:extLst>
              <a:ext uri="{FF2B5EF4-FFF2-40B4-BE49-F238E27FC236}">
                <a16:creationId xmlns:a16="http://schemas.microsoft.com/office/drawing/2014/main" id="{C71EA580-708A-FE17-9E2C-6108E57FE239}"/>
              </a:ext>
            </a:extLst>
          </p:cNvPr>
          <p:cNvSpPr/>
          <p:nvPr>
            <p:custDataLst>
              <p:tags r:id="rId3"/>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fr-CA" sz="1100" b="1" kern="0" spc="50" noProof="0" dirty="0">
                <a:solidFill>
                  <a:srgbClr val="1F6FEB"/>
                </a:solidFill>
                <a:latin typeface="Calibri" pitchFamily="34" charset="0"/>
                <a:ea typeface="Calibri" pitchFamily="34" charset="-122"/>
                <a:cs typeface="Calibri" pitchFamily="34" charset="-120"/>
              </a:rPr>
              <a:t>ANNEXE E </a:t>
            </a:r>
            <a:endParaRPr lang="fr-CA" sz="1100" noProof="0" dirty="0"/>
          </a:p>
        </p:txBody>
      </p:sp>
      <p:sp>
        <p:nvSpPr>
          <p:cNvPr id="13" name="Text 2">
            <a:extLst>
              <a:ext uri="{FF2B5EF4-FFF2-40B4-BE49-F238E27FC236}">
                <a16:creationId xmlns:a16="http://schemas.microsoft.com/office/drawing/2014/main" id="{1EEB7F6C-EB75-E928-54E5-34B7FC09BE95}"/>
              </a:ext>
            </a:extLst>
          </p:cNvPr>
          <p:cNvSpPr/>
          <p:nvPr>
            <p:custDataLst>
              <p:tags r:id="rId4"/>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fr-CA" sz="1000" b="1" noProof="0" dirty="0">
                <a:solidFill>
                  <a:srgbClr val="829AB1"/>
                </a:solidFill>
                <a:latin typeface="Calibri" pitchFamily="34" charset="0"/>
                <a:ea typeface="Calibri" pitchFamily="34" charset="-122"/>
                <a:cs typeface="Calibri" pitchFamily="34" charset="-120"/>
              </a:rPr>
              <a:t>CHOIX ET LIMITATIONS</a:t>
            </a:r>
            <a:endParaRPr lang="fr-CA" sz="1000" noProof="0" dirty="0"/>
          </a:p>
        </p:txBody>
      </p:sp>
      <p:sp>
        <p:nvSpPr>
          <p:cNvPr id="15" name="Text 4">
            <a:extLst>
              <a:ext uri="{FF2B5EF4-FFF2-40B4-BE49-F238E27FC236}">
                <a16:creationId xmlns:a16="http://schemas.microsoft.com/office/drawing/2014/main" id="{2D33D26B-5FBD-8236-20E4-7D8EFC398C9A}"/>
              </a:ext>
            </a:extLst>
          </p:cNvPr>
          <p:cNvSpPr/>
          <p:nvPr>
            <p:custDataLst>
              <p:tags r:id="rId5"/>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fr-CA" sz="1650" noProof="0" dirty="0">
                <a:solidFill>
                  <a:srgbClr val="486581"/>
                </a:solidFill>
                <a:latin typeface="Calibri" pitchFamily="34" charset="0"/>
                <a:ea typeface="Calibri" pitchFamily="34" charset="-122"/>
                <a:cs typeface="Calibri" pitchFamily="34" charset="-120"/>
              </a:rPr>
              <a:t>Le projet sandbox est un outil pédagogique. Certains choix pour faciliter l’apprentissage et/ou l’implémentation.</a:t>
            </a:r>
            <a:endParaRPr lang="fr-CA" sz="1650" noProof="0" dirty="0"/>
          </a:p>
        </p:txBody>
      </p:sp>
      <p:sp>
        <p:nvSpPr>
          <p:cNvPr id="17" name="Text 5">
            <a:extLst>
              <a:ext uri="{FF2B5EF4-FFF2-40B4-BE49-F238E27FC236}">
                <a16:creationId xmlns:a16="http://schemas.microsoft.com/office/drawing/2014/main" id="{C36D7BE3-D52A-FC4C-02C6-0ED69C83732B}"/>
              </a:ext>
            </a:extLst>
          </p:cNvPr>
          <p:cNvSpPr/>
          <p:nvPr>
            <p:custDataLst>
              <p:tags r:id="rId6"/>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fr-CA" sz="900" noProof="0" dirty="0">
                <a:solidFill>
                  <a:srgbClr val="486581"/>
                </a:solidFill>
                <a:latin typeface="Calibri" pitchFamily="34" charset="0"/>
                <a:ea typeface="Calibri" pitchFamily="34" charset="-122"/>
                <a:cs typeface="Calibri" pitchFamily="34" charset="-120"/>
              </a:rPr>
              <a:t>Guide d'ingénierie Kafka · Projet EDA</a:t>
            </a:r>
            <a:endParaRPr lang="fr-CA" sz="900" noProof="0" dirty="0"/>
          </a:p>
        </p:txBody>
      </p:sp>
      <p:sp>
        <p:nvSpPr>
          <p:cNvPr id="19" name="Text 6">
            <a:extLst>
              <a:ext uri="{FF2B5EF4-FFF2-40B4-BE49-F238E27FC236}">
                <a16:creationId xmlns:a16="http://schemas.microsoft.com/office/drawing/2014/main" id="{B8B755D9-DA4F-E8C8-A353-3036A3430FE9}"/>
              </a:ext>
            </a:extLst>
          </p:cNvPr>
          <p:cNvSpPr/>
          <p:nvPr>
            <p:custDataLst>
              <p:tags r:id="rId7"/>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fr-CA" sz="900" noProof="0" dirty="0">
                <a:solidFill>
                  <a:srgbClr val="486581"/>
                </a:solidFill>
                <a:latin typeface="Calibri" pitchFamily="34" charset="0"/>
                <a:ea typeface="Calibri" pitchFamily="34" charset="-122"/>
                <a:cs typeface="Calibri" pitchFamily="34" charset="-120"/>
              </a:rPr>
              <a:t>44</a:t>
            </a:r>
            <a:endParaRPr lang="fr-CA" sz="900" noProof="0" dirty="0"/>
          </a:p>
        </p:txBody>
      </p:sp>
      <p:sp>
        <p:nvSpPr>
          <p:cNvPr id="4" name="Shape 7">
            <a:extLst>
              <a:ext uri="{FF2B5EF4-FFF2-40B4-BE49-F238E27FC236}">
                <a16:creationId xmlns:a16="http://schemas.microsoft.com/office/drawing/2014/main" id="{2687054B-AAFE-4D90-80ED-740A1DEEE775}"/>
              </a:ext>
            </a:extLst>
          </p:cNvPr>
          <p:cNvSpPr/>
          <p:nvPr>
            <p:custDataLst>
              <p:tags r:id="rId8"/>
            </p:custDataLst>
          </p:nvPr>
        </p:nvSpPr>
        <p:spPr>
          <a:xfrm>
            <a:off x="530352" y="2016252"/>
            <a:ext cx="1565867" cy="475488"/>
          </a:xfrm>
          <a:prstGeom prst="roundRect">
            <a:avLst>
              <a:gd name="adj" fmla="val 19231"/>
            </a:avLst>
          </a:prstGeom>
          <a:solidFill>
            <a:srgbClr val="1F6FEB"/>
          </a:solidFill>
          <a:ln w="8890">
            <a:solidFill>
              <a:srgbClr val="1F6FEB"/>
            </a:solidFill>
            <a:prstDash val="solid"/>
          </a:ln>
        </p:spPr>
        <p:txBody>
          <a:bodyPr/>
          <a:lstStyle/>
          <a:p>
            <a:endParaRPr lang="fr-CA" noProof="0" dirty="0"/>
          </a:p>
        </p:txBody>
      </p:sp>
      <p:sp>
        <p:nvSpPr>
          <p:cNvPr id="6" name="Text 8">
            <a:extLst>
              <a:ext uri="{FF2B5EF4-FFF2-40B4-BE49-F238E27FC236}">
                <a16:creationId xmlns:a16="http://schemas.microsoft.com/office/drawing/2014/main" id="{BC97753F-1F0A-3CF2-D344-9D188B5593D4}"/>
              </a:ext>
            </a:extLst>
          </p:cNvPr>
          <p:cNvSpPr/>
          <p:nvPr>
            <p:custDataLst>
              <p:tags r:id="rId9"/>
            </p:custDataLst>
          </p:nvPr>
        </p:nvSpPr>
        <p:spPr>
          <a:xfrm>
            <a:off x="658368" y="2125980"/>
            <a:ext cx="3730752" cy="265176"/>
          </a:xfrm>
          <a:prstGeom prst="rect">
            <a:avLst/>
          </a:prstGeom>
          <a:noFill/>
          <a:ln/>
        </p:spPr>
        <p:txBody>
          <a:bodyPr wrap="square" lIns="0" tIns="0" rIns="0" bIns="0" rtlCol="0" anchor="t">
            <a:noAutofit/>
          </a:bodyPr>
          <a:lstStyle/>
          <a:p>
            <a:pPr marL="0" indent="0">
              <a:buNone/>
            </a:pPr>
            <a:r>
              <a:rPr lang="fr-CA" b="1" noProof="0" dirty="0">
                <a:solidFill>
                  <a:srgbClr val="FFFFFF"/>
                </a:solidFill>
                <a:latin typeface="Calibri" pitchFamily="34" charset="0"/>
                <a:ea typeface="Calibri" pitchFamily="34" charset="-122"/>
                <a:cs typeface="Calibri" pitchFamily="34" charset="-120"/>
              </a:rPr>
              <a:t>Limitation</a:t>
            </a:r>
            <a:endParaRPr lang="fr-CA" noProof="0" dirty="0"/>
          </a:p>
        </p:txBody>
      </p:sp>
      <p:sp>
        <p:nvSpPr>
          <p:cNvPr id="8" name="Shape 9">
            <a:extLst>
              <a:ext uri="{FF2B5EF4-FFF2-40B4-BE49-F238E27FC236}">
                <a16:creationId xmlns:a16="http://schemas.microsoft.com/office/drawing/2014/main" id="{896F03DE-3A2C-3F06-88F9-9799D3B6DF60}"/>
              </a:ext>
            </a:extLst>
          </p:cNvPr>
          <p:cNvSpPr/>
          <p:nvPr>
            <p:custDataLst>
              <p:tags r:id="rId10"/>
            </p:custDataLst>
          </p:nvPr>
        </p:nvSpPr>
        <p:spPr>
          <a:xfrm>
            <a:off x="2224235" y="2016252"/>
            <a:ext cx="9393217" cy="475488"/>
          </a:xfrm>
          <a:prstGeom prst="roundRect">
            <a:avLst>
              <a:gd name="adj" fmla="val 19231"/>
            </a:avLst>
          </a:prstGeom>
          <a:solidFill>
            <a:srgbClr val="1F6FEB"/>
          </a:solidFill>
          <a:ln w="8890">
            <a:solidFill>
              <a:srgbClr val="1F6FEB"/>
            </a:solidFill>
            <a:prstDash val="solid"/>
          </a:ln>
        </p:spPr>
        <p:txBody>
          <a:bodyPr/>
          <a:lstStyle/>
          <a:p>
            <a:endParaRPr lang="fr-CA" noProof="0" dirty="0"/>
          </a:p>
        </p:txBody>
      </p:sp>
      <p:sp>
        <p:nvSpPr>
          <p:cNvPr id="12" name="Text 10">
            <a:extLst>
              <a:ext uri="{FF2B5EF4-FFF2-40B4-BE49-F238E27FC236}">
                <a16:creationId xmlns:a16="http://schemas.microsoft.com/office/drawing/2014/main" id="{EA3841C3-69FB-3602-131A-B35B8649676C}"/>
              </a:ext>
            </a:extLst>
          </p:cNvPr>
          <p:cNvSpPr/>
          <p:nvPr>
            <p:custDataLst>
              <p:tags r:id="rId11"/>
            </p:custDataLst>
          </p:nvPr>
        </p:nvSpPr>
        <p:spPr>
          <a:xfrm>
            <a:off x="2355011" y="2125980"/>
            <a:ext cx="9157285" cy="282682"/>
          </a:xfrm>
          <a:prstGeom prst="rect">
            <a:avLst/>
          </a:prstGeom>
          <a:noFill/>
          <a:ln/>
        </p:spPr>
        <p:txBody>
          <a:bodyPr wrap="square" lIns="0" tIns="0" rIns="0" bIns="0" rtlCol="0" anchor="t">
            <a:noAutofit/>
          </a:bodyPr>
          <a:lstStyle/>
          <a:p>
            <a:pPr marL="0" indent="0">
              <a:buNone/>
            </a:pPr>
            <a:r>
              <a:rPr lang="fr-CA" b="1" noProof="0" dirty="0">
                <a:solidFill>
                  <a:srgbClr val="FFFFFF"/>
                </a:solidFill>
                <a:latin typeface="Calibri" pitchFamily="34" charset="0"/>
                <a:ea typeface="Calibri" pitchFamily="34" charset="-122"/>
                <a:cs typeface="Calibri" pitchFamily="34" charset="-120"/>
              </a:rPr>
              <a:t>Description</a:t>
            </a:r>
            <a:endParaRPr lang="fr-CA" noProof="0" dirty="0"/>
          </a:p>
        </p:txBody>
      </p:sp>
      <p:sp>
        <p:nvSpPr>
          <p:cNvPr id="16" name="Shape 11">
            <a:extLst>
              <a:ext uri="{FF2B5EF4-FFF2-40B4-BE49-F238E27FC236}">
                <a16:creationId xmlns:a16="http://schemas.microsoft.com/office/drawing/2014/main" id="{9350C24A-5E91-DA0D-7A9F-42BE9E4F08CE}"/>
              </a:ext>
            </a:extLst>
          </p:cNvPr>
          <p:cNvSpPr/>
          <p:nvPr>
            <p:custDataLst>
              <p:tags r:id="rId12"/>
            </p:custDataLst>
          </p:nvPr>
        </p:nvSpPr>
        <p:spPr>
          <a:xfrm>
            <a:off x="530352" y="3094197"/>
            <a:ext cx="1565867" cy="488290"/>
          </a:xfrm>
          <a:prstGeom prst="roundRect">
            <a:avLst>
              <a:gd name="adj" fmla="val 18727"/>
            </a:avLst>
          </a:prstGeom>
          <a:solidFill>
            <a:srgbClr val="F5F8FC"/>
          </a:solidFill>
          <a:ln w="8890">
            <a:solidFill>
              <a:srgbClr val="D9E2EC"/>
            </a:solidFill>
            <a:prstDash val="solid"/>
          </a:ln>
        </p:spPr>
        <p:txBody>
          <a:bodyPr/>
          <a:lstStyle/>
          <a:p>
            <a:endParaRPr lang="fr-CA" noProof="0" dirty="0"/>
          </a:p>
        </p:txBody>
      </p:sp>
      <p:sp>
        <p:nvSpPr>
          <p:cNvPr id="20" name="Text 12">
            <a:extLst>
              <a:ext uri="{FF2B5EF4-FFF2-40B4-BE49-F238E27FC236}">
                <a16:creationId xmlns:a16="http://schemas.microsoft.com/office/drawing/2014/main" id="{51CAC250-3CBA-DDC5-D845-C5D5C047C61C}"/>
              </a:ext>
            </a:extLst>
          </p:cNvPr>
          <p:cNvSpPr/>
          <p:nvPr>
            <p:custDataLst>
              <p:tags r:id="rId13"/>
            </p:custDataLst>
          </p:nvPr>
        </p:nvSpPr>
        <p:spPr>
          <a:xfrm>
            <a:off x="658368" y="3203925"/>
            <a:ext cx="1437851" cy="351130"/>
          </a:xfrm>
          <a:prstGeom prst="rect">
            <a:avLst/>
          </a:prstGeom>
          <a:noFill/>
          <a:ln/>
        </p:spPr>
        <p:txBody>
          <a:bodyPr wrap="square" lIns="0" tIns="0" rIns="0" bIns="0" rtlCol="0" anchor="t">
            <a:normAutofit/>
          </a:bodyPr>
          <a:lstStyle/>
          <a:p>
            <a:pPr marL="0" indent="0">
              <a:buNone/>
            </a:pPr>
            <a:r>
              <a:rPr lang="fr-CA" sz="1600" b="1" noProof="0" dirty="0">
                <a:solidFill>
                  <a:srgbClr val="102A43"/>
                </a:solidFill>
                <a:latin typeface="Calibri" pitchFamily="34" charset="0"/>
                <a:ea typeface="Calibri" pitchFamily="34" charset="-122"/>
                <a:cs typeface="Calibri" pitchFamily="34" charset="-120"/>
              </a:rPr>
              <a:t>Replay</a:t>
            </a:r>
            <a:endParaRPr lang="fr-CA" sz="1600" noProof="0" dirty="0"/>
          </a:p>
        </p:txBody>
      </p:sp>
      <p:sp>
        <p:nvSpPr>
          <p:cNvPr id="22" name="Shape 13">
            <a:extLst>
              <a:ext uri="{FF2B5EF4-FFF2-40B4-BE49-F238E27FC236}">
                <a16:creationId xmlns:a16="http://schemas.microsoft.com/office/drawing/2014/main" id="{8C8C64D6-F4B4-FF04-D86E-F43528336C7A}"/>
              </a:ext>
            </a:extLst>
          </p:cNvPr>
          <p:cNvSpPr/>
          <p:nvPr>
            <p:custDataLst>
              <p:tags r:id="rId14"/>
            </p:custDataLst>
          </p:nvPr>
        </p:nvSpPr>
        <p:spPr>
          <a:xfrm>
            <a:off x="2224235" y="3094197"/>
            <a:ext cx="9393217" cy="488290"/>
          </a:xfrm>
          <a:prstGeom prst="roundRect">
            <a:avLst>
              <a:gd name="adj" fmla="val 18727"/>
            </a:avLst>
          </a:prstGeom>
          <a:solidFill>
            <a:srgbClr val="F5F8FC"/>
          </a:solidFill>
          <a:ln w="8890">
            <a:solidFill>
              <a:srgbClr val="D9E2EC"/>
            </a:solidFill>
            <a:prstDash val="solid"/>
          </a:ln>
        </p:spPr>
        <p:txBody>
          <a:bodyPr/>
          <a:lstStyle/>
          <a:p>
            <a:endParaRPr lang="fr-CA" noProof="0" dirty="0"/>
          </a:p>
        </p:txBody>
      </p:sp>
      <p:sp>
        <p:nvSpPr>
          <p:cNvPr id="24" name="Text 14">
            <a:extLst>
              <a:ext uri="{FF2B5EF4-FFF2-40B4-BE49-F238E27FC236}">
                <a16:creationId xmlns:a16="http://schemas.microsoft.com/office/drawing/2014/main" id="{DD87F9B8-4D9E-D98C-5888-ADC605360E3A}"/>
              </a:ext>
            </a:extLst>
          </p:cNvPr>
          <p:cNvSpPr/>
          <p:nvPr>
            <p:custDataLst>
              <p:tags r:id="rId15"/>
            </p:custDataLst>
          </p:nvPr>
        </p:nvSpPr>
        <p:spPr>
          <a:xfrm>
            <a:off x="2355011" y="3203925"/>
            <a:ext cx="9148141" cy="351130"/>
          </a:xfrm>
          <a:prstGeom prst="rect">
            <a:avLst/>
          </a:prstGeom>
          <a:noFill/>
          <a:ln/>
        </p:spPr>
        <p:txBody>
          <a:bodyPr wrap="square" lIns="0" tIns="0" rIns="0" bIns="0" rtlCol="0" anchor="t">
            <a:normAutofit/>
          </a:bodyPr>
          <a:lstStyle/>
          <a:p>
            <a:pPr marL="0" indent="0">
              <a:buNone/>
            </a:pPr>
            <a:r>
              <a:rPr lang="fr-CA" sz="1600" noProof="0" dirty="0">
                <a:solidFill>
                  <a:srgbClr val="486581"/>
                </a:solidFill>
                <a:latin typeface="Calibri" pitchFamily="34" charset="0"/>
                <a:ea typeface="Calibri" pitchFamily="34" charset="-122"/>
                <a:cs typeface="Calibri" pitchFamily="34" charset="-120"/>
              </a:rPr>
              <a:t>Le replay est très simpliste et vise une démonstration, pas une réelle implémentation. À raffiner pour une PRD. </a:t>
            </a:r>
            <a:endParaRPr lang="fr-CA" sz="1600" noProof="0" dirty="0"/>
          </a:p>
        </p:txBody>
      </p:sp>
      <p:sp>
        <p:nvSpPr>
          <p:cNvPr id="26" name="Shape 15">
            <a:extLst>
              <a:ext uri="{FF2B5EF4-FFF2-40B4-BE49-F238E27FC236}">
                <a16:creationId xmlns:a16="http://schemas.microsoft.com/office/drawing/2014/main" id="{F1AD9C60-3D75-5F42-8831-11E962330361}"/>
              </a:ext>
            </a:extLst>
          </p:cNvPr>
          <p:cNvSpPr/>
          <p:nvPr>
            <p:custDataLst>
              <p:tags r:id="rId16"/>
            </p:custDataLst>
          </p:nvPr>
        </p:nvSpPr>
        <p:spPr>
          <a:xfrm>
            <a:off x="530352" y="3646495"/>
            <a:ext cx="1565867" cy="488290"/>
          </a:xfrm>
          <a:prstGeom prst="roundRect">
            <a:avLst>
              <a:gd name="adj" fmla="val 18727"/>
            </a:avLst>
          </a:prstGeom>
          <a:solidFill>
            <a:srgbClr val="FFFFFF"/>
          </a:solidFill>
          <a:ln w="8890">
            <a:solidFill>
              <a:srgbClr val="D9E2EC"/>
            </a:solidFill>
            <a:prstDash val="solid"/>
          </a:ln>
        </p:spPr>
        <p:txBody>
          <a:bodyPr/>
          <a:lstStyle/>
          <a:p>
            <a:endParaRPr lang="fr-CA" noProof="0" dirty="0"/>
          </a:p>
        </p:txBody>
      </p:sp>
      <p:sp>
        <p:nvSpPr>
          <p:cNvPr id="28" name="Text 16">
            <a:extLst>
              <a:ext uri="{FF2B5EF4-FFF2-40B4-BE49-F238E27FC236}">
                <a16:creationId xmlns:a16="http://schemas.microsoft.com/office/drawing/2014/main" id="{4927EED8-441F-D3F4-9A87-F3DADA69391F}"/>
              </a:ext>
            </a:extLst>
          </p:cNvPr>
          <p:cNvSpPr/>
          <p:nvPr>
            <p:custDataLst>
              <p:tags r:id="rId17"/>
            </p:custDataLst>
          </p:nvPr>
        </p:nvSpPr>
        <p:spPr>
          <a:xfrm>
            <a:off x="658368" y="3756223"/>
            <a:ext cx="1437851" cy="351130"/>
          </a:xfrm>
          <a:prstGeom prst="rect">
            <a:avLst/>
          </a:prstGeom>
          <a:noFill/>
          <a:ln/>
        </p:spPr>
        <p:txBody>
          <a:bodyPr wrap="square" lIns="0" tIns="0" rIns="0" bIns="0" rtlCol="0" anchor="t">
            <a:normAutofit/>
          </a:bodyPr>
          <a:lstStyle/>
          <a:p>
            <a:pPr marL="0" indent="0">
              <a:buNone/>
            </a:pPr>
            <a:r>
              <a:rPr lang="fr-CA" sz="1600" b="1" noProof="0" dirty="0">
                <a:solidFill>
                  <a:srgbClr val="102A43"/>
                </a:solidFill>
                <a:latin typeface="Calibri" pitchFamily="34" charset="0"/>
                <a:ea typeface="Calibri" pitchFamily="34" charset="-122"/>
                <a:cs typeface="Calibri" pitchFamily="34" charset="-120"/>
              </a:rPr>
              <a:t>Modèle SGBDR</a:t>
            </a:r>
            <a:endParaRPr lang="fr-CA" sz="1600" noProof="0" dirty="0"/>
          </a:p>
        </p:txBody>
      </p:sp>
      <p:sp>
        <p:nvSpPr>
          <p:cNvPr id="30" name="Shape 17">
            <a:extLst>
              <a:ext uri="{FF2B5EF4-FFF2-40B4-BE49-F238E27FC236}">
                <a16:creationId xmlns:a16="http://schemas.microsoft.com/office/drawing/2014/main" id="{2A97359F-9456-1BF7-BF07-AFDD4313763C}"/>
              </a:ext>
            </a:extLst>
          </p:cNvPr>
          <p:cNvSpPr/>
          <p:nvPr>
            <p:custDataLst>
              <p:tags r:id="rId18"/>
            </p:custDataLst>
          </p:nvPr>
        </p:nvSpPr>
        <p:spPr>
          <a:xfrm>
            <a:off x="2224235" y="3646495"/>
            <a:ext cx="9393217" cy="488290"/>
          </a:xfrm>
          <a:prstGeom prst="roundRect">
            <a:avLst>
              <a:gd name="adj" fmla="val 18727"/>
            </a:avLst>
          </a:prstGeom>
          <a:solidFill>
            <a:srgbClr val="FFFFFF"/>
          </a:solidFill>
          <a:ln w="8890">
            <a:solidFill>
              <a:srgbClr val="D9E2EC"/>
            </a:solidFill>
            <a:prstDash val="solid"/>
          </a:ln>
        </p:spPr>
        <p:txBody>
          <a:bodyPr/>
          <a:lstStyle/>
          <a:p>
            <a:endParaRPr lang="fr-CA" noProof="0" dirty="0"/>
          </a:p>
        </p:txBody>
      </p:sp>
      <p:sp>
        <p:nvSpPr>
          <p:cNvPr id="32" name="Text 18">
            <a:extLst>
              <a:ext uri="{FF2B5EF4-FFF2-40B4-BE49-F238E27FC236}">
                <a16:creationId xmlns:a16="http://schemas.microsoft.com/office/drawing/2014/main" id="{0CB79E2B-9220-295D-50CC-EC58DB796CAC}"/>
              </a:ext>
            </a:extLst>
          </p:cNvPr>
          <p:cNvSpPr/>
          <p:nvPr>
            <p:custDataLst>
              <p:tags r:id="rId19"/>
            </p:custDataLst>
          </p:nvPr>
        </p:nvSpPr>
        <p:spPr>
          <a:xfrm>
            <a:off x="2355011" y="3756223"/>
            <a:ext cx="9148141" cy="351130"/>
          </a:xfrm>
          <a:prstGeom prst="rect">
            <a:avLst/>
          </a:prstGeom>
          <a:noFill/>
          <a:ln/>
        </p:spPr>
        <p:txBody>
          <a:bodyPr wrap="square" lIns="0" tIns="0" rIns="0" bIns="0" rtlCol="0" anchor="t">
            <a:normAutofit/>
          </a:bodyPr>
          <a:lstStyle/>
          <a:p>
            <a:pPr marL="0" indent="0">
              <a:buNone/>
            </a:pPr>
            <a:r>
              <a:rPr lang="fr-CA" sz="1600" noProof="0" dirty="0">
                <a:solidFill>
                  <a:srgbClr val="486581"/>
                </a:solidFill>
                <a:latin typeface="Calibri" pitchFamily="34" charset="0"/>
                <a:ea typeface="Calibri" pitchFamily="34" charset="-122"/>
                <a:cs typeface="Calibri" pitchFamily="34" charset="-120"/>
              </a:rPr>
              <a:t>Le modèle est volontairement simpliste. Client : Client, compte, solde, trx. Inventaire : Catégorie, modèle, etc.</a:t>
            </a:r>
            <a:endParaRPr lang="fr-CA" sz="1600" noProof="0" dirty="0"/>
          </a:p>
        </p:txBody>
      </p:sp>
      <p:sp>
        <p:nvSpPr>
          <p:cNvPr id="34" name="Shape 19">
            <a:extLst>
              <a:ext uri="{FF2B5EF4-FFF2-40B4-BE49-F238E27FC236}">
                <a16:creationId xmlns:a16="http://schemas.microsoft.com/office/drawing/2014/main" id="{AB6C09DB-E122-ED08-2947-5AD7F649C0A8}"/>
              </a:ext>
            </a:extLst>
          </p:cNvPr>
          <p:cNvSpPr/>
          <p:nvPr>
            <p:custDataLst>
              <p:tags r:id="rId20"/>
            </p:custDataLst>
          </p:nvPr>
        </p:nvSpPr>
        <p:spPr>
          <a:xfrm>
            <a:off x="530352" y="4198792"/>
            <a:ext cx="1565867" cy="488290"/>
          </a:xfrm>
          <a:prstGeom prst="roundRect">
            <a:avLst>
              <a:gd name="adj" fmla="val 18727"/>
            </a:avLst>
          </a:prstGeom>
          <a:solidFill>
            <a:srgbClr val="F5F8FC"/>
          </a:solidFill>
          <a:ln w="8890">
            <a:solidFill>
              <a:srgbClr val="D9E2EC"/>
            </a:solidFill>
            <a:prstDash val="solid"/>
          </a:ln>
        </p:spPr>
        <p:txBody>
          <a:bodyPr/>
          <a:lstStyle/>
          <a:p>
            <a:endParaRPr lang="fr-CA" noProof="0" dirty="0"/>
          </a:p>
        </p:txBody>
      </p:sp>
      <p:sp>
        <p:nvSpPr>
          <p:cNvPr id="36" name="Text 20">
            <a:extLst>
              <a:ext uri="{FF2B5EF4-FFF2-40B4-BE49-F238E27FC236}">
                <a16:creationId xmlns:a16="http://schemas.microsoft.com/office/drawing/2014/main" id="{BFAA1033-176B-0AC3-CC63-C78713074C92}"/>
              </a:ext>
            </a:extLst>
          </p:cNvPr>
          <p:cNvSpPr/>
          <p:nvPr>
            <p:custDataLst>
              <p:tags r:id="rId21"/>
            </p:custDataLst>
          </p:nvPr>
        </p:nvSpPr>
        <p:spPr>
          <a:xfrm>
            <a:off x="658368" y="4308520"/>
            <a:ext cx="1437851" cy="351130"/>
          </a:xfrm>
          <a:prstGeom prst="rect">
            <a:avLst/>
          </a:prstGeom>
          <a:noFill/>
          <a:ln/>
        </p:spPr>
        <p:txBody>
          <a:bodyPr wrap="square" lIns="0" tIns="0" rIns="0" bIns="0" rtlCol="0" anchor="t">
            <a:normAutofit/>
          </a:bodyPr>
          <a:lstStyle/>
          <a:p>
            <a:pPr marL="0" indent="0">
              <a:buNone/>
            </a:pPr>
            <a:r>
              <a:rPr lang="fr-CA" sz="1600" b="1" noProof="0" dirty="0">
                <a:solidFill>
                  <a:srgbClr val="102A43"/>
                </a:solidFill>
                <a:latin typeface="Calibri" pitchFamily="34" charset="0"/>
                <a:ea typeface="Calibri" pitchFamily="34" charset="-122"/>
                <a:cs typeface="Calibri" pitchFamily="34" charset="-120"/>
              </a:rPr>
              <a:t>Sandbox</a:t>
            </a:r>
            <a:endParaRPr lang="fr-CA" sz="1600" noProof="0" dirty="0"/>
          </a:p>
        </p:txBody>
      </p:sp>
      <p:sp>
        <p:nvSpPr>
          <p:cNvPr id="38" name="Shape 21">
            <a:extLst>
              <a:ext uri="{FF2B5EF4-FFF2-40B4-BE49-F238E27FC236}">
                <a16:creationId xmlns:a16="http://schemas.microsoft.com/office/drawing/2014/main" id="{CC07A65D-261D-C38B-9E34-185C00BCB0C3}"/>
              </a:ext>
            </a:extLst>
          </p:cNvPr>
          <p:cNvSpPr/>
          <p:nvPr>
            <p:custDataLst>
              <p:tags r:id="rId22"/>
            </p:custDataLst>
          </p:nvPr>
        </p:nvSpPr>
        <p:spPr>
          <a:xfrm>
            <a:off x="2224235" y="4198792"/>
            <a:ext cx="9393217" cy="488290"/>
          </a:xfrm>
          <a:prstGeom prst="roundRect">
            <a:avLst>
              <a:gd name="adj" fmla="val 18727"/>
            </a:avLst>
          </a:prstGeom>
          <a:solidFill>
            <a:srgbClr val="F5F8FC"/>
          </a:solidFill>
          <a:ln w="8890">
            <a:solidFill>
              <a:srgbClr val="D9E2EC"/>
            </a:solidFill>
            <a:prstDash val="solid"/>
          </a:ln>
        </p:spPr>
        <p:txBody>
          <a:bodyPr/>
          <a:lstStyle/>
          <a:p>
            <a:endParaRPr lang="fr-CA" noProof="0" dirty="0"/>
          </a:p>
        </p:txBody>
      </p:sp>
      <p:sp>
        <p:nvSpPr>
          <p:cNvPr id="40" name="Text 22">
            <a:extLst>
              <a:ext uri="{FF2B5EF4-FFF2-40B4-BE49-F238E27FC236}">
                <a16:creationId xmlns:a16="http://schemas.microsoft.com/office/drawing/2014/main" id="{0D349352-635D-B28E-3EF7-8B88850D7F5D}"/>
              </a:ext>
            </a:extLst>
          </p:cNvPr>
          <p:cNvSpPr/>
          <p:nvPr>
            <p:custDataLst>
              <p:tags r:id="rId23"/>
            </p:custDataLst>
          </p:nvPr>
        </p:nvSpPr>
        <p:spPr>
          <a:xfrm>
            <a:off x="2355011" y="4308520"/>
            <a:ext cx="9148141" cy="351130"/>
          </a:xfrm>
          <a:prstGeom prst="rect">
            <a:avLst/>
          </a:prstGeom>
          <a:noFill/>
          <a:ln/>
        </p:spPr>
        <p:txBody>
          <a:bodyPr wrap="square" lIns="0" tIns="0" rIns="0" bIns="0" rtlCol="0" anchor="t">
            <a:normAutofit fontScale="92500"/>
          </a:bodyPr>
          <a:lstStyle/>
          <a:p>
            <a:pPr marL="0" indent="0">
              <a:buNone/>
            </a:pPr>
            <a:r>
              <a:rPr lang="fr-CA" sz="1600" noProof="0" dirty="0">
                <a:solidFill>
                  <a:srgbClr val="486581"/>
                </a:solidFill>
                <a:latin typeface="Calibri" pitchFamily="34" charset="0"/>
                <a:ea typeface="Calibri" pitchFamily="34" charset="-122"/>
                <a:cs typeface="Calibri" pitchFamily="34" charset="-120"/>
              </a:rPr>
              <a:t>Seul le Sandbox Kafka est qualité PRD. Flink est une base et Hazelcast nécessite du refactoring : Sandbox Datagrid.</a:t>
            </a:r>
            <a:endParaRPr lang="fr-CA" sz="1600" noProof="0" dirty="0"/>
          </a:p>
        </p:txBody>
      </p:sp>
      <p:sp>
        <p:nvSpPr>
          <p:cNvPr id="42" name="Shape 23">
            <a:extLst>
              <a:ext uri="{FF2B5EF4-FFF2-40B4-BE49-F238E27FC236}">
                <a16:creationId xmlns:a16="http://schemas.microsoft.com/office/drawing/2014/main" id="{9854F83A-87F4-ABDD-52C1-36A8887A6B8B}"/>
              </a:ext>
            </a:extLst>
          </p:cNvPr>
          <p:cNvSpPr/>
          <p:nvPr>
            <p:custDataLst>
              <p:tags r:id="rId24"/>
            </p:custDataLst>
          </p:nvPr>
        </p:nvSpPr>
        <p:spPr>
          <a:xfrm>
            <a:off x="530352" y="4751090"/>
            <a:ext cx="1565867" cy="488290"/>
          </a:xfrm>
          <a:prstGeom prst="roundRect">
            <a:avLst>
              <a:gd name="adj" fmla="val 18727"/>
            </a:avLst>
          </a:prstGeom>
          <a:solidFill>
            <a:srgbClr val="FFFFFF"/>
          </a:solidFill>
          <a:ln w="8890">
            <a:solidFill>
              <a:srgbClr val="D9E2EC"/>
            </a:solidFill>
            <a:prstDash val="solid"/>
          </a:ln>
        </p:spPr>
        <p:txBody>
          <a:bodyPr/>
          <a:lstStyle/>
          <a:p>
            <a:endParaRPr lang="fr-CA" noProof="0" dirty="0"/>
          </a:p>
        </p:txBody>
      </p:sp>
      <p:sp>
        <p:nvSpPr>
          <p:cNvPr id="44" name="Text 24">
            <a:extLst>
              <a:ext uri="{FF2B5EF4-FFF2-40B4-BE49-F238E27FC236}">
                <a16:creationId xmlns:a16="http://schemas.microsoft.com/office/drawing/2014/main" id="{FD66B2B4-69ED-A7DA-309D-17D659B890A1}"/>
              </a:ext>
            </a:extLst>
          </p:cNvPr>
          <p:cNvSpPr/>
          <p:nvPr>
            <p:custDataLst>
              <p:tags r:id="rId25"/>
            </p:custDataLst>
          </p:nvPr>
        </p:nvSpPr>
        <p:spPr>
          <a:xfrm>
            <a:off x="658368" y="4860818"/>
            <a:ext cx="1437851" cy="351130"/>
          </a:xfrm>
          <a:prstGeom prst="rect">
            <a:avLst/>
          </a:prstGeom>
          <a:noFill/>
          <a:ln/>
        </p:spPr>
        <p:txBody>
          <a:bodyPr wrap="square" lIns="0" tIns="0" rIns="0" bIns="0" rtlCol="0" anchor="t">
            <a:normAutofit/>
          </a:bodyPr>
          <a:lstStyle/>
          <a:p>
            <a:pPr marL="0" indent="0">
              <a:buNone/>
            </a:pPr>
            <a:r>
              <a:rPr lang="fr-CA" sz="1600" b="1" noProof="0" dirty="0">
                <a:solidFill>
                  <a:srgbClr val="102A43"/>
                </a:solidFill>
                <a:latin typeface="Calibri" pitchFamily="34" charset="0"/>
                <a:ea typeface="Calibri" pitchFamily="34" charset="-122"/>
                <a:cs typeface="Calibri" pitchFamily="34" charset="-120"/>
              </a:rPr>
              <a:t>Flink / In-JVM</a:t>
            </a:r>
            <a:endParaRPr lang="fr-CA" sz="1600" noProof="0" dirty="0"/>
          </a:p>
        </p:txBody>
      </p:sp>
      <p:sp>
        <p:nvSpPr>
          <p:cNvPr id="46" name="Shape 25">
            <a:extLst>
              <a:ext uri="{FF2B5EF4-FFF2-40B4-BE49-F238E27FC236}">
                <a16:creationId xmlns:a16="http://schemas.microsoft.com/office/drawing/2014/main" id="{55BDE438-A423-58A4-630A-0C91C4CDA219}"/>
              </a:ext>
            </a:extLst>
          </p:cNvPr>
          <p:cNvSpPr/>
          <p:nvPr>
            <p:custDataLst>
              <p:tags r:id="rId26"/>
            </p:custDataLst>
          </p:nvPr>
        </p:nvSpPr>
        <p:spPr>
          <a:xfrm>
            <a:off x="2224235" y="4751090"/>
            <a:ext cx="9393217" cy="488290"/>
          </a:xfrm>
          <a:prstGeom prst="roundRect">
            <a:avLst>
              <a:gd name="adj" fmla="val 18727"/>
            </a:avLst>
          </a:prstGeom>
          <a:solidFill>
            <a:srgbClr val="FFFFFF"/>
          </a:solidFill>
          <a:ln w="8890">
            <a:solidFill>
              <a:srgbClr val="D9E2EC"/>
            </a:solidFill>
            <a:prstDash val="solid"/>
          </a:ln>
        </p:spPr>
        <p:txBody>
          <a:bodyPr/>
          <a:lstStyle/>
          <a:p>
            <a:endParaRPr lang="fr-CA" noProof="0" dirty="0"/>
          </a:p>
        </p:txBody>
      </p:sp>
      <p:sp>
        <p:nvSpPr>
          <p:cNvPr id="48" name="Text 26">
            <a:extLst>
              <a:ext uri="{FF2B5EF4-FFF2-40B4-BE49-F238E27FC236}">
                <a16:creationId xmlns:a16="http://schemas.microsoft.com/office/drawing/2014/main" id="{A58C46FD-7247-2EB5-49F7-DE8B87DCF6A8}"/>
              </a:ext>
            </a:extLst>
          </p:cNvPr>
          <p:cNvSpPr/>
          <p:nvPr>
            <p:custDataLst>
              <p:tags r:id="rId27"/>
            </p:custDataLst>
          </p:nvPr>
        </p:nvSpPr>
        <p:spPr>
          <a:xfrm>
            <a:off x="2355011" y="4860818"/>
            <a:ext cx="9148141" cy="351130"/>
          </a:xfrm>
          <a:prstGeom prst="rect">
            <a:avLst/>
          </a:prstGeom>
          <a:noFill/>
          <a:ln/>
        </p:spPr>
        <p:txBody>
          <a:bodyPr wrap="square" lIns="0" tIns="0" rIns="0" bIns="0" rtlCol="0" anchor="t">
            <a:normAutofit/>
          </a:bodyPr>
          <a:lstStyle/>
          <a:p>
            <a:pPr marL="0" indent="0">
              <a:buNone/>
            </a:pPr>
            <a:r>
              <a:rPr lang="fr-CA" sz="1600" noProof="0" dirty="0">
                <a:solidFill>
                  <a:srgbClr val="486581"/>
                </a:solidFill>
                <a:latin typeface="Calibri" pitchFamily="34" charset="0"/>
                <a:ea typeface="Calibri" pitchFamily="34" charset="-122"/>
                <a:cs typeface="Calibri" pitchFamily="34" charset="-120"/>
              </a:rPr>
              <a:t>Implémentation exploratoire in-JVM afin de ne pas avoir à refaire l’implémentation en SpringBoot.</a:t>
            </a:r>
            <a:endParaRPr lang="fr-CA" sz="1600" noProof="0" dirty="0"/>
          </a:p>
        </p:txBody>
      </p:sp>
      <p:sp>
        <p:nvSpPr>
          <p:cNvPr id="50" name="Shape 27">
            <a:extLst>
              <a:ext uri="{FF2B5EF4-FFF2-40B4-BE49-F238E27FC236}">
                <a16:creationId xmlns:a16="http://schemas.microsoft.com/office/drawing/2014/main" id="{47FA266D-D745-A544-AF4B-D3088B1E603A}"/>
              </a:ext>
            </a:extLst>
          </p:cNvPr>
          <p:cNvSpPr/>
          <p:nvPr>
            <p:custDataLst>
              <p:tags r:id="rId28"/>
            </p:custDataLst>
          </p:nvPr>
        </p:nvSpPr>
        <p:spPr>
          <a:xfrm>
            <a:off x="530352" y="5303387"/>
            <a:ext cx="1565867" cy="488290"/>
          </a:xfrm>
          <a:prstGeom prst="roundRect">
            <a:avLst>
              <a:gd name="adj" fmla="val 18727"/>
            </a:avLst>
          </a:prstGeom>
          <a:solidFill>
            <a:srgbClr val="F5F8FC"/>
          </a:solidFill>
          <a:ln w="8890">
            <a:solidFill>
              <a:srgbClr val="D9E2EC"/>
            </a:solidFill>
            <a:prstDash val="solid"/>
          </a:ln>
        </p:spPr>
        <p:txBody>
          <a:bodyPr/>
          <a:lstStyle/>
          <a:p>
            <a:endParaRPr lang="fr-CA" noProof="0" dirty="0"/>
          </a:p>
        </p:txBody>
      </p:sp>
      <p:sp>
        <p:nvSpPr>
          <p:cNvPr id="52" name="Text 28">
            <a:extLst>
              <a:ext uri="{FF2B5EF4-FFF2-40B4-BE49-F238E27FC236}">
                <a16:creationId xmlns:a16="http://schemas.microsoft.com/office/drawing/2014/main" id="{D2E6642B-A0AB-C0A3-AA32-0989396441BE}"/>
              </a:ext>
            </a:extLst>
          </p:cNvPr>
          <p:cNvSpPr/>
          <p:nvPr>
            <p:custDataLst>
              <p:tags r:id="rId29"/>
            </p:custDataLst>
          </p:nvPr>
        </p:nvSpPr>
        <p:spPr>
          <a:xfrm>
            <a:off x="658368" y="5413115"/>
            <a:ext cx="1437851" cy="351130"/>
          </a:xfrm>
          <a:prstGeom prst="rect">
            <a:avLst/>
          </a:prstGeom>
          <a:noFill/>
          <a:ln/>
        </p:spPr>
        <p:txBody>
          <a:bodyPr wrap="square" lIns="0" tIns="0" rIns="0" bIns="0" rtlCol="0" anchor="t">
            <a:normAutofit/>
          </a:bodyPr>
          <a:lstStyle/>
          <a:p>
            <a:pPr marL="0" indent="0">
              <a:buNone/>
            </a:pPr>
            <a:r>
              <a:rPr lang="fr-CA" sz="1600" b="1" noProof="0" dirty="0">
                <a:solidFill>
                  <a:srgbClr val="102A43"/>
                </a:solidFill>
                <a:latin typeface="Calibri" pitchFamily="34" charset="0"/>
                <a:ea typeface="Calibri" pitchFamily="34" charset="-122"/>
                <a:cs typeface="Calibri" pitchFamily="34" charset="-120"/>
              </a:rPr>
              <a:t>Jeton / EVT </a:t>
            </a:r>
            <a:endParaRPr lang="fr-CA" sz="1600" noProof="0" dirty="0"/>
          </a:p>
        </p:txBody>
      </p:sp>
      <p:sp>
        <p:nvSpPr>
          <p:cNvPr id="54" name="Shape 29">
            <a:extLst>
              <a:ext uri="{FF2B5EF4-FFF2-40B4-BE49-F238E27FC236}">
                <a16:creationId xmlns:a16="http://schemas.microsoft.com/office/drawing/2014/main" id="{D1655970-1BA5-828B-4996-3A8B1777585F}"/>
              </a:ext>
            </a:extLst>
          </p:cNvPr>
          <p:cNvSpPr/>
          <p:nvPr>
            <p:custDataLst>
              <p:tags r:id="rId30"/>
            </p:custDataLst>
          </p:nvPr>
        </p:nvSpPr>
        <p:spPr>
          <a:xfrm>
            <a:off x="2224235" y="5303387"/>
            <a:ext cx="9393217" cy="488290"/>
          </a:xfrm>
          <a:prstGeom prst="roundRect">
            <a:avLst>
              <a:gd name="adj" fmla="val 18727"/>
            </a:avLst>
          </a:prstGeom>
          <a:solidFill>
            <a:srgbClr val="F5F8FC"/>
          </a:solidFill>
          <a:ln w="8890">
            <a:solidFill>
              <a:srgbClr val="D9E2EC"/>
            </a:solidFill>
            <a:prstDash val="solid"/>
          </a:ln>
        </p:spPr>
        <p:txBody>
          <a:bodyPr/>
          <a:lstStyle/>
          <a:p>
            <a:endParaRPr lang="fr-CA" noProof="0" dirty="0"/>
          </a:p>
        </p:txBody>
      </p:sp>
      <p:sp>
        <p:nvSpPr>
          <p:cNvPr id="56" name="Text 30">
            <a:extLst>
              <a:ext uri="{FF2B5EF4-FFF2-40B4-BE49-F238E27FC236}">
                <a16:creationId xmlns:a16="http://schemas.microsoft.com/office/drawing/2014/main" id="{F3980B33-72CC-5074-5F66-BAA29D8AA945}"/>
              </a:ext>
            </a:extLst>
          </p:cNvPr>
          <p:cNvSpPr/>
          <p:nvPr>
            <p:custDataLst>
              <p:tags r:id="rId31"/>
            </p:custDataLst>
          </p:nvPr>
        </p:nvSpPr>
        <p:spPr>
          <a:xfrm>
            <a:off x="2355011" y="5413115"/>
            <a:ext cx="9148141" cy="351130"/>
          </a:xfrm>
          <a:prstGeom prst="rect">
            <a:avLst/>
          </a:prstGeom>
          <a:noFill/>
          <a:ln/>
        </p:spPr>
        <p:txBody>
          <a:bodyPr wrap="square" lIns="0" tIns="0" rIns="0" bIns="0" rtlCol="0" anchor="t">
            <a:normAutofit/>
          </a:bodyPr>
          <a:lstStyle/>
          <a:p>
            <a:pPr marL="0" indent="0">
              <a:buNone/>
            </a:pPr>
            <a:r>
              <a:rPr lang="fr-CA" sz="1600" noProof="0" dirty="0"/>
              <a:t>Afin de faciliter l’implémentation du « replay ». </a:t>
            </a:r>
            <a:r>
              <a:rPr lang="fr-CA" sz="1600" dirty="0"/>
              <a:t>Le jeton ne contient pas le champ « version ».</a:t>
            </a:r>
            <a:endParaRPr lang="fr-CA" sz="1600" noProof="0" dirty="0"/>
          </a:p>
        </p:txBody>
      </p:sp>
      <p:sp>
        <p:nvSpPr>
          <p:cNvPr id="58" name="Shape 15">
            <a:extLst>
              <a:ext uri="{FF2B5EF4-FFF2-40B4-BE49-F238E27FC236}">
                <a16:creationId xmlns:a16="http://schemas.microsoft.com/office/drawing/2014/main" id="{F87F8D57-3D1B-5F26-36F7-67C252EF44C3}"/>
              </a:ext>
            </a:extLst>
          </p:cNvPr>
          <p:cNvSpPr/>
          <p:nvPr>
            <p:custDataLst>
              <p:tags r:id="rId32"/>
            </p:custDataLst>
          </p:nvPr>
        </p:nvSpPr>
        <p:spPr>
          <a:xfrm>
            <a:off x="530352" y="2558491"/>
            <a:ext cx="1565867" cy="488290"/>
          </a:xfrm>
          <a:prstGeom prst="roundRect">
            <a:avLst>
              <a:gd name="adj" fmla="val 18727"/>
            </a:avLst>
          </a:prstGeom>
          <a:solidFill>
            <a:srgbClr val="FFFFFF"/>
          </a:solidFill>
          <a:ln w="8890">
            <a:solidFill>
              <a:srgbClr val="D9E2EC"/>
            </a:solidFill>
            <a:prstDash val="solid"/>
          </a:ln>
        </p:spPr>
        <p:txBody>
          <a:bodyPr/>
          <a:lstStyle/>
          <a:p>
            <a:endParaRPr lang="fr-CA" noProof="0" dirty="0"/>
          </a:p>
        </p:txBody>
      </p:sp>
      <p:sp>
        <p:nvSpPr>
          <p:cNvPr id="60" name="Text 16">
            <a:extLst>
              <a:ext uri="{FF2B5EF4-FFF2-40B4-BE49-F238E27FC236}">
                <a16:creationId xmlns:a16="http://schemas.microsoft.com/office/drawing/2014/main" id="{9CF19A3A-1913-C15A-99A1-F532EBFCA0B6}"/>
              </a:ext>
            </a:extLst>
          </p:cNvPr>
          <p:cNvSpPr/>
          <p:nvPr>
            <p:custDataLst>
              <p:tags r:id="rId33"/>
            </p:custDataLst>
          </p:nvPr>
        </p:nvSpPr>
        <p:spPr>
          <a:xfrm>
            <a:off x="658368" y="2668219"/>
            <a:ext cx="1437851" cy="351130"/>
          </a:xfrm>
          <a:prstGeom prst="rect">
            <a:avLst/>
          </a:prstGeom>
          <a:noFill/>
          <a:ln/>
        </p:spPr>
        <p:txBody>
          <a:bodyPr wrap="square" lIns="0" tIns="0" rIns="0" bIns="0" rtlCol="0" anchor="t">
            <a:normAutofit/>
          </a:bodyPr>
          <a:lstStyle/>
          <a:p>
            <a:pPr marL="0" indent="0">
              <a:buNone/>
            </a:pPr>
            <a:r>
              <a:rPr lang="fr-CA" sz="1600" b="1" noProof="0" dirty="0">
                <a:solidFill>
                  <a:srgbClr val="102A43"/>
                </a:solidFill>
                <a:latin typeface="Calibri" pitchFamily="34" charset="0"/>
                <a:ea typeface="Calibri" pitchFamily="34" charset="-122"/>
                <a:cs typeface="Calibri" pitchFamily="34" charset="-120"/>
              </a:rPr>
              <a:t>Pause</a:t>
            </a:r>
            <a:endParaRPr lang="fr-CA" sz="1600" noProof="0" dirty="0"/>
          </a:p>
        </p:txBody>
      </p:sp>
      <p:sp>
        <p:nvSpPr>
          <p:cNvPr id="62" name="Shape 17">
            <a:extLst>
              <a:ext uri="{FF2B5EF4-FFF2-40B4-BE49-F238E27FC236}">
                <a16:creationId xmlns:a16="http://schemas.microsoft.com/office/drawing/2014/main" id="{AE0AC365-A7EC-E091-1A1C-78818FD22999}"/>
              </a:ext>
            </a:extLst>
          </p:cNvPr>
          <p:cNvSpPr/>
          <p:nvPr>
            <p:custDataLst>
              <p:tags r:id="rId34"/>
            </p:custDataLst>
          </p:nvPr>
        </p:nvSpPr>
        <p:spPr>
          <a:xfrm>
            <a:off x="2224235" y="2558491"/>
            <a:ext cx="9393217" cy="488290"/>
          </a:xfrm>
          <a:prstGeom prst="roundRect">
            <a:avLst>
              <a:gd name="adj" fmla="val 18727"/>
            </a:avLst>
          </a:prstGeom>
          <a:solidFill>
            <a:srgbClr val="FFFFFF"/>
          </a:solidFill>
          <a:ln w="8890">
            <a:solidFill>
              <a:srgbClr val="D9E2EC"/>
            </a:solidFill>
            <a:prstDash val="solid"/>
          </a:ln>
        </p:spPr>
        <p:txBody>
          <a:bodyPr/>
          <a:lstStyle/>
          <a:p>
            <a:endParaRPr lang="fr-CA" noProof="0" dirty="0"/>
          </a:p>
        </p:txBody>
      </p:sp>
      <p:sp>
        <p:nvSpPr>
          <p:cNvPr id="64" name="Text 18">
            <a:extLst>
              <a:ext uri="{FF2B5EF4-FFF2-40B4-BE49-F238E27FC236}">
                <a16:creationId xmlns:a16="http://schemas.microsoft.com/office/drawing/2014/main" id="{E6322E27-C06B-013A-C445-2A3D313ECEB3}"/>
              </a:ext>
            </a:extLst>
          </p:cNvPr>
          <p:cNvSpPr/>
          <p:nvPr>
            <p:custDataLst>
              <p:tags r:id="rId35"/>
            </p:custDataLst>
          </p:nvPr>
        </p:nvSpPr>
        <p:spPr>
          <a:xfrm>
            <a:off x="2355011" y="2668219"/>
            <a:ext cx="9148141" cy="351130"/>
          </a:xfrm>
          <a:prstGeom prst="rect">
            <a:avLst/>
          </a:prstGeom>
          <a:noFill/>
          <a:ln/>
        </p:spPr>
        <p:txBody>
          <a:bodyPr wrap="square" lIns="0" tIns="0" rIns="0" bIns="0" rtlCol="0" anchor="t">
            <a:normAutofit/>
          </a:bodyPr>
          <a:lstStyle/>
          <a:p>
            <a:r>
              <a:rPr lang="fr-CA" sz="1600" noProof="0" dirty="0">
                <a:solidFill>
                  <a:srgbClr val="486581"/>
                </a:solidFill>
                <a:latin typeface="Calibri" pitchFamily="34" charset="0"/>
                <a:ea typeface="Calibri" pitchFamily="34" charset="-122"/>
                <a:cs typeface="Calibri" pitchFamily="34" charset="-120"/>
              </a:rPr>
              <a:t>La fonctionnalité de la pause assume un seul processus. L’implémentation est à raffiner pour une PRD.</a:t>
            </a:r>
            <a:endParaRPr lang="fr-CA" sz="1600" noProof="0" dirty="0"/>
          </a:p>
        </p:txBody>
      </p:sp>
      <p:sp>
        <p:nvSpPr>
          <p:cNvPr id="5" name="Shape 23">
            <a:extLst>
              <a:ext uri="{FF2B5EF4-FFF2-40B4-BE49-F238E27FC236}">
                <a16:creationId xmlns:a16="http://schemas.microsoft.com/office/drawing/2014/main" id="{07E95200-DC33-DC18-0DEF-AAB6D1044496}"/>
              </a:ext>
            </a:extLst>
          </p:cNvPr>
          <p:cNvSpPr/>
          <p:nvPr>
            <p:custDataLst>
              <p:tags r:id="rId36"/>
            </p:custDataLst>
          </p:nvPr>
        </p:nvSpPr>
        <p:spPr>
          <a:xfrm>
            <a:off x="530352" y="5875389"/>
            <a:ext cx="1565867" cy="488290"/>
          </a:xfrm>
          <a:prstGeom prst="roundRect">
            <a:avLst>
              <a:gd name="adj" fmla="val 18727"/>
            </a:avLst>
          </a:prstGeom>
          <a:solidFill>
            <a:srgbClr val="FFFFFF"/>
          </a:solidFill>
          <a:ln w="8890">
            <a:solidFill>
              <a:srgbClr val="D9E2EC"/>
            </a:solidFill>
            <a:prstDash val="solid"/>
          </a:ln>
        </p:spPr>
        <p:txBody>
          <a:bodyPr/>
          <a:lstStyle/>
          <a:p>
            <a:endParaRPr lang="fr-CA" noProof="0" dirty="0"/>
          </a:p>
        </p:txBody>
      </p:sp>
      <p:sp>
        <p:nvSpPr>
          <p:cNvPr id="10" name="Text 24">
            <a:extLst>
              <a:ext uri="{FF2B5EF4-FFF2-40B4-BE49-F238E27FC236}">
                <a16:creationId xmlns:a16="http://schemas.microsoft.com/office/drawing/2014/main" id="{C11895C5-0791-BFEE-59C0-689C7087BEE4}"/>
              </a:ext>
            </a:extLst>
          </p:cNvPr>
          <p:cNvSpPr/>
          <p:nvPr>
            <p:custDataLst>
              <p:tags r:id="rId37"/>
            </p:custDataLst>
          </p:nvPr>
        </p:nvSpPr>
        <p:spPr>
          <a:xfrm>
            <a:off x="658368" y="5985117"/>
            <a:ext cx="1437851" cy="351130"/>
          </a:xfrm>
          <a:prstGeom prst="rect">
            <a:avLst/>
          </a:prstGeom>
          <a:noFill/>
          <a:ln/>
        </p:spPr>
        <p:txBody>
          <a:bodyPr wrap="square" lIns="0" tIns="0" rIns="0" bIns="0" rtlCol="0" anchor="t">
            <a:normAutofit/>
          </a:bodyPr>
          <a:lstStyle/>
          <a:p>
            <a:pPr marL="0" indent="0">
              <a:buNone/>
            </a:pPr>
            <a:r>
              <a:rPr lang="fr-CA" sz="1600" b="1" noProof="0" dirty="0">
                <a:solidFill>
                  <a:srgbClr val="102A43"/>
                </a:solidFill>
                <a:latin typeface="Calibri" pitchFamily="34" charset="0"/>
                <a:ea typeface="Calibri" pitchFamily="34" charset="-122"/>
                <a:cs typeface="Calibri" pitchFamily="34" charset="-120"/>
              </a:rPr>
              <a:t>Sécurité</a:t>
            </a:r>
            <a:endParaRPr lang="fr-CA" sz="1600" noProof="0" dirty="0"/>
          </a:p>
        </p:txBody>
      </p:sp>
      <p:sp>
        <p:nvSpPr>
          <p:cNvPr id="18" name="Shape 25">
            <a:extLst>
              <a:ext uri="{FF2B5EF4-FFF2-40B4-BE49-F238E27FC236}">
                <a16:creationId xmlns:a16="http://schemas.microsoft.com/office/drawing/2014/main" id="{EEE0C3B4-A724-40C6-1889-7C85AC0816D2}"/>
              </a:ext>
            </a:extLst>
          </p:cNvPr>
          <p:cNvSpPr/>
          <p:nvPr>
            <p:custDataLst>
              <p:tags r:id="rId38"/>
            </p:custDataLst>
          </p:nvPr>
        </p:nvSpPr>
        <p:spPr>
          <a:xfrm>
            <a:off x="2224235" y="5875389"/>
            <a:ext cx="9393217" cy="488290"/>
          </a:xfrm>
          <a:prstGeom prst="roundRect">
            <a:avLst>
              <a:gd name="adj" fmla="val 18727"/>
            </a:avLst>
          </a:prstGeom>
          <a:solidFill>
            <a:srgbClr val="FFFFFF"/>
          </a:solidFill>
          <a:ln w="8890">
            <a:solidFill>
              <a:srgbClr val="D9E2EC"/>
            </a:solidFill>
            <a:prstDash val="solid"/>
          </a:ln>
        </p:spPr>
        <p:txBody>
          <a:bodyPr/>
          <a:lstStyle/>
          <a:p>
            <a:endParaRPr lang="fr-CA" noProof="0" dirty="0"/>
          </a:p>
        </p:txBody>
      </p:sp>
      <p:sp>
        <p:nvSpPr>
          <p:cNvPr id="23" name="Text 26">
            <a:extLst>
              <a:ext uri="{FF2B5EF4-FFF2-40B4-BE49-F238E27FC236}">
                <a16:creationId xmlns:a16="http://schemas.microsoft.com/office/drawing/2014/main" id="{60CD7AAC-7F4C-CEC8-C7CD-BAF4572E883C}"/>
              </a:ext>
            </a:extLst>
          </p:cNvPr>
          <p:cNvSpPr/>
          <p:nvPr>
            <p:custDataLst>
              <p:tags r:id="rId39"/>
            </p:custDataLst>
          </p:nvPr>
        </p:nvSpPr>
        <p:spPr>
          <a:xfrm>
            <a:off x="2355011" y="5985117"/>
            <a:ext cx="9148141" cy="351130"/>
          </a:xfrm>
          <a:prstGeom prst="rect">
            <a:avLst/>
          </a:prstGeom>
          <a:noFill/>
          <a:ln/>
        </p:spPr>
        <p:txBody>
          <a:bodyPr wrap="square" lIns="0" tIns="0" rIns="0" bIns="0" rtlCol="0" anchor="t">
            <a:noAutofit/>
          </a:bodyPr>
          <a:lstStyle/>
          <a:p>
            <a:r>
              <a:rPr lang="fr-CA" sz="1600" dirty="0"/>
              <a:t>La sécurité est simpliste, les valeurs sont codées en dur. Le jeton JWT est conservé dans le navigateur</a:t>
            </a:r>
            <a:r>
              <a:rPr lang="fr-CA" sz="1600" noProof="0" dirty="0">
                <a:solidFill>
                  <a:srgbClr val="486581"/>
                </a:solidFill>
                <a:latin typeface="Calibri" pitchFamily="34" charset="0"/>
                <a:ea typeface="Calibri" pitchFamily="34" charset="-122"/>
                <a:cs typeface="Calibri" pitchFamily="34" charset="-120"/>
              </a:rPr>
              <a:t>.</a:t>
            </a:r>
            <a:endParaRPr lang="fr-CA" sz="1600" noProof="0" dirty="0"/>
          </a:p>
        </p:txBody>
      </p:sp>
    </p:spTree>
    <p:extLst>
      <p:ext uri="{BB962C8B-B14F-4D97-AF65-F5344CB8AC3E}">
        <p14:creationId xmlns:p14="http://schemas.microsoft.com/office/powerpoint/2010/main" val="95835060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1"/>
</p:tagLst>
</file>

<file path=ppt/tags/tag2.xml><?xml version="1.0" encoding="utf-8"?>
<p:tagLst xmlns:a="http://schemas.openxmlformats.org/drawingml/2006/main" xmlns:r="http://schemas.openxmlformats.org/officeDocument/2006/relationships" xmlns:p="http://schemas.openxmlformats.org/presentationml/2006/main">
  <p:tag name="NUM" val="2"/>
</p:tagLst>
</file>

<file path=ppt/tags/tag3.xml><?xml version="1.0" encoding="utf-8"?>
<p:tagLst xmlns:a="http://schemas.openxmlformats.org/drawingml/2006/main" xmlns:r="http://schemas.openxmlformats.org/officeDocument/2006/relationships" xmlns:p="http://schemas.openxmlformats.org/presentationml/2006/main">
  <p:tag name="NUM" val="3"/>
</p:tagLst>
</file>

<file path=ppt/tags/tag4.xml><?xml version="1.0" encoding="utf-8"?>
<p:tagLst xmlns:a="http://schemas.openxmlformats.org/drawingml/2006/main" xmlns:r="http://schemas.openxmlformats.org/officeDocument/2006/relationships" xmlns:p="http://schemas.openxmlformats.org/presentationml/2006/main">
  <p:tag name="NUM" val="4"/>
</p:tagLst>
</file>

<file path=ppt/tags/tag5.xml><?xml version="1.0" encoding="utf-8"?>
<p:tagLst xmlns:a="http://schemas.openxmlformats.org/drawingml/2006/main" xmlns:r="http://schemas.openxmlformats.org/officeDocument/2006/relationships" xmlns:p="http://schemas.openxmlformats.org/presentationml/2006/main">
  <p:tag name="NUM" val="5"/>
</p:tagLst>
</file>

<file path=ppt/tags/tag6.xml><?xml version="1.0" encoding="utf-8"?>
<p:tagLst xmlns:a="http://schemas.openxmlformats.org/drawingml/2006/main" xmlns:r="http://schemas.openxmlformats.org/officeDocument/2006/relationships" xmlns:p="http://schemas.openxmlformats.org/presentationml/2006/main">
  <p:tag name="NUM" val="6"/>
</p:tagLst>
</file>

<file path=ppt/tags/tag7.xml><?xml version="1.0" encoding="utf-8"?>
<p:tagLst xmlns:a="http://schemas.openxmlformats.org/drawingml/2006/main" xmlns:r="http://schemas.openxmlformats.org/officeDocument/2006/relationships" xmlns:p="http://schemas.openxmlformats.org/presentationml/2006/main">
  <p:tag name="NUM" val="7"/>
</p:tagLst>
</file>

<file path=ppt/tags/tag8.xml><?xml version="1.0" encoding="utf-8"?>
<p:tagLst xmlns:a="http://schemas.openxmlformats.org/drawingml/2006/main" xmlns:r="http://schemas.openxmlformats.org/officeDocument/2006/relationships" xmlns:p="http://schemas.openxmlformats.org/presentationml/2006/main">
  <p:tag name="NUM" val="1"/>
</p:tagLst>
</file>

<file path=ppt/tags/tag9.xml><?xml version="1.0" encoding="utf-8"?>
<p:tagLst xmlns:a="http://schemas.openxmlformats.org/drawingml/2006/main" xmlns:r="http://schemas.openxmlformats.org/officeDocument/2006/relationships" xmlns:p="http://schemas.openxmlformats.org/presentationml/2006/main">
  <p:tag name="NUM" val="2"/>
</p:tagLst>
</file>

<file path=ppt/tags/tag10.xml><?xml version="1.0" encoding="utf-8"?>
<p:tagLst xmlns:a="http://schemas.openxmlformats.org/drawingml/2006/main" xmlns:r="http://schemas.openxmlformats.org/officeDocument/2006/relationships" xmlns:p="http://schemas.openxmlformats.org/presentationml/2006/main">
  <p:tag name="NUM" val="3"/>
</p:tagLst>
</file>

<file path=ppt/tags/tag11.xml><?xml version="1.0" encoding="utf-8"?>
<p:tagLst xmlns:a="http://schemas.openxmlformats.org/drawingml/2006/main" xmlns:r="http://schemas.openxmlformats.org/officeDocument/2006/relationships" xmlns:p="http://schemas.openxmlformats.org/presentationml/2006/main">
  <p:tag name="NUM" val="4"/>
</p:tagLst>
</file>

<file path=ppt/tags/tag12.xml><?xml version="1.0" encoding="utf-8"?>
<p:tagLst xmlns:a="http://schemas.openxmlformats.org/drawingml/2006/main" xmlns:r="http://schemas.openxmlformats.org/officeDocument/2006/relationships" xmlns:p="http://schemas.openxmlformats.org/presentationml/2006/main">
  <p:tag name="NUM" val="5"/>
</p:tagLst>
</file>

<file path=ppt/tags/tag13.xml><?xml version="1.0" encoding="utf-8"?>
<p:tagLst xmlns:a="http://schemas.openxmlformats.org/drawingml/2006/main" xmlns:r="http://schemas.openxmlformats.org/officeDocument/2006/relationships" xmlns:p="http://schemas.openxmlformats.org/presentationml/2006/main">
  <p:tag name="NUM" val="6"/>
</p:tagLst>
</file>

<file path=ppt/tags/tag14.xml><?xml version="1.0" encoding="utf-8"?>
<p:tagLst xmlns:a="http://schemas.openxmlformats.org/drawingml/2006/main" xmlns:r="http://schemas.openxmlformats.org/officeDocument/2006/relationships" xmlns:p="http://schemas.openxmlformats.org/presentationml/2006/main">
  <p:tag name="NUM" val="7"/>
</p:tagLst>
</file>

<file path=ppt/tags/tag15.xml><?xml version="1.0" encoding="utf-8"?>
<p:tagLst xmlns:a="http://schemas.openxmlformats.org/drawingml/2006/main" xmlns:r="http://schemas.openxmlformats.org/officeDocument/2006/relationships" xmlns:p="http://schemas.openxmlformats.org/presentationml/2006/main">
  <p:tag name="NUM" val="8"/>
</p:tagLst>
</file>

<file path=ppt/tags/tag16.xml><?xml version="1.0" encoding="utf-8"?>
<p:tagLst xmlns:a="http://schemas.openxmlformats.org/drawingml/2006/main" xmlns:r="http://schemas.openxmlformats.org/officeDocument/2006/relationships" xmlns:p="http://schemas.openxmlformats.org/presentationml/2006/main">
  <p:tag name="NUM" val="9"/>
</p:tagLst>
</file>

<file path=ppt/tags/tag17.xml><?xml version="1.0" encoding="utf-8"?>
<p:tagLst xmlns:a="http://schemas.openxmlformats.org/drawingml/2006/main" xmlns:r="http://schemas.openxmlformats.org/officeDocument/2006/relationships" xmlns:p="http://schemas.openxmlformats.org/presentationml/2006/main">
  <p:tag name="NUM" val="10"/>
</p:tagLst>
</file>

<file path=ppt/tags/tag18.xml><?xml version="1.0" encoding="utf-8"?>
<p:tagLst xmlns:a="http://schemas.openxmlformats.org/drawingml/2006/main" xmlns:r="http://schemas.openxmlformats.org/officeDocument/2006/relationships" xmlns:p="http://schemas.openxmlformats.org/presentationml/2006/main">
  <p:tag name="NUM" val="11"/>
</p:tagLst>
</file>

<file path=ppt/tags/tag19.xml><?xml version="1.0" encoding="utf-8"?>
<p:tagLst xmlns:a="http://schemas.openxmlformats.org/drawingml/2006/main" xmlns:r="http://schemas.openxmlformats.org/officeDocument/2006/relationships" xmlns:p="http://schemas.openxmlformats.org/presentationml/2006/main">
  <p:tag name="NUM" val="12"/>
</p:tagLst>
</file>

<file path=ppt/tags/tag20.xml><?xml version="1.0" encoding="utf-8"?>
<p:tagLst xmlns:a="http://schemas.openxmlformats.org/drawingml/2006/main" xmlns:r="http://schemas.openxmlformats.org/officeDocument/2006/relationships" xmlns:p="http://schemas.openxmlformats.org/presentationml/2006/main">
  <p:tag name="NUM" val="13"/>
</p:tagLst>
</file>

<file path=ppt/tags/tag21.xml><?xml version="1.0" encoding="utf-8"?>
<p:tagLst xmlns:a="http://schemas.openxmlformats.org/drawingml/2006/main" xmlns:r="http://schemas.openxmlformats.org/officeDocument/2006/relationships" xmlns:p="http://schemas.openxmlformats.org/presentationml/2006/main">
  <p:tag name="NUM" val="14"/>
</p:tagLst>
</file>

<file path=ppt/tags/tag22.xml><?xml version="1.0" encoding="utf-8"?>
<p:tagLst xmlns:a="http://schemas.openxmlformats.org/drawingml/2006/main" xmlns:r="http://schemas.openxmlformats.org/officeDocument/2006/relationships" xmlns:p="http://schemas.openxmlformats.org/presentationml/2006/main">
  <p:tag name="NUM" val="15"/>
</p:tagLst>
</file>

<file path=ppt/tags/tag23.xml><?xml version="1.0" encoding="utf-8"?>
<p:tagLst xmlns:a="http://schemas.openxmlformats.org/drawingml/2006/main" xmlns:r="http://schemas.openxmlformats.org/officeDocument/2006/relationships" xmlns:p="http://schemas.openxmlformats.org/presentationml/2006/main">
  <p:tag name="NUM" val="16"/>
</p:tagLst>
</file>

<file path=ppt/tags/tag24.xml><?xml version="1.0" encoding="utf-8"?>
<p:tagLst xmlns:a="http://schemas.openxmlformats.org/drawingml/2006/main" xmlns:r="http://schemas.openxmlformats.org/officeDocument/2006/relationships" xmlns:p="http://schemas.openxmlformats.org/presentationml/2006/main">
  <p:tag name="NUM" val="17"/>
</p:tagLst>
</file>

<file path=ppt/tags/tag25.xml><?xml version="1.0" encoding="utf-8"?>
<p:tagLst xmlns:a="http://schemas.openxmlformats.org/drawingml/2006/main" xmlns:r="http://schemas.openxmlformats.org/officeDocument/2006/relationships" xmlns:p="http://schemas.openxmlformats.org/presentationml/2006/main">
  <p:tag name="NUM" val="18"/>
</p:tagLst>
</file>

<file path=ppt/tags/tag26.xml><?xml version="1.0" encoding="utf-8"?>
<p:tagLst xmlns:a="http://schemas.openxmlformats.org/drawingml/2006/main" xmlns:r="http://schemas.openxmlformats.org/officeDocument/2006/relationships" xmlns:p="http://schemas.openxmlformats.org/presentationml/2006/main">
  <p:tag name="NUM" val="19"/>
</p:tagLst>
</file>

<file path=ppt/tags/tag27.xml><?xml version="1.0" encoding="utf-8"?>
<p:tagLst xmlns:a="http://schemas.openxmlformats.org/drawingml/2006/main" xmlns:r="http://schemas.openxmlformats.org/officeDocument/2006/relationships" xmlns:p="http://schemas.openxmlformats.org/presentationml/2006/main">
  <p:tag name="NUM" val="20"/>
</p:tagLst>
</file>

<file path=ppt/tags/tag28.xml><?xml version="1.0" encoding="utf-8"?>
<p:tagLst xmlns:a="http://schemas.openxmlformats.org/drawingml/2006/main" xmlns:r="http://schemas.openxmlformats.org/officeDocument/2006/relationships" xmlns:p="http://schemas.openxmlformats.org/presentationml/2006/main">
  <p:tag name="NUM" val="21"/>
</p:tagLst>
</file>

<file path=ppt/tags/tag29.xml><?xml version="1.0" encoding="utf-8"?>
<p:tagLst xmlns:a="http://schemas.openxmlformats.org/drawingml/2006/main" xmlns:r="http://schemas.openxmlformats.org/officeDocument/2006/relationships" xmlns:p="http://schemas.openxmlformats.org/presentationml/2006/main">
  <p:tag name="NUM" val="22"/>
</p:tagLst>
</file>

<file path=ppt/tags/tag30.xml><?xml version="1.0" encoding="utf-8"?>
<p:tagLst xmlns:a="http://schemas.openxmlformats.org/drawingml/2006/main" xmlns:r="http://schemas.openxmlformats.org/officeDocument/2006/relationships" xmlns:p="http://schemas.openxmlformats.org/presentationml/2006/main">
  <p:tag name="NUM" val="23"/>
</p:tagLst>
</file>

<file path=ppt/tags/tag31.xml><?xml version="1.0" encoding="utf-8"?>
<p:tagLst xmlns:a="http://schemas.openxmlformats.org/drawingml/2006/main" xmlns:r="http://schemas.openxmlformats.org/officeDocument/2006/relationships" xmlns:p="http://schemas.openxmlformats.org/presentationml/2006/main">
  <p:tag name="NUM" val="24"/>
</p:tagLst>
</file>

<file path=ppt/tags/tag32.xml><?xml version="1.0" encoding="utf-8"?>
<p:tagLst xmlns:a="http://schemas.openxmlformats.org/drawingml/2006/main" xmlns:r="http://schemas.openxmlformats.org/officeDocument/2006/relationships" xmlns:p="http://schemas.openxmlformats.org/presentationml/2006/main">
  <p:tag name="NUM" val="25"/>
</p:tagLst>
</file>

<file path=ppt/tags/tag33.xml><?xml version="1.0" encoding="utf-8"?>
<p:tagLst xmlns:a="http://schemas.openxmlformats.org/drawingml/2006/main" xmlns:r="http://schemas.openxmlformats.org/officeDocument/2006/relationships" xmlns:p="http://schemas.openxmlformats.org/presentationml/2006/main">
  <p:tag name="NUM" val="26"/>
</p:tagLst>
</file>

<file path=ppt/tags/tag34.xml><?xml version="1.0" encoding="utf-8"?>
<p:tagLst xmlns:a="http://schemas.openxmlformats.org/drawingml/2006/main" xmlns:r="http://schemas.openxmlformats.org/officeDocument/2006/relationships" xmlns:p="http://schemas.openxmlformats.org/presentationml/2006/main">
  <p:tag name="NUM" val="27"/>
</p:tagLst>
</file>

<file path=ppt/tags/tag35.xml><?xml version="1.0" encoding="utf-8"?>
<p:tagLst xmlns:a="http://schemas.openxmlformats.org/drawingml/2006/main" xmlns:r="http://schemas.openxmlformats.org/officeDocument/2006/relationships" xmlns:p="http://schemas.openxmlformats.org/presentationml/2006/main">
  <p:tag name="NUM" val="28"/>
</p:tagLst>
</file>

<file path=ppt/tags/tag36.xml><?xml version="1.0" encoding="utf-8"?>
<p:tagLst xmlns:a="http://schemas.openxmlformats.org/drawingml/2006/main" xmlns:r="http://schemas.openxmlformats.org/officeDocument/2006/relationships" xmlns:p="http://schemas.openxmlformats.org/presentationml/2006/main">
  <p:tag name="NUM" val="29"/>
</p:tagLst>
</file>

<file path=ppt/tags/tag37.xml><?xml version="1.0" encoding="utf-8"?>
<p:tagLst xmlns:a="http://schemas.openxmlformats.org/drawingml/2006/main" xmlns:r="http://schemas.openxmlformats.org/officeDocument/2006/relationships" xmlns:p="http://schemas.openxmlformats.org/presentationml/2006/main">
  <p:tag name="NUM" val="1"/>
</p:tagLst>
</file>

<file path=ppt/tags/tag38.xml><?xml version="1.0" encoding="utf-8"?>
<p:tagLst xmlns:a="http://schemas.openxmlformats.org/drawingml/2006/main" xmlns:r="http://schemas.openxmlformats.org/officeDocument/2006/relationships" xmlns:p="http://schemas.openxmlformats.org/presentationml/2006/main">
  <p:tag name="NUM" val="2"/>
</p:tagLst>
</file>

<file path=ppt/tags/tag39.xml><?xml version="1.0" encoding="utf-8"?>
<p:tagLst xmlns:a="http://schemas.openxmlformats.org/drawingml/2006/main" xmlns:r="http://schemas.openxmlformats.org/officeDocument/2006/relationships" xmlns:p="http://schemas.openxmlformats.org/presentationml/2006/main">
  <p:tag name="NUM" val="3"/>
</p:tagLst>
</file>

<file path=ppt/tags/tag40.xml><?xml version="1.0" encoding="utf-8"?>
<p:tagLst xmlns:a="http://schemas.openxmlformats.org/drawingml/2006/main" xmlns:r="http://schemas.openxmlformats.org/officeDocument/2006/relationships" xmlns:p="http://schemas.openxmlformats.org/presentationml/2006/main">
  <p:tag name="NUM" val="4"/>
</p:tagLst>
</file>

<file path=ppt/tags/tag41.xml><?xml version="1.0" encoding="utf-8"?>
<p:tagLst xmlns:a="http://schemas.openxmlformats.org/drawingml/2006/main" xmlns:r="http://schemas.openxmlformats.org/officeDocument/2006/relationships" xmlns:p="http://schemas.openxmlformats.org/presentationml/2006/main">
  <p:tag name="NUM" val="5"/>
</p:tagLst>
</file>

<file path=ppt/tags/tag42.xml><?xml version="1.0" encoding="utf-8"?>
<p:tagLst xmlns:a="http://schemas.openxmlformats.org/drawingml/2006/main" xmlns:r="http://schemas.openxmlformats.org/officeDocument/2006/relationships" xmlns:p="http://schemas.openxmlformats.org/presentationml/2006/main">
  <p:tag name="NUM" val="6"/>
</p:tagLst>
</file>

<file path=ppt/tags/tag43.xml><?xml version="1.0" encoding="utf-8"?>
<p:tagLst xmlns:a="http://schemas.openxmlformats.org/drawingml/2006/main" xmlns:r="http://schemas.openxmlformats.org/officeDocument/2006/relationships" xmlns:p="http://schemas.openxmlformats.org/presentationml/2006/main">
  <p:tag name="NUM" val="7"/>
</p:tagLst>
</file>

<file path=ppt/tags/tag44.xml><?xml version="1.0" encoding="utf-8"?>
<p:tagLst xmlns:a="http://schemas.openxmlformats.org/drawingml/2006/main" xmlns:r="http://schemas.openxmlformats.org/officeDocument/2006/relationships" xmlns:p="http://schemas.openxmlformats.org/presentationml/2006/main">
  <p:tag name="NUM" val="8"/>
</p:tagLst>
</file>

<file path=ppt/tags/tag45.xml><?xml version="1.0" encoding="utf-8"?>
<p:tagLst xmlns:a="http://schemas.openxmlformats.org/drawingml/2006/main" xmlns:r="http://schemas.openxmlformats.org/officeDocument/2006/relationships" xmlns:p="http://schemas.openxmlformats.org/presentationml/2006/main">
  <p:tag name="NUM" val="9"/>
</p:tagLst>
</file>

<file path=ppt/tags/tag46.xml><?xml version="1.0" encoding="utf-8"?>
<p:tagLst xmlns:a="http://schemas.openxmlformats.org/drawingml/2006/main" xmlns:r="http://schemas.openxmlformats.org/officeDocument/2006/relationships" xmlns:p="http://schemas.openxmlformats.org/presentationml/2006/main">
  <p:tag name="NUM" val="10"/>
</p:tagLst>
</file>

<file path=ppt/tags/tag47.xml><?xml version="1.0" encoding="utf-8"?>
<p:tagLst xmlns:a="http://schemas.openxmlformats.org/drawingml/2006/main" xmlns:r="http://schemas.openxmlformats.org/officeDocument/2006/relationships" xmlns:p="http://schemas.openxmlformats.org/presentationml/2006/main">
  <p:tag name="NUM" val="11"/>
</p:tagLst>
</file>

<file path=ppt/tags/tag48.xml><?xml version="1.0" encoding="utf-8"?>
<p:tagLst xmlns:a="http://schemas.openxmlformats.org/drawingml/2006/main" xmlns:r="http://schemas.openxmlformats.org/officeDocument/2006/relationships" xmlns:p="http://schemas.openxmlformats.org/presentationml/2006/main">
  <p:tag name="NUM" val="12"/>
</p:tagLst>
</file>

<file path=ppt/tags/tag49.xml><?xml version="1.0" encoding="utf-8"?>
<p:tagLst xmlns:a="http://schemas.openxmlformats.org/drawingml/2006/main" xmlns:r="http://schemas.openxmlformats.org/officeDocument/2006/relationships" xmlns:p="http://schemas.openxmlformats.org/presentationml/2006/main">
  <p:tag name="NUM" val="13"/>
</p:tagLst>
</file>

<file path=ppt/tags/tag50.xml><?xml version="1.0" encoding="utf-8"?>
<p:tagLst xmlns:a="http://schemas.openxmlformats.org/drawingml/2006/main" xmlns:r="http://schemas.openxmlformats.org/officeDocument/2006/relationships" xmlns:p="http://schemas.openxmlformats.org/presentationml/2006/main">
  <p:tag name="NUM" val="14"/>
</p:tagLst>
</file>

<file path=ppt/tags/tag51.xml><?xml version="1.0" encoding="utf-8"?>
<p:tagLst xmlns:a="http://schemas.openxmlformats.org/drawingml/2006/main" xmlns:r="http://schemas.openxmlformats.org/officeDocument/2006/relationships" xmlns:p="http://schemas.openxmlformats.org/presentationml/2006/main">
  <p:tag name="NUM" val="15"/>
</p:tagLst>
</file>

<file path=ppt/tags/tag52.xml><?xml version="1.0" encoding="utf-8"?>
<p:tagLst xmlns:a="http://schemas.openxmlformats.org/drawingml/2006/main" xmlns:r="http://schemas.openxmlformats.org/officeDocument/2006/relationships" xmlns:p="http://schemas.openxmlformats.org/presentationml/2006/main">
  <p:tag name="NUM" val="16"/>
</p:tagLst>
</file>

<file path=ppt/tags/tag53.xml><?xml version="1.0" encoding="utf-8"?>
<p:tagLst xmlns:a="http://schemas.openxmlformats.org/drawingml/2006/main" xmlns:r="http://schemas.openxmlformats.org/officeDocument/2006/relationships" xmlns:p="http://schemas.openxmlformats.org/presentationml/2006/main">
  <p:tag name="NUM" val="17"/>
</p:tagLst>
</file>

<file path=ppt/tags/tag54.xml><?xml version="1.0" encoding="utf-8"?>
<p:tagLst xmlns:a="http://schemas.openxmlformats.org/drawingml/2006/main" xmlns:r="http://schemas.openxmlformats.org/officeDocument/2006/relationships" xmlns:p="http://schemas.openxmlformats.org/presentationml/2006/main">
  <p:tag name="NUM" val="18"/>
</p:tagLst>
</file>

<file path=ppt/tags/tag55.xml><?xml version="1.0" encoding="utf-8"?>
<p:tagLst xmlns:a="http://schemas.openxmlformats.org/drawingml/2006/main" xmlns:r="http://schemas.openxmlformats.org/officeDocument/2006/relationships" xmlns:p="http://schemas.openxmlformats.org/presentationml/2006/main">
  <p:tag name="NUM" val="19"/>
</p:tagLst>
</file>

<file path=ppt/tags/tag56.xml><?xml version="1.0" encoding="utf-8"?>
<p:tagLst xmlns:a="http://schemas.openxmlformats.org/drawingml/2006/main" xmlns:r="http://schemas.openxmlformats.org/officeDocument/2006/relationships" xmlns:p="http://schemas.openxmlformats.org/presentationml/2006/main">
  <p:tag name="NUM" val="20"/>
</p:tagLst>
</file>

<file path=ppt/tags/tag57.xml><?xml version="1.0" encoding="utf-8"?>
<p:tagLst xmlns:a="http://schemas.openxmlformats.org/drawingml/2006/main" xmlns:r="http://schemas.openxmlformats.org/officeDocument/2006/relationships" xmlns:p="http://schemas.openxmlformats.org/presentationml/2006/main">
  <p:tag name="NUM" val="21"/>
</p:tagLst>
</file>

<file path=ppt/tags/tag58.xml><?xml version="1.0" encoding="utf-8"?>
<p:tagLst xmlns:a="http://schemas.openxmlformats.org/drawingml/2006/main" xmlns:r="http://schemas.openxmlformats.org/officeDocument/2006/relationships" xmlns:p="http://schemas.openxmlformats.org/presentationml/2006/main">
  <p:tag name="NUM" val="22"/>
</p:tagLst>
</file>

<file path=ppt/tags/tag59.xml><?xml version="1.0" encoding="utf-8"?>
<p:tagLst xmlns:a="http://schemas.openxmlformats.org/drawingml/2006/main" xmlns:r="http://schemas.openxmlformats.org/officeDocument/2006/relationships" xmlns:p="http://schemas.openxmlformats.org/presentationml/2006/main">
  <p:tag name="NUM" val="23"/>
</p:tagLst>
</file>

<file path=ppt/tags/tag60.xml><?xml version="1.0" encoding="utf-8"?>
<p:tagLst xmlns:a="http://schemas.openxmlformats.org/drawingml/2006/main" xmlns:r="http://schemas.openxmlformats.org/officeDocument/2006/relationships" xmlns:p="http://schemas.openxmlformats.org/presentationml/2006/main">
  <p:tag name="NUM" val="24"/>
</p:tagLst>
</file>

<file path=ppt/tags/tag61.xml><?xml version="1.0" encoding="utf-8"?>
<p:tagLst xmlns:a="http://schemas.openxmlformats.org/drawingml/2006/main" xmlns:r="http://schemas.openxmlformats.org/officeDocument/2006/relationships" xmlns:p="http://schemas.openxmlformats.org/presentationml/2006/main">
  <p:tag name="NUM" val="25"/>
</p:tagLst>
</file>

<file path=ppt/tags/tag62.xml><?xml version="1.0" encoding="utf-8"?>
<p:tagLst xmlns:a="http://schemas.openxmlformats.org/drawingml/2006/main" xmlns:r="http://schemas.openxmlformats.org/officeDocument/2006/relationships" xmlns:p="http://schemas.openxmlformats.org/presentationml/2006/main">
  <p:tag name="NUM" val="26"/>
</p:tagLst>
</file>

<file path=ppt/tags/tag63.xml><?xml version="1.0" encoding="utf-8"?>
<p:tagLst xmlns:a="http://schemas.openxmlformats.org/drawingml/2006/main" xmlns:r="http://schemas.openxmlformats.org/officeDocument/2006/relationships" xmlns:p="http://schemas.openxmlformats.org/presentationml/2006/main">
  <p:tag name="NUM" val="27"/>
</p:tagLst>
</file>

<file path=ppt/tags/tag64.xml><?xml version="1.0" encoding="utf-8"?>
<p:tagLst xmlns:a="http://schemas.openxmlformats.org/drawingml/2006/main" xmlns:r="http://schemas.openxmlformats.org/officeDocument/2006/relationships" xmlns:p="http://schemas.openxmlformats.org/presentationml/2006/main">
  <p:tag name="NUM" val="28"/>
</p:tagLst>
</file>

<file path=ppt/tags/tag65.xml><?xml version="1.0" encoding="utf-8"?>
<p:tagLst xmlns:a="http://schemas.openxmlformats.org/drawingml/2006/main" xmlns:r="http://schemas.openxmlformats.org/officeDocument/2006/relationships" xmlns:p="http://schemas.openxmlformats.org/presentationml/2006/main">
  <p:tag name="NUM" val="29"/>
</p:tagLst>
</file>

<file path=ppt/tags/tag66.xml><?xml version="1.0" encoding="utf-8"?>
<p:tagLst xmlns:a="http://schemas.openxmlformats.org/drawingml/2006/main" xmlns:r="http://schemas.openxmlformats.org/officeDocument/2006/relationships" xmlns:p="http://schemas.openxmlformats.org/presentationml/2006/main">
  <p:tag name="NUM" val="30"/>
</p:tagLst>
</file>

<file path=ppt/tags/tag67.xml><?xml version="1.0" encoding="utf-8"?>
<p:tagLst xmlns:a="http://schemas.openxmlformats.org/drawingml/2006/main" xmlns:r="http://schemas.openxmlformats.org/officeDocument/2006/relationships" xmlns:p="http://schemas.openxmlformats.org/presentationml/2006/main">
  <p:tag name="NUM" val="31"/>
</p:tagLst>
</file>

<file path=ppt/tags/tag68.xml><?xml version="1.0" encoding="utf-8"?>
<p:tagLst xmlns:a="http://schemas.openxmlformats.org/drawingml/2006/main" xmlns:r="http://schemas.openxmlformats.org/officeDocument/2006/relationships" xmlns:p="http://schemas.openxmlformats.org/presentationml/2006/main">
  <p:tag name="NUM" val="32"/>
</p:tagLst>
</file>

<file path=ppt/tags/tag69.xml><?xml version="1.0" encoding="utf-8"?>
<p:tagLst xmlns:a="http://schemas.openxmlformats.org/drawingml/2006/main" xmlns:r="http://schemas.openxmlformats.org/officeDocument/2006/relationships" xmlns:p="http://schemas.openxmlformats.org/presentationml/2006/main">
  <p:tag name="NUM" val="33"/>
</p:tagLst>
</file>

<file path=ppt/tags/tag70.xml><?xml version="1.0" encoding="utf-8"?>
<p:tagLst xmlns:a="http://schemas.openxmlformats.org/drawingml/2006/main" xmlns:r="http://schemas.openxmlformats.org/officeDocument/2006/relationships" xmlns:p="http://schemas.openxmlformats.org/presentationml/2006/main">
  <p:tag name="NUM" val="1"/>
</p:tagLst>
</file>

<file path=ppt/tags/tag71.xml><?xml version="1.0" encoding="utf-8"?>
<p:tagLst xmlns:a="http://schemas.openxmlformats.org/drawingml/2006/main" xmlns:r="http://schemas.openxmlformats.org/officeDocument/2006/relationships" xmlns:p="http://schemas.openxmlformats.org/presentationml/2006/main">
  <p:tag name="NUM" val="2"/>
</p:tagLst>
</file>

<file path=ppt/tags/tag72.xml><?xml version="1.0" encoding="utf-8"?>
<p:tagLst xmlns:a="http://schemas.openxmlformats.org/drawingml/2006/main" xmlns:r="http://schemas.openxmlformats.org/officeDocument/2006/relationships" xmlns:p="http://schemas.openxmlformats.org/presentationml/2006/main">
  <p:tag name="NUM" val="3"/>
</p:tagLst>
</file>

<file path=ppt/tags/tag73.xml><?xml version="1.0" encoding="utf-8"?>
<p:tagLst xmlns:a="http://schemas.openxmlformats.org/drawingml/2006/main" xmlns:r="http://schemas.openxmlformats.org/officeDocument/2006/relationships" xmlns:p="http://schemas.openxmlformats.org/presentationml/2006/main">
  <p:tag name="NUM" val="4"/>
</p:tagLst>
</file>

<file path=ppt/tags/tag74.xml><?xml version="1.0" encoding="utf-8"?>
<p:tagLst xmlns:a="http://schemas.openxmlformats.org/drawingml/2006/main" xmlns:r="http://schemas.openxmlformats.org/officeDocument/2006/relationships" xmlns:p="http://schemas.openxmlformats.org/presentationml/2006/main">
  <p:tag name="NUM" val="5"/>
</p:tagLst>
</file>

<file path=ppt/tags/tag75.xml><?xml version="1.0" encoding="utf-8"?>
<p:tagLst xmlns:a="http://schemas.openxmlformats.org/drawingml/2006/main" xmlns:r="http://schemas.openxmlformats.org/officeDocument/2006/relationships" xmlns:p="http://schemas.openxmlformats.org/presentationml/2006/main">
  <p:tag name="NUM" val="6"/>
</p:tagLst>
</file>

<file path=ppt/tags/tag76.xml><?xml version="1.0" encoding="utf-8"?>
<p:tagLst xmlns:a="http://schemas.openxmlformats.org/drawingml/2006/main" xmlns:r="http://schemas.openxmlformats.org/officeDocument/2006/relationships" xmlns:p="http://schemas.openxmlformats.org/presentationml/2006/main">
  <p:tag name="NUM" val="7"/>
</p:tagLst>
</file>

<file path=ppt/tags/tag77.xml><?xml version="1.0" encoding="utf-8"?>
<p:tagLst xmlns:a="http://schemas.openxmlformats.org/drawingml/2006/main" xmlns:r="http://schemas.openxmlformats.org/officeDocument/2006/relationships" xmlns:p="http://schemas.openxmlformats.org/presentationml/2006/main">
  <p:tag name="NUM" val="8"/>
</p:tagLst>
</file>

<file path=ppt/tags/tag78.xml><?xml version="1.0" encoding="utf-8"?>
<p:tagLst xmlns:a="http://schemas.openxmlformats.org/drawingml/2006/main" xmlns:r="http://schemas.openxmlformats.org/officeDocument/2006/relationships" xmlns:p="http://schemas.openxmlformats.org/presentationml/2006/main">
  <p:tag name="NUM" val="9"/>
</p:tagLst>
</file>

<file path=ppt/tags/tag79.xml><?xml version="1.0" encoding="utf-8"?>
<p:tagLst xmlns:a="http://schemas.openxmlformats.org/drawingml/2006/main" xmlns:r="http://schemas.openxmlformats.org/officeDocument/2006/relationships" xmlns:p="http://schemas.openxmlformats.org/presentationml/2006/main">
  <p:tag name="NUM" val="10"/>
</p:tagLst>
</file>

<file path=ppt/tags/tag80.xml><?xml version="1.0" encoding="utf-8"?>
<p:tagLst xmlns:a="http://schemas.openxmlformats.org/drawingml/2006/main" xmlns:r="http://schemas.openxmlformats.org/officeDocument/2006/relationships" xmlns:p="http://schemas.openxmlformats.org/presentationml/2006/main">
  <p:tag name="NUM" val="11"/>
</p:tagLst>
</file>

<file path=ppt/tags/tag81.xml><?xml version="1.0" encoding="utf-8"?>
<p:tagLst xmlns:a="http://schemas.openxmlformats.org/drawingml/2006/main" xmlns:r="http://schemas.openxmlformats.org/officeDocument/2006/relationships" xmlns:p="http://schemas.openxmlformats.org/presentationml/2006/main">
  <p:tag name="NUM" val="12"/>
</p:tagLst>
</file>

<file path=ppt/tags/tag82.xml><?xml version="1.0" encoding="utf-8"?>
<p:tagLst xmlns:a="http://schemas.openxmlformats.org/drawingml/2006/main" xmlns:r="http://schemas.openxmlformats.org/officeDocument/2006/relationships" xmlns:p="http://schemas.openxmlformats.org/presentationml/2006/main">
  <p:tag name="NUM" val="13"/>
</p:tagLst>
</file>

<file path=ppt/tags/tag83.xml><?xml version="1.0" encoding="utf-8"?>
<p:tagLst xmlns:a="http://schemas.openxmlformats.org/drawingml/2006/main" xmlns:r="http://schemas.openxmlformats.org/officeDocument/2006/relationships" xmlns:p="http://schemas.openxmlformats.org/presentationml/2006/main">
  <p:tag name="NUM" val="14"/>
</p:tagLst>
</file>

<file path=ppt/tags/tag84.xml><?xml version="1.0" encoding="utf-8"?>
<p:tagLst xmlns:a="http://schemas.openxmlformats.org/drawingml/2006/main" xmlns:r="http://schemas.openxmlformats.org/officeDocument/2006/relationships" xmlns:p="http://schemas.openxmlformats.org/presentationml/2006/main">
  <p:tag name="NUM" val="15"/>
</p:tagLst>
</file>

<file path=ppt/tags/tag85.xml><?xml version="1.0" encoding="utf-8"?>
<p:tagLst xmlns:a="http://schemas.openxmlformats.org/drawingml/2006/main" xmlns:r="http://schemas.openxmlformats.org/officeDocument/2006/relationships" xmlns:p="http://schemas.openxmlformats.org/presentationml/2006/main">
  <p:tag name="NUM" val="16"/>
</p:tagLst>
</file>

<file path=ppt/tags/tag86.xml><?xml version="1.0" encoding="utf-8"?>
<p:tagLst xmlns:a="http://schemas.openxmlformats.org/drawingml/2006/main" xmlns:r="http://schemas.openxmlformats.org/officeDocument/2006/relationships" xmlns:p="http://schemas.openxmlformats.org/presentationml/2006/main">
  <p:tag name="NUM" val="17"/>
</p:tagLst>
</file>

<file path=ppt/tags/tag87.xml><?xml version="1.0" encoding="utf-8"?>
<p:tagLst xmlns:a="http://schemas.openxmlformats.org/drawingml/2006/main" xmlns:r="http://schemas.openxmlformats.org/officeDocument/2006/relationships" xmlns:p="http://schemas.openxmlformats.org/presentationml/2006/main">
  <p:tag name="NUM" val="18"/>
</p:tagLst>
</file>

<file path=ppt/tags/tag88.xml><?xml version="1.0" encoding="utf-8"?>
<p:tagLst xmlns:a="http://schemas.openxmlformats.org/drawingml/2006/main" xmlns:r="http://schemas.openxmlformats.org/officeDocument/2006/relationships" xmlns:p="http://schemas.openxmlformats.org/presentationml/2006/main">
  <p:tag name="NUM" val="19"/>
</p:tagLst>
</file>

<file path=ppt/tags/tag89.xml><?xml version="1.0" encoding="utf-8"?>
<p:tagLst xmlns:a="http://schemas.openxmlformats.org/drawingml/2006/main" xmlns:r="http://schemas.openxmlformats.org/officeDocument/2006/relationships" xmlns:p="http://schemas.openxmlformats.org/presentationml/2006/main">
  <p:tag name="NUM" val="1"/>
</p:tagLst>
</file>

<file path=ppt/tags/tag90.xml><?xml version="1.0" encoding="utf-8"?>
<p:tagLst xmlns:a="http://schemas.openxmlformats.org/drawingml/2006/main" xmlns:r="http://schemas.openxmlformats.org/officeDocument/2006/relationships" xmlns:p="http://schemas.openxmlformats.org/presentationml/2006/main">
  <p:tag name="NUM" val="2"/>
</p:tagLst>
</file>

<file path=ppt/tags/tag91.xml><?xml version="1.0" encoding="utf-8"?>
<p:tagLst xmlns:a="http://schemas.openxmlformats.org/drawingml/2006/main" xmlns:r="http://schemas.openxmlformats.org/officeDocument/2006/relationships" xmlns:p="http://schemas.openxmlformats.org/presentationml/2006/main">
  <p:tag name="NUM" val="3"/>
</p:tagLst>
</file>

<file path=ppt/tags/tag92.xml><?xml version="1.0" encoding="utf-8"?>
<p:tagLst xmlns:a="http://schemas.openxmlformats.org/drawingml/2006/main" xmlns:r="http://schemas.openxmlformats.org/officeDocument/2006/relationships" xmlns:p="http://schemas.openxmlformats.org/presentationml/2006/main">
  <p:tag name="NUM" val="4"/>
</p:tagLst>
</file>

<file path=ppt/tags/tag93.xml><?xml version="1.0" encoding="utf-8"?>
<p:tagLst xmlns:a="http://schemas.openxmlformats.org/drawingml/2006/main" xmlns:r="http://schemas.openxmlformats.org/officeDocument/2006/relationships" xmlns:p="http://schemas.openxmlformats.org/presentationml/2006/main">
  <p:tag name="NUM" val="5"/>
</p:tagLst>
</file>

<file path=ppt/tags/tag94.xml><?xml version="1.0" encoding="utf-8"?>
<p:tagLst xmlns:a="http://schemas.openxmlformats.org/drawingml/2006/main" xmlns:r="http://schemas.openxmlformats.org/officeDocument/2006/relationships" xmlns:p="http://schemas.openxmlformats.org/presentationml/2006/main">
  <p:tag name="NUM" val="6"/>
</p:tagLst>
</file>

<file path=ppt/tags/tag95.xml><?xml version="1.0" encoding="utf-8"?>
<p:tagLst xmlns:a="http://schemas.openxmlformats.org/drawingml/2006/main" xmlns:r="http://schemas.openxmlformats.org/officeDocument/2006/relationships" xmlns:p="http://schemas.openxmlformats.org/presentationml/2006/main">
  <p:tag name="NUM" val="7"/>
</p:tagLst>
</file>

<file path=ppt/tags/tag96.xml><?xml version="1.0" encoding="utf-8"?>
<p:tagLst xmlns:a="http://schemas.openxmlformats.org/drawingml/2006/main" xmlns:r="http://schemas.openxmlformats.org/officeDocument/2006/relationships" xmlns:p="http://schemas.openxmlformats.org/presentationml/2006/main">
  <p:tag name="NUM" val="8"/>
</p:tagLst>
</file>

<file path=ppt/tags/tag97.xml><?xml version="1.0" encoding="utf-8"?>
<p:tagLst xmlns:a="http://schemas.openxmlformats.org/drawingml/2006/main" xmlns:r="http://schemas.openxmlformats.org/officeDocument/2006/relationships" xmlns:p="http://schemas.openxmlformats.org/presentationml/2006/main">
  <p:tag name="NUM" val="9"/>
</p:tagLst>
</file>

<file path=ppt/tags/tag98.xml><?xml version="1.0" encoding="utf-8"?>
<p:tagLst xmlns:a="http://schemas.openxmlformats.org/drawingml/2006/main" xmlns:r="http://schemas.openxmlformats.org/officeDocument/2006/relationships" xmlns:p="http://schemas.openxmlformats.org/presentationml/2006/main">
  <p:tag name="NUM" val="10"/>
</p:tagLst>
</file>

<file path=ppt/tags/tag99.xml><?xml version="1.0" encoding="utf-8"?>
<p:tagLst xmlns:a="http://schemas.openxmlformats.org/drawingml/2006/main" xmlns:r="http://schemas.openxmlformats.org/officeDocument/2006/relationships" xmlns:p="http://schemas.openxmlformats.org/presentationml/2006/main">
  <p:tag name="NUM" val="11"/>
</p:tagLst>
</file>

<file path=ppt/tags/tag100.xml><?xml version="1.0" encoding="utf-8"?>
<p:tagLst xmlns:a="http://schemas.openxmlformats.org/drawingml/2006/main" xmlns:r="http://schemas.openxmlformats.org/officeDocument/2006/relationships" xmlns:p="http://schemas.openxmlformats.org/presentationml/2006/main">
  <p:tag name="NUM" val="12"/>
</p:tagLst>
</file>

<file path=ppt/tags/tag101.xml><?xml version="1.0" encoding="utf-8"?>
<p:tagLst xmlns:a="http://schemas.openxmlformats.org/drawingml/2006/main" xmlns:r="http://schemas.openxmlformats.org/officeDocument/2006/relationships" xmlns:p="http://schemas.openxmlformats.org/presentationml/2006/main">
  <p:tag name="NUM" val="13"/>
</p:tagLst>
</file>

<file path=ppt/tags/tag102.xml><?xml version="1.0" encoding="utf-8"?>
<p:tagLst xmlns:a="http://schemas.openxmlformats.org/drawingml/2006/main" xmlns:r="http://schemas.openxmlformats.org/officeDocument/2006/relationships" xmlns:p="http://schemas.openxmlformats.org/presentationml/2006/main">
  <p:tag name="NUM" val="14"/>
</p:tagLst>
</file>

<file path=ppt/tags/tag103.xml><?xml version="1.0" encoding="utf-8"?>
<p:tagLst xmlns:a="http://schemas.openxmlformats.org/drawingml/2006/main" xmlns:r="http://schemas.openxmlformats.org/officeDocument/2006/relationships" xmlns:p="http://schemas.openxmlformats.org/presentationml/2006/main">
  <p:tag name="NUM" val="15"/>
</p:tagLst>
</file>

<file path=ppt/tags/tag104.xml><?xml version="1.0" encoding="utf-8"?>
<p:tagLst xmlns:a="http://schemas.openxmlformats.org/drawingml/2006/main" xmlns:r="http://schemas.openxmlformats.org/officeDocument/2006/relationships" xmlns:p="http://schemas.openxmlformats.org/presentationml/2006/main">
  <p:tag name="NUM" val="16"/>
</p:tagLst>
</file>

<file path=ppt/tags/tag105.xml><?xml version="1.0" encoding="utf-8"?>
<p:tagLst xmlns:a="http://schemas.openxmlformats.org/drawingml/2006/main" xmlns:r="http://schemas.openxmlformats.org/officeDocument/2006/relationships" xmlns:p="http://schemas.openxmlformats.org/presentationml/2006/main">
  <p:tag name="NUM" val="17"/>
</p:tagLst>
</file>

<file path=ppt/tags/tag106.xml><?xml version="1.0" encoding="utf-8"?>
<p:tagLst xmlns:a="http://schemas.openxmlformats.org/drawingml/2006/main" xmlns:r="http://schemas.openxmlformats.org/officeDocument/2006/relationships" xmlns:p="http://schemas.openxmlformats.org/presentationml/2006/main">
  <p:tag name="NUM" val="18"/>
</p:tagLst>
</file>

<file path=ppt/tags/tag107.xml><?xml version="1.0" encoding="utf-8"?>
<p:tagLst xmlns:a="http://schemas.openxmlformats.org/drawingml/2006/main" xmlns:r="http://schemas.openxmlformats.org/officeDocument/2006/relationships" xmlns:p="http://schemas.openxmlformats.org/presentationml/2006/main">
  <p:tag name="NUM" val="19"/>
</p:tagLst>
</file>

<file path=ppt/tags/tag108.xml><?xml version="1.0" encoding="utf-8"?>
<p:tagLst xmlns:a="http://schemas.openxmlformats.org/drawingml/2006/main" xmlns:r="http://schemas.openxmlformats.org/officeDocument/2006/relationships" xmlns:p="http://schemas.openxmlformats.org/presentationml/2006/main">
  <p:tag name="NUM" val="20"/>
</p:tagLst>
</file>

<file path=ppt/tags/tag109.xml><?xml version="1.0" encoding="utf-8"?>
<p:tagLst xmlns:a="http://schemas.openxmlformats.org/drawingml/2006/main" xmlns:r="http://schemas.openxmlformats.org/officeDocument/2006/relationships" xmlns:p="http://schemas.openxmlformats.org/presentationml/2006/main">
  <p:tag name="NUM" val="21"/>
</p:tagLst>
</file>

<file path=ppt/tags/tag110.xml><?xml version="1.0" encoding="utf-8"?>
<p:tagLst xmlns:a="http://schemas.openxmlformats.org/drawingml/2006/main" xmlns:r="http://schemas.openxmlformats.org/officeDocument/2006/relationships" xmlns:p="http://schemas.openxmlformats.org/presentationml/2006/main">
  <p:tag name="NUM" val="22"/>
</p:tagLst>
</file>

<file path=ppt/tags/tag111.xml><?xml version="1.0" encoding="utf-8"?>
<p:tagLst xmlns:a="http://schemas.openxmlformats.org/drawingml/2006/main" xmlns:r="http://schemas.openxmlformats.org/officeDocument/2006/relationships" xmlns:p="http://schemas.openxmlformats.org/presentationml/2006/main">
  <p:tag name="NUM" val="23"/>
</p:tagLst>
</file>

<file path=ppt/tags/tag112.xml><?xml version="1.0" encoding="utf-8"?>
<p:tagLst xmlns:a="http://schemas.openxmlformats.org/drawingml/2006/main" xmlns:r="http://schemas.openxmlformats.org/officeDocument/2006/relationships" xmlns:p="http://schemas.openxmlformats.org/presentationml/2006/main">
  <p:tag name="NUM" val="24"/>
</p:tagLst>
</file>

<file path=ppt/tags/tag113.xml><?xml version="1.0" encoding="utf-8"?>
<p:tagLst xmlns:a="http://schemas.openxmlformats.org/drawingml/2006/main" xmlns:r="http://schemas.openxmlformats.org/officeDocument/2006/relationships" xmlns:p="http://schemas.openxmlformats.org/presentationml/2006/main">
  <p:tag name="NUM" val="25"/>
</p:tagLst>
</file>

<file path=ppt/tags/tag114.xml><?xml version="1.0" encoding="utf-8"?>
<p:tagLst xmlns:a="http://schemas.openxmlformats.org/drawingml/2006/main" xmlns:r="http://schemas.openxmlformats.org/officeDocument/2006/relationships" xmlns:p="http://schemas.openxmlformats.org/presentationml/2006/main">
  <p:tag name="NUM" val="26"/>
</p:tagLst>
</file>

<file path=ppt/tags/tag115.xml><?xml version="1.0" encoding="utf-8"?>
<p:tagLst xmlns:a="http://schemas.openxmlformats.org/drawingml/2006/main" xmlns:r="http://schemas.openxmlformats.org/officeDocument/2006/relationships" xmlns:p="http://schemas.openxmlformats.org/presentationml/2006/main">
  <p:tag name="NUM" val="27"/>
</p:tagLst>
</file>

<file path=ppt/tags/tag116.xml><?xml version="1.0" encoding="utf-8"?>
<p:tagLst xmlns:a="http://schemas.openxmlformats.org/drawingml/2006/main" xmlns:r="http://schemas.openxmlformats.org/officeDocument/2006/relationships" xmlns:p="http://schemas.openxmlformats.org/presentationml/2006/main">
  <p:tag name="NUM" val="28"/>
</p:tagLst>
</file>

<file path=ppt/tags/tag117.xml><?xml version="1.0" encoding="utf-8"?>
<p:tagLst xmlns:a="http://schemas.openxmlformats.org/drawingml/2006/main" xmlns:r="http://schemas.openxmlformats.org/officeDocument/2006/relationships" xmlns:p="http://schemas.openxmlformats.org/presentationml/2006/main">
  <p:tag name="NUM" val="1"/>
</p:tagLst>
</file>

<file path=ppt/tags/tag118.xml><?xml version="1.0" encoding="utf-8"?>
<p:tagLst xmlns:a="http://schemas.openxmlformats.org/drawingml/2006/main" xmlns:r="http://schemas.openxmlformats.org/officeDocument/2006/relationships" xmlns:p="http://schemas.openxmlformats.org/presentationml/2006/main">
  <p:tag name="NUM" val="2"/>
</p:tagLst>
</file>

<file path=ppt/tags/tag119.xml><?xml version="1.0" encoding="utf-8"?>
<p:tagLst xmlns:a="http://schemas.openxmlformats.org/drawingml/2006/main" xmlns:r="http://schemas.openxmlformats.org/officeDocument/2006/relationships" xmlns:p="http://schemas.openxmlformats.org/presentationml/2006/main">
  <p:tag name="NUM" val="3"/>
</p:tagLst>
</file>

<file path=ppt/tags/tag120.xml><?xml version="1.0" encoding="utf-8"?>
<p:tagLst xmlns:a="http://schemas.openxmlformats.org/drawingml/2006/main" xmlns:r="http://schemas.openxmlformats.org/officeDocument/2006/relationships" xmlns:p="http://schemas.openxmlformats.org/presentationml/2006/main">
  <p:tag name="NUM" val="4"/>
</p:tagLst>
</file>

<file path=ppt/tags/tag121.xml><?xml version="1.0" encoding="utf-8"?>
<p:tagLst xmlns:a="http://schemas.openxmlformats.org/drawingml/2006/main" xmlns:r="http://schemas.openxmlformats.org/officeDocument/2006/relationships" xmlns:p="http://schemas.openxmlformats.org/presentationml/2006/main">
  <p:tag name="NUM" val="5"/>
</p:tagLst>
</file>

<file path=ppt/tags/tag122.xml><?xml version="1.0" encoding="utf-8"?>
<p:tagLst xmlns:a="http://schemas.openxmlformats.org/drawingml/2006/main" xmlns:r="http://schemas.openxmlformats.org/officeDocument/2006/relationships" xmlns:p="http://schemas.openxmlformats.org/presentationml/2006/main">
  <p:tag name="NUM" val="6"/>
</p:tagLst>
</file>

<file path=ppt/tags/tag123.xml><?xml version="1.0" encoding="utf-8"?>
<p:tagLst xmlns:a="http://schemas.openxmlformats.org/drawingml/2006/main" xmlns:r="http://schemas.openxmlformats.org/officeDocument/2006/relationships" xmlns:p="http://schemas.openxmlformats.org/presentationml/2006/main">
  <p:tag name="NUM" val="7"/>
</p:tagLst>
</file>

<file path=ppt/tags/tag124.xml><?xml version="1.0" encoding="utf-8"?>
<p:tagLst xmlns:a="http://schemas.openxmlformats.org/drawingml/2006/main" xmlns:r="http://schemas.openxmlformats.org/officeDocument/2006/relationships" xmlns:p="http://schemas.openxmlformats.org/presentationml/2006/main">
  <p:tag name="NUM" val="8"/>
</p:tagLst>
</file>

<file path=ppt/tags/tag125.xml><?xml version="1.0" encoding="utf-8"?>
<p:tagLst xmlns:a="http://schemas.openxmlformats.org/drawingml/2006/main" xmlns:r="http://schemas.openxmlformats.org/officeDocument/2006/relationships" xmlns:p="http://schemas.openxmlformats.org/presentationml/2006/main">
  <p:tag name="NUM" val="9"/>
</p:tagLst>
</file>

<file path=ppt/tags/tag126.xml><?xml version="1.0" encoding="utf-8"?>
<p:tagLst xmlns:a="http://schemas.openxmlformats.org/drawingml/2006/main" xmlns:r="http://schemas.openxmlformats.org/officeDocument/2006/relationships" xmlns:p="http://schemas.openxmlformats.org/presentationml/2006/main">
  <p:tag name="NUM" val="10"/>
</p:tagLst>
</file>

<file path=ppt/tags/tag127.xml><?xml version="1.0" encoding="utf-8"?>
<p:tagLst xmlns:a="http://schemas.openxmlformats.org/drawingml/2006/main" xmlns:r="http://schemas.openxmlformats.org/officeDocument/2006/relationships" xmlns:p="http://schemas.openxmlformats.org/presentationml/2006/main">
  <p:tag name="NUM" val="11"/>
</p:tagLst>
</file>

<file path=ppt/tags/tag128.xml><?xml version="1.0" encoding="utf-8"?>
<p:tagLst xmlns:a="http://schemas.openxmlformats.org/drawingml/2006/main" xmlns:r="http://schemas.openxmlformats.org/officeDocument/2006/relationships" xmlns:p="http://schemas.openxmlformats.org/presentationml/2006/main">
  <p:tag name="NUM" val="12"/>
</p:tagLst>
</file>

<file path=ppt/tags/tag129.xml><?xml version="1.0" encoding="utf-8"?>
<p:tagLst xmlns:a="http://schemas.openxmlformats.org/drawingml/2006/main" xmlns:r="http://schemas.openxmlformats.org/officeDocument/2006/relationships" xmlns:p="http://schemas.openxmlformats.org/presentationml/2006/main">
  <p:tag name="NUM" val="13"/>
</p:tagLst>
</file>

<file path=ppt/tags/tag130.xml><?xml version="1.0" encoding="utf-8"?>
<p:tagLst xmlns:a="http://schemas.openxmlformats.org/drawingml/2006/main" xmlns:r="http://schemas.openxmlformats.org/officeDocument/2006/relationships" xmlns:p="http://schemas.openxmlformats.org/presentationml/2006/main">
  <p:tag name="NUM" val="14"/>
</p:tagLst>
</file>

<file path=ppt/tags/tag131.xml><?xml version="1.0" encoding="utf-8"?>
<p:tagLst xmlns:a="http://schemas.openxmlformats.org/drawingml/2006/main" xmlns:r="http://schemas.openxmlformats.org/officeDocument/2006/relationships" xmlns:p="http://schemas.openxmlformats.org/presentationml/2006/main">
  <p:tag name="NUM" val="15"/>
</p:tagLst>
</file>

<file path=ppt/tags/tag132.xml><?xml version="1.0" encoding="utf-8"?>
<p:tagLst xmlns:a="http://schemas.openxmlformats.org/drawingml/2006/main" xmlns:r="http://schemas.openxmlformats.org/officeDocument/2006/relationships" xmlns:p="http://schemas.openxmlformats.org/presentationml/2006/main">
  <p:tag name="NUM" val="16"/>
</p:tagLst>
</file>

<file path=ppt/tags/tag133.xml><?xml version="1.0" encoding="utf-8"?>
<p:tagLst xmlns:a="http://schemas.openxmlformats.org/drawingml/2006/main" xmlns:r="http://schemas.openxmlformats.org/officeDocument/2006/relationships" xmlns:p="http://schemas.openxmlformats.org/presentationml/2006/main">
  <p:tag name="NUM" val="17"/>
</p:tagLst>
</file>

<file path=ppt/tags/tag134.xml><?xml version="1.0" encoding="utf-8"?>
<p:tagLst xmlns:a="http://schemas.openxmlformats.org/drawingml/2006/main" xmlns:r="http://schemas.openxmlformats.org/officeDocument/2006/relationships" xmlns:p="http://schemas.openxmlformats.org/presentationml/2006/main">
  <p:tag name="NUM" val="18"/>
</p:tagLst>
</file>

<file path=ppt/tags/tag135.xml><?xml version="1.0" encoding="utf-8"?>
<p:tagLst xmlns:a="http://schemas.openxmlformats.org/drawingml/2006/main" xmlns:r="http://schemas.openxmlformats.org/officeDocument/2006/relationships" xmlns:p="http://schemas.openxmlformats.org/presentationml/2006/main">
  <p:tag name="NUM" val="19"/>
</p:tagLst>
</file>

<file path=ppt/tags/tag136.xml><?xml version="1.0" encoding="utf-8"?>
<p:tagLst xmlns:a="http://schemas.openxmlformats.org/drawingml/2006/main" xmlns:r="http://schemas.openxmlformats.org/officeDocument/2006/relationships" xmlns:p="http://schemas.openxmlformats.org/presentationml/2006/main">
  <p:tag name="NUM" val="20"/>
</p:tagLst>
</file>

<file path=ppt/tags/tag137.xml><?xml version="1.0" encoding="utf-8"?>
<p:tagLst xmlns:a="http://schemas.openxmlformats.org/drawingml/2006/main" xmlns:r="http://schemas.openxmlformats.org/officeDocument/2006/relationships" xmlns:p="http://schemas.openxmlformats.org/presentationml/2006/main">
  <p:tag name="NUM" val="21"/>
</p:tagLst>
</file>

<file path=ppt/tags/tag138.xml><?xml version="1.0" encoding="utf-8"?>
<p:tagLst xmlns:a="http://schemas.openxmlformats.org/drawingml/2006/main" xmlns:r="http://schemas.openxmlformats.org/officeDocument/2006/relationships" xmlns:p="http://schemas.openxmlformats.org/presentationml/2006/main">
  <p:tag name="NUM" val="22"/>
</p:tagLst>
</file>

<file path=ppt/tags/tag139.xml><?xml version="1.0" encoding="utf-8"?>
<p:tagLst xmlns:a="http://schemas.openxmlformats.org/drawingml/2006/main" xmlns:r="http://schemas.openxmlformats.org/officeDocument/2006/relationships" xmlns:p="http://schemas.openxmlformats.org/presentationml/2006/main">
  <p:tag name="NUM" val="23"/>
</p:tagLst>
</file>

<file path=ppt/tags/tag140.xml><?xml version="1.0" encoding="utf-8"?>
<p:tagLst xmlns:a="http://schemas.openxmlformats.org/drawingml/2006/main" xmlns:r="http://schemas.openxmlformats.org/officeDocument/2006/relationships" xmlns:p="http://schemas.openxmlformats.org/presentationml/2006/main">
  <p:tag name="NUM" val="24"/>
</p:tagLst>
</file>

<file path=ppt/tags/tag141.xml><?xml version="1.0" encoding="utf-8"?>
<p:tagLst xmlns:a="http://schemas.openxmlformats.org/drawingml/2006/main" xmlns:r="http://schemas.openxmlformats.org/officeDocument/2006/relationships" xmlns:p="http://schemas.openxmlformats.org/presentationml/2006/main">
  <p:tag name="NUM" val="26"/>
</p:tagLst>
</file>

<file path=ppt/tags/tag142.xml><?xml version="1.0" encoding="utf-8"?>
<p:tagLst xmlns:a="http://schemas.openxmlformats.org/drawingml/2006/main" xmlns:r="http://schemas.openxmlformats.org/officeDocument/2006/relationships" xmlns:p="http://schemas.openxmlformats.org/presentationml/2006/main">
  <p:tag name="NUM" val="27"/>
</p:tagLst>
</file>

<file path=ppt/tags/tag143.xml><?xml version="1.0" encoding="utf-8"?>
<p:tagLst xmlns:a="http://schemas.openxmlformats.org/drawingml/2006/main" xmlns:r="http://schemas.openxmlformats.org/officeDocument/2006/relationships" xmlns:p="http://schemas.openxmlformats.org/presentationml/2006/main">
  <p:tag name="NUM" val="28"/>
</p:tagLst>
</file>

<file path=ppt/tags/tag144.xml><?xml version="1.0" encoding="utf-8"?>
<p:tagLst xmlns:a="http://schemas.openxmlformats.org/drawingml/2006/main" xmlns:r="http://schemas.openxmlformats.org/officeDocument/2006/relationships" xmlns:p="http://schemas.openxmlformats.org/presentationml/2006/main">
  <p:tag name="NUM" val="29"/>
</p:tagLst>
</file>

<file path=ppt/tags/tag145.xml><?xml version="1.0" encoding="utf-8"?>
<p:tagLst xmlns:a="http://schemas.openxmlformats.org/drawingml/2006/main" xmlns:r="http://schemas.openxmlformats.org/officeDocument/2006/relationships" xmlns:p="http://schemas.openxmlformats.org/presentationml/2006/main">
  <p:tag name="NUM" val="30"/>
</p:tagLst>
</file>

<file path=ppt/tags/tag146.xml><?xml version="1.0" encoding="utf-8"?>
<p:tagLst xmlns:a="http://schemas.openxmlformats.org/drawingml/2006/main" xmlns:r="http://schemas.openxmlformats.org/officeDocument/2006/relationships" xmlns:p="http://schemas.openxmlformats.org/presentationml/2006/main">
  <p:tag name="NUM" val="31"/>
</p:tagLst>
</file>

<file path=ppt/tags/tag147.xml><?xml version="1.0" encoding="utf-8"?>
<p:tagLst xmlns:a="http://schemas.openxmlformats.org/drawingml/2006/main" xmlns:r="http://schemas.openxmlformats.org/officeDocument/2006/relationships" xmlns:p="http://schemas.openxmlformats.org/presentationml/2006/main">
  <p:tag name="NUM" val="32"/>
</p:tagLst>
</file>

<file path=ppt/tags/tag148.xml><?xml version="1.0" encoding="utf-8"?>
<p:tagLst xmlns:a="http://schemas.openxmlformats.org/drawingml/2006/main" xmlns:r="http://schemas.openxmlformats.org/officeDocument/2006/relationships" xmlns:p="http://schemas.openxmlformats.org/presentationml/2006/main">
  <p:tag name="NUM" val="33"/>
</p:tagLst>
</file>

<file path=ppt/tags/tag149.xml><?xml version="1.0" encoding="utf-8"?>
<p:tagLst xmlns:a="http://schemas.openxmlformats.org/drawingml/2006/main" xmlns:r="http://schemas.openxmlformats.org/officeDocument/2006/relationships" xmlns:p="http://schemas.openxmlformats.org/presentationml/2006/main">
  <p:tag name="NUM" val="34"/>
</p:tagLst>
</file>

<file path=ppt/tags/tag150.xml><?xml version="1.0" encoding="utf-8"?>
<p:tagLst xmlns:a="http://schemas.openxmlformats.org/drawingml/2006/main" xmlns:r="http://schemas.openxmlformats.org/officeDocument/2006/relationships" xmlns:p="http://schemas.openxmlformats.org/presentationml/2006/main">
  <p:tag name="NUM" val="1"/>
</p:tagLst>
</file>

<file path=ppt/tags/tag151.xml><?xml version="1.0" encoding="utf-8"?>
<p:tagLst xmlns:a="http://schemas.openxmlformats.org/drawingml/2006/main" xmlns:r="http://schemas.openxmlformats.org/officeDocument/2006/relationships" xmlns:p="http://schemas.openxmlformats.org/presentationml/2006/main">
  <p:tag name="NUM" val="2"/>
</p:tagLst>
</file>

<file path=ppt/tags/tag152.xml><?xml version="1.0" encoding="utf-8"?>
<p:tagLst xmlns:a="http://schemas.openxmlformats.org/drawingml/2006/main" xmlns:r="http://schemas.openxmlformats.org/officeDocument/2006/relationships" xmlns:p="http://schemas.openxmlformats.org/presentationml/2006/main">
  <p:tag name="NUM" val="3"/>
</p:tagLst>
</file>

<file path=ppt/tags/tag153.xml><?xml version="1.0" encoding="utf-8"?>
<p:tagLst xmlns:a="http://schemas.openxmlformats.org/drawingml/2006/main" xmlns:r="http://schemas.openxmlformats.org/officeDocument/2006/relationships" xmlns:p="http://schemas.openxmlformats.org/presentationml/2006/main">
  <p:tag name="NUM" val="4"/>
</p:tagLst>
</file>

<file path=ppt/tags/tag154.xml><?xml version="1.0" encoding="utf-8"?>
<p:tagLst xmlns:a="http://schemas.openxmlformats.org/drawingml/2006/main" xmlns:r="http://schemas.openxmlformats.org/officeDocument/2006/relationships" xmlns:p="http://schemas.openxmlformats.org/presentationml/2006/main">
  <p:tag name="NUM" val="5"/>
</p:tagLst>
</file>

<file path=ppt/tags/tag155.xml><?xml version="1.0" encoding="utf-8"?>
<p:tagLst xmlns:a="http://schemas.openxmlformats.org/drawingml/2006/main" xmlns:r="http://schemas.openxmlformats.org/officeDocument/2006/relationships" xmlns:p="http://schemas.openxmlformats.org/presentationml/2006/main">
  <p:tag name="NUM" val="6"/>
</p:tagLst>
</file>

<file path=ppt/tags/tag156.xml><?xml version="1.0" encoding="utf-8"?>
<p:tagLst xmlns:a="http://schemas.openxmlformats.org/drawingml/2006/main" xmlns:r="http://schemas.openxmlformats.org/officeDocument/2006/relationships" xmlns:p="http://schemas.openxmlformats.org/presentationml/2006/main">
  <p:tag name="NUM" val="7"/>
</p:tagLst>
</file>

<file path=ppt/tags/tag157.xml><?xml version="1.0" encoding="utf-8"?>
<p:tagLst xmlns:a="http://schemas.openxmlformats.org/drawingml/2006/main" xmlns:r="http://schemas.openxmlformats.org/officeDocument/2006/relationships" xmlns:p="http://schemas.openxmlformats.org/presentationml/2006/main">
  <p:tag name="NUM" val="8"/>
</p:tagLst>
</file>

<file path=ppt/tags/tag158.xml><?xml version="1.0" encoding="utf-8"?>
<p:tagLst xmlns:a="http://schemas.openxmlformats.org/drawingml/2006/main" xmlns:r="http://schemas.openxmlformats.org/officeDocument/2006/relationships" xmlns:p="http://schemas.openxmlformats.org/presentationml/2006/main">
  <p:tag name="NUM" val="9"/>
</p:tagLst>
</file>

<file path=ppt/tags/tag159.xml><?xml version="1.0" encoding="utf-8"?>
<p:tagLst xmlns:a="http://schemas.openxmlformats.org/drawingml/2006/main" xmlns:r="http://schemas.openxmlformats.org/officeDocument/2006/relationships" xmlns:p="http://schemas.openxmlformats.org/presentationml/2006/main">
  <p:tag name="NUM" val="10"/>
</p:tagLst>
</file>

<file path=ppt/tags/tag160.xml><?xml version="1.0" encoding="utf-8"?>
<p:tagLst xmlns:a="http://schemas.openxmlformats.org/drawingml/2006/main" xmlns:r="http://schemas.openxmlformats.org/officeDocument/2006/relationships" xmlns:p="http://schemas.openxmlformats.org/presentationml/2006/main">
  <p:tag name="NUM" val="11"/>
</p:tagLst>
</file>

<file path=ppt/tags/tag161.xml><?xml version="1.0" encoding="utf-8"?>
<p:tagLst xmlns:a="http://schemas.openxmlformats.org/drawingml/2006/main" xmlns:r="http://schemas.openxmlformats.org/officeDocument/2006/relationships" xmlns:p="http://schemas.openxmlformats.org/presentationml/2006/main">
  <p:tag name="NUM" val="15"/>
</p:tagLst>
</file>

<file path=ppt/tags/tag162.xml><?xml version="1.0" encoding="utf-8"?>
<p:tagLst xmlns:a="http://schemas.openxmlformats.org/drawingml/2006/main" xmlns:r="http://schemas.openxmlformats.org/officeDocument/2006/relationships" xmlns:p="http://schemas.openxmlformats.org/presentationml/2006/main">
  <p:tag name="NUM" val="16"/>
</p:tagLst>
</file>

<file path=ppt/tags/tag163.xml><?xml version="1.0" encoding="utf-8"?>
<p:tagLst xmlns:a="http://schemas.openxmlformats.org/drawingml/2006/main" xmlns:r="http://schemas.openxmlformats.org/officeDocument/2006/relationships" xmlns:p="http://schemas.openxmlformats.org/presentationml/2006/main">
  <p:tag name="NUM" val="17"/>
</p:tagLst>
</file>

<file path=ppt/tags/tag164.xml><?xml version="1.0" encoding="utf-8"?>
<p:tagLst xmlns:a="http://schemas.openxmlformats.org/drawingml/2006/main" xmlns:r="http://schemas.openxmlformats.org/officeDocument/2006/relationships" xmlns:p="http://schemas.openxmlformats.org/presentationml/2006/main">
  <p:tag name="NUM" val="18"/>
</p:tagLst>
</file>

<file path=ppt/tags/tag165.xml><?xml version="1.0" encoding="utf-8"?>
<p:tagLst xmlns:a="http://schemas.openxmlformats.org/drawingml/2006/main" xmlns:r="http://schemas.openxmlformats.org/officeDocument/2006/relationships" xmlns:p="http://schemas.openxmlformats.org/presentationml/2006/main">
  <p:tag name="NUM" val="19"/>
</p:tagLst>
</file>

<file path=ppt/tags/tag166.xml><?xml version="1.0" encoding="utf-8"?>
<p:tagLst xmlns:a="http://schemas.openxmlformats.org/drawingml/2006/main" xmlns:r="http://schemas.openxmlformats.org/officeDocument/2006/relationships" xmlns:p="http://schemas.openxmlformats.org/presentationml/2006/main">
  <p:tag name="NUM" val="20"/>
</p:tagLst>
</file>

<file path=ppt/tags/tag167.xml><?xml version="1.0" encoding="utf-8"?>
<p:tagLst xmlns:a="http://schemas.openxmlformats.org/drawingml/2006/main" xmlns:r="http://schemas.openxmlformats.org/officeDocument/2006/relationships" xmlns:p="http://schemas.openxmlformats.org/presentationml/2006/main">
  <p:tag name="NUM" val="21"/>
</p:tagLst>
</file>

<file path=ppt/tags/tag168.xml><?xml version="1.0" encoding="utf-8"?>
<p:tagLst xmlns:a="http://schemas.openxmlformats.org/drawingml/2006/main" xmlns:r="http://schemas.openxmlformats.org/officeDocument/2006/relationships" xmlns:p="http://schemas.openxmlformats.org/presentationml/2006/main">
  <p:tag name="NUM" val="22"/>
</p:tagLst>
</file>

<file path=ppt/tags/tag169.xml><?xml version="1.0" encoding="utf-8"?>
<p:tagLst xmlns:a="http://schemas.openxmlformats.org/drawingml/2006/main" xmlns:r="http://schemas.openxmlformats.org/officeDocument/2006/relationships" xmlns:p="http://schemas.openxmlformats.org/presentationml/2006/main">
  <p:tag name="NUM" val="23"/>
</p:tagLst>
</file>

<file path=ppt/tags/tag170.xml><?xml version="1.0" encoding="utf-8"?>
<p:tagLst xmlns:a="http://schemas.openxmlformats.org/drawingml/2006/main" xmlns:r="http://schemas.openxmlformats.org/officeDocument/2006/relationships" xmlns:p="http://schemas.openxmlformats.org/presentationml/2006/main">
  <p:tag name="NUM" val="24"/>
</p:tagLst>
</file>

<file path=ppt/tags/tag171.xml><?xml version="1.0" encoding="utf-8"?>
<p:tagLst xmlns:a="http://schemas.openxmlformats.org/drawingml/2006/main" xmlns:r="http://schemas.openxmlformats.org/officeDocument/2006/relationships" xmlns:p="http://schemas.openxmlformats.org/presentationml/2006/main">
  <p:tag name="NUM" val="25"/>
</p:tagLst>
</file>

<file path=ppt/tags/tag172.xml><?xml version="1.0" encoding="utf-8"?>
<p:tagLst xmlns:a="http://schemas.openxmlformats.org/drawingml/2006/main" xmlns:r="http://schemas.openxmlformats.org/officeDocument/2006/relationships" xmlns:p="http://schemas.openxmlformats.org/presentationml/2006/main">
  <p:tag name="NUM" val="26"/>
</p:tagLst>
</file>

<file path=ppt/tags/tag173.xml><?xml version="1.0" encoding="utf-8"?>
<p:tagLst xmlns:a="http://schemas.openxmlformats.org/drawingml/2006/main" xmlns:r="http://schemas.openxmlformats.org/officeDocument/2006/relationships" xmlns:p="http://schemas.openxmlformats.org/presentationml/2006/main">
  <p:tag name="NUM" val="27"/>
</p:tagLst>
</file>

<file path=ppt/tags/tag174.xml><?xml version="1.0" encoding="utf-8"?>
<p:tagLst xmlns:a="http://schemas.openxmlformats.org/drawingml/2006/main" xmlns:r="http://schemas.openxmlformats.org/officeDocument/2006/relationships" xmlns:p="http://schemas.openxmlformats.org/presentationml/2006/main">
  <p:tag name="NUM" val="28"/>
</p:tagLst>
</file>

<file path=ppt/tags/tag175.xml><?xml version="1.0" encoding="utf-8"?>
<p:tagLst xmlns:a="http://schemas.openxmlformats.org/drawingml/2006/main" xmlns:r="http://schemas.openxmlformats.org/officeDocument/2006/relationships" xmlns:p="http://schemas.openxmlformats.org/presentationml/2006/main">
  <p:tag name="NUM" val="29"/>
</p:tagLst>
</file>

<file path=ppt/tags/tag176.xml><?xml version="1.0" encoding="utf-8"?>
<p:tagLst xmlns:a="http://schemas.openxmlformats.org/drawingml/2006/main" xmlns:r="http://schemas.openxmlformats.org/officeDocument/2006/relationships" xmlns:p="http://schemas.openxmlformats.org/presentationml/2006/main">
  <p:tag name="NUM" val="30"/>
</p:tagLst>
</file>

<file path=ppt/tags/tag177.xml><?xml version="1.0" encoding="utf-8"?>
<p:tagLst xmlns:a="http://schemas.openxmlformats.org/drawingml/2006/main" xmlns:r="http://schemas.openxmlformats.org/officeDocument/2006/relationships" xmlns:p="http://schemas.openxmlformats.org/presentationml/2006/main">
  <p:tag name="NUM" val="31"/>
</p:tagLst>
</file>

<file path=ppt/tags/tag178.xml><?xml version="1.0" encoding="utf-8"?>
<p:tagLst xmlns:a="http://schemas.openxmlformats.org/drawingml/2006/main" xmlns:r="http://schemas.openxmlformats.org/officeDocument/2006/relationships" xmlns:p="http://schemas.openxmlformats.org/presentationml/2006/main">
  <p:tag name="NUM" val="32"/>
</p:tagLst>
</file>

<file path=ppt/tags/tag179.xml><?xml version="1.0" encoding="utf-8"?>
<p:tagLst xmlns:a="http://schemas.openxmlformats.org/drawingml/2006/main" xmlns:r="http://schemas.openxmlformats.org/officeDocument/2006/relationships" xmlns:p="http://schemas.openxmlformats.org/presentationml/2006/main">
  <p:tag name="NUM" val="33"/>
</p:tagLst>
</file>

<file path=ppt/tags/tag180.xml><?xml version="1.0" encoding="utf-8"?>
<p:tagLst xmlns:a="http://schemas.openxmlformats.org/drawingml/2006/main" xmlns:r="http://schemas.openxmlformats.org/officeDocument/2006/relationships" xmlns:p="http://schemas.openxmlformats.org/presentationml/2006/main">
  <p:tag name="NUM" val="34"/>
</p:tagLst>
</file>

<file path=ppt/tags/tag181.xml><?xml version="1.0" encoding="utf-8"?>
<p:tagLst xmlns:a="http://schemas.openxmlformats.org/drawingml/2006/main" xmlns:r="http://schemas.openxmlformats.org/officeDocument/2006/relationships" xmlns:p="http://schemas.openxmlformats.org/presentationml/2006/main">
  <p:tag name="NUM" val="15"/>
</p:tagLst>
</file>

<file path=ppt/tags/tag182.xml><?xml version="1.0" encoding="utf-8"?>
<p:tagLst xmlns:a="http://schemas.openxmlformats.org/drawingml/2006/main" xmlns:r="http://schemas.openxmlformats.org/officeDocument/2006/relationships" xmlns:p="http://schemas.openxmlformats.org/presentationml/2006/main">
  <p:tag name="NUM" val="12"/>
</p:tagLst>
</file>

<file path=ppt/tags/tag183.xml><?xml version="1.0" encoding="utf-8"?>
<p:tagLst xmlns:a="http://schemas.openxmlformats.org/drawingml/2006/main" xmlns:r="http://schemas.openxmlformats.org/officeDocument/2006/relationships" xmlns:p="http://schemas.openxmlformats.org/presentationml/2006/main">
  <p:tag name="NUM" val="13"/>
</p:tagLst>
</file>

<file path=ppt/tags/tag184.xml><?xml version="1.0" encoding="utf-8"?>
<p:tagLst xmlns:a="http://schemas.openxmlformats.org/drawingml/2006/main" xmlns:r="http://schemas.openxmlformats.org/officeDocument/2006/relationships" xmlns:p="http://schemas.openxmlformats.org/presentationml/2006/main">
  <p:tag name="NUM" val="14"/>
</p:tagLst>
</file>

<file path=ppt/tags/tag185.xml><?xml version="1.0" encoding="utf-8"?>
<p:tagLst xmlns:a="http://schemas.openxmlformats.org/drawingml/2006/main" xmlns:r="http://schemas.openxmlformats.org/officeDocument/2006/relationships" xmlns:p="http://schemas.openxmlformats.org/presentationml/2006/main">
  <p:tag name="NUM" val="8"/>
</p:tagLst>
</file>

<file path=ppt/tags/tag186.xml><?xml version="1.0" encoding="utf-8"?>
<p:tagLst xmlns:a="http://schemas.openxmlformats.org/drawingml/2006/main" xmlns:r="http://schemas.openxmlformats.org/officeDocument/2006/relationships" xmlns:p="http://schemas.openxmlformats.org/presentationml/2006/main">
  <p:tag name="NUM" val="9"/>
</p:tagLst>
</file>

<file path=ppt/tags/tag187.xml><?xml version="1.0" encoding="utf-8"?>
<p:tagLst xmlns:a="http://schemas.openxmlformats.org/drawingml/2006/main" xmlns:r="http://schemas.openxmlformats.org/officeDocument/2006/relationships" xmlns:p="http://schemas.openxmlformats.org/presentationml/2006/main">
  <p:tag name="NUM" val="10"/>
</p:tagLst>
</file>

<file path=ppt/tags/tag188.xml><?xml version="1.0" encoding="utf-8"?>
<p:tagLst xmlns:a="http://schemas.openxmlformats.org/drawingml/2006/main" xmlns:r="http://schemas.openxmlformats.org/officeDocument/2006/relationships" xmlns:p="http://schemas.openxmlformats.org/presentationml/2006/main">
  <p:tag name="NUM" val="1"/>
</p:tagLst>
</file>

<file path=ppt/tags/tag189.xml><?xml version="1.0" encoding="utf-8"?>
<p:tagLst xmlns:a="http://schemas.openxmlformats.org/drawingml/2006/main" xmlns:r="http://schemas.openxmlformats.org/officeDocument/2006/relationships" xmlns:p="http://schemas.openxmlformats.org/presentationml/2006/main">
  <p:tag name="NUM" val="2"/>
</p:tagLst>
</file>

<file path=ppt/tags/tag190.xml><?xml version="1.0" encoding="utf-8"?>
<p:tagLst xmlns:a="http://schemas.openxmlformats.org/drawingml/2006/main" xmlns:r="http://schemas.openxmlformats.org/officeDocument/2006/relationships" xmlns:p="http://schemas.openxmlformats.org/presentationml/2006/main">
  <p:tag name="NUM" val="3"/>
</p:tagLst>
</file>

<file path=ppt/tags/tag191.xml><?xml version="1.0" encoding="utf-8"?>
<p:tagLst xmlns:a="http://schemas.openxmlformats.org/drawingml/2006/main" xmlns:r="http://schemas.openxmlformats.org/officeDocument/2006/relationships" xmlns:p="http://schemas.openxmlformats.org/presentationml/2006/main">
  <p:tag name="NUM" val="4"/>
</p:tagLst>
</file>

<file path=ppt/tags/tag192.xml><?xml version="1.0" encoding="utf-8"?>
<p:tagLst xmlns:a="http://schemas.openxmlformats.org/drawingml/2006/main" xmlns:r="http://schemas.openxmlformats.org/officeDocument/2006/relationships" xmlns:p="http://schemas.openxmlformats.org/presentationml/2006/main">
  <p:tag name="NUM" val="5"/>
</p:tagLst>
</file>

<file path=ppt/tags/tag193.xml><?xml version="1.0" encoding="utf-8"?>
<p:tagLst xmlns:a="http://schemas.openxmlformats.org/drawingml/2006/main" xmlns:r="http://schemas.openxmlformats.org/officeDocument/2006/relationships" xmlns:p="http://schemas.openxmlformats.org/presentationml/2006/main">
  <p:tag name="NUM" val="6"/>
</p:tagLst>
</file>

<file path=ppt/tags/tag194.xml><?xml version="1.0" encoding="utf-8"?>
<p:tagLst xmlns:a="http://schemas.openxmlformats.org/drawingml/2006/main" xmlns:r="http://schemas.openxmlformats.org/officeDocument/2006/relationships" xmlns:p="http://schemas.openxmlformats.org/presentationml/2006/main">
  <p:tag name="NUM" val="7"/>
</p:tagLst>
</file>

<file path=ppt/tags/tag195.xml><?xml version="1.0" encoding="utf-8"?>
<p:tagLst xmlns:a="http://schemas.openxmlformats.org/drawingml/2006/main" xmlns:r="http://schemas.openxmlformats.org/officeDocument/2006/relationships" xmlns:p="http://schemas.openxmlformats.org/presentationml/2006/main">
  <p:tag name="NUM" val="8"/>
</p:tagLst>
</file>

<file path=ppt/tags/tag196.xml><?xml version="1.0" encoding="utf-8"?>
<p:tagLst xmlns:a="http://schemas.openxmlformats.org/drawingml/2006/main" xmlns:r="http://schemas.openxmlformats.org/officeDocument/2006/relationships" xmlns:p="http://schemas.openxmlformats.org/presentationml/2006/main">
  <p:tag name="NUM" val="9"/>
</p:tagLst>
</file>

<file path=ppt/tags/tag197.xml><?xml version="1.0" encoding="utf-8"?>
<p:tagLst xmlns:a="http://schemas.openxmlformats.org/drawingml/2006/main" xmlns:r="http://schemas.openxmlformats.org/officeDocument/2006/relationships" xmlns:p="http://schemas.openxmlformats.org/presentationml/2006/main">
  <p:tag name="NUM" val="10"/>
</p:tagLst>
</file>

<file path=ppt/tags/tag198.xml><?xml version="1.0" encoding="utf-8"?>
<p:tagLst xmlns:a="http://schemas.openxmlformats.org/drawingml/2006/main" xmlns:r="http://schemas.openxmlformats.org/officeDocument/2006/relationships" xmlns:p="http://schemas.openxmlformats.org/presentationml/2006/main">
  <p:tag name="NUM" val="11"/>
</p:tagLst>
</file>

<file path=ppt/tags/tag199.xml><?xml version="1.0" encoding="utf-8"?>
<p:tagLst xmlns:a="http://schemas.openxmlformats.org/drawingml/2006/main" xmlns:r="http://schemas.openxmlformats.org/officeDocument/2006/relationships" xmlns:p="http://schemas.openxmlformats.org/presentationml/2006/main">
  <p:tag name="NUM" val="12"/>
</p:tagLst>
</file>

<file path=ppt/tags/tag200.xml><?xml version="1.0" encoding="utf-8"?>
<p:tagLst xmlns:a="http://schemas.openxmlformats.org/drawingml/2006/main" xmlns:r="http://schemas.openxmlformats.org/officeDocument/2006/relationships" xmlns:p="http://schemas.openxmlformats.org/presentationml/2006/main">
  <p:tag name="NUM" val="13"/>
</p:tagLst>
</file>

<file path=ppt/tags/tag201.xml><?xml version="1.0" encoding="utf-8"?>
<p:tagLst xmlns:a="http://schemas.openxmlformats.org/drawingml/2006/main" xmlns:r="http://schemas.openxmlformats.org/officeDocument/2006/relationships" xmlns:p="http://schemas.openxmlformats.org/presentationml/2006/main">
  <p:tag name="NUM" val="14"/>
</p:tagLst>
</file>

<file path=ppt/tags/tag202.xml><?xml version="1.0" encoding="utf-8"?>
<p:tagLst xmlns:a="http://schemas.openxmlformats.org/drawingml/2006/main" xmlns:r="http://schemas.openxmlformats.org/officeDocument/2006/relationships" xmlns:p="http://schemas.openxmlformats.org/presentationml/2006/main">
  <p:tag name="NUM" val="15"/>
</p:tagLst>
</file>

<file path=ppt/tags/tag203.xml><?xml version="1.0" encoding="utf-8"?>
<p:tagLst xmlns:a="http://schemas.openxmlformats.org/drawingml/2006/main" xmlns:r="http://schemas.openxmlformats.org/officeDocument/2006/relationships" xmlns:p="http://schemas.openxmlformats.org/presentationml/2006/main">
  <p:tag name="NUM" val="16"/>
</p:tagLst>
</file>

<file path=ppt/tags/tag204.xml><?xml version="1.0" encoding="utf-8"?>
<p:tagLst xmlns:a="http://schemas.openxmlformats.org/drawingml/2006/main" xmlns:r="http://schemas.openxmlformats.org/officeDocument/2006/relationships" xmlns:p="http://schemas.openxmlformats.org/presentationml/2006/main">
  <p:tag name="NUM" val="17"/>
</p:tagLst>
</file>

<file path=ppt/tags/tag205.xml><?xml version="1.0" encoding="utf-8"?>
<p:tagLst xmlns:a="http://schemas.openxmlformats.org/drawingml/2006/main" xmlns:r="http://schemas.openxmlformats.org/officeDocument/2006/relationships" xmlns:p="http://schemas.openxmlformats.org/presentationml/2006/main">
  <p:tag name="NUM" val="18"/>
</p:tagLst>
</file>

<file path=ppt/tags/tag206.xml><?xml version="1.0" encoding="utf-8"?>
<p:tagLst xmlns:a="http://schemas.openxmlformats.org/drawingml/2006/main" xmlns:r="http://schemas.openxmlformats.org/officeDocument/2006/relationships" xmlns:p="http://schemas.openxmlformats.org/presentationml/2006/main">
  <p:tag name="NUM" val="19"/>
</p:tagLst>
</file>

<file path=ppt/tags/tag207.xml><?xml version="1.0" encoding="utf-8"?>
<p:tagLst xmlns:a="http://schemas.openxmlformats.org/drawingml/2006/main" xmlns:r="http://schemas.openxmlformats.org/officeDocument/2006/relationships" xmlns:p="http://schemas.openxmlformats.org/presentationml/2006/main">
  <p:tag name="NUM" val="20"/>
</p:tagLst>
</file>

<file path=ppt/tags/tag208.xml><?xml version="1.0" encoding="utf-8"?>
<p:tagLst xmlns:a="http://schemas.openxmlformats.org/drawingml/2006/main" xmlns:r="http://schemas.openxmlformats.org/officeDocument/2006/relationships" xmlns:p="http://schemas.openxmlformats.org/presentationml/2006/main">
  <p:tag name="NUM" val="21"/>
</p:tagLst>
</file>

<file path=ppt/tags/tag209.xml><?xml version="1.0" encoding="utf-8"?>
<p:tagLst xmlns:a="http://schemas.openxmlformats.org/drawingml/2006/main" xmlns:r="http://schemas.openxmlformats.org/officeDocument/2006/relationships" xmlns:p="http://schemas.openxmlformats.org/presentationml/2006/main">
  <p:tag name="NUM" val="6"/>
</p:tagLst>
</file>

<file path=ppt/tags/tag210.xml><?xml version="1.0" encoding="utf-8"?>
<p:tagLst xmlns:a="http://schemas.openxmlformats.org/drawingml/2006/main" xmlns:r="http://schemas.openxmlformats.org/officeDocument/2006/relationships" xmlns:p="http://schemas.openxmlformats.org/presentationml/2006/main">
  <p:tag name="NUM" val="7"/>
</p:tagLst>
</file>

<file path=ppt/tags/tag211.xml><?xml version="1.0" encoding="utf-8"?>
<p:tagLst xmlns:a="http://schemas.openxmlformats.org/drawingml/2006/main" xmlns:r="http://schemas.openxmlformats.org/officeDocument/2006/relationships" xmlns:p="http://schemas.openxmlformats.org/presentationml/2006/main">
  <p:tag name="NUM" val="1"/>
</p:tagLst>
</file>

<file path=ppt/tags/tag212.xml><?xml version="1.0" encoding="utf-8"?>
<p:tagLst xmlns:a="http://schemas.openxmlformats.org/drawingml/2006/main" xmlns:r="http://schemas.openxmlformats.org/officeDocument/2006/relationships" xmlns:p="http://schemas.openxmlformats.org/presentationml/2006/main">
  <p:tag name="NUM" val="2"/>
</p:tagLst>
</file>

<file path=ppt/tags/tag213.xml><?xml version="1.0" encoding="utf-8"?>
<p:tagLst xmlns:a="http://schemas.openxmlformats.org/drawingml/2006/main" xmlns:r="http://schemas.openxmlformats.org/officeDocument/2006/relationships" xmlns:p="http://schemas.openxmlformats.org/presentationml/2006/main">
  <p:tag name="NUM" val="3"/>
</p:tagLst>
</file>

<file path=ppt/tags/tag214.xml><?xml version="1.0" encoding="utf-8"?>
<p:tagLst xmlns:a="http://schemas.openxmlformats.org/drawingml/2006/main" xmlns:r="http://schemas.openxmlformats.org/officeDocument/2006/relationships" xmlns:p="http://schemas.openxmlformats.org/presentationml/2006/main">
  <p:tag name="NUM" val="4"/>
</p:tagLst>
</file>

<file path=ppt/tags/tag215.xml><?xml version="1.0" encoding="utf-8"?>
<p:tagLst xmlns:a="http://schemas.openxmlformats.org/drawingml/2006/main" xmlns:r="http://schemas.openxmlformats.org/officeDocument/2006/relationships" xmlns:p="http://schemas.openxmlformats.org/presentationml/2006/main">
  <p:tag name="NUM" val="5"/>
</p:tagLst>
</file>

<file path=ppt/tags/tag216.xml><?xml version="1.0" encoding="utf-8"?>
<p:tagLst xmlns:a="http://schemas.openxmlformats.org/drawingml/2006/main" xmlns:r="http://schemas.openxmlformats.org/officeDocument/2006/relationships" xmlns:p="http://schemas.openxmlformats.org/presentationml/2006/main">
  <p:tag name="NUM" val="6"/>
</p:tagLst>
</file>

<file path=ppt/tags/tag217.xml><?xml version="1.0" encoding="utf-8"?>
<p:tagLst xmlns:a="http://schemas.openxmlformats.org/drawingml/2006/main" xmlns:r="http://schemas.openxmlformats.org/officeDocument/2006/relationships" xmlns:p="http://schemas.openxmlformats.org/presentationml/2006/main">
  <p:tag name="NUM" val="7"/>
</p:tagLst>
</file>

<file path=ppt/tags/tag218.xml><?xml version="1.0" encoding="utf-8"?>
<p:tagLst xmlns:a="http://schemas.openxmlformats.org/drawingml/2006/main" xmlns:r="http://schemas.openxmlformats.org/officeDocument/2006/relationships" xmlns:p="http://schemas.openxmlformats.org/presentationml/2006/main">
  <p:tag name="NUM" val="8"/>
</p:tagLst>
</file>

<file path=ppt/tags/tag219.xml><?xml version="1.0" encoding="utf-8"?>
<p:tagLst xmlns:a="http://schemas.openxmlformats.org/drawingml/2006/main" xmlns:r="http://schemas.openxmlformats.org/officeDocument/2006/relationships" xmlns:p="http://schemas.openxmlformats.org/presentationml/2006/main">
  <p:tag name="NUM" val="9"/>
</p:tagLst>
</file>

<file path=ppt/tags/tag220.xml><?xml version="1.0" encoding="utf-8"?>
<p:tagLst xmlns:a="http://schemas.openxmlformats.org/drawingml/2006/main" xmlns:r="http://schemas.openxmlformats.org/officeDocument/2006/relationships" xmlns:p="http://schemas.openxmlformats.org/presentationml/2006/main">
  <p:tag name="NUM" val="10"/>
</p:tagLst>
</file>

<file path=ppt/tags/tag221.xml><?xml version="1.0" encoding="utf-8"?>
<p:tagLst xmlns:a="http://schemas.openxmlformats.org/drawingml/2006/main" xmlns:r="http://schemas.openxmlformats.org/officeDocument/2006/relationships" xmlns:p="http://schemas.openxmlformats.org/presentationml/2006/main">
  <p:tag name="NUM" val="11"/>
</p:tagLst>
</file>

<file path=ppt/tags/tag222.xml><?xml version="1.0" encoding="utf-8"?>
<p:tagLst xmlns:a="http://schemas.openxmlformats.org/drawingml/2006/main" xmlns:r="http://schemas.openxmlformats.org/officeDocument/2006/relationships" xmlns:p="http://schemas.openxmlformats.org/presentationml/2006/main">
  <p:tag name="NUM" val="12"/>
</p:tagLst>
</file>

<file path=ppt/tags/tag223.xml><?xml version="1.0" encoding="utf-8"?>
<p:tagLst xmlns:a="http://schemas.openxmlformats.org/drawingml/2006/main" xmlns:r="http://schemas.openxmlformats.org/officeDocument/2006/relationships" xmlns:p="http://schemas.openxmlformats.org/presentationml/2006/main">
  <p:tag name="NUM" val="13"/>
</p:tagLst>
</file>

<file path=ppt/tags/tag224.xml><?xml version="1.0" encoding="utf-8"?>
<p:tagLst xmlns:a="http://schemas.openxmlformats.org/drawingml/2006/main" xmlns:r="http://schemas.openxmlformats.org/officeDocument/2006/relationships" xmlns:p="http://schemas.openxmlformats.org/presentationml/2006/main">
  <p:tag name="NUM" val="14"/>
</p:tagLst>
</file>

<file path=ppt/tags/tag225.xml><?xml version="1.0" encoding="utf-8"?>
<p:tagLst xmlns:a="http://schemas.openxmlformats.org/drawingml/2006/main" xmlns:r="http://schemas.openxmlformats.org/officeDocument/2006/relationships" xmlns:p="http://schemas.openxmlformats.org/presentationml/2006/main">
  <p:tag name="NUM" val="15"/>
</p:tagLst>
</file>

<file path=ppt/tags/tag226.xml><?xml version="1.0" encoding="utf-8"?>
<p:tagLst xmlns:a="http://schemas.openxmlformats.org/drawingml/2006/main" xmlns:r="http://schemas.openxmlformats.org/officeDocument/2006/relationships" xmlns:p="http://schemas.openxmlformats.org/presentationml/2006/main">
  <p:tag name="NUM" val="16"/>
</p:tagLst>
</file>

<file path=ppt/tags/tag227.xml><?xml version="1.0" encoding="utf-8"?>
<p:tagLst xmlns:a="http://schemas.openxmlformats.org/drawingml/2006/main" xmlns:r="http://schemas.openxmlformats.org/officeDocument/2006/relationships" xmlns:p="http://schemas.openxmlformats.org/presentationml/2006/main">
  <p:tag name="NUM" val="17"/>
</p:tagLst>
</file>

<file path=ppt/tags/tag228.xml><?xml version="1.0" encoding="utf-8"?>
<p:tagLst xmlns:a="http://schemas.openxmlformats.org/drawingml/2006/main" xmlns:r="http://schemas.openxmlformats.org/officeDocument/2006/relationships" xmlns:p="http://schemas.openxmlformats.org/presentationml/2006/main">
  <p:tag name="NUM" val="18"/>
</p:tagLst>
</file>

<file path=ppt/tags/tag229.xml><?xml version="1.0" encoding="utf-8"?>
<p:tagLst xmlns:a="http://schemas.openxmlformats.org/drawingml/2006/main" xmlns:r="http://schemas.openxmlformats.org/officeDocument/2006/relationships" xmlns:p="http://schemas.openxmlformats.org/presentationml/2006/main">
  <p:tag name="NUM" val="19"/>
</p:tagLst>
</file>

<file path=ppt/tags/tag230.xml><?xml version="1.0" encoding="utf-8"?>
<p:tagLst xmlns:a="http://schemas.openxmlformats.org/drawingml/2006/main" xmlns:r="http://schemas.openxmlformats.org/officeDocument/2006/relationships" xmlns:p="http://schemas.openxmlformats.org/presentationml/2006/main">
  <p:tag name="NUM" val="20"/>
</p:tagLst>
</file>

<file path=ppt/tags/tag231.xml><?xml version="1.0" encoding="utf-8"?>
<p:tagLst xmlns:a="http://schemas.openxmlformats.org/drawingml/2006/main" xmlns:r="http://schemas.openxmlformats.org/officeDocument/2006/relationships" xmlns:p="http://schemas.openxmlformats.org/presentationml/2006/main">
  <p:tag name="NUM" val="21"/>
</p:tagLst>
</file>

<file path=ppt/tags/tag232.xml><?xml version="1.0" encoding="utf-8"?>
<p:tagLst xmlns:a="http://schemas.openxmlformats.org/drawingml/2006/main" xmlns:r="http://schemas.openxmlformats.org/officeDocument/2006/relationships" xmlns:p="http://schemas.openxmlformats.org/presentationml/2006/main">
  <p:tag name="NUM" val="22"/>
</p:tagLst>
</file>

<file path=ppt/tags/tag233.xml><?xml version="1.0" encoding="utf-8"?>
<p:tagLst xmlns:a="http://schemas.openxmlformats.org/drawingml/2006/main" xmlns:r="http://schemas.openxmlformats.org/officeDocument/2006/relationships" xmlns:p="http://schemas.openxmlformats.org/presentationml/2006/main">
  <p:tag name="NUM" val="22"/>
</p:tagLst>
</file>

<file path=ppt/tags/tag234.xml><?xml version="1.0" encoding="utf-8"?>
<p:tagLst xmlns:a="http://schemas.openxmlformats.org/drawingml/2006/main" xmlns:r="http://schemas.openxmlformats.org/officeDocument/2006/relationships" xmlns:p="http://schemas.openxmlformats.org/presentationml/2006/main">
  <p:tag name="NUM" val="1"/>
</p:tagLst>
</file>

<file path=ppt/tags/tag235.xml><?xml version="1.0" encoding="utf-8"?>
<p:tagLst xmlns:a="http://schemas.openxmlformats.org/drawingml/2006/main" xmlns:r="http://schemas.openxmlformats.org/officeDocument/2006/relationships" xmlns:p="http://schemas.openxmlformats.org/presentationml/2006/main">
  <p:tag name="NUM" val="2"/>
</p:tagLst>
</file>

<file path=ppt/tags/tag236.xml><?xml version="1.0" encoding="utf-8"?>
<p:tagLst xmlns:a="http://schemas.openxmlformats.org/drawingml/2006/main" xmlns:r="http://schemas.openxmlformats.org/officeDocument/2006/relationships" xmlns:p="http://schemas.openxmlformats.org/presentationml/2006/main">
  <p:tag name="NUM" val="3"/>
</p:tagLst>
</file>

<file path=ppt/tags/tag237.xml><?xml version="1.0" encoding="utf-8"?>
<p:tagLst xmlns:a="http://schemas.openxmlformats.org/drawingml/2006/main" xmlns:r="http://schemas.openxmlformats.org/officeDocument/2006/relationships" xmlns:p="http://schemas.openxmlformats.org/presentationml/2006/main">
  <p:tag name="NUM" val="4"/>
</p:tagLst>
</file>

<file path=ppt/tags/tag238.xml><?xml version="1.0" encoding="utf-8"?>
<p:tagLst xmlns:a="http://schemas.openxmlformats.org/drawingml/2006/main" xmlns:r="http://schemas.openxmlformats.org/officeDocument/2006/relationships" xmlns:p="http://schemas.openxmlformats.org/presentationml/2006/main">
  <p:tag name="NUM" val="5"/>
</p:tagLst>
</file>

<file path=ppt/tags/tag239.xml><?xml version="1.0" encoding="utf-8"?>
<p:tagLst xmlns:a="http://schemas.openxmlformats.org/drawingml/2006/main" xmlns:r="http://schemas.openxmlformats.org/officeDocument/2006/relationships" xmlns:p="http://schemas.openxmlformats.org/presentationml/2006/main">
  <p:tag name="NUM" val="6"/>
</p:tagLst>
</file>

<file path=ppt/tags/tag240.xml><?xml version="1.0" encoding="utf-8"?>
<p:tagLst xmlns:a="http://schemas.openxmlformats.org/drawingml/2006/main" xmlns:r="http://schemas.openxmlformats.org/officeDocument/2006/relationships" xmlns:p="http://schemas.openxmlformats.org/presentationml/2006/main">
  <p:tag name="NUM" val="7"/>
</p:tagLst>
</file>

<file path=ppt/tags/tag241.xml><?xml version="1.0" encoding="utf-8"?>
<p:tagLst xmlns:a="http://schemas.openxmlformats.org/drawingml/2006/main" xmlns:r="http://schemas.openxmlformats.org/officeDocument/2006/relationships" xmlns:p="http://schemas.openxmlformats.org/presentationml/2006/main">
  <p:tag name="NUM" val="8"/>
</p:tagLst>
</file>

<file path=ppt/tags/tag242.xml><?xml version="1.0" encoding="utf-8"?>
<p:tagLst xmlns:a="http://schemas.openxmlformats.org/drawingml/2006/main" xmlns:r="http://schemas.openxmlformats.org/officeDocument/2006/relationships" xmlns:p="http://schemas.openxmlformats.org/presentationml/2006/main">
  <p:tag name="NUM" val="9"/>
</p:tagLst>
</file>

<file path=ppt/tags/tag243.xml><?xml version="1.0" encoding="utf-8"?>
<p:tagLst xmlns:a="http://schemas.openxmlformats.org/drawingml/2006/main" xmlns:r="http://schemas.openxmlformats.org/officeDocument/2006/relationships" xmlns:p="http://schemas.openxmlformats.org/presentationml/2006/main">
  <p:tag name="NUM" val="10"/>
</p:tagLst>
</file>

<file path=ppt/tags/tag244.xml><?xml version="1.0" encoding="utf-8"?>
<p:tagLst xmlns:a="http://schemas.openxmlformats.org/drawingml/2006/main" xmlns:r="http://schemas.openxmlformats.org/officeDocument/2006/relationships" xmlns:p="http://schemas.openxmlformats.org/presentationml/2006/main">
  <p:tag name="NUM" val="11"/>
</p:tagLst>
</file>

<file path=ppt/tags/tag245.xml><?xml version="1.0" encoding="utf-8"?>
<p:tagLst xmlns:a="http://schemas.openxmlformats.org/drawingml/2006/main" xmlns:r="http://schemas.openxmlformats.org/officeDocument/2006/relationships" xmlns:p="http://schemas.openxmlformats.org/presentationml/2006/main">
  <p:tag name="NUM" val="12"/>
</p:tagLst>
</file>

<file path=ppt/tags/tag246.xml><?xml version="1.0" encoding="utf-8"?>
<p:tagLst xmlns:a="http://schemas.openxmlformats.org/drawingml/2006/main" xmlns:r="http://schemas.openxmlformats.org/officeDocument/2006/relationships" xmlns:p="http://schemas.openxmlformats.org/presentationml/2006/main">
  <p:tag name="NUM" val="13"/>
</p:tagLst>
</file>

<file path=ppt/tags/tag247.xml><?xml version="1.0" encoding="utf-8"?>
<p:tagLst xmlns:a="http://schemas.openxmlformats.org/drawingml/2006/main" xmlns:r="http://schemas.openxmlformats.org/officeDocument/2006/relationships" xmlns:p="http://schemas.openxmlformats.org/presentationml/2006/main">
  <p:tag name="NUM" val="14"/>
</p:tagLst>
</file>

<file path=ppt/tags/tag248.xml><?xml version="1.0" encoding="utf-8"?>
<p:tagLst xmlns:a="http://schemas.openxmlformats.org/drawingml/2006/main" xmlns:r="http://schemas.openxmlformats.org/officeDocument/2006/relationships" xmlns:p="http://schemas.openxmlformats.org/presentationml/2006/main">
  <p:tag name="NUM" val="15"/>
</p:tagLst>
</file>

<file path=ppt/tags/tag249.xml><?xml version="1.0" encoding="utf-8"?>
<p:tagLst xmlns:a="http://schemas.openxmlformats.org/drawingml/2006/main" xmlns:r="http://schemas.openxmlformats.org/officeDocument/2006/relationships" xmlns:p="http://schemas.openxmlformats.org/presentationml/2006/main">
  <p:tag name="NUM" val="16"/>
</p:tagLst>
</file>

<file path=ppt/tags/tag250.xml><?xml version="1.0" encoding="utf-8"?>
<p:tagLst xmlns:a="http://schemas.openxmlformats.org/drawingml/2006/main" xmlns:r="http://schemas.openxmlformats.org/officeDocument/2006/relationships" xmlns:p="http://schemas.openxmlformats.org/presentationml/2006/main">
  <p:tag name="NUM" val="17"/>
</p:tagLst>
</file>

<file path=ppt/tags/tag251.xml><?xml version="1.0" encoding="utf-8"?>
<p:tagLst xmlns:a="http://schemas.openxmlformats.org/drawingml/2006/main" xmlns:r="http://schemas.openxmlformats.org/officeDocument/2006/relationships" xmlns:p="http://schemas.openxmlformats.org/presentationml/2006/main">
  <p:tag name="NUM" val="18"/>
</p:tagLst>
</file>

<file path=ppt/tags/tag252.xml><?xml version="1.0" encoding="utf-8"?>
<p:tagLst xmlns:a="http://schemas.openxmlformats.org/drawingml/2006/main" xmlns:r="http://schemas.openxmlformats.org/officeDocument/2006/relationships" xmlns:p="http://schemas.openxmlformats.org/presentationml/2006/main">
  <p:tag name="NUM" val="19"/>
</p:tagLst>
</file>

<file path=ppt/tags/tag253.xml><?xml version="1.0" encoding="utf-8"?>
<p:tagLst xmlns:a="http://schemas.openxmlformats.org/drawingml/2006/main" xmlns:r="http://schemas.openxmlformats.org/officeDocument/2006/relationships" xmlns:p="http://schemas.openxmlformats.org/presentationml/2006/main">
  <p:tag name="NUM" val="20"/>
</p:tagLst>
</file>

<file path=ppt/tags/tag254.xml><?xml version="1.0" encoding="utf-8"?>
<p:tagLst xmlns:a="http://schemas.openxmlformats.org/drawingml/2006/main" xmlns:r="http://schemas.openxmlformats.org/officeDocument/2006/relationships" xmlns:p="http://schemas.openxmlformats.org/presentationml/2006/main">
  <p:tag name="NUM" val="21"/>
</p:tagLst>
</file>

<file path=ppt/tags/tag255.xml><?xml version="1.0" encoding="utf-8"?>
<p:tagLst xmlns:a="http://schemas.openxmlformats.org/drawingml/2006/main" xmlns:r="http://schemas.openxmlformats.org/officeDocument/2006/relationships" xmlns:p="http://schemas.openxmlformats.org/presentationml/2006/main">
  <p:tag name="NUM" val="22"/>
</p:tagLst>
</file>

<file path=ppt/tags/tag256.xml><?xml version="1.0" encoding="utf-8"?>
<p:tagLst xmlns:a="http://schemas.openxmlformats.org/drawingml/2006/main" xmlns:r="http://schemas.openxmlformats.org/officeDocument/2006/relationships" xmlns:p="http://schemas.openxmlformats.org/presentationml/2006/main">
  <p:tag name="NUM" val="23"/>
</p:tagLst>
</file>

<file path=ppt/tags/tag257.xml><?xml version="1.0" encoding="utf-8"?>
<p:tagLst xmlns:a="http://schemas.openxmlformats.org/drawingml/2006/main" xmlns:r="http://schemas.openxmlformats.org/officeDocument/2006/relationships" xmlns:p="http://schemas.openxmlformats.org/presentationml/2006/main">
  <p:tag name="NUM" val="24"/>
</p:tagLst>
</file>

<file path=ppt/tags/tag258.xml><?xml version="1.0" encoding="utf-8"?>
<p:tagLst xmlns:a="http://schemas.openxmlformats.org/drawingml/2006/main" xmlns:r="http://schemas.openxmlformats.org/officeDocument/2006/relationships" xmlns:p="http://schemas.openxmlformats.org/presentationml/2006/main">
  <p:tag name="NUM" val="25"/>
</p:tagLst>
</file>

<file path=ppt/tags/tag259.xml><?xml version="1.0" encoding="utf-8"?>
<p:tagLst xmlns:a="http://schemas.openxmlformats.org/drawingml/2006/main" xmlns:r="http://schemas.openxmlformats.org/officeDocument/2006/relationships" xmlns:p="http://schemas.openxmlformats.org/presentationml/2006/main">
  <p:tag name="NUM" val="26"/>
</p:tagLst>
</file>

<file path=ppt/tags/tag260.xml><?xml version="1.0" encoding="utf-8"?>
<p:tagLst xmlns:a="http://schemas.openxmlformats.org/drawingml/2006/main" xmlns:r="http://schemas.openxmlformats.org/officeDocument/2006/relationships" xmlns:p="http://schemas.openxmlformats.org/presentationml/2006/main">
  <p:tag name="NUM" val="27"/>
</p:tagLst>
</file>

<file path=ppt/tags/tag261.xml><?xml version="1.0" encoding="utf-8"?>
<p:tagLst xmlns:a="http://schemas.openxmlformats.org/drawingml/2006/main" xmlns:r="http://schemas.openxmlformats.org/officeDocument/2006/relationships" xmlns:p="http://schemas.openxmlformats.org/presentationml/2006/main">
  <p:tag name="NUM" val="28"/>
</p:tagLst>
</file>

<file path=ppt/tags/tag262.xml><?xml version="1.0" encoding="utf-8"?>
<p:tagLst xmlns:a="http://schemas.openxmlformats.org/drawingml/2006/main" xmlns:r="http://schemas.openxmlformats.org/officeDocument/2006/relationships" xmlns:p="http://schemas.openxmlformats.org/presentationml/2006/main">
  <p:tag name="NUM" val="29"/>
</p:tagLst>
</file>

<file path=ppt/tags/tag263.xml><?xml version="1.0" encoding="utf-8"?>
<p:tagLst xmlns:a="http://schemas.openxmlformats.org/drawingml/2006/main" xmlns:r="http://schemas.openxmlformats.org/officeDocument/2006/relationships" xmlns:p="http://schemas.openxmlformats.org/presentationml/2006/main">
  <p:tag name="NUM" val="30"/>
</p:tagLst>
</file>

<file path=ppt/tags/tag264.xml><?xml version="1.0" encoding="utf-8"?>
<p:tagLst xmlns:a="http://schemas.openxmlformats.org/drawingml/2006/main" xmlns:r="http://schemas.openxmlformats.org/officeDocument/2006/relationships" xmlns:p="http://schemas.openxmlformats.org/presentationml/2006/main">
  <p:tag name="NUM" val="31"/>
</p:tagLst>
</file>

<file path=ppt/tags/tag265.xml><?xml version="1.0" encoding="utf-8"?>
<p:tagLst xmlns:a="http://schemas.openxmlformats.org/drawingml/2006/main" xmlns:r="http://schemas.openxmlformats.org/officeDocument/2006/relationships" xmlns:p="http://schemas.openxmlformats.org/presentationml/2006/main">
  <p:tag name="NUM" val="32"/>
</p:tagLst>
</file>

<file path=ppt/tags/tag266.xml><?xml version="1.0" encoding="utf-8"?>
<p:tagLst xmlns:a="http://schemas.openxmlformats.org/drawingml/2006/main" xmlns:r="http://schemas.openxmlformats.org/officeDocument/2006/relationships" xmlns:p="http://schemas.openxmlformats.org/presentationml/2006/main">
  <p:tag name="NUM" val="33"/>
</p:tagLst>
</file>

<file path=ppt/tags/tag267.xml><?xml version="1.0" encoding="utf-8"?>
<p:tagLst xmlns:a="http://schemas.openxmlformats.org/drawingml/2006/main" xmlns:r="http://schemas.openxmlformats.org/officeDocument/2006/relationships" xmlns:p="http://schemas.openxmlformats.org/presentationml/2006/main">
  <p:tag name="NUM" val="34"/>
</p:tagLst>
</file>

<file path=ppt/tags/tag268.xml><?xml version="1.0" encoding="utf-8"?>
<p:tagLst xmlns:a="http://schemas.openxmlformats.org/drawingml/2006/main" xmlns:r="http://schemas.openxmlformats.org/officeDocument/2006/relationships" xmlns:p="http://schemas.openxmlformats.org/presentationml/2006/main">
  <p:tag name="NUM" val="35"/>
</p:tagLst>
</file>

<file path=ppt/tags/tag269.xml><?xml version="1.0" encoding="utf-8"?>
<p:tagLst xmlns:a="http://schemas.openxmlformats.org/drawingml/2006/main" xmlns:r="http://schemas.openxmlformats.org/officeDocument/2006/relationships" xmlns:p="http://schemas.openxmlformats.org/presentationml/2006/main">
  <p:tag name="NUM" val="36"/>
</p:tagLst>
</file>

<file path=ppt/tags/tag270.xml><?xml version="1.0" encoding="utf-8"?>
<p:tagLst xmlns:a="http://schemas.openxmlformats.org/drawingml/2006/main" xmlns:r="http://schemas.openxmlformats.org/officeDocument/2006/relationships" xmlns:p="http://schemas.openxmlformats.org/presentationml/2006/main">
  <p:tag name="NUM" val="37"/>
</p:tagLst>
</file>

<file path=ppt/tags/tag271.xml><?xml version="1.0" encoding="utf-8"?>
<p:tagLst xmlns:a="http://schemas.openxmlformats.org/drawingml/2006/main" xmlns:r="http://schemas.openxmlformats.org/officeDocument/2006/relationships" xmlns:p="http://schemas.openxmlformats.org/presentationml/2006/main">
  <p:tag name="NUM" val="38"/>
</p:tagLst>
</file>

<file path=ppt/tags/tag272.xml><?xml version="1.0" encoding="utf-8"?>
<p:tagLst xmlns:a="http://schemas.openxmlformats.org/drawingml/2006/main" xmlns:r="http://schemas.openxmlformats.org/officeDocument/2006/relationships" xmlns:p="http://schemas.openxmlformats.org/presentationml/2006/main">
  <p:tag name="NUM" val="39"/>
</p:tagLst>
</file>

<file path=ppt/tags/tag273.xml><?xml version="1.0" encoding="utf-8"?>
<p:tagLst xmlns:a="http://schemas.openxmlformats.org/drawingml/2006/main" xmlns:r="http://schemas.openxmlformats.org/officeDocument/2006/relationships" xmlns:p="http://schemas.openxmlformats.org/presentationml/2006/main">
  <p:tag name="NUM" val="40"/>
</p:tagLst>
</file>

<file path=ppt/tags/tag274.xml><?xml version="1.0" encoding="utf-8"?>
<p:tagLst xmlns:a="http://schemas.openxmlformats.org/drawingml/2006/main" xmlns:r="http://schemas.openxmlformats.org/officeDocument/2006/relationships" xmlns:p="http://schemas.openxmlformats.org/presentationml/2006/main">
  <p:tag name="NUM" val="41"/>
</p:tagLst>
</file>

<file path=ppt/tags/tag275.xml><?xml version="1.0" encoding="utf-8"?>
<p:tagLst xmlns:a="http://schemas.openxmlformats.org/drawingml/2006/main" xmlns:r="http://schemas.openxmlformats.org/officeDocument/2006/relationships" xmlns:p="http://schemas.openxmlformats.org/presentationml/2006/main">
  <p:tag name="NUM" val="42"/>
</p:tagLst>
</file>

<file path=ppt/tags/tag276.xml><?xml version="1.0" encoding="utf-8"?>
<p:tagLst xmlns:a="http://schemas.openxmlformats.org/drawingml/2006/main" xmlns:r="http://schemas.openxmlformats.org/officeDocument/2006/relationships" xmlns:p="http://schemas.openxmlformats.org/presentationml/2006/main">
  <p:tag name="NUM" val="43"/>
</p:tagLst>
</file>

<file path=ppt/tags/tag277.xml><?xml version="1.0" encoding="utf-8"?>
<p:tagLst xmlns:a="http://schemas.openxmlformats.org/drawingml/2006/main" xmlns:r="http://schemas.openxmlformats.org/officeDocument/2006/relationships" xmlns:p="http://schemas.openxmlformats.org/presentationml/2006/main">
  <p:tag name="NUM" val="44"/>
</p:tagLst>
</file>

<file path=ppt/tags/tag278.xml><?xml version="1.0" encoding="utf-8"?>
<p:tagLst xmlns:a="http://schemas.openxmlformats.org/drawingml/2006/main" xmlns:r="http://schemas.openxmlformats.org/officeDocument/2006/relationships" xmlns:p="http://schemas.openxmlformats.org/presentationml/2006/main">
  <p:tag name="NUM" val="45"/>
</p:tagLst>
</file>

<file path=ppt/tags/tag279.xml><?xml version="1.0" encoding="utf-8"?>
<p:tagLst xmlns:a="http://schemas.openxmlformats.org/drawingml/2006/main" xmlns:r="http://schemas.openxmlformats.org/officeDocument/2006/relationships" xmlns:p="http://schemas.openxmlformats.org/presentationml/2006/main">
  <p:tag name="NUM" val="46"/>
</p:tagLst>
</file>

<file path=ppt/tags/tag280.xml><?xml version="1.0" encoding="utf-8"?>
<p:tagLst xmlns:a="http://schemas.openxmlformats.org/drawingml/2006/main" xmlns:r="http://schemas.openxmlformats.org/officeDocument/2006/relationships" xmlns:p="http://schemas.openxmlformats.org/presentationml/2006/main">
  <p:tag name="NUM" val="47"/>
</p:tagLst>
</file>

<file path=ppt/tags/tag281.xml><?xml version="1.0" encoding="utf-8"?>
<p:tagLst xmlns:a="http://schemas.openxmlformats.org/drawingml/2006/main" xmlns:r="http://schemas.openxmlformats.org/officeDocument/2006/relationships" xmlns:p="http://schemas.openxmlformats.org/presentationml/2006/main">
  <p:tag name="NUM" val="48"/>
</p:tagLst>
</file>

<file path=ppt/tags/tag282.xml><?xml version="1.0" encoding="utf-8"?>
<p:tagLst xmlns:a="http://schemas.openxmlformats.org/drawingml/2006/main" xmlns:r="http://schemas.openxmlformats.org/officeDocument/2006/relationships" xmlns:p="http://schemas.openxmlformats.org/presentationml/2006/main">
  <p:tag name="NUM" val="49"/>
</p:tagLst>
</file>

<file path=ppt/tags/tag283.xml><?xml version="1.0" encoding="utf-8"?>
<p:tagLst xmlns:a="http://schemas.openxmlformats.org/drawingml/2006/main" xmlns:r="http://schemas.openxmlformats.org/officeDocument/2006/relationships" xmlns:p="http://schemas.openxmlformats.org/presentationml/2006/main">
  <p:tag name="NUM" val="50"/>
</p:tagLst>
</file>

<file path=ppt/tags/tag284.xml><?xml version="1.0" encoding="utf-8"?>
<p:tagLst xmlns:a="http://schemas.openxmlformats.org/drawingml/2006/main" xmlns:r="http://schemas.openxmlformats.org/officeDocument/2006/relationships" xmlns:p="http://schemas.openxmlformats.org/presentationml/2006/main">
  <p:tag name="NUM" val="51"/>
</p:tagLst>
</file>

<file path=ppt/tags/tag285.xml><?xml version="1.0" encoding="utf-8"?>
<p:tagLst xmlns:a="http://schemas.openxmlformats.org/drawingml/2006/main" xmlns:r="http://schemas.openxmlformats.org/officeDocument/2006/relationships" xmlns:p="http://schemas.openxmlformats.org/presentationml/2006/main">
  <p:tag name="NUM" val="52"/>
</p:tagLst>
</file>

<file path=ppt/tags/tag286.xml><?xml version="1.0" encoding="utf-8"?>
<p:tagLst xmlns:a="http://schemas.openxmlformats.org/drawingml/2006/main" xmlns:r="http://schemas.openxmlformats.org/officeDocument/2006/relationships" xmlns:p="http://schemas.openxmlformats.org/presentationml/2006/main">
  <p:tag name="NUM" val="53"/>
</p:tagLst>
</file>

<file path=ppt/tags/tag287.xml><?xml version="1.0" encoding="utf-8"?>
<p:tagLst xmlns:a="http://schemas.openxmlformats.org/drawingml/2006/main" xmlns:r="http://schemas.openxmlformats.org/officeDocument/2006/relationships" xmlns:p="http://schemas.openxmlformats.org/presentationml/2006/main">
  <p:tag name="NUM" val="54"/>
</p:tagLst>
</file>

<file path=ppt/tags/tag288.xml><?xml version="1.0" encoding="utf-8"?>
<p:tagLst xmlns:a="http://schemas.openxmlformats.org/drawingml/2006/main" xmlns:r="http://schemas.openxmlformats.org/officeDocument/2006/relationships" xmlns:p="http://schemas.openxmlformats.org/presentationml/2006/main">
  <p:tag name="NUM" val="55"/>
</p:tagLst>
</file>

<file path=ppt/tags/tag289.xml><?xml version="1.0" encoding="utf-8"?>
<p:tagLst xmlns:a="http://schemas.openxmlformats.org/drawingml/2006/main" xmlns:r="http://schemas.openxmlformats.org/officeDocument/2006/relationships" xmlns:p="http://schemas.openxmlformats.org/presentationml/2006/main">
  <p:tag name="NUM" val="56"/>
</p:tagLst>
</file>

<file path=ppt/tags/tag290.xml><?xml version="1.0" encoding="utf-8"?>
<p:tagLst xmlns:a="http://schemas.openxmlformats.org/drawingml/2006/main" xmlns:r="http://schemas.openxmlformats.org/officeDocument/2006/relationships" xmlns:p="http://schemas.openxmlformats.org/presentationml/2006/main">
  <p:tag name="NUM" val="1"/>
</p:tagLst>
</file>

<file path=ppt/tags/tag291.xml><?xml version="1.0" encoding="utf-8"?>
<p:tagLst xmlns:a="http://schemas.openxmlformats.org/drawingml/2006/main" xmlns:r="http://schemas.openxmlformats.org/officeDocument/2006/relationships" xmlns:p="http://schemas.openxmlformats.org/presentationml/2006/main">
  <p:tag name="NUM" val="2"/>
</p:tagLst>
</file>

<file path=ppt/tags/tag292.xml><?xml version="1.0" encoding="utf-8"?>
<p:tagLst xmlns:a="http://schemas.openxmlformats.org/drawingml/2006/main" xmlns:r="http://schemas.openxmlformats.org/officeDocument/2006/relationships" xmlns:p="http://schemas.openxmlformats.org/presentationml/2006/main">
  <p:tag name="NUM" val="3"/>
</p:tagLst>
</file>

<file path=ppt/tags/tag293.xml><?xml version="1.0" encoding="utf-8"?>
<p:tagLst xmlns:a="http://schemas.openxmlformats.org/drawingml/2006/main" xmlns:r="http://schemas.openxmlformats.org/officeDocument/2006/relationships" xmlns:p="http://schemas.openxmlformats.org/presentationml/2006/main">
  <p:tag name="NUM" val="4"/>
</p:tagLst>
</file>

<file path=ppt/tags/tag294.xml><?xml version="1.0" encoding="utf-8"?>
<p:tagLst xmlns:a="http://schemas.openxmlformats.org/drawingml/2006/main" xmlns:r="http://schemas.openxmlformats.org/officeDocument/2006/relationships" xmlns:p="http://schemas.openxmlformats.org/presentationml/2006/main">
  <p:tag name="NUM" val="5"/>
</p:tagLst>
</file>

<file path=ppt/tags/tag295.xml><?xml version="1.0" encoding="utf-8"?>
<p:tagLst xmlns:a="http://schemas.openxmlformats.org/drawingml/2006/main" xmlns:r="http://schemas.openxmlformats.org/officeDocument/2006/relationships" xmlns:p="http://schemas.openxmlformats.org/presentationml/2006/main">
  <p:tag name="NUM" val="6"/>
</p:tagLst>
</file>

<file path=ppt/tags/tag296.xml><?xml version="1.0" encoding="utf-8"?>
<p:tagLst xmlns:a="http://schemas.openxmlformats.org/drawingml/2006/main" xmlns:r="http://schemas.openxmlformats.org/officeDocument/2006/relationships" xmlns:p="http://schemas.openxmlformats.org/presentationml/2006/main">
  <p:tag name="NUM" val="7"/>
</p:tagLst>
</file>

<file path=ppt/tags/tag297.xml><?xml version="1.0" encoding="utf-8"?>
<p:tagLst xmlns:a="http://schemas.openxmlformats.org/drawingml/2006/main" xmlns:r="http://schemas.openxmlformats.org/officeDocument/2006/relationships" xmlns:p="http://schemas.openxmlformats.org/presentationml/2006/main">
  <p:tag name="NUM" val="8"/>
</p:tagLst>
</file>

<file path=ppt/tags/tag298.xml><?xml version="1.0" encoding="utf-8"?>
<p:tagLst xmlns:a="http://schemas.openxmlformats.org/drawingml/2006/main" xmlns:r="http://schemas.openxmlformats.org/officeDocument/2006/relationships" xmlns:p="http://schemas.openxmlformats.org/presentationml/2006/main">
  <p:tag name="NUM" val="9"/>
</p:tagLst>
</file>

<file path=ppt/tags/tag299.xml><?xml version="1.0" encoding="utf-8"?>
<p:tagLst xmlns:a="http://schemas.openxmlformats.org/drawingml/2006/main" xmlns:r="http://schemas.openxmlformats.org/officeDocument/2006/relationships" xmlns:p="http://schemas.openxmlformats.org/presentationml/2006/main">
  <p:tag name="NUM" val="10"/>
</p:tagLst>
</file>

<file path=ppt/tags/tag300.xml><?xml version="1.0" encoding="utf-8"?>
<p:tagLst xmlns:a="http://schemas.openxmlformats.org/drawingml/2006/main" xmlns:r="http://schemas.openxmlformats.org/officeDocument/2006/relationships" xmlns:p="http://schemas.openxmlformats.org/presentationml/2006/main">
  <p:tag name="NUM" val="11"/>
</p:tagLst>
</file>

<file path=ppt/tags/tag301.xml><?xml version="1.0" encoding="utf-8"?>
<p:tagLst xmlns:a="http://schemas.openxmlformats.org/drawingml/2006/main" xmlns:r="http://schemas.openxmlformats.org/officeDocument/2006/relationships" xmlns:p="http://schemas.openxmlformats.org/presentationml/2006/main">
  <p:tag name="NUM" val="12"/>
</p:tagLst>
</file>

<file path=ppt/tags/tag302.xml><?xml version="1.0" encoding="utf-8"?>
<p:tagLst xmlns:a="http://schemas.openxmlformats.org/drawingml/2006/main" xmlns:r="http://schemas.openxmlformats.org/officeDocument/2006/relationships" xmlns:p="http://schemas.openxmlformats.org/presentationml/2006/main">
  <p:tag name="NUM" val="13"/>
</p:tagLst>
</file>

<file path=ppt/tags/tag303.xml><?xml version="1.0" encoding="utf-8"?>
<p:tagLst xmlns:a="http://schemas.openxmlformats.org/drawingml/2006/main" xmlns:r="http://schemas.openxmlformats.org/officeDocument/2006/relationships" xmlns:p="http://schemas.openxmlformats.org/presentationml/2006/main">
  <p:tag name="NUM" val="14"/>
</p:tagLst>
</file>

<file path=ppt/tags/tag304.xml><?xml version="1.0" encoding="utf-8"?>
<p:tagLst xmlns:a="http://schemas.openxmlformats.org/drawingml/2006/main" xmlns:r="http://schemas.openxmlformats.org/officeDocument/2006/relationships" xmlns:p="http://schemas.openxmlformats.org/presentationml/2006/main">
  <p:tag name="NUM" val="15"/>
</p:tagLst>
</file>

<file path=ppt/tags/tag305.xml><?xml version="1.0" encoding="utf-8"?>
<p:tagLst xmlns:a="http://schemas.openxmlformats.org/drawingml/2006/main" xmlns:r="http://schemas.openxmlformats.org/officeDocument/2006/relationships" xmlns:p="http://schemas.openxmlformats.org/presentationml/2006/main">
  <p:tag name="NUM" val="16"/>
</p:tagLst>
</file>

<file path=ppt/tags/tag306.xml><?xml version="1.0" encoding="utf-8"?>
<p:tagLst xmlns:a="http://schemas.openxmlformats.org/drawingml/2006/main" xmlns:r="http://schemas.openxmlformats.org/officeDocument/2006/relationships" xmlns:p="http://schemas.openxmlformats.org/presentationml/2006/main">
  <p:tag name="NUM" val="17"/>
</p:tagLst>
</file>

<file path=ppt/tags/tag307.xml><?xml version="1.0" encoding="utf-8"?>
<p:tagLst xmlns:a="http://schemas.openxmlformats.org/drawingml/2006/main" xmlns:r="http://schemas.openxmlformats.org/officeDocument/2006/relationships" xmlns:p="http://schemas.openxmlformats.org/presentationml/2006/main">
  <p:tag name="NUM" val="18"/>
</p:tagLst>
</file>

<file path=ppt/tags/tag308.xml><?xml version="1.0" encoding="utf-8"?>
<p:tagLst xmlns:a="http://schemas.openxmlformats.org/drawingml/2006/main" xmlns:r="http://schemas.openxmlformats.org/officeDocument/2006/relationships" xmlns:p="http://schemas.openxmlformats.org/presentationml/2006/main">
  <p:tag name="NUM" val="19"/>
</p:tagLst>
</file>

<file path=ppt/tags/tag309.xml><?xml version="1.0" encoding="utf-8"?>
<p:tagLst xmlns:a="http://schemas.openxmlformats.org/drawingml/2006/main" xmlns:r="http://schemas.openxmlformats.org/officeDocument/2006/relationships" xmlns:p="http://schemas.openxmlformats.org/presentationml/2006/main">
  <p:tag name="NUM" val="20"/>
</p:tagLst>
</file>

<file path=ppt/tags/tag310.xml><?xml version="1.0" encoding="utf-8"?>
<p:tagLst xmlns:a="http://schemas.openxmlformats.org/drawingml/2006/main" xmlns:r="http://schemas.openxmlformats.org/officeDocument/2006/relationships" xmlns:p="http://schemas.openxmlformats.org/presentationml/2006/main">
  <p:tag name="NUM" val="21"/>
</p:tagLst>
</file>

<file path=ppt/tags/tag311.xml><?xml version="1.0" encoding="utf-8"?>
<p:tagLst xmlns:a="http://schemas.openxmlformats.org/drawingml/2006/main" xmlns:r="http://schemas.openxmlformats.org/officeDocument/2006/relationships" xmlns:p="http://schemas.openxmlformats.org/presentationml/2006/main">
  <p:tag name="NUM" val="22"/>
</p:tagLst>
</file>

<file path=ppt/tags/tag312.xml><?xml version="1.0" encoding="utf-8"?>
<p:tagLst xmlns:a="http://schemas.openxmlformats.org/drawingml/2006/main" xmlns:r="http://schemas.openxmlformats.org/officeDocument/2006/relationships" xmlns:p="http://schemas.openxmlformats.org/presentationml/2006/main">
  <p:tag name="NUM" val="23"/>
</p:tagLst>
</file>

<file path=ppt/tags/tag313.xml><?xml version="1.0" encoding="utf-8"?>
<p:tagLst xmlns:a="http://schemas.openxmlformats.org/drawingml/2006/main" xmlns:r="http://schemas.openxmlformats.org/officeDocument/2006/relationships" xmlns:p="http://schemas.openxmlformats.org/presentationml/2006/main">
  <p:tag name="NUM" val="24"/>
</p:tagLst>
</file>

<file path=ppt/tags/tag314.xml><?xml version="1.0" encoding="utf-8"?>
<p:tagLst xmlns:a="http://schemas.openxmlformats.org/drawingml/2006/main" xmlns:r="http://schemas.openxmlformats.org/officeDocument/2006/relationships" xmlns:p="http://schemas.openxmlformats.org/presentationml/2006/main">
  <p:tag name="NUM" val="25"/>
</p:tagLst>
</file>

<file path=ppt/tags/tag315.xml><?xml version="1.0" encoding="utf-8"?>
<p:tagLst xmlns:a="http://schemas.openxmlformats.org/drawingml/2006/main" xmlns:r="http://schemas.openxmlformats.org/officeDocument/2006/relationships" xmlns:p="http://schemas.openxmlformats.org/presentationml/2006/main">
  <p:tag name="NUM" val="26"/>
</p:tagLst>
</file>

<file path=ppt/tags/tag316.xml><?xml version="1.0" encoding="utf-8"?>
<p:tagLst xmlns:a="http://schemas.openxmlformats.org/drawingml/2006/main" xmlns:r="http://schemas.openxmlformats.org/officeDocument/2006/relationships" xmlns:p="http://schemas.openxmlformats.org/presentationml/2006/main">
  <p:tag name="NUM" val="27"/>
</p:tagLst>
</file>

<file path=ppt/tags/tag317.xml><?xml version="1.0" encoding="utf-8"?>
<p:tagLst xmlns:a="http://schemas.openxmlformats.org/drawingml/2006/main" xmlns:r="http://schemas.openxmlformats.org/officeDocument/2006/relationships" xmlns:p="http://schemas.openxmlformats.org/presentationml/2006/main">
  <p:tag name="NUM" val="28"/>
</p:tagLst>
</file>

<file path=ppt/tags/tag318.xml><?xml version="1.0" encoding="utf-8"?>
<p:tagLst xmlns:a="http://schemas.openxmlformats.org/drawingml/2006/main" xmlns:r="http://schemas.openxmlformats.org/officeDocument/2006/relationships" xmlns:p="http://schemas.openxmlformats.org/presentationml/2006/main">
  <p:tag name="NUM" val="29"/>
</p:tagLst>
</file>

<file path=ppt/tags/tag319.xml><?xml version="1.0" encoding="utf-8"?>
<p:tagLst xmlns:a="http://schemas.openxmlformats.org/drawingml/2006/main" xmlns:r="http://schemas.openxmlformats.org/officeDocument/2006/relationships" xmlns:p="http://schemas.openxmlformats.org/presentationml/2006/main">
  <p:tag name="NUM" val="30"/>
</p:tagLst>
</file>

<file path=ppt/tags/tag320.xml><?xml version="1.0" encoding="utf-8"?>
<p:tagLst xmlns:a="http://schemas.openxmlformats.org/drawingml/2006/main" xmlns:r="http://schemas.openxmlformats.org/officeDocument/2006/relationships" xmlns:p="http://schemas.openxmlformats.org/presentationml/2006/main">
  <p:tag name="NUM" val="31"/>
</p:tagLst>
</file>

<file path=ppt/tags/tag321.xml><?xml version="1.0" encoding="utf-8"?>
<p:tagLst xmlns:a="http://schemas.openxmlformats.org/drawingml/2006/main" xmlns:r="http://schemas.openxmlformats.org/officeDocument/2006/relationships" xmlns:p="http://schemas.openxmlformats.org/presentationml/2006/main">
  <p:tag name="NUM" val="32"/>
</p:tagLst>
</file>

<file path=ppt/tags/tag322.xml><?xml version="1.0" encoding="utf-8"?>
<p:tagLst xmlns:a="http://schemas.openxmlformats.org/drawingml/2006/main" xmlns:r="http://schemas.openxmlformats.org/officeDocument/2006/relationships" xmlns:p="http://schemas.openxmlformats.org/presentationml/2006/main">
  <p:tag name="NUM" val="33"/>
</p:tagLst>
</file>

<file path=ppt/tags/tag323.xml><?xml version="1.0" encoding="utf-8"?>
<p:tagLst xmlns:a="http://schemas.openxmlformats.org/drawingml/2006/main" xmlns:r="http://schemas.openxmlformats.org/officeDocument/2006/relationships" xmlns:p="http://schemas.openxmlformats.org/presentationml/2006/main">
  <p:tag name="NUM" val="34"/>
</p:tagLst>
</file>

<file path=ppt/tags/tag324.xml><?xml version="1.0" encoding="utf-8"?>
<p:tagLst xmlns:a="http://schemas.openxmlformats.org/drawingml/2006/main" xmlns:r="http://schemas.openxmlformats.org/officeDocument/2006/relationships" xmlns:p="http://schemas.openxmlformats.org/presentationml/2006/main">
  <p:tag name="NUM" val="35"/>
</p:tagLst>
</file>

<file path=ppt/tags/tag325.xml><?xml version="1.0" encoding="utf-8"?>
<p:tagLst xmlns:a="http://schemas.openxmlformats.org/drawingml/2006/main" xmlns:r="http://schemas.openxmlformats.org/officeDocument/2006/relationships" xmlns:p="http://schemas.openxmlformats.org/presentationml/2006/main">
  <p:tag name="NUM" val="1"/>
</p:tagLst>
</file>

<file path=ppt/tags/tag326.xml><?xml version="1.0" encoding="utf-8"?>
<p:tagLst xmlns:a="http://schemas.openxmlformats.org/drawingml/2006/main" xmlns:r="http://schemas.openxmlformats.org/officeDocument/2006/relationships" xmlns:p="http://schemas.openxmlformats.org/presentationml/2006/main">
  <p:tag name="NUM" val="2"/>
</p:tagLst>
</file>

<file path=ppt/tags/tag327.xml><?xml version="1.0" encoding="utf-8"?>
<p:tagLst xmlns:a="http://schemas.openxmlformats.org/drawingml/2006/main" xmlns:r="http://schemas.openxmlformats.org/officeDocument/2006/relationships" xmlns:p="http://schemas.openxmlformats.org/presentationml/2006/main">
  <p:tag name="NUM" val="3"/>
</p:tagLst>
</file>

<file path=ppt/tags/tag328.xml><?xml version="1.0" encoding="utf-8"?>
<p:tagLst xmlns:a="http://schemas.openxmlformats.org/drawingml/2006/main" xmlns:r="http://schemas.openxmlformats.org/officeDocument/2006/relationships" xmlns:p="http://schemas.openxmlformats.org/presentationml/2006/main">
  <p:tag name="NUM" val="4"/>
</p:tagLst>
</file>

<file path=ppt/tags/tag329.xml><?xml version="1.0" encoding="utf-8"?>
<p:tagLst xmlns:a="http://schemas.openxmlformats.org/drawingml/2006/main" xmlns:r="http://schemas.openxmlformats.org/officeDocument/2006/relationships" xmlns:p="http://schemas.openxmlformats.org/presentationml/2006/main">
  <p:tag name="NUM" val="5"/>
</p:tagLst>
</file>

<file path=ppt/tags/tag330.xml><?xml version="1.0" encoding="utf-8"?>
<p:tagLst xmlns:a="http://schemas.openxmlformats.org/drawingml/2006/main" xmlns:r="http://schemas.openxmlformats.org/officeDocument/2006/relationships" xmlns:p="http://schemas.openxmlformats.org/presentationml/2006/main">
  <p:tag name="NUM" val="6"/>
</p:tagLst>
</file>

<file path=ppt/tags/tag331.xml><?xml version="1.0" encoding="utf-8"?>
<p:tagLst xmlns:a="http://schemas.openxmlformats.org/drawingml/2006/main" xmlns:r="http://schemas.openxmlformats.org/officeDocument/2006/relationships" xmlns:p="http://schemas.openxmlformats.org/presentationml/2006/main">
  <p:tag name="NUM" val="7"/>
</p:tagLst>
</file>

<file path=ppt/tags/tag332.xml><?xml version="1.0" encoding="utf-8"?>
<p:tagLst xmlns:a="http://schemas.openxmlformats.org/drawingml/2006/main" xmlns:r="http://schemas.openxmlformats.org/officeDocument/2006/relationships" xmlns:p="http://schemas.openxmlformats.org/presentationml/2006/main">
  <p:tag name="NUM" val="8"/>
</p:tagLst>
</file>

<file path=ppt/tags/tag333.xml><?xml version="1.0" encoding="utf-8"?>
<p:tagLst xmlns:a="http://schemas.openxmlformats.org/drawingml/2006/main" xmlns:r="http://schemas.openxmlformats.org/officeDocument/2006/relationships" xmlns:p="http://schemas.openxmlformats.org/presentationml/2006/main">
  <p:tag name="NUM" val="9"/>
</p:tagLst>
</file>

<file path=ppt/tags/tag334.xml><?xml version="1.0" encoding="utf-8"?>
<p:tagLst xmlns:a="http://schemas.openxmlformats.org/drawingml/2006/main" xmlns:r="http://schemas.openxmlformats.org/officeDocument/2006/relationships" xmlns:p="http://schemas.openxmlformats.org/presentationml/2006/main">
  <p:tag name="NUM" val="10"/>
</p:tagLst>
</file>

<file path=ppt/tags/tag335.xml><?xml version="1.0" encoding="utf-8"?>
<p:tagLst xmlns:a="http://schemas.openxmlformats.org/drawingml/2006/main" xmlns:r="http://schemas.openxmlformats.org/officeDocument/2006/relationships" xmlns:p="http://schemas.openxmlformats.org/presentationml/2006/main">
  <p:tag name="NUM" val="11"/>
</p:tagLst>
</file>

<file path=ppt/tags/tag336.xml><?xml version="1.0" encoding="utf-8"?>
<p:tagLst xmlns:a="http://schemas.openxmlformats.org/drawingml/2006/main" xmlns:r="http://schemas.openxmlformats.org/officeDocument/2006/relationships" xmlns:p="http://schemas.openxmlformats.org/presentationml/2006/main">
  <p:tag name="NUM" val="12"/>
</p:tagLst>
</file>

<file path=ppt/tags/tag337.xml><?xml version="1.0" encoding="utf-8"?>
<p:tagLst xmlns:a="http://schemas.openxmlformats.org/drawingml/2006/main" xmlns:r="http://schemas.openxmlformats.org/officeDocument/2006/relationships" xmlns:p="http://schemas.openxmlformats.org/presentationml/2006/main">
  <p:tag name="NUM" val="13"/>
</p:tagLst>
</file>

<file path=ppt/tags/tag338.xml><?xml version="1.0" encoding="utf-8"?>
<p:tagLst xmlns:a="http://schemas.openxmlformats.org/drawingml/2006/main" xmlns:r="http://schemas.openxmlformats.org/officeDocument/2006/relationships" xmlns:p="http://schemas.openxmlformats.org/presentationml/2006/main">
  <p:tag name="NUM" val="14"/>
</p:tagLst>
</file>

<file path=ppt/tags/tag339.xml><?xml version="1.0" encoding="utf-8"?>
<p:tagLst xmlns:a="http://schemas.openxmlformats.org/drawingml/2006/main" xmlns:r="http://schemas.openxmlformats.org/officeDocument/2006/relationships" xmlns:p="http://schemas.openxmlformats.org/presentationml/2006/main">
  <p:tag name="NUM" val="15"/>
</p:tagLst>
</file>

<file path=ppt/tags/tag340.xml><?xml version="1.0" encoding="utf-8"?>
<p:tagLst xmlns:a="http://schemas.openxmlformats.org/drawingml/2006/main" xmlns:r="http://schemas.openxmlformats.org/officeDocument/2006/relationships" xmlns:p="http://schemas.openxmlformats.org/presentationml/2006/main">
  <p:tag name="NUM" val="16"/>
</p:tagLst>
</file>

<file path=ppt/tags/tag341.xml><?xml version="1.0" encoding="utf-8"?>
<p:tagLst xmlns:a="http://schemas.openxmlformats.org/drawingml/2006/main" xmlns:r="http://schemas.openxmlformats.org/officeDocument/2006/relationships" xmlns:p="http://schemas.openxmlformats.org/presentationml/2006/main">
  <p:tag name="NUM" val="17"/>
</p:tagLst>
</file>

<file path=ppt/tags/tag342.xml><?xml version="1.0" encoding="utf-8"?>
<p:tagLst xmlns:a="http://schemas.openxmlformats.org/drawingml/2006/main" xmlns:r="http://schemas.openxmlformats.org/officeDocument/2006/relationships" xmlns:p="http://schemas.openxmlformats.org/presentationml/2006/main">
  <p:tag name="NUM" val="1"/>
</p:tagLst>
</file>

<file path=ppt/tags/tag343.xml><?xml version="1.0" encoding="utf-8"?>
<p:tagLst xmlns:a="http://schemas.openxmlformats.org/drawingml/2006/main" xmlns:r="http://schemas.openxmlformats.org/officeDocument/2006/relationships" xmlns:p="http://schemas.openxmlformats.org/presentationml/2006/main">
  <p:tag name="NUM" val="2"/>
</p:tagLst>
</file>

<file path=ppt/tags/tag344.xml><?xml version="1.0" encoding="utf-8"?>
<p:tagLst xmlns:a="http://schemas.openxmlformats.org/drawingml/2006/main" xmlns:r="http://schemas.openxmlformats.org/officeDocument/2006/relationships" xmlns:p="http://schemas.openxmlformats.org/presentationml/2006/main">
  <p:tag name="NUM" val="3"/>
</p:tagLst>
</file>

<file path=ppt/tags/tag345.xml><?xml version="1.0" encoding="utf-8"?>
<p:tagLst xmlns:a="http://schemas.openxmlformats.org/drawingml/2006/main" xmlns:r="http://schemas.openxmlformats.org/officeDocument/2006/relationships" xmlns:p="http://schemas.openxmlformats.org/presentationml/2006/main">
  <p:tag name="NUM" val="4"/>
</p:tagLst>
</file>

<file path=ppt/tags/tag346.xml><?xml version="1.0" encoding="utf-8"?>
<p:tagLst xmlns:a="http://schemas.openxmlformats.org/drawingml/2006/main" xmlns:r="http://schemas.openxmlformats.org/officeDocument/2006/relationships" xmlns:p="http://schemas.openxmlformats.org/presentationml/2006/main">
  <p:tag name="NUM" val="5"/>
</p:tagLst>
</file>

<file path=ppt/tags/tag347.xml><?xml version="1.0" encoding="utf-8"?>
<p:tagLst xmlns:a="http://schemas.openxmlformats.org/drawingml/2006/main" xmlns:r="http://schemas.openxmlformats.org/officeDocument/2006/relationships" xmlns:p="http://schemas.openxmlformats.org/presentationml/2006/main">
  <p:tag name="NUM" val="6"/>
</p:tagLst>
</file>

<file path=ppt/tags/tag348.xml><?xml version="1.0" encoding="utf-8"?>
<p:tagLst xmlns:a="http://schemas.openxmlformats.org/drawingml/2006/main" xmlns:r="http://schemas.openxmlformats.org/officeDocument/2006/relationships" xmlns:p="http://schemas.openxmlformats.org/presentationml/2006/main">
  <p:tag name="NUM" val="7"/>
</p:tagLst>
</file>

<file path=ppt/tags/tag349.xml><?xml version="1.0" encoding="utf-8"?>
<p:tagLst xmlns:a="http://schemas.openxmlformats.org/drawingml/2006/main" xmlns:r="http://schemas.openxmlformats.org/officeDocument/2006/relationships" xmlns:p="http://schemas.openxmlformats.org/presentationml/2006/main">
  <p:tag name="NUM" val="8"/>
</p:tagLst>
</file>

<file path=ppt/tags/tag350.xml><?xml version="1.0" encoding="utf-8"?>
<p:tagLst xmlns:a="http://schemas.openxmlformats.org/drawingml/2006/main" xmlns:r="http://schemas.openxmlformats.org/officeDocument/2006/relationships" xmlns:p="http://schemas.openxmlformats.org/presentationml/2006/main">
  <p:tag name="NUM" val="9"/>
</p:tagLst>
</file>

<file path=ppt/tags/tag351.xml><?xml version="1.0" encoding="utf-8"?>
<p:tagLst xmlns:a="http://schemas.openxmlformats.org/drawingml/2006/main" xmlns:r="http://schemas.openxmlformats.org/officeDocument/2006/relationships" xmlns:p="http://schemas.openxmlformats.org/presentationml/2006/main">
  <p:tag name="NUM" val="10"/>
</p:tagLst>
</file>

<file path=ppt/tags/tag352.xml><?xml version="1.0" encoding="utf-8"?>
<p:tagLst xmlns:a="http://schemas.openxmlformats.org/drawingml/2006/main" xmlns:r="http://schemas.openxmlformats.org/officeDocument/2006/relationships" xmlns:p="http://schemas.openxmlformats.org/presentationml/2006/main">
  <p:tag name="NUM" val="11"/>
</p:tagLst>
</file>

<file path=ppt/tags/tag353.xml><?xml version="1.0" encoding="utf-8"?>
<p:tagLst xmlns:a="http://schemas.openxmlformats.org/drawingml/2006/main" xmlns:r="http://schemas.openxmlformats.org/officeDocument/2006/relationships" xmlns:p="http://schemas.openxmlformats.org/presentationml/2006/main">
  <p:tag name="NUM" val="12"/>
</p:tagLst>
</file>

<file path=ppt/tags/tag354.xml><?xml version="1.0" encoding="utf-8"?>
<p:tagLst xmlns:a="http://schemas.openxmlformats.org/drawingml/2006/main" xmlns:r="http://schemas.openxmlformats.org/officeDocument/2006/relationships" xmlns:p="http://schemas.openxmlformats.org/presentationml/2006/main">
  <p:tag name="NUM" val="13"/>
</p:tagLst>
</file>

<file path=ppt/tags/tag355.xml><?xml version="1.0" encoding="utf-8"?>
<p:tagLst xmlns:a="http://schemas.openxmlformats.org/drawingml/2006/main" xmlns:r="http://schemas.openxmlformats.org/officeDocument/2006/relationships" xmlns:p="http://schemas.openxmlformats.org/presentationml/2006/main">
  <p:tag name="NUM" val="14"/>
</p:tagLst>
</file>

<file path=ppt/tags/tag356.xml><?xml version="1.0" encoding="utf-8"?>
<p:tagLst xmlns:a="http://schemas.openxmlformats.org/drawingml/2006/main" xmlns:r="http://schemas.openxmlformats.org/officeDocument/2006/relationships" xmlns:p="http://schemas.openxmlformats.org/presentationml/2006/main">
  <p:tag name="NUM" val="15"/>
</p:tagLst>
</file>

<file path=ppt/tags/tag357.xml><?xml version="1.0" encoding="utf-8"?>
<p:tagLst xmlns:a="http://schemas.openxmlformats.org/drawingml/2006/main" xmlns:r="http://schemas.openxmlformats.org/officeDocument/2006/relationships" xmlns:p="http://schemas.openxmlformats.org/presentationml/2006/main">
  <p:tag name="NUM" val="16"/>
</p:tagLst>
</file>

<file path=ppt/tags/tag358.xml><?xml version="1.0" encoding="utf-8"?>
<p:tagLst xmlns:a="http://schemas.openxmlformats.org/drawingml/2006/main" xmlns:r="http://schemas.openxmlformats.org/officeDocument/2006/relationships" xmlns:p="http://schemas.openxmlformats.org/presentationml/2006/main">
  <p:tag name="NUM" val="17"/>
</p:tagLst>
</file>

<file path=ppt/tags/tag359.xml><?xml version="1.0" encoding="utf-8"?>
<p:tagLst xmlns:a="http://schemas.openxmlformats.org/drawingml/2006/main" xmlns:r="http://schemas.openxmlformats.org/officeDocument/2006/relationships" xmlns:p="http://schemas.openxmlformats.org/presentationml/2006/main">
  <p:tag name="NUM" val="18"/>
</p:tagLst>
</file>

<file path=ppt/tags/tag360.xml><?xml version="1.0" encoding="utf-8"?>
<p:tagLst xmlns:a="http://schemas.openxmlformats.org/drawingml/2006/main" xmlns:r="http://schemas.openxmlformats.org/officeDocument/2006/relationships" xmlns:p="http://schemas.openxmlformats.org/presentationml/2006/main">
  <p:tag name="NUM" val="19"/>
</p:tagLst>
</file>

<file path=ppt/tags/tag361.xml><?xml version="1.0" encoding="utf-8"?>
<p:tagLst xmlns:a="http://schemas.openxmlformats.org/drawingml/2006/main" xmlns:r="http://schemas.openxmlformats.org/officeDocument/2006/relationships" xmlns:p="http://schemas.openxmlformats.org/presentationml/2006/main">
  <p:tag name="NUM" val="1"/>
</p:tagLst>
</file>

<file path=ppt/tags/tag362.xml><?xml version="1.0" encoding="utf-8"?>
<p:tagLst xmlns:a="http://schemas.openxmlformats.org/drawingml/2006/main" xmlns:r="http://schemas.openxmlformats.org/officeDocument/2006/relationships" xmlns:p="http://schemas.openxmlformats.org/presentationml/2006/main">
  <p:tag name="NUM" val="2"/>
</p:tagLst>
</file>

<file path=ppt/tags/tag363.xml><?xml version="1.0" encoding="utf-8"?>
<p:tagLst xmlns:a="http://schemas.openxmlformats.org/drawingml/2006/main" xmlns:r="http://schemas.openxmlformats.org/officeDocument/2006/relationships" xmlns:p="http://schemas.openxmlformats.org/presentationml/2006/main">
  <p:tag name="NUM" val="3"/>
</p:tagLst>
</file>

<file path=ppt/tags/tag364.xml><?xml version="1.0" encoding="utf-8"?>
<p:tagLst xmlns:a="http://schemas.openxmlformats.org/drawingml/2006/main" xmlns:r="http://schemas.openxmlformats.org/officeDocument/2006/relationships" xmlns:p="http://schemas.openxmlformats.org/presentationml/2006/main">
  <p:tag name="NUM" val="4"/>
</p:tagLst>
</file>

<file path=ppt/tags/tag365.xml><?xml version="1.0" encoding="utf-8"?>
<p:tagLst xmlns:a="http://schemas.openxmlformats.org/drawingml/2006/main" xmlns:r="http://schemas.openxmlformats.org/officeDocument/2006/relationships" xmlns:p="http://schemas.openxmlformats.org/presentationml/2006/main">
  <p:tag name="NUM" val="5"/>
</p:tagLst>
</file>

<file path=ppt/tags/tag366.xml><?xml version="1.0" encoding="utf-8"?>
<p:tagLst xmlns:a="http://schemas.openxmlformats.org/drawingml/2006/main" xmlns:r="http://schemas.openxmlformats.org/officeDocument/2006/relationships" xmlns:p="http://schemas.openxmlformats.org/presentationml/2006/main">
  <p:tag name="NUM" val="6"/>
</p:tagLst>
</file>

<file path=ppt/tags/tag367.xml><?xml version="1.0" encoding="utf-8"?>
<p:tagLst xmlns:a="http://schemas.openxmlformats.org/drawingml/2006/main" xmlns:r="http://schemas.openxmlformats.org/officeDocument/2006/relationships" xmlns:p="http://schemas.openxmlformats.org/presentationml/2006/main">
  <p:tag name="NUM" val="7"/>
</p:tagLst>
</file>

<file path=ppt/tags/tag368.xml><?xml version="1.0" encoding="utf-8"?>
<p:tagLst xmlns:a="http://schemas.openxmlformats.org/drawingml/2006/main" xmlns:r="http://schemas.openxmlformats.org/officeDocument/2006/relationships" xmlns:p="http://schemas.openxmlformats.org/presentationml/2006/main">
  <p:tag name="NUM" val="8"/>
</p:tagLst>
</file>

<file path=ppt/tags/tag369.xml><?xml version="1.0" encoding="utf-8"?>
<p:tagLst xmlns:a="http://schemas.openxmlformats.org/drawingml/2006/main" xmlns:r="http://schemas.openxmlformats.org/officeDocument/2006/relationships" xmlns:p="http://schemas.openxmlformats.org/presentationml/2006/main">
  <p:tag name="NUM" val="9"/>
</p:tagLst>
</file>

<file path=ppt/tags/tag370.xml><?xml version="1.0" encoding="utf-8"?>
<p:tagLst xmlns:a="http://schemas.openxmlformats.org/drawingml/2006/main" xmlns:r="http://schemas.openxmlformats.org/officeDocument/2006/relationships" xmlns:p="http://schemas.openxmlformats.org/presentationml/2006/main">
  <p:tag name="NUM" val="10"/>
</p:tagLst>
</file>

<file path=ppt/tags/tag371.xml><?xml version="1.0" encoding="utf-8"?>
<p:tagLst xmlns:a="http://schemas.openxmlformats.org/drawingml/2006/main" xmlns:r="http://schemas.openxmlformats.org/officeDocument/2006/relationships" xmlns:p="http://schemas.openxmlformats.org/presentationml/2006/main">
  <p:tag name="NUM" val="11"/>
</p:tagLst>
</file>

<file path=ppt/tags/tag372.xml><?xml version="1.0" encoding="utf-8"?>
<p:tagLst xmlns:a="http://schemas.openxmlformats.org/drawingml/2006/main" xmlns:r="http://schemas.openxmlformats.org/officeDocument/2006/relationships" xmlns:p="http://schemas.openxmlformats.org/presentationml/2006/main">
  <p:tag name="NUM" val="12"/>
</p:tagLst>
</file>

<file path=ppt/tags/tag373.xml><?xml version="1.0" encoding="utf-8"?>
<p:tagLst xmlns:a="http://schemas.openxmlformats.org/drawingml/2006/main" xmlns:r="http://schemas.openxmlformats.org/officeDocument/2006/relationships" xmlns:p="http://schemas.openxmlformats.org/presentationml/2006/main">
  <p:tag name="NUM" val="13"/>
</p:tagLst>
</file>

<file path=ppt/tags/tag374.xml><?xml version="1.0" encoding="utf-8"?>
<p:tagLst xmlns:a="http://schemas.openxmlformats.org/drawingml/2006/main" xmlns:r="http://schemas.openxmlformats.org/officeDocument/2006/relationships" xmlns:p="http://schemas.openxmlformats.org/presentationml/2006/main">
  <p:tag name="NUM" val="14"/>
</p:tagLst>
</file>

<file path=ppt/tags/tag375.xml><?xml version="1.0" encoding="utf-8"?>
<p:tagLst xmlns:a="http://schemas.openxmlformats.org/drawingml/2006/main" xmlns:r="http://schemas.openxmlformats.org/officeDocument/2006/relationships" xmlns:p="http://schemas.openxmlformats.org/presentationml/2006/main">
  <p:tag name="NUM" val="15"/>
</p:tagLst>
</file>

<file path=ppt/tags/tag376.xml><?xml version="1.0" encoding="utf-8"?>
<p:tagLst xmlns:a="http://schemas.openxmlformats.org/drawingml/2006/main" xmlns:r="http://schemas.openxmlformats.org/officeDocument/2006/relationships" xmlns:p="http://schemas.openxmlformats.org/presentationml/2006/main">
  <p:tag name="NUM" val="16"/>
</p:tagLst>
</file>

<file path=ppt/tags/tag377.xml><?xml version="1.0" encoding="utf-8"?>
<p:tagLst xmlns:a="http://schemas.openxmlformats.org/drawingml/2006/main" xmlns:r="http://schemas.openxmlformats.org/officeDocument/2006/relationships" xmlns:p="http://schemas.openxmlformats.org/presentationml/2006/main">
  <p:tag name="NUM" val="17"/>
</p:tagLst>
</file>

<file path=ppt/tags/tag378.xml><?xml version="1.0" encoding="utf-8"?>
<p:tagLst xmlns:a="http://schemas.openxmlformats.org/drawingml/2006/main" xmlns:r="http://schemas.openxmlformats.org/officeDocument/2006/relationships" xmlns:p="http://schemas.openxmlformats.org/presentationml/2006/main">
  <p:tag name="NUM" val="18"/>
</p:tagLst>
</file>

<file path=ppt/tags/tag379.xml><?xml version="1.0" encoding="utf-8"?>
<p:tagLst xmlns:a="http://schemas.openxmlformats.org/drawingml/2006/main" xmlns:r="http://schemas.openxmlformats.org/officeDocument/2006/relationships" xmlns:p="http://schemas.openxmlformats.org/presentationml/2006/main">
  <p:tag name="NUM" val="19"/>
</p:tagLst>
</file>

<file path=ppt/tags/tag380.xml><?xml version="1.0" encoding="utf-8"?>
<p:tagLst xmlns:a="http://schemas.openxmlformats.org/drawingml/2006/main" xmlns:r="http://schemas.openxmlformats.org/officeDocument/2006/relationships" xmlns:p="http://schemas.openxmlformats.org/presentationml/2006/main">
  <p:tag name="NUM" val="20"/>
</p:tagLst>
</file>

<file path=ppt/tags/tag381.xml><?xml version="1.0" encoding="utf-8"?>
<p:tagLst xmlns:a="http://schemas.openxmlformats.org/drawingml/2006/main" xmlns:r="http://schemas.openxmlformats.org/officeDocument/2006/relationships" xmlns:p="http://schemas.openxmlformats.org/presentationml/2006/main">
  <p:tag name="NUM" val="21"/>
</p:tagLst>
</file>

<file path=ppt/tags/tag382.xml><?xml version="1.0" encoding="utf-8"?>
<p:tagLst xmlns:a="http://schemas.openxmlformats.org/drawingml/2006/main" xmlns:r="http://schemas.openxmlformats.org/officeDocument/2006/relationships" xmlns:p="http://schemas.openxmlformats.org/presentationml/2006/main">
  <p:tag name="NUM" val="22"/>
</p:tagLst>
</file>

<file path=ppt/tags/tag383.xml><?xml version="1.0" encoding="utf-8"?>
<p:tagLst xmlns:a="http://schemas.openxmlformats.org/drawingml/2006/main" xmlns:r="http://schemas.openxmlformats.org/officeDocument/2006/relationships" xmlns:p="http://schemas.openxmlformats.org/presentationml/2006/main">
  <p:tag name="NUM" val="23"/>
</p:tagLst>
</file>

<file path=ppt/tags/tag384.xml><?xml version="1.0" encoding="utf-8"?>
<p:tagLst xmlns:a="http://schemas.openxmlformats.org/drawingml/2006/main" xmlns:r="http://schemas.openxmlformats.org/officeDocument/2006/relationships" xmlns:p="http://schemas.openxmlformats.org/presentationml/2006/main">
  <p:tag name="NUM" val="24"/>
</p:tagLst>
</file>

<file path=ppt/tags/tag385.xml><?xml version="1.0" encoding="utf-8"?>
<p:tagLst xmlns:a="http://schemas.openxmlformats.org/drawingml/2006/main" xmlns:r="http://schemas.openxmlformats.org/officeDocument/2006/relationships" xmlns:p="http://schemas.openxmlformats.org/presentationml/2006/main">
  <p:tag name="NUM" val="1"/>
</p:tagLst>
</file>

<file path=ppt/tags/tag386.xml><?xml version="1.0" encoding="utf-8"?>
<p:tagLst xmlns:a="http://schemas.openxmlformats.org/drawingml/2006/main" xmlns:r="http://schemas.openxmlformats.org/officeDocument/2006/relationships" xmlns:p="http://schemas.openxmlformats.org/presentationml/2006/main">
  <p:tag name="NUM" val="2"/>
</p:tagLst>
</file>

<file path=ppt/tags/tag387.xml><?xml version="1.0" encoding="utf-8"?>
<p:tagLst xmlns:a="http://schemas.openxmlformats.org/drawingml/2006/main" xmlns:r="http://schemas.openxmlformats.org/officeDocument/2006/relationships" xmlns:p="http://schemas.openxmlformats.org/presentationml/2006/main">
  <p:tag name="NUM" val="3"/>
</p:tagLst>
</file>

<file path=ppt/tags/tag388.xml><?xml version="1.0" encoding="utf-8"?>
<p:tagLst xmlns:a="http://schemas.openxmlformats.org/drawingml/2006/main" xmlns:r="http://schemas.openxmlformats.org/officeDocument/2006/relationships" xmlns:p="http://schemas.openxmlformats.org/presentationml/2006/main">
  <p:tag name="NUM" val="4"/>
</p:tagLst>
</file>

<file path=ppt/tags/tag389.xml><?xml version="1.0" encoding="utf-8"?>
<p:tagLst xmlns:a="http://schemas.openxmlformats.org/drawingml/2006/main" xmlns:r="http://schemas.openxmlformats.org/officeDocument/2006/relationships" xmlns:p="http://schemas.openxmlformats.org/presentationml/2006/main">
  <p:tag name="NUM" val="5"/>
</p:tagLst>
</file>

<file path=ppt/tags/tag390.xml><?xml version="1.0" encoding="utf-8"?>
<p:tagLst xmlns:a="http://schemas.openxmlformats.org/drawingml/2006/main" xmlns:r="http://schemas.openxmlformats.org/officeDocument/2006/relationships" xmlns:p="http://schemas.openxmlformats.org/presentationml/2006/main">
  <p:tag name="NUM" val="6"/>
</p:tagLst>
</file>

<file path=ppt/tags/tag391.xml><?xml version="1.0" encoding="utf-8"?>
<p:tagLst xmlns:a="http://schemas.openxmlformats.org/drawingml/2006/main" xmlns:r="http://schemas.openxmlformats.org/officeDocument/2006/relationships" xmlns:p="http://schemas.openxmlformats.org/presentationml/2006/main">
  <p:tag name="NUM" val="7"/>
</p:tagLst>
</file>

<file path=ppt/tags/tag392.xml><?xml version="1.0" encoding="utf-8"?>
<p:tagLst xmlns:a="http://schemas.openxmlformats.org/drawingml/2006/main" xmlns:r="http://schemas.openxmlformats.org/officeDocument/2006/relationships" xmlns:p="http://schemas.openxmlformats.org/presentationml/2006/main">
  <p:tag name="NUM" val="8"/>
</p:tagLst>
</file>

<file path=ppt/tags/tag393.xml><?xml version="1.0" encoding="utf-8"?>
<p:tagLst xmlns:a="http://schemas.openxmlformats.org/drawingml/2006/main" xmlns:r="http://schemas.openxmlformats.org/officeDocument/2006/relationships" xmlns:p="http://schemas.openxmlformats.org/presentationml/2006/main">
  <p:tag name="NUM" val="9"/>
</p:tagLst>
</file>

<file path=ppt/tags/tag394.xml><?xml version="1.0" encoding="utf-8"?>
<p:tagLst xmlns:a="http://schemas.openxmlformats.org/drawingml/2006/main" xmlns:r="http://schemas.openxmlformats.org/officeDocument/2006/relationships" xmlns:p="http://schemas.openxmlformats.org/presentationml/2006/main">
  <p:tag name="NUM" val="10"/>
</p:tagLst>
</file>

<file path=ppt/tags/tag395.xml><?xml version="1.0" encoding="utf-8"?>
<p:tagLst xmlns:a="http://schemas.openxmlformats.org/drawingml/2006/main" xmlns:r="http://schemas.openxmlformats.org/officeDocument/2006/relationships" xmlns:p="http://schemas.openxmlformats.org/presentationml/2006/main">
  <p:tag name="NUM" val="11"/>
</p:tagLst>
</file>

<file path=ppt/tags/tag396.xml><?xml version="1.0" encoding="utf-8"?>
<p:tagLst xmlns:a="http://schemas.openxmlformats.org/drawingml/2006/main" xmlns:r="http://schemas.openxmlformats.org/officeDocument/2006/relationships" xmlns:p="http://schemas.openxmlformats.org/presentationml/2006/main">
  <p:tag name="NUM" val="12"/>
</p:tagLst>
</file>

<file path=ppt/tags/tag397.xml><?xml version="1.0" encoding="utf-8"?>
<p:tagLst xmlns:a="http://schemas.openxmlformats.org/drawingml/2006/main" xmlns:r="http://schemas.openxmlformats.org/officeDocument/2006/relationships" xmlns:p="http://schemas.openxmlformats.org/presentationml/2006/main">
  <p:tag name="NUM" val="13"/>
</p:tagLst>
</file>

<file path=ppt/tags/tag398.xml><?xml version="1.0" encoding="utf-8"?>
<p:tagLst xmlns:a="http://schemas.openxmlformats.org/drawingml/2006/main" xmlns:r="http://schemas.openxmlformats.org/officeDocument/2006/relationships" xmlns:p="http://schemas.openxmlformats.org/presentationml/2006/main">
  <p:tag name="NUM" val="14"/>
</p:tagLst>
</file>

<file path=ppt/tags/tag399.xml><?xml version="1.0" encoding="utf-8"?>
<p:tagLst xmlns:a="http://schemas.openxmlformats.org/drawingml/2006/main" xmlns:r="http://schemas.openxmlformats.org/officeDocument/2006/relationships" xmlns:p="http://schemas.openxmlformats.org/presentationml/2006/main">
  <p:tag name="NUM" val="15"/>
</p:tagLst>
</file>

<file path=ppt/tags/tag400.xml><?xml version="1.0" encoding="utf-8"?>
<p:tagLst xmlns:a="http://schemas.openxmlformats.org/drawingml/2006/main" xmlns:r="http://schemas.openxmlformats.org/officeDocument/2006/relationships" xmlns:p="http://schemas.openxmlformats.org/presentationml/2006/main">
  <p:tag name="NUM" val="16"/>
</p:tagLst>
</file>

<file path=ppt/tags/tag401.xml><?xml version="1.0" encoding="utf-8"?>
<p:tagLst xmlns:a="http://schemas.openxmlformats.org/drawingml/2006/main" xmlns:r="http://schemas.openxmlformats.org/officeDocument/2006/relationships" xmlns:p="http://schemas.openxmlformats.org/presentationml/2006/main">
  <p:tag name="NUM" val="17"/>
</p:tagLst>
</file>

<file path=ppt/tags/tag402.xml><?xml version="1.0" encoding="utf-8"?>
<p:tagLst xmlns:a="http://schemas.openxmlformats.org/drawingml/2006/main" xmlns:r="http://schemas.openxmlformats.org/officeDocument/2006/relationships" xmlns:p="http://schemas.openxmlformats.org/presentationml/2006/main">
  <p:tag name="NUM" val="18"/>
</p:tagLst>
</file>

<file path=ppt/tags/tag403.xml><?xml version="1.0" encoding="utf-8"?>
<p:tagLst xmlns:a="http://schemas.openxmlformats.org/drawingml/2006/main" xmlns:r="http://schemas.openxmlformats.org/officeDocument/2006/relationships" xmlns:p="http://schemas.openxmlformats.org/presentationml/2006/main">
  <p:tag name="NUM" val="19"/>
</p:tagLst>
</file>

<file path=ppt/tags/tag404.xml><?xml version="1.0" encoding="utf-8"?>
<p:tagLst xmlns:a="http://schemas.openxmlformats.org/drawingml/2006/main" xmlns:r="http://schemas.openxmlformats.org/officeDocument/2006/relationships" xmlns:p="http://schemas.openxmlformats.org/presentationml/2006/main">
  <p:tag name="NUM" val="20"/>
</p:tagLst>
</file>

<file path=ppt/tags/tag405.xml><?xml version="1.0" encoding="utf-8"?>
<p:tagLst xmlns:a="http://schemas.openxmlformats.org/drawingml/2006/main" xmlns:r="http://schemas.openxmlformats.org/officeDocument/2006/relationships" xmlns:p="http://schemas.openxmlformats.org/presentationml/2006/main">
  <p:tag name="NUM" val="21"/>
</p:tagLst>
</file>

<file path=ppt/tags/tag406.xml><?xml version="1.0" encoding="utf-8"?>
<p:tagLst xmlns:a="http://schemas.openxmlformats.org/drawingml/2006/main" xmlns:r="http://schemas.openxmlformats.org/officeDocument/2006/relationships" xmlns:p="http://schemas.openxmlformats.org/presentationml/2006/main">
  <p:tag name="NUM" val="22"/>
</p:tagLst>
</file>

<file path=ppt/tags/tag407.xml><?xml version="1.0" encoding="utf-8"?>
<p:tagLst xmlns:a="http://schemas.openxmlformats.org/drawingml/2006/main" xmlns:r="http://schemas.openxmlformats.org/officeDocument/2006/relationships" xmlns:p="http://schemas.openxmlformats.org/presentationml/2006/main">
  <p:tag name="NUM" val="1"/>
</p:tagLst>
</file>

<file path=ppt/tags/tag408.xml><?xml version="1.0" encoding="utf-8"?>
<p:tagLst xmlns:a="http://schemas.openxmlformats.org/drawingml/2006/main" xmlns:r="http://schemas.openxmlformats.org/officeDocument/2006/relationships" xmlns:p="http://schemas.openxmlformats.org/presentationml/2006/main">
  <p:tag name="NUM" val="2"/>
</p:tagLst>
</file>

<file path=ppt/tags/tag409.xml><?xml version="1.0" encoding="utf-8"?>
<p:tagLst xmlns:a="http://schemas.openxmlformats.org/drawingml/2006/main" xmlns:r="http://schemas.openxmlformats.org/officeDocument/2006/relationships" xmlns:p="http://schemas.openxmlformats.org/presentationml/2006/main">
  <p:tag name="NUM" val="3"/>
</p:tagLst>
</file>

<file path=ppt/tags/tag410.xml><?xml version="1.0" encoding="utf-8"?>
<p:tagLst xmlns:a="http://schemas.openxmlformats.org/drawingml/2006/main" xmlns:r="http://schemas.openxmlformats.org/officeDocument/2006/relationships" xmlns:p="http://schemas.openxmlformats.org/presentationml/2006/main">
  <p:tag name="NUM" val="4"/>
</p:tagLst>
</file>

<file path=ppt/tags/tag411.xml><?xml version="1.0" encoding="utf-8"?>
<p:tagLst xmlns:a="http://schemas.openxmlformats.org/drawingml/2006/main" xmlns:r="http://schemas.openxmlformats.org/officeDocument/2006/relationships" xmlns:p="http://schemas.openxmlformats.org/presentationml/2006/main">
  <p:tag name="NUM" val="5"/>
</p:tagLst>
</file>

<file path=ppt/tags/tag412.xml><?xml version="1.0" encoding="utf-8"?>
<p:tagLst xmlns:a="http://schemas.openxmlformats.org/drawingml/2006/main" xmlns:r="http://schemas.openxmlformats.org/officeDocument/2006/relationships" xmlns:p="http://schemas.openxmlformats.org/presentationml/2006/main">
  <p:tag name="NUM" val="6"/>
</p:tagLst>
</file>

<file path=ppt/tags/tag413.xml><?xml version="1.0" encoding="utf-8"?>
<p:tagLst xmlns:a="http://schemas.openxmlformats.org/drawingml/2006/main" xmlns:r="http://schemas.openxmlformats.org/officeDocument/2006/relationships" xmlns:p="http://schemas.openxmlformats.org/presentationml/2006/main">
  <p:tag name="NUM" val="7"/>
</p:tagLst>
</file>

<file path=ppt/tags/tag414.xml><?xml version="1.0" encoding="utf-8"?>
<p:tagLst xmlns:a="http://schemas.openxmlformats.org/drawingml/2006/main" xmlns:r="http://schemas.openxmlformats.org/officeDocument/2006/relationships" xmlns:p="http://schemas.openxmlformats.org/presentationml/2006/main">
  <p:tag name="NUM" val="8"/>
</p:tagLst>
</file>

<file path=ppt/tags/tag415.xml><?xml version="1.0" encoding="utf-8"?>
<p:tagLst xmlns:a="http://schemas.openxmlformats.org/drawingml/2006/main" xmlns:r="http://schemas.openxmlformats.org/officeDocument/2006/relationships" xmlns:p="http://schemas.openxmlformats.org/presentationml/2006/main">
  <p:tag name="NUM" val="9"/>
</p:tagLst>
</file>

<file path=ppt/tags/tag416.xml><?xml version="1.0" encoding="utf-8"?>
<p:tagLst xmlns:a="http://schemas.openxmlformats.org/drawingml/2006/main" xmlns:r="http://schemas.openxmlformats.org/officeDocument/2006/relationships" xmlns:p="http://schemas.openxmlformats.org/presentationml/2006/main">
  <p:tag name="NUM" val="10"/>
</p:tagLst>
</file>

<file path=ppt/tags/tag417.xml><?xml version="1.0" encoding="utf-8"?>
<p:tagLst xmlns:a="http://schemas.openxmlformats.org/drawingml/2006/main" xmlns:r="http://schemas.openxmlformats.org/officeDocument/2006/relationships" xmlns:p="http://schemas.openxmlformats.org/presentationml/2006/main">
  <p:tag name="NUM" val="11"/>
</p:tagLst>
</file>

<file path=ppt/tags/tag418.xml><?xml version="1.0" encoding="utf-8"?>
<p:tagLst xmlns:a="http://schemas.openxmlformats.org/drawingml/2006/main" xmlns:r="http://schemas.openxmlformats.org/officeDocument/2006/relationships" xmlns:p="http://schemas.openxmlformats.org/presentationml/2006/main">
  <p:tag name="NUM" val="12"/>
</p:tagLst>
</file>

<file path=ppt/tags/tag419.xml><?xml version="1.0" encoding="utf-8"?>
<p:tagLst xmlns:a="http://schemas.openxmlformats.org/drawingml/2006/main" xmlns:r="http://schemas.openxmlformats.org/officeDocument/2006/relationships" xmlns:p="http://schemas.openxmlformats.org/presentationml/2006/main">
  <p:tag name="NUM" val="13"/>
</p:tagLst>
</file>

<file path=ppt/tags/tag420.xml><?xml version="1.0" encoding="utf-8"?>
<p:tagLst xmlns:a="http://schemas.openxmlformats.org/drawingml/2006/main" xmlns:r="http://schemas.openxmlformats.org/officeDocument/2006/relationships" xmlns:p="http://schemas.openxmlformats.org/presentationml/2006/main">
  <p:tag name="NUM" val="14"/>
</p:tagLst>
</file>

<file path=ppt/tags/tag421.xml><?xml version="1.0" encoding="utf-8"?>
<p:tagLst xmlns:a="http://schemas.openxmlformats.org/drawingml/2006/main" xmlns:r="http://schemas.openxmlformats.org/officeDocument/2006/relationships" xmlns:p="http://schemas.openxmlformats.org/presentationml/2006/main">
  <p:tag name="NUM" val="15"/>
</p:tagLst>
</file>

<file path=ppt/tags/tag422.xml><?xml version="1.0" encoding="utf-8"?>
<p:tagLst xmlns:a="http://schemas.openxmlformats.org/drawingml/2006/main" xmlns:r="http://schemas.openxmlformats.org/officeDocument/2006/relationships" xmlns:p="http://schemas.openxmlformats.org/presentationml/2006/main">
  <p:tag name="NUM" val="16"/>
</p:tagLst>
</file>

<file path=ppt/tags/tag423.xml><?xml version="1.0" encoding="utf-8"?>
<p:tagLst xmlns:a="http://schemas.openxmlformats.org/drawingml/2006/main" xmlns:r="http://schemas.openxmlformats.org/officeDocument/2006/relationships" xmlns:p="http://schemas.openxmlformats.org/presentationml/2006/main">
  <p:tag name="NUM" val="17"/>
</p:tagLst>
</file>

<file path=ppt/tags/tag424.xml><?xml version="1.0" encoding="utf-8"?>
<p:tagLst xmlns:a="http://schemas.openxmlformats.org/drawingml/2006/main" xmlns:r="http://schemas.openxmlformats.org/officeDocument/2006/relationships" xmlns:p="http://schemas.openxmlformats.org/presentationml/2006/main">
  <p:tag name="NUM" val="18"/>
</p:tagLst>
</file>

<file path=ppt/tags/tag425.xml><?xml version="1.0" encoding="utf-8"?>
<p:tagLst xmlns:a="http://schemas.openxmlformats.org/drawingml/2006/main" xmlns:r="http://schemas.openxmlformats.org/officeDocument/2006/relationships" xmlns:p="http://schemas.openxmlformats.org/presentationml/2006/main">
  <p:tag name="NUM" val="19"/>
</p:tagLst>
</file>

<file path=ppt/tags/tag426.xml><?xml version="1.0" encoding="utf-8"?>
<p:tagLst xmlns:a="http://schemas.openxmlformats.org/drawingml/2006/main" xmlns:r="http://schemas.openxmlformats.org/officeDocument/2006/relationships" xmlns:p="http://schemas.openxmlformats.org/presentationml/2006/main">
  <p:tag name="NUM" val="20"/>
</p:tagLst>
</file>

<file path=ppt/tags/tag427.xml><?xml version="1.0" encoding="utf-8"?>
<p:tagLst xmlns:a="http://schemas.openxmlformats.org/drawingml/2006/main" xmlns:r="http://schemas.openxmlformats.org/officeDocument/2006/relationships" xmlns:p="http://schemas.openxmlformats.org/presentationml/2006/main">
  <p:tag name="NUM" val="21"/>
</p:tagLst>
</file>

<file path=ppt/tags/tag428.xml><?xml version="1.0" encoding="utf-8"?>
<p:tagLst xmlns:a="http://schemas.openxmlformats.org/drawingml/2006/main" xmlns:r="http://schemas.openxmlformats.org/officeDocument/2006/relationships" xmlns:p="http://schemas.openxmlformats.org/presentationml/2006/main">
  <p:tag name="NUM" val="22"/>
</p:tagLst>
</file>

<file path=ppt/tags/tag429.xml><?xml version="1.0" encoding="utf-8"?>
<p:tagLst xmlns:a="http://schemas.openxmlformats.org/drawingml/2006/main" xmlns:r="http://schemas.openxmlformats.org/officeDocument/2006/relationships" xmlns:p="http://schemas.openxmlformats.org/presentationml/2006/main">
  <p:tag name="NUM" val="23"/>
</p:tagLst>
</file>

<file path=ppt/tags/tag430.xml><?xml version="1.0" encoding="utf-8"?>
<p:tagLst xmlns:a="http://schemas.openxmlformats.org/drawingml/2006/main" xmlns:r="http://schemas.openxmlformats.org/officeDocument/2006/relationships" xmlns:p="http://schemas.openxmlformats.org/presentationml/2006/main">
  <p:tag name="NUM" val="24"/>
</p:tagLst>
</file>

<file path=ppt/tags/tag431.xml><?xml version="1.0" encoding="utf-8"?>
<p:tagLst xmlns:a="http://schemas.openxmlformats.org/drawingml/2006/main" xmlns:r="http://schemas.openxmlformats.org/officeDocument/2006/relationships" xmlns:p="http://schemas.openxmlformats.org/presentationml/2006/main">
  <p:tag name="NUM" val="25"/>
</p:tagLst>
</file>

<file path=ppt/tags/tag432.xml><?xml version="1.0" encoding="utf-8"?>
<p:tagLst xmlns:a="http://schemas.openxmlformats.org/drawingml/2006/main" xmlns:r="http://schemas.openxmlformats.org/officeDocument/2006/relationships" xmlns:p="http://schemas.openxmlformats.org/presentationml/2006/main">
  <p:tag name="NUM" val="26"/>
</p:tagLst>
</file>

<file path=ppt/tags/tag433.xml><?xml version="1.0" encoding="utf-8"?>
<p:tagLst xmlns:a="http://schemas.openxmlformats.org/drawingml/2006/main" xmlns:r="http://schemas.openxmlformats.org/officeDocument/2006/relationships" xmlns:p="http://schemas.openxmlformats.org/presentationml/2006/main">
  <p:tag name="NUM" val="27"/>
</p:tagLst>
</file>

<file path=ppt/tags/tag434.xml><?xml version="1.0" encoding="utf-8"?>
<p:tagLst xmlns:a="http://schemas.openxmlformats.org/drawingml/2006/main" xmlns:r="http://schemas.openxmlformats.org/officeDocument/2006/relationships" xmlns:p="http://schemas.openxmlformats.org/presentationml/2006/main">
  <p:tag name="NUM" val="28"/>
</p:tagLst>
</file>

<file path=ppt/tags/tag435.xml><?xml version="1.0" encoding="utf-8"?>
<p:tagLst xmlns:a="http://schemas.openxmlformats.org/drawingml/2006/main" xmlns:r="http://schemas.openxmlformats.org/officeDocument/2006/relationships" xmlns:p="http://schemas.openxmlformats.org/presentationml/2006/main">
  <p:tag name="NUM" val="29"/>
</p:tagLst>
</file>

<file path=ppt/tags/tag436.xml><?xml version="1.0" encoding="utf-8"?>
<p:tagLst xmlns:a="http://schemas.openxmlformats.org/drawingml/2006/main" xmlns:r="http://schemas.openxmlformats.org/officeDocument/2006/relationships" xmlns:p="http://schemas.openxmlformats.org/presentationml/2006/main">
  <p:tag name="NUM" val="30"/>
</p:tagLst>
</file>

<file path=ppt/tags/tag437.xml><?xml version="1.0" encoding="utf-8"?>
<p:tagLst xmlns:a="http://schemas.openxmlformats.org/drawingml/2006/main" xmlns:r="http://schemas.openxmlformats.org/officeDocument/2006/relationships" xmlns:p="http://schemas.openxmlformats.org/presentationml/2006/main">
  <p:tag name="NUM" val="31"/>
</p:tagLst>
</file>

<file path=ppt/tags/tag438.xml><?xml version="1.0" encoding="utf-8"?>
<p:tagLst xmlns:a="http://schemas.openxmlformats.org/drawingml/2006/main" xmlns:r="http://schemas.openxmlformats.org/officeDocument/2006/relationships" xmlns:p="http://schemas.openxmlformats.org/presentationml/2006/main">
  <p:tag name="NUM" val="32"/>
</p:tagLst>
</file>

<file path=ppt/tags/tag439.xml><?xml version="1.0" encoding="utf-8"?>
<p:tagLst xmlns:a="http://schemas.openxmlformats.org/drawingml/2006/main" xmlns:r="http://schemas.openxmlformats.org/officeDocument/2006/relationships" xmlns:p="http://schemas.openxmlformats.org/presentationml/2006/main">
  <p:tag name="NUM" val="33"/>
</p:tagLst>
</file>

<file path=ppt/tags/tag440.xml><?xml version="1.0" encoding="utf-8"?>
<p:tagLst xmlns:a="http://schemas.openxmlformats.org/drawingml/2006/main" xmlns:r="http://schemas.openxmlformats.org/officeDocument/2006/relationships" xmlns:p="http://schemas.openxmlformats.org/presentationml/2006/main">
  <p:tag name="NUM" val="34"/>
</p:tagLst>
</file>

<file path=ppt/tags/tag441.xml><?xml version="1.0" encoding="utf-8"?>
<p:tagLst xmlns:a="http://schemas.openxmlformats.org/drawingml/2006/main" xmlns:r="http://schemas.openxmlformats.org/officeDocument/2006/relationships" xmlns:p="http://schemas.openxmlformats.org/presentationml/2006/main">
  <p:tag name="NUM" val="35"/>
</p:tagLst>
</file>

<file path=ppt/tags/tag442.xml><?xml version="1.0" encoding="utf-8"?>
<p:tagLst xmlns:a="http://schemas.openxmlformats.org/drawingml/2006/main" xmlns:r="http://schemas.openxmlformats.org/officeDocument/2006/relationships" xmlns:p="http://schemas.openxmlformats.org/presentationml/2006/main">
  <p:tag name="NUM" val="36"/>
</p:tagLst>
</file>

<file path=ppt/tags/tag443.xml><?xml version="1.0" encoding="utf-8"?>
<p:tagLst xmlns:a="http://schemas.openxmlformats.org/drawingml/2006/main" xmlns:r="http://schemas.openxmlformats.org/officeDocument/2006/relationships" xmlns:p="http://schemas.openxmlformats.org/presentationml/2006/main">
  <p:tag name="NUM" val="37"/>
</p:tagLst>
</file>

<file path=ppt/tags/tag444.xml><?xml version="1.0" encoding="utf-8"?>
<p:tagLst xmlns:a="http://schemas.openxmlformats.org/drawingml/2006/main" xmlns:r="http://schemas.openxmlformats.org/officeDocument/2006/relationships" xmlns:p="http://schemas.openxmlformats.org/presentationml/2006/main">
  <p:tag name="NUM" val="38"/>
</p:tagLst>
</file>

<file path=ppt/tags/tag445.xml><?xml version="1.0" encoding="utf-8"?>
<p:tagLst xmlns:a="http://schemas.openxmlformats.org/drawingml/2006/main" xmlns:r="http://schemas.openxmlformats.org/officeDocument/2006/relationships" xmlns:p="http://schemas.openxmlformats.org/presentationml/2006/main">
  <p:tag name="NUM" val="1"/>
</p:tagLst>
</file>

<file path=ppt/tags/tag446.xml><?xml version="1.0" encoding="utf-8"?>
<p:tagLst xmlns:a="http://schemas.openxmlformats.org/drawingml/2006/main" xmlns:r="http://schemas.openxmlformats.org/officeDocument/2006/relationships" xmlns:p="http://schemas.openxmlformats.org/presentationml/2006/main">
  <p:tag name="NUM" val="2"/>
</p:tagLst>
</file>

<file path=ppt/tags/tag447.xml><?xml version="1.0" encoding="utf-8"?>
<p:tagLst xmlns:a="http://schemas.openxmlformats.org/drawingml/2006/main" xmlns:r="http://schemas.openxmlformats.org/officeDocument/2006/relationships" xmlns:p="http://schemas.openxmlformats.org/presentationml/2006/main">
  <p:tag name="NUM" val="3"/>
</p:tagLst>
</file>

<file path=ppt/tags/tag448.xml><?xml version="1.0" encoding="utf-8"?>
<p:tagLst xmlns:a="http://schemas.openxmlformats.org/drawingml/2006/main" xmlns:r="http://schemas.openxmlformats.org/officeDocument/2006/relationships" xmlns:p="http://schemas.openxmlformats.org/presentationml/2006/main">
  <p:tag name="NUM" val="4"/>
</p:tagLst>
</file>

<file path=ppt/tags/tag449.xml><?xml version="1.0" encoding="utf-8"?>
<p:tagLst xmlns:a="http://schemas.openxmlformats.org/drawingml/2006/main" xmlns:r="http://schemas.openxmlformats.org/officeDocument/2006/relationships" xmlns:p="http://schemas.openxmlformats.org/presentationml/2006/main">
  <p:tag name="NUM" val="5"/>
</p:tagLst>
</file>

<file path=ppt/tags/tag450.xml><?xml version="1.0" encoding="utf-8"?>
<p:tagLst xmlns:a="http://schemas.openxmlformats.org/drawingml/2006/main" xmlns:r="http://schemas.openxmlformats.org/officeDocument/2006/relationships" xmlns:p="http://schemas.openxmlformats.org/presentationml/2006/main">
  <p:tag name="NUM" val="6"/>
</p:tagLst>
</file>

<file path=ppt/tags/tag451.xml><?xml version="1.0" encoding="utf-8"?>
<p:tagLst xmlns:a="http://schemas.openxmlformats.org/drawingml/2006/main" xmlns:r="http://schemas.openxmlformats.org/officeDocument/2006/relationships" xmlns:p="http://schemas.openxmlformats.org/presentationml/2006/main">
  <p:tag name="NUM" val="7"/>
</p:tagLst>
</file>

<file path=ppt/tags/tag452.xml><?xml version="1.0" encoding="utf-8"?>
<p:tagLst xmlns:a="http://schemas.openxmlformats.org/drawingml/2006/main" xmlns:r="http://schemas.openxmlformats.org/officeDocument/2006/relationships" xmlns:p="http://schemas.openxmlformats.org/presentationml/2006/main">
  <p:tag name="NUM" val="8"/>
</p:tagLst>
</file>

<file path=ppt/tags/tag453.xml><?xml version="1.0" encoding="utf-8"?>
<p:tagLst xmlns:a="http://schemas.openxmlformats.org/drawingml/2006/main" xmlns:r="http://schemas.openxmlformats.org/officeDocument/2006/relationships" xmlns:p="http://schemas.openxmlformats.org/presentationml/2006/main">
  <p:tag name="NUM" val="9"/>
</p:tagLst>
</file>

<file path=ppt/tags/tag454.xml><?xml version="1.0" encoding="utf-8"?>
<p:tagLst xmlns:a="http://schemas.openxmlformats.org/drawingml/2006/main" xmlns:r="http://schemas.openxmlformats.org/officeDocument/2006/relationships" xmlns:p="http://schemas.openxmlformats.org/presentationml/2006/main">
  <p:tag name="NUM" val="10"/>
</p:tagLst>
</file>

<file path=ppt/tags/tag455.xml><?xml version="1.0" encoding="utf-8"?>
<p:tagLst xmlns:a="http://schemas.openxmlformats.org/drawingml/2006/main" xmlns:r="http://schemas.openxmlformats.org/officeDocument/2006/relationships" xmlns:p="http://schemas.openxmlformats.org/presentationml/2006/main">
  <p:tag name="NUM" val="11"/>
</p:tagLst>
</file>

<file path=ppt/tags/tag456.xml><?xml version="1.0" encoding="utf-8"?>
<p:tagLst xmlns:a="http://schemas.openxmlformats.org/drawingml/2006/main" xmlns:r="http://schemas.openxmlformats.org/officeDocument/2006/relationships" xmlns:p="http://schemas.openxmlformats.org/presentationml/2006/main">
  <p:tag name="NUM" val="12"/>
</p:tagLst>
</file>

<file path=ppt/tags/tag457.xml><?xml version="1.0" encoding="utf-8"?>
<p:tagLst xmlns:a="http://schemas.openxmlformats.org/drawingml/2006/main" xmlns:r="http://schemas.openxmlformats.org/officeDocument/2006/relationships" xmlns:p="http://schemas.openxmlformats.org/presentationml/2006/main">
  <p:tag name="NUM" val="13"/>
</p:tagLst>
</file>

<file path=ppt/tags/tag458.xml><?xml version="1.0" encoding="utf-8"?>
<p:tagLst xmlns:a="http://schemas.openxmlformats.org/drawingml/2006/main" xmlns:r="http://schemas.openxmlformats.org/officeDocument/2006/relationships" xmlns:p="http://schemas.openxmlformats.org/presentationml/2006/main">
  <p:tag name="NUM" val="14"/>
</p:tagLst>
</file>

<file path=ppt/tags/tag459.xml><?xml version="1.0" encoding="utf-8"?>
<p:tagLst xmlns:a="http://schemas.openxmlformats.org/drawingml/2006/main" xmlns:r="http://schemas.openxmlformats.org/officeDocument/2006/relationships" xmlns:p="http://schemas.openxmlformats.org/presentationml/2006/main">
  <p:tag name="NUM" val="15"/>
</p:tagLst>
</file>

<file path=ppt/tags/tag460.xml><?xml version="1.0" encoding="utf-8"?>
<p:tagLst xmlns:a="http://schemas.openxmlformats.org/drawingml/2006/main" xmlns:r="http://schemas.openxmlformats.org/officeDocument/2006/relationships" xmlns:p="http://schemas.openxmlformats.org/presentationml/2006/main">
  <p:tag name="NUM" val="16"/>
</p:tagLst>
</file>

<file path=ppt/tags/tag461.xml><?xml version="1.0" encoding="utf-8"?>
<p:tagLst xmlns:a="http://schemas.openxmlformats.org/drawingml/2006/main" xmlns:r="http://schemas.openxmlformats.org/officeDocument/2006/relationships" xmlns:p="http://schemas.openxmlformats.org/presentationml/2006/main">
  <p:tag name="NUM" val="17"/>
</p:tagLst>
</file>

<file path=ppt/tags/tag462.xml><?xml version="1.0" encoding="utf-8"?>
<p:tagLst xmlns:a="http://schemas.openxmlformats.org/drawingml/2006/main" xmlns:r="http://schemas.openxmlformats.org/officeDocument/2006/relationships" xmlns:p="http://schemas.openxmlformats.org/presentationml/2006/main">
  <p:tag name="NUM" val="18"/>
</p:tagLst>
</file>

<file path=ppt/tags/tag463.xml><?xml version="1.0" encoding="utf-8"?>
<p:tagLst xmlns:a="http://schemas.openxmlformats.org/drawingml/2006/main" xmlns:r="http://schemas.openxmlformats.org/officeDocument/2006/relationships" xmlns:p="http://schemas.openxmlformats.org/presentationml/2006/main">
  <p:tag name="NUM" val="19"/>
</p:tagLst>
</file>

<file path=ppt/tags/tag464.xml><?xml version="1.0" encoding="utf-8"?>
<p:tagLst xmlns:a="http://schemas.openxmlformats.org/drawingml/2006/main" xmlns:r="http://schemas.openxmlformats.org/officeDocument/2006/relationships" xmlns:p="http://schemas.openxmlformats.org/presentationml/2006/main">
  <p:tag name="NUM" val="20"/>
</p:tagLst>
</file>

<file path=ppt/tags/tag465.xml><?xml version="1.0" encoding="utf-8"?>
<p:tagLst xmlns:a="http://schemas.openxmlformats.org/drawingml/2006/main" xmlns:r="http://schemas.openxmlformats.org/officeDocument/2006/relationships" xmlns:p="http://schemas.openxmlformats.org/presentationml/2006/main">
  <p:tag name="NUM" val="21"/>
</p:tagLst>
</file>

<file path=ppt/tags/tag466.xml><?xml version="1.0" encoding="utf-8"?>
<p:tagLst xmlns:a="http://schemas.openxmlformats.org/drawingml/2006/main" xmlns:r="http://schemas.openxmlformats.org/officeDocument/2006/relationships" xmlns:p="http://schemas.openxmlformats.org/presentationml/2006/main">
  <p:tag name="NUM" val="1"/>
</p:tagLst>
</file>

<file path=ppt/tags/tag467.xml><?xml version="1.0" encoding="utf-8"?>
<p:tagLst xmlns:a="http://schemas.openxmlformats.org/drawingml/2006/main" xmlns:r="http://schemas.openxmlformats.org/officeDocument/2006/relationships" xmlns:p="http://schemas.openxmlformats.org/presentationml/2006/main">
  <p:tag name="NUM" val="2"/>
</p:tagLst>
</file>

<file path=ppt/tags/tag468.xml><?xml version="1.0" encoding="utf-8"?>
<p:tagLst xmlns:a="http://schemas.openxmlformats.org/drawingml/2006/main" xmlns:r="http://schemas.openxmlformats.org/officeDocument/2006/relationships" xmlns:p="http://schemas.openxmlformats.org/presentationml/2006/main">
  <p:tag name="NUM" val="3"/>
</p:tagLst>
</file>

<file path=ppt/tags/tag469.xml><?xml version="1.0" encoding="utf-8"?>
<p:tagLst xmlns:a="http://schemas.openxmlformats.org/drawingml/2006/main" xmlns:r="http://schemas.openxmlformats.org/officeDocument/2006/relationships" xmlns:p="http://schemas.openxmlformats.org/presentationml/2006/main">
  <p:tag name="NUM" val="4"/>
</p:tagLst>
</file>

<file path=ppt/tags/tag470.xml><?xml version="1.0" encoding="utf-8"?>
<p:tagLst xmlns:a="http://schemas.openxmlformats.org/drawingml/2006/main" xmlns:r="http://schemas.openxmlformats.org/officeDocument/2006/relationships" xmlns:p="http://schemas.openxmlformats.org/presentationml/2006/main">
  <p:tag name="NUM" val="5"/>
</p:tagLst>
</file>

<file path=ppt/tags/tag471.xml><?xml version="1.0" encoding="utf-8"?>
<p:tagLst xmlns:a="http://schemas.openxmlformats.org/drawingml/2006/main" xmlns:r="http://schemas.openxmlformats.org/officeDocument/2006/relationships" xmlns:p="http://schemas.openxmlformats.org/presentationml/2006/main">
  <p:tag name="NUM" val="6"/>
</p:tagLst>
</file>

<file path=ppt/tags/tag472.xml><?xml version="1.0" encoding="utf-8"?>
<p:tagLst xmlns:a="http://schemas.openxmlformats.org/drawingml/2006/main" xmlns:r="http://schemas.openxmlformats.org/officeDocument/2006/relationships" xmlns:p="http://schemas.openxmlformats.org/presentationml/2006/main">
  <p:tag name="NUM" val="7"/>
</p:tagLst>
</file>

<file path=ppt/tags/tag473.xml><?xml version="1.0" encoding="utf-8"?>
<p:tagLst xmlns:a="http://schemas.openxmlformats.org/drawingml/2006/main" xmlns:r="http://schemas.openxmlformats.org/officeDocument/2006/relationships" xmlns:p="http://schemas.openxmlformats.org/presentationml/2006/main">
  <p:tag name="NUM" val="8"/>
</p:tagLst>
</file>

<file path=ppt/tags/tag474.xml><?xml version="1.0" encoding="utf-8"?>
<p:tagLst xmlns:a="http://schemas.openxmlformats.org/drawingml/2006/main" xmlns:r="http://schemas.openxmlformats.org/officeDocument/2006/relationships" xmlns:p="http://schemas.openxmlformats.org/presentationml/2006/main">
  <p:tag name="NUM" val="9"/>
</p:tagLst>
</file>

<file path=ppt/tags/tag475.xml><?xml version="1.0" encoding="utf-8"?>
<p:tagLst xmlns:a="http://schemas.openxmlformats.org/drawingml/2006/main" xmlns:r="http://schemas.openxmlformats.org/officeDocument/2006/relationships" xmlns:p="http://schemas.openxmlformats.org/presentationml/2006/main">
  <p:tag name="NUM" val="10"/>
</p:tagLst>
</file>

<file path=ppt/tags/tag476.xml><?xml version="1.0" encoding="utf-8"?>
<p:tagLst xmlns:a="http://schemas.openxmlformats.org/drawingml/2006/main" xmlns:r="http://schemas.openxmlformats.org/officeDocument/2006/relationships" xmlns:p="http://schemas.openxmlformats.org/presentationml/2006/main">
  <p:tag name="NUM" val="11"/>
</p:tagLst>
</file>

<file path=ppt/tags/tag477.xml><?xml version="1.0" encoding="utf-8"?>
<p:tagLst xmlns:a="http://schemas.openxmlformats.org/drawingml/2006/main" xmlns:r="http://schemas.openxmlformats.org/officeDocument/2006/relationships" xmlns:p="http://schemas.openxmlformats.org/presentationml/2006/main">
  <p:tag name="NUM" val="12"/>
</p:tagLst>
</file>

<file path=ppt/tags/tag478.xml><?xml version="1.0" encoding="utf-8"?>
<p:tagLst xmlns:a="http://schemas.openxmlformats.org/drawingml/2006/main" xmlns:r="http://schemas.openxmlformats.org/officeDocument/2006/relationships" xmlns:p="http://schemas.openxmlformats.org/presentationml/2006/main">
  <p:tag name="NUM" val="13"/>
</p:tagLst>
</file>

<file path=ppt/tags/tag479.xml><?xml version="1.0" encoding="utf-8"?>
<p:tagLst xmlns:a="http://schemas.openxmlformats.org/drawingml/2006/main" xmlns:r="http://schemas.openxmlformats.org/officeDocument/2006/relationships" xmlns:p="http://schemas.openxmlformats.org/presentationml/2006/main">
  <p:tag name="NUM" val="14"/>
</p:tagLst>
</file>

<file path=ppt/tags/tag480.xml><?xml version="1.0" encoding="utf-8"?>
<p:tagLst xmlns:a="http://schemas.openxmlformats.org/drawingml/2006/main" xmlns:r="http://schemas.openxmlformats.org/officeDocument/2006/relationships" xmlns:p="http://schemas.openxmlformats.org/presentationml/2006/main">
  <p:tag name="NUM" val="15"/>
</p:tagLst>
</file>

<file path=ppt/tags/tag481.xml><?xml version="1.0" encoding="utf-8"?>
<p:tagLst xmlns:a="http://schemas.openxmlformats.org/drawingml/2006/main" xmlns:r="http://schemas.openxmlformats.org/officeDocument/2006/relationships" xmlns:p="http://schemas.openxmlformats.org/presentationml/2006/main">
  <p:tag name="NUM" val="16"/>
</p:tagLst>
</file>

<file path=ppt/tags/tag482.xml><?xml version="1.0" encoding="utf-8"?>
<p:tagLst xmlns:a="http://schemas.openxmlformats.org/drawingml/2006/main" xmlns:r="http://schemas.openxmlformats.org/officeDocument/2006/relationships" xmlns:p="http://schemas.openxmlformats.org/presentationml/2006/main">
  <p:tag name="NUM" val="17"/>
</p:tagLst>
</file>

<file path=ppt/tags/tag483.xml><?xml version="1.0" encoding="utf-8"?>
<p:tagLst xmlns:a="http://schemas.openxmlformats.org/drawingml/2006/main" xmlns:r="http://schemas.openxmlformats.org/officeDocument/2006/relationships" xmlns:p="http://schemas.openxmlformats.org/presentationml/2006/main">
  <p:tag name="NUM" val="18"/>
</p:tagLst>
</file>

<file path=ppt/tags/tag484.xml><?xml version="1.0" encoding="utf-8"?>
<p:tagLst xmlns:a="http://schemas.openxmlformats.org/drawingml/2006/main" xmlns:r="http://schemas.openxmlformats.org/officeDocument/2006/relationships" xmlns:p="http://schemas.openxmlformats.org/presentationml/2006/main">
  <p:tag name="NUM" val="19"/>
</p:tagLst>
</file>

<file path=ppt/tags/tag485.xml><?xml version="1.0" encoding="utf-8"?>
<p:tagLst xmlns:a="http://schemas.openxmlformats.org/drawingml/2006/main" xmlns:r="http://schemas.openxmlformats.org/officeDocument/2006/relationships" xmlns:p="http://schemas.openxmlformats.org/presentationml/2006/main">
  <p:tag name="NUM" val="20"/>
</p:tagLst>
</file>

<file path=ppt/tags/tag486.xml><?xml version="1.0" encoding="utf-8"?>
<p:tagLst xmlns:a="http://schemas.openxmlformats.org/drawingml/2006/main" xmlns:r="http://schemas.openxmlformats.org/officeDocument/2006/relationships" xmlns:p="http://schemas.openxmlformats.org/presentationml/2006/main">
  <p:tag name="NUM" val="21"/>
</p:tagLst>
</file>

<file path=ppt/tags/tag487.xml><?xml version="1.0" encoding="utf-8"?>
<p:tagLst xmlns:a="http://schemas.openxmlformats.org/drawingml/2006/main" xmlns:r="http://schemas.openxmlformats.org/officeDocument/2006/relationships" xmlns:p="http://schemas.openxmlformats.org/presentationml/2006/main">
  <p:tag name="NUM" val="22"/>
</p:tagLst>
</file>

<file path=ppt/tags/tag488.xml><?xml version="1.0" encoding="utf-8"?>
<p:tagLst xmlns:a="http://schemas.openxmlformats.org/drawingml/2006/main" xmlns:r="http://schemas.openxmlformats.org/officeDocument/2006/relationships" xmlns:p="http://schemas.openxmlformats.org/presentationml/2006/main">
  <p:tag name="NUM" val="23"/>
</p:tagLst>
</file>

<file path=ppt/tags/tag489.xml><?xml version="1.0" encoding="utf-8"?>
<p:tagLst xmlns:a="http://schemas.openxmlformats.org/drawingml/2006/main" xmlns:r="http://schemas.openxmlformats.org/officeDocument/2006/relationships" xmlns:p="http://schemas.openxmlformats.org/presentationml/2006/main">
  <p:tag name="NUM" val="24"/>
</p:tagLst>
</file>

<file path=ppt/tags/tag490.xml><?xml version="1.0" encoding="utf-8"?>
<p:tagLst xmlns:a="http://schemas.openxmlformats.org/drawingml/2006/main" xmlns:r="http://schemas.openxmlformats.org/officeDocument/2006/relationships" xmlns:p="http://schemas.openxmlformats.org/presentationml/2006/main">
  <p:tag name="NUM" val="25"/>
</p:tagLst>
</file>

<file path=ppt/tags/tag491.xml><?xml version="1.0" encoding="utf-8"?>
<p:tagLst xmlns:a="http://schemas.openxmlformats.org/drawingml/2006/main" xmlns:r="http://schemas.openxmlformats.org/officeDocument/2006/relationships" xmlns:p="http://schemas.openxmlformats.org/presentationml/2006/main">
  <p:tag name="NUM" val="26"/>
</p:tagLst>
</file>

<file path=ppt/tags/tag492.xml><?xml version="1.0" encoding="utf-8"?>
<p:tagLst xmlns:a="http://schemas.openxmlformats.org/drawingml/2006/main" xmlns:r="http://schemas.openxmlformats.org/officeDocument/2006/relationships" xmlns:p="http://schemas.openxmlformats.org/presentationml/2006/main">
  <p:tag name="NUM" val="27"/>
</p:tagLst>
</file>

<file path=ppt/tags/tag493.xml><?xml version="1.0" encoding="utf-8"?>
<p:tagLst xmlns:a="http://schemas.openxmlformats.org/drawingml/2006/main" xmlns:r="http://schemas.openxmlformats.org/officeDocument/2006/relationships" xmlns:p="http://schemas.openxmlformats.org/presentationml/2006/main">
  <p:tag name="NUM" val="28"/>
</p:tagLst>
</file>

<file path=ppt/tags/tag494.xml><?xml version="1.0" encoding="utf-8"?>
<p:tagLst xmlns:a="http://schemas.openxmlformats.org/drawingml/2006/main" xmlns:r="http://schemas.openxmlformats.org/officeDocument/2006/relationships" xmlns:p="http://schemas.openxmlformats.org/presentationml/2006/main">
  <p:tag name="NUM" val="29"/>
</p:tagLst>
</file>

<file path=ppt/tags/tag495.xml><?xml version="1.0" encoding="utf-8"?>
<p:tagLst xmlns:a="http://schemas.openxmlformats.org/drawingml/2006/main" xmlns:r="http://schemas.openxmlformats.org/officeDocument/2006/relationships" xmlns:p="http://schemas.openxmlformats.org/presentationml/2006/main">
  <p:tag name="NUM" val="30"/>
</p:tagLst>
</file>

<file path=ppt/tags/tag496.xml><?xml version="1.0" encoding="utf-8"?>
<p:tagLst xmlns:a="http://schemas.openxmlformats.org/drawingml/2006/main" xmlns:r="http://schemas.openxmlformats.org/officeDocument/2006/relationships" xmlns:p="http://schemas.openxmlformats.org/presentationml/2006/main">
  <p:tag name="NUM" val="1"/>
</p:tagLst>
</file>

<file path=ppt/tags/tag497.xml><?xml version="1.0" encoding="utf-8"?>
<p:tagLst xmlns:a="http://schemas.openxmlformats.org/drawingml/2006/main" xmlns:r="http://schemas.openxmlformats.org/officeDocument/2006/relationships" xmlns:p="http://schemas.openxmlformats.org/presentationml/2006/main">
  <p:tag name="NUM" val="2"/>
</p:tagLst>
</file>

<file path=ppt/tags/tag498.xml><?xml version="1.0" encoding="utf-8"?>
<p:tagLst xmlns:a="http://schemas.openxmlformats.org/drawingml/2006/main" xmlns:r="http://schemas.openxmlformats.org/officeDocument/2006/relationships" xmlns:p="http://schemas.openxmlformats.org/presentationml/2006/main">
  <p:tag name="NUM" val="3"/>
</p:tagLst>
</file>

<file path=ppt/tags/tag499.xml><?xml version="1.0" encoding="utf-8"?>
<p:tagLst xmlns:a="http://schemas.openxmlformats.org/drawingml/2006/main" xmlns:r="http://schemas.openxmlformats.org/officeDocument/2006/relationships" xmlns:p="http://schemas.openxmlformats.org/presentationml/2006/main">
  <p:tag name="NUM" val="4"/>
</p:tagLst>
</file>

<file path=ppt/tags/tag500.xml><?xml version="1.0" encoding="utf-8"?>
<p:tagLst xmlns:a="http://schemas.openxmlformats.org/drawingml/2006/main" xmlns:r="http://schemas.openxmlformats.org/officeDocument/2006/relationships" xmlns:p="http://schemas.openxmlformats.org/presentationml/2006/main">
  <p:tag name="NUM" val="5"/>
</p:tagLst>
</file>

<file path=ppt/tags/tag501.xml><?xml version="1.0" encoding="utf-8"?>
<p:tagLst xmlns:a="http://schemas.openxmlformats.org/drawingml/2006/main" xmlns:r="http://schemas.openxmlformats.org/officeDocument/2006/relationships" xmlns:p="http://schemas.openxmlformats.org/presentationml/2006/main">
  <p:tag name="NUM" val="6"/>
</p:tagLst>
</file>

<file path=ppt/tags/tag502.xml><?xml version="1.0" encoding="utf-8"?>
<p:tagLst xmlns:a="http://schemas.openxmlformats.org/drawingml/2006/main" xmlns:r="http://schemas.openxmlformats.org/officeDocument/2006/relationships" xmlns:p="http://schemas.openxmlformats.org/presentationml/2006/main">
  <p:tag name="NUM" val="7"/>
</p:tagLst>
</file>

<file path=ppt/tags/tag503.xml><?xml version="1.0" encoding="utf-8"?>
<p:tagLst xmlns:a="http://schemas.openxmlformats.org/drawingml/2006/main" xmlns:r="http://schemas.openxmlformats.org/officeDocument/2006/relationships" xmlns:p="http://schemas.openxmlformats.org/presentationml/2006/main">
  <p:tag name="NUM" val="8"/>
</p:tagLst>
</file>

<file path=ppt/tags/tag504.xml><?xml version="1.0" encoding="utf-8"?>
<p:tagLst xmlns:a="http://schemas.openxmlformats.org/drawingml/2006/main" xmlns:r="http://schemas.openxmlformats.org/officeDocument/2006/relationships" xmlns:p="http://schemas.openxmlformats.org/presentationml/2006/main">
  <p:tag name="NUM" val="9"/>
</p:tagLst>
</file>

<file path=ppt/tags/tag505.xml><?xml version="1.0" encoding="utf-8"?>
<p:tagLst xmlns:a="http://schemas.openxmlformats.org/drawingml/2006/main" xmlns:r="http://schemas.openxmlformats.org/officeDocument/2006/relationships" xmlns:p="http://schemas.openxmlformats.org/presentationml/2006/main">
  <p:tag name="NUM" val="10"/>
</p:tagLst>
</file>

<file path=ppt/tags/tag506.xml><?xml version="1.0" encoding="utf-8"?>
<p:tagLst xmlns:a="http://schemas.openxmlformats.org/drawingml/2006/main" xmlns:r="http://schemas.openxmlformats.org/officeDocument/2006/relationships" xmlns:p="http://schemas.openxmlformats.org/presentationml/2006/main">
  <p:tag name="NUM" val="11"/>
</p:tagLst>
</file>

<file path=ppt/tags/tag507.xml><?xml version="1.0" encoding="utf-8"?>
<p:tagLst xmlns:a="http://schemas.openxmlformats.org/drawingml/2006/main" xmlns:r="http://schemas.openxmlformats.org/officeDocument/2006/relationships" xmlns:p="http://schemas.openxmlformats.org/presentationml/2006/main">
  <p:tag name="NUM" val="12"/>
</p:tagLst>
</file>

<file path=ppt/tags/tag508.xml><?xml version="1.0" encoding="utf-8"?>
<p:tagLst xmlns:a="http://schemas.openxmlformats.org/drawingml/2006/main" xmlns:r="http://schemas.openxmlformats.org/officeDocument/2006/relationships" xmlns:p="http://schemas.openxmlformats.org/presentationml/2006/main">
  <p:tag name="NUM" val="13"/>
</p:tagLst>
</file>

<file path=ppt/tags/tag509.xml><?xml version="1.0" encoding="utf-8"?>
<p:tagLst xmlns:a="http://schemas.openxmlformats.org/drawingml/2006/main" xmlns:r="http://schemas.openxmlformats.org/officeDocument/2006/relationships" xmlns:p="http://schemas.openxmlformats.org/presentationml/2006/main">
  <p:tag name="NUM" val="14"/>
</p:tagLst>
</file>

<file path=ppt/tags/tag510.xml><?xml version="1.0" encoding="utf-8"?>
<p:tagLst xmlns:a="http://schemas.openxmlformats.org/drawingml/2006/main" xmlns:r="http://schemas.openxmlformats.org/officeDocument/2006/relationships" xmlns:p="http://schemas.openxmlformats.org/presentationml/2006/main">
  <p:tag name="NUM" val="15"/>
</p:tagLst>
</file>

<file path=ppt/tags/tag511.xml><?xml version="1.0" encoding="utf-8"?>
<p:tagLst xmlns:a="http://schemas.openxmlformats.org/drawingml/2006/main" xmlns:r="http://schemas.openxmlformats.org/officeDocument/2006/relationships" xmlns:p="http://schemas.openxmlformats.org/presentationml/2006/main">
  <p:tag name="NUM" val="16"/>
</p:tagLst>
</file>

<file path=ppt/tags/tag512.xml><?xml version="1.0" encoding="utf-8"?>
<p:tagLst xmlns:a="http://schemas.openxmlformats.org/drawingml/2006/main" xmlns:r="http://schemas.openxmlformats.org/officeDocument/2006/relationships" xmlns:p="http://schemas.openxmlformats.org/presentationml/2006/main">
  <p:tag name="NUM" val="17"/>
</p:tagLst>
</file>

<file path=ppt/tags/tag513.xml><?xml version="1.0" encoding="utf-8"?>
<p:tagLst xmlns:a="http://schemas.openxmlformats.org/drawingml/2006/main" xmlns:r="http://schemas.openxmlformats.org/officeDocument/2006/relationships" xmlns:p="http://schemas.openxmlformats.org/presentationml/2006/main">
  <p:tag name="NUM" val="18"/>
</p:tagLst>
</file>

<file path=ppt/tags/tag514.xml><?xml version="1.0" encoding="utf-8"?>
<p:tagLst xmlns:a="http://schemas.openxmlformats.org/drawingml/2006/main" xmlns:r="http://schemas.openxmlformats.org/officeDocument/2006/relationships" xmlns:p="http://schemas.openxmlformats.org/presentationml/2006/main">
  <p:tag name="NUM" val="19"/>
</p:tagLst>
</file>

<file path=ppt/tags/tag515.xml><?xml version="1.0" encoding="utf-8"?>
<p:tagLst xmlns:a="http://schemas.openxmlformats.org/drawingml/2006/main" xmlns:r="http://schemas.openxmlformats.org/officeDocument/2006/relationships" xmlns:p="http://schemas.openxmlformats.org/presentationml/2006/main">
  <p:tag name="NUM" val="20"/>
</p:tagLst>
</file>

<file path=ppt/tags/tag516.xml><?xml version="1.0" encoding="utf-8"?>
<p:tagLst xmlns:a="http://schemas.openxmlformats.org/drawingml/2006/main" xmlns:r="http://schemas.openxmlformats.org/officeDocument/2006/relationships" xmlns:p="http://schemas.openxmlformats.org/presentationml/2006/main">
  <p:tag name="NUM" val="21"/>
</p:tagLst>
</file>

<file path=ppt/tags/tag517.xml><?xml version="1.0" encoding="utf-8"?>
<p:tagLst xmlns:a="http://schemas.openxmlformats.org/drawingml/2006/main" xmlns:r="http://schemas.openxmlformats.org/officeDocument/2006/relationships" xmlns:p="http://schemas.openxmlformats.org/presentationml/2006/main">
  <p:tag name="NUM" val="22"/>
</p:tagLst>
</file>

<file path=ppt/tags/tag518.xml><?xml version="1.0" encoding="utf-8"?>
<p:tagLst xmlns:a="http://schemas.openxmlformats.org/drawingml/2006/main" xmlns:r="http://schemas.openxmlformats.org/officeDocument/2006/relationships" xmlns:p="http://schemas.openxmlformats.org/presentationml/2006/main">
  <p:tag name="NUM" val="23"/>
</p:tagLst>
</file>

<file path=ppt/tags/tag519.xml><?xml version="1.0" encoding="utf-8"?>
<p:tagLst xmlns:a="http://schemas.openxmlformats.org/drawingml/2006/main" xmlns:r="http://schemas.openxmlformats.org/officeDocument/2006/relationships" xmlns:p="http://schemas.openxmlformats.org/presentationml/2006/main">
  <p:tag name="NUM" val="24"/>
</p:tagLst>
</file>

<file path=ppt/tags/tag520.xml><?xml version="1.0" encoding="utf-8"?>
<p:tagLst xmlns:a="http://schemas.openxmlformats.org/drawingml/2006/main" xmlns:r="http://schemas.openxmlformats.org/officeDocument/2006/relationships" xmlns:p="http://schemas.openxmlformats.org/presentationml/2006/main">
  <p:tag name="NUM" val="25"/>
</p:tagLst>
</file>

<file path=ppt/tags/tag521.xml><?xml version="1.0" encoding="utf-8"?>
<p:tagLst xmlns:a="http://schemas.openxmlformats.org/drawingml/2006/main" xmlns:r="http://schemas.openxmlformats.org/officeDocument/2006/relationships" xmlns:p="http://schemas.openxmlformats.org/presentationml/2006/main">
  <p:tag name="NUM" val="26"/>
</p:tagLst>
</file>

<file path=ppt/tags/tag522.xml><?xml version="1.0" encoding="utf-8"?>
<p:tagLst xmlns:a="http://schemas.openxmlformats.org/drawingml/2006/main" xmlns:r="http://schemas.openxmlformats.org/officeDocument/2006/relationships" xmlns:p="http://schemas.openxmlformats.org/presentationml/2006/main">
  <p:tag name="NUM" val="27"/>
</p:tagLst>
</file>

<file path=ppt/tags/tag523.xml><?xml version="1.0" encoding="utf-8"?>
<p:tagLst xmlns:a="http://schemas.openxmlformats.org/drawingml/2006/main" xmlns:r="http://schemas.openxmlformats.org/officeDocument/2006/relationships" xmlns:p="http://schemas.openxmlformats.org/presentationml/2006/main">
  <p:tag name="NUM" val="1"/>
</p:tagLst>
</file>

<file path=ppt/tags/tag524.xml><?xml version="1.0" encoding="utf-8"?>
<p:tagLst xmlns:a="http://schemas.openxmlformats.org/drawingml/2006/main" xmlns:r="http://schemas.openxmlformats.org/officeDocument/2006/relationships" xmlns:p="http://schemas.openxmlformats.org/presentationml/2006/main">
  <p:tag name="NUM" val="2"/>
</p:tagLst>
</file>

<file path=ppt/tags/tag525.xml><?xml version="1.0" encoding="utf-8"?>
<p:tagLst xmlns:a="http://schemas.openxmlformats.org/drawingml/2006/main" xmlns:r="http://schemas.openxmlformats.org/officeDocument/2006/relationships" xmlns:p="http://schemas.openxmlformats.org/presentationml/2006/main">
  <p:tag name="NUM" val="3"/>
</p:tagLst>
</file>

<file path=ppt/tags/tag526.xml><?xml version="1.0" encoding="utf-8"?>
<p:tagLst xmlns:a="http://schemas.openxmlformats.org/drawingml/2006/main" xmlns:r="http://schemas.openxmlformats.org/officeDocument/2006/relationships" xmlns:p="http://schemas.openxmlformats.org/presentationml/2006/main">
  <p:tag name="NUM" val="4"/>
</p:tagLst>
</file>

<file path=ppt/tags/tag527.xml><?xml version="1.0" encoding="utf-8"?>
<p:tagLst xmlns:a="http://schemas.openxmlformats.org/drawingml/2006/main" xmlns:r="http://schemas.openxmlformats.org/officeDocument/2006/relationships" xmlns:p="http://schemas.openxmlformats.org/presentationml/2006/main">
  <p:tag name="NUM" val="5"/>
</p:tagLst>
</file>

<file path=ppt/tags/tag528.xml><?xml version="1.0" encoding="utf-8"?>
<p:tagLst xmlns:a="http://schemas.openxmlformats.org/drawingml/2006/main" xmlns:r="http://schemas.openxmlformats.org/officeDocument/2006/relationships" xmlns:p="http://schemas.openxmlformats.org/presentationml/2006/main">
  <p:tag name="NUM" val="6"/>
</p:tagLst>
</file>

<file path=ppt/tags/tag529.xml><?xml version="1.0" encoding="utf-8"?>
<p:tagLst xmlns:a="http://schemas.openxmlformats.org/drawingml/2006/main" xmlns:r="http://schemas.openxmlformats.org/officeDocument/2006/relationships" xmlns:p="http://schemas.openxmlformats.org/presentationml/2006/main">
  <p:tag name="NUM" val="7"/>
</p:tagLst>
</file>

<file path=ppt/tags/tag530.xml><?xml version="1.0" encoding="utf-8"?>
<p:tagLst xmlns:a="http://schemas.openxmlformats.org/drawingml/2006/main" xmlns:r="http://schemas.openxmlformats.org/officeDocument/2006/relationships" xmlns:p="http://schemas.openxmlformats.org/presentationml/2006/main">
  <p:tag name="NUM" val="8"/>
</p:tagLst>
</file>

<file path=ppt/tags/tag531.xml><?xml version="1.0" encoding="utf-8"?>
<p:tagLst xmlns:a="http://schemas.openxmlformats.org/drawingml/2006/main" xmlns:r="http://schemas.openxmlformats.org/officeDocument/2006/relationships" xmlns:p="http://schemas.openxmlformats.org/presentationml/2006/main">
  <p:tag name="NUM" val="9"/>
</p:tagLst>
</file>

<file path=ppt/tags/tag532.xml><?xml version="1.0" encoding="utf-8"?>
<p:tagLst xmlns:a="http://schemas.openxmlformats.org/drawingml/2006/main" xmlns:r="http://schemas.openxmlformats.org/officeDocument/2006/relationships" xmlns:p="http://schemas.openxmlformats.org/presentationml/2006/main">
  <p:tag name="NUM" val="10"/>
</p:tagLst>
</file>

<file path=ppt/tags/tag533.xml><?xml version="1.0" encoding="utf-8"?>
<p:tagLst xmlns:a="http://schemas.openxmlformats.org/drawingml/2006/main" xmlns:r="http://schemas.openxmlformats.org/officeDocument/2006/relationships" xmlns:p="http://schemas.openxmlformats.org/presentationml/2006/main">
  <p:tag name="NUM" val="11"/>
</p:tagLst>
</file>

<file path=ppt/tags/tag534.xml><?xml version="1.0" encoding="utf-8"?>
<p:tagLst xmlns:a="http://schemas.openxmlformats.org/drawingml/2006/main" xmlns:r="http://schemas.openxmlformats.org/officeDocument/2006/relationships" xmlns:p="http://schemas.openxmlformats.org/presentationml/2006/main">
  <p:tag name="NUM" val="12"/>
</p:tagLst>
</file>

<file path=ppt/tags/tag535.xml><?xml version="1.0" encoding="utf-8"?>
<p:tagLst xmlns:a="http://schemas.openxmlformats.org/drawingml/2006/main" xmlns:r="http://schemas.openxmlformats.org/officeDocument/2006/relationships" xmlns:p="http://schemas.openxmlformats.org/presentationml/2006/main">
  <p:tag name="NUM" val="13"/>
</p:tagLst>
</file>

<file path=ppt/tags/tag536.xml><?xml version="1.0" encoding="utf-8"?>
<p:tagLst xmlns:a="http://schemas.openxmlformats.org/drawingml/2006/main" xmlns:r="http://schemas.openxmlformats.org/officeDocument/2006/relationships" xmlns:p="http://schemas.openxmlformats.org/presentationml/2006/main">
  <p:tag name="NUM" val="14"/>
</p:tagLst>
</file>

<file path=ppt/tags/tag537.xml><?xml version="1.0" encoding="utf-8"?>
<p:tagLst xmlns:a="http://schemas.openxmlformats.org/drawingml/2006/main" xmlns:r="http://schemas.openxmlformats.org/officeDocument/2006/relationships" xmlns:p="http://schemas.openxmlformats.org/presentationml/2006/main">
  <p:tag name="NUM" val="15"/>
</p:tagLst>
</file>

<file path=ppt/tags/tag538.xml><?xml version="1.0" encoding="utf-8"?>
<p:tagLst xmlns:a="http://schemas.openxmlformats.org/drawingml/2006/main" xmlns:r="http://schemas.openxmlformats.org/officeDocument/2006/relationships" xmlns:p="http://schemas.openxmlformats.org/presentationml/2006/main">
  <p:tag name="NUM" val="16"/>
</p:tagLst>
</file>

<file path=ppt/tags/tag539.xml><?xml version="1.0" encoding="utf-8"?>
<p:tagLst xmlns:a="http://schemas.openxmlformats.org/drawingml/2006/main" xmlns:r="http://schemas.openxmlformats.org/officeDocument/2006/relationships" xmlns:p="http://schemas.openxmlformats.org/presentationml/2006/main">
  <p:tag name="NUM" val="17"/>
</p:tagLst>
</file>

<file path=ppt/tags/tag540.xml><?xml version="1.0" encoding="utf-8"?>
<p:tagLst xmlns:a="http://schemas.openxmlformats.org/drawingml/2006/main" xmlns:r="http://schemas.openxmlformats.org/officeDocument/2006/relationships" xmlns:p="http://schemas.openxmlformats.org/presentationml/2006/main">
  <p:tag name="NUM" val="18"/>
</p:tagLst>
</file>

<file path=ppt/tags/tag541.xml><?xml version="1.0" encoding="utf-8"?>
<p:tagLst xmlns:a="http://schemas.openxmlformats.org/drawingml/2006/main" xmlns:r="http://schemas.openxmlformats.org/officeDocument/2006/relationships" xmlns:p="http://schemas.openxmlformats.org/presentationml/2006/main">
  <p:tag name="NUM" val="19"/>
</p:tagLst>
</file>

<file path=ppt/tags/tag542.xml><?xml version="1.0" encoding="utf-8"?>
<p:tagLst xmlns:a="http://schemas.openxmlformats.org/drawingml/2006/main" xmlns:r="http://schemas.openxmlformats.org/officeDocument/2006/relationships" xmlns:p="http://schemas.openxmlformats.org/presentationml/2006/main">
  <p:tag name="NUM" val="20"/>
</p:tagLst>
</file>

<file path=ppt/tags/tag543.xml><?xml version="1.0" encoding="utf-8"?>
<p:tagLst xmlns:a="http://schemas.openxmlformats.org/drawingml/2006/main" xmlns:r="http://schemas.openxmlformats.org/officeDocument/2006/relationships" xmlns:p="http://schemas.openxmlformats.org/presentationml/2006/main">
  <p:tag name="NUM" val="21"/>
</p:tagLst>
</file>

<file path=ppt/tags/tag544.xml><?xml version="1.0" encoding="utf-8"?>
<p:tagLst xmlns:a="http://schemas.openxmlformats.org/drawingml/2006/main" xmlns:r="http://schemas.openxmlformats.org/officeDocument/2006/relationships" xmlns:p="http://schemas.openxmlformats.org/presentationml/2006/main">
  <p:tag name="NUM" val="22"/>
</p:tagLst>
</file>

<file path=ppt/tags/tag545.xml><?xml version="1.0" encoding="utf-8"?>
<p:tagLst xmlns:a="http://schemas.openxmlformats.org/drawingml/2006/main" xmlns:r="http://schemas.openxmlformats.org/officeDocument/2006/relationships" xmlns:p="http://schemas.openxmlformats.org/presentationml/2006/main">
  <p:tag name="NUM" val="23"/>
</p:tagLst>
</file>

<file path=ppt/tags/tag546.xml><?xml version="1.0" encoding="utf-8"?>
<p:tagLst xmlns:a="http://schemas.openxmlformats.org/drawingml/2006/main" xmlns:r="http://schemas.openxmlformats.org/officeDocument/2006/relationships" xmlns:p="http://schemas.openxmlformats.org/presentationml/2006/main">
  <p:tag name="NUM" val="24"/>
</p:tagLst>
</file>

<file path=ppt/tags/tag547.xml><?xml version="1.0" encoding="utf-8"?>
<p:tagLst xmlns:a="http://schemas.openxmlformats.org/drawingml/2006/main" xmlns:r="http://schemas.openxmlformats.org/officeDocument/2006/relationships" xmlns:p="http://schemas.openxmlformats.org/presentationml/2006/main">
  <p:tag name="NUM" val="25"/>
</p:tagLst>
</file>

<file path=ppt/tags/tag548.xml><?xml version="1.0" encoding="utf-8"?>
<p:tagLst xmlns:a="http://schemas.openxmlformats.org/drawingml/2006/main" xmlns:r="http://schemas.openxmlformats.org/officeDocument/2006/relationships" xmlns:p="http://schemas.openxmlformats.org/presentationml/2006/main">
  <p:tag name="NUM" val="26"/>
</p:tagLst>
</file>

<file path=ppt/tags/tag549.xml><?xml version="1.0" encoding="utf-8"?>
<p:tagLst xmlns:a="http://schemas.openxmlformats.org/drawingml/2006/main" xmlns:r="http://schemas.openxmlformats.org/officeDocument/2006/relationships" xmlns:p="http://schemas.openxmlformats.org/presentationml/2006/main">
  <p:tag name="NUM" val="1"/>
</p:tagLst>
</file>

<file path=ppt/tags/tag550.xml><?xml version="1.0" encoding="utf-8"?>
<p:tagLst xmlns:a="http://schemas.openxmlformats.org/drawingml/2006/main" xmlns:r="http://schemas.openxmlformats.org/officeDocument/2006/relationships" xmlns:p="http://schemas.openxmlformats.org/presentationml/2006/main">
  <p:tag name="NUM" val="2"/>
</p:tagLst>
</file>

<file path=ppt/tags/tag551.xml><?xml version="1.0" encoding="utf-8"?>
<p:tagLst xmlns:a="http://schemas.openxmlformats.org/drawingml/2006/main" xmlns:r="http://schemas.openxmlformats.org/officeDocument/2006/relationships" xmlns:p="http://schemas.openxmlformats.org/presentationml/2006/main">
  <p:tag name="NUM" val="3"/>
</p:tagLst>
</file>

<file path=ppt/tags/tag552.xml><?xml version="1.0" encoding="utf-8"?>
<p:tagLst xmlns:a="http://schemas.openxmlformats.org/drawingml/2006/main" xmlns:r="http://schemas.openxmlformats.org/officeDocument/2006/relationships" xmlns:p="http://schemas.openxmlformats.org/presentationml/2006/main">
  <p:tag name="NUM" val="4"/>
</p:tagLst>
</file>

<file path=ppt/tags/tag553.xml><?xml version="1.0" encoding="utf-8"?>
<p:tagLst xmlns:a="http://schemas.openxmlformats.org/drawingml/2006/main" xmlns:r="http://schemas.openxmlformats.org/officeDocument/2006/relationships" xmlns:p="http://schemas.openxmlformats.org/presentationml/2006/main">
  <p:tag name="NUM" val="5"/>
</p:tagLst>
</file>

<file path=ppt/tags/tag554.xml><?xml version="1.0" encoding="utf-8"?>
<p:tagLst xmlns:a="http://schemas.openxmlformats.org/drawingml/2006/main" xmlns:r="http://schemas.openxmlformats.org/officeDocument/2006/relationships" xmlns:p="http://schemas.openxmlformats.org/presentationml/2006/main">
  <p:tag name="NUM" val="6"/>
</p:tagLst>
</file>

<file path=ppt/tags/tag555.xml><?xml version="1.0" encoding="utf-8"?>
<p:tagLst xmlns:a="http://schemas.openxmlformats.org/drawingml/2006/main" xmlns:r="http://schemas.openxmlformats.org/officeDocument/2006/relationships" xmlns:p="http://schemas.openxmlformats.org/presentationml/2006/main">
  <p:tag name="NUM" val="7"/>
</p:tagLst>
</file>

<file path=ppt/tags/tag556.xml><?xml version="1.0" encoding="utf-8"?>
<p:tagLst xmlns:a="http://schemas.openxmlformats.org/drawingml/2006/main" xmlns:r="http://schemas.openxmlformats.org/officeDocument/2006/relationships" xmlns:p="http://schemas.openxmlformats.org/presentationml/2006/main">
  <p:tag name="NUM" val="11"/>
</p:tagLst>
</file>

<file path=ppt/tags/tag557.xml><?xml version="1.0" encoding="utf-8"?>
<p:tagLst xmlns:a="http://schemas.openxmlformats.org/drawingml/2006/main" xmlns:r="http://schemas.openxmlformats.org/officeDocument/2006/relationships" xmlns:p="http://schemas.openxmlformats.org/presentationml/2006/main">
  <p:tag name="NUM" val="12"/>
</p:tagLst>
</file>

<file path=ppt/tags/tag558.xml><?xml version="1.0" encoding="utf-8"?>
<p:tagLst xmlns:a="http://schemas.openxmlformats.org/drawingml/2006/main" xmlns:r="http://schemas.openxmlformats.org/officeDocument/2006/relationships" xmlns:p="http://schemas.openxmlformats.org/presentationml/2006/main">
  <p:tag name="NUM" val="13"/>
</p:tagLst>
</file>

<file path=ppt/tags/tag559.xml><?xml version="1.0" encoding="utf-8"?>
<p:tagLst xmlns:a="http://schemas.openxmlformats.org/drawingml/2006/main" xmlns:r="http://schemas.openxmlformats.org/officeDocument/2006/relationships" xmlns:p="http://schemas.openxmlformats.org/presentationml/2006/main">
  <p:tag name="NUM" val="14"/>
</p:tagLst>
</file>

<file path=ppt/tags/tag560.xml><?xml version="1.0" encoding="utf-8"?>
<p:tagLst xmlns:a="http://schemas.openxmlformats.org/drawingml/2006/main" xmlns:r="http://schemas.openxmlformats.org/officeDocument/2006/relationships" xmlns:p="http://schemas.openxmlformats.org/presentationml/2006/main">
  <p:tag name="NUM" val="15"/>
</p:tagLst>
</file>

<file path=ppt/tags/tag561.xml><?xml version="1.0" encoding="utf-8"?>
<p:tagLst xmlns:a="http://schemas.openxmlformats.org/drawingml/2006/main" xmlns:r="http://schemas.openxmlformats.org/officeDocument/2006/relationships" xmlns:p="http://schemas.openxmlformats.org/presentationml/2006/main">
  <p:tag name="NUM" val="16"/>
</p:tagLst>
</file>

<file path=ppt/tags/tag562.xml><?xml version="1.0" encoding="utf-8"?>
<p:tagLst xmlns:a="http://schemas.openxmlformats.org/drawingml/2006/main" xmlns:r="http://schemas.openxmlformats.org/officeDocument/2006/relationships" xmlns:p="http://schemas.openxmlformats.org/presentationml/2006/main">
  <p:tag name="NUM" val="17"/>
</p:tagLst>
</file>

<file path=ppt/tags/tag563.xml><?xml version="1.0" encoding="utf-8"?>
<p:tagLst xmlns:a="http://schemas.openxmlformats.org/drawingml/2006/main" xmlns:r="http://schemas.openxmlformats.org/officeDocument/2006/relationships" xmlns:p="http://schemas.openxmlformats.org/presentationml/2006/main">
  <p:tag name="NUM" val="18"/>
</p:tagLst>
</file>

<file path=ppt/tags/tag564.xml><?xml version="1.0" encoding="utf-8"?>
<p:tagLst xmlns:a="http://schemas.openxmlformats.org/drawingml/2006/main" xmlns:r="http://schemas.openxmlformats.org/officeDocument/2006/relationships" xmlns:p="http://schemas.openxmlformats.org/presentationml/2006/main">
  <p:tag name="NUM" val="19"/>
</p:tagLst>
</file>

<file path=ppt/tags/tag565.xml><?xml version="1.0" encoding="utf-8"?>
<p:tagLst xmlns:a="http://schemas.openxmlformats.org/drawingml/2006/main" xmlns:r="http://schemas.openxmlformats.org/officeDocument/2006/relationships" xmlns:p="http://schemas.openxmlformats.org/presentationml/2006/main">
  <p:tag name="NUM" val="20"/>
</p:tagLst>
</file>

<file path=ppt/tags/tag566.xml><?xml version="1.0" encoding="utf-8"?>
<p:tagLst xmlns:a="http://schemas.openxmlformats.org/drawingml/2006/main" xmlns:r="http://schemas.openxmlformats.org/officeDocument/2006/relationships" xmlns:p="http://schemas.openxmlformats.org/presentationml/2006/main">
  <p:tag name="NUM" val="21"/>
</p:tagLst>
</file>

<file path=ppt/tags/tag567.xml><?xml version="1.0" encoding="utf-8"?>
<p:tagLst xmlns:a="http://schemas.openxmlformats.org/drawingml/2006/main" xmlns:r="http://schemas.openxmlformats.org/officeDocument/2006/relationships" xmlns:p="http://schemas.openxmlformats.org/presentationml/2006/main">
  <p:tag name="NUM" val="22"/>
</p:tagLst>
</file>

<file path=ppt/tags/tag568.xml><?xml version="1.0" encoding="utf-8"?>
<p:tagLst xmlns:a="http://schemas.openxmlformats.org/drawingml/2006/main" xmlns:r="http://schemas.openxmlformats.org/officeDocument/2006/relationships" xmlns:p="http://schemas.openxmlformats.org/presentationml/2006/main">
  <p:tag name="NUM" val="23"/>
</p:tagLst>
</file>

<file path=ppt/tags/tag569.xml><?xml version="1.0" encoding="utf-8"?>
<p:tagLst xmlns:a="http://schemas.openxmlformats.org/drawingml/2006/main" xmlns:r="http://schemas.openxmlformats.org/officeDocument/2006/relationships" xmlns:p="http://schemas.openxmlformats.org/presentationml/2006/main">
  <p:tag name="NUM" val="24"/>
</p:tagLst>
</file>

<file path=ppt/tags/tag570.xml><?xml version="1.0" encoding="utf-8"?>
<p:tagLst xmlns:a="http://schemas.openxmlformats.org/drawingml/2006/main" xmlns:r="http://schemas.openxmlformats.org/officeDocument/2006/relationships" xmlns:p="http://schemas.openxmlformats.org/presentationml/2006/main">
  <p:tag name="NUM" val="25"/>
</p:tagLst>
</file>

<file path=ppt/tags/tag571.xml><?xml version="1.0" encoding="utf-8"?>
<p:tagLst xmlns:a="http://schemas.openxmlformats.org/drawingml/2006/main" xmlns:r="http://schemas.openxmlformats.org/officeDocument/2006/relationships" xmlns:p="http://schemas.openxmlformats.org/presentationml/2006/main">
  <p:tag name="NUM" val="26"/>
</p:tagLst>
</file>

<file path=ppt/tags/tag572.xml><?xml version="1.0" encoding="utf-8"?>
<p:tagLst xmlns:a="http://schemas.openxmlformats.org/drawingml/2006/main" xmlns:r="http://schemas.openxmlformats.org/officeDocument/2006/relationships" xmlns:p="http://schemas.openxmlformats.org/presentationml/2006/main">
  <p:tag name="NUM" val="27"/>
</p:tagLst>
</file>

<file path=ppt/tags/tag573.xml><?xml version="1.0" encoding="utf-8"?>
<p:tagLst xmlns:a="http://schemas.openxmlformats.org/drawingml/2006/main" xmlns:r="http://schemas.openxmlformats.org/officeDocument/2006/relationships" xmlns:p="http://schemas.openxmlformats.org/presentationml/2006/main">
  <p:tag name="NUM" val="28"/>
</p:tagLst>
</file>

<file path=ppt/tags/tag574.xml><?xml version="1.0" encoding="utf-8"?>
<p:tagLst xmlns:a="http://schemas.openxmlformats.org/drawingml/2006/main" xmlns:r="http://schemas.openxmlformats.org/officeDocument/2006/relationships" xmlns:p="http://schemas.openxmlformats.org/presentationml/2006/main">
  <p:tag name="NUM" val="29"/>
</p:tagLst>
</file>

<file path=ppt/tags/tag575.xml><?xml version="1.0" encoding="utf-8"?>
<p:tagLst xmlns:a="http://schemas.openxmlformats.org/drawingml/2006/main" xmlns:r="http://schemas.openxmlformats.org/officeDocument/2006/relationships" xmlns:p="http://schemas.openxmlformats.org/presentationml/2006/main">
  <p:tag name="NUM" val="30"/>
</p:tagLst>
</file>

<file path=ppt/tags/tag576.xml><?xml version="1.0" encoding="utf-8"?>
<p:tagLst xmlns:a="http://schemas.openxmlformats.org/drawingml/2006/main" xmlns:r="http://schemas.openxmlformats.org/officeDocument/2006/relationships" xmlns:p="http://schemas.openxmlformats.org/presentationml/2006/main">
  <p:tag name="NUM" val="31"/>
</p:tagLst>
</file>

<file path=ppt/tags/tag577.xml><?xml version="1.0" encoding="utf-8"?>
<p:tagLst xmlns:a="http://schemas.openxmlformats.org/drawingml/2006/main" xmlns:r="http://schemas.openxmlformats.org/officeDocument/2006/relationships" xmlns:p="http://schemas.openxmlformats.org/presentationml/2006/main">
  <p:tag name="NUM" val="32"/>
</p:tagLst>
</file>

<file path=ppt/tags/tag578.xml><?xml version="1.0" encoding="utf-8"?>
<p:tagLst xmlns:a="http://schemas.openxmlformats.org/drawingml/2006/main" xmlns:r="http://schemas.openxmlformats.org/officeDocument/2006/relationships" xmlns:p="http://schemas.openxmlformats.org/presentationml/2006/main">
  <p:tag name="NUM" val="33"/>
</p:tagLst>
</file>

<file path=ppt/tags/tag579.xml><?xml version="1.0" encoding="utf-8"?>
<p:tagLst xmlns:a="http://schemas.openxmlformats.org/drawingml/2006/main" xmlns:r="http://schemas.openxmlformats.org/officeDocument/2006/relationships" xmlns:p="http://schemas.openxmlformats.org/presentationml/2006/main">
  <p:tag name="NUM" val="8"/>
</p:tagLst>
</file>

<file path=ppt/tags/tag580.xml><?xml version="1.0" encoding="utf-8"?>
<p:tagLst xmlns:a="http://schemas.openxmlformats.org/drawingml/2006/main" xmlns:r="http://schemas.openxmlformats.org/officeDocument/2006/relationships" xmlns:p="http://schemas.openxmlformats.org/presentationml/2006/main">
  <p:tag name="NUM" val="9"/>
</p:tagLst>
</file>

<file path=ppt/tags/tag581.xml><?xml version="1.0" encoding="utf-8"?>
<p:tagLst xmlns:a="http://schemas.openxmlformats.org/drawingml/2006/main" xmlns:r="http://schemas.openxmlformats.org/officeDocument/2006/relationships" xmlns:p="http://schemas.openxmlformats.org/presentationml/2006/main">
  <p:tag name="NUM" val="10"/>
</p:tagLst>
</file>

<file path=ppt/tags/tag582.xml><?xml version="1.0" encoding="utf-8"?>
<p:tagLst xmlns:a="http://schemas.openxmlformats.org/drawingml/2006/main" xmlns:r="http://schemas.openxmlformats.org/officeDocument/2006/relationships" xmlns:p="http://schemas.openxmlformats.org/presentationml/2006/main">
  <p:tag name="NUM" val="1"/>
</p:tagLst>
</file>

<file path=ppt/tags/tag583.xml><?xml version="1.0" encoding="utf-8"?>
<p:tagLst xmlns:a="http://schemas.openxmlformats.org/drawingml/2006/main" xmlns:r="http://schemas.openxmlformats.org/officeDocument/2006/relationships" xmlns:p="http://schemas.openxmlformats.org/presentationml/2006/main">
  <p:tag name="NUM" val="2"/>
</p:tagLst>
</file>

<file path=ppt/tags/tag584.xml><?xml version="1.0" encoding="utf-8"?>
<p:tagLst xmlns:a="http://schemas.openxmlformats.org/drawingml/2006/main" xmlns:r="http://schemas.openxmlformats.org/officeDocument/2006/relationships" xmlns:p="http://schemas.openxmlformats.org/presentationml/2006/main">
  <p:tag name="NUM" val="3"/>
</p:tagLst>
</file>

<file path=ppt/tags/tag585.xml><?xml version="1.0" encoding="utf-8"?>
<p:tagLst xmlns:a="http://schemas.openxmlformats.org/drawingml/2006/main" xmlns:r="http://schemas.openxmlformats.org/officeDocument/2006/relationships" xmlns:p="http://schemas.openxmlformats.org/presentationml/2006/main">
  <p:tag name="NUM" val="4"/>
</p:tagLst>
</file>

<file path=ppt/tags/tag586.xml><?xml version="1.0" encoding="utf-8"?>
<p:tagLst xmlns:a="http://schemas.openxmlformats.org/drawingml/2006/main" xmlns:r="http://schemas.openxmlformats.org/officeDocument/2006/relationships" xmlns:p="http://schemas.openxmlformats.org/presentationml/2006/main">
  <p:tag name="NUM" val="5"/>
</p:tagLst>
</file>

<file path=ppt/tags/tag587.xml><?xml version="1.0" encoding="utf-8"?>
<p:tagLst xmlns:a="http://schemas.openxmlformats.org/drawingml/2006/main" xmlns:r="http://schemas.openxmlformats.org/officeDocument/2006/relationships" xmlns:p="http://schemas.openxmlformats.org/presentationml/2006/main">
  <p:tag name="NUM" val="6"/>
</p:tagLst>
</file>

<file path=ppt/tags/tag588.xml><?xml version="1.0" encoding="utf-8"?>
<p:tagLst xmlns:a="http://schemas.openxmlformats.org/drawingml/2006/main" xmlns:r="http://schemas.openxmlformats.org/officeDocument/2006/relationships" xmlns:p="http://schemas.openxmlformats.org/presentationml/2006/main">
  <p:tag name="NUM" val="7"/>
</p:tagLst>
</file>

<file path=ppt/tags/tag589.xml><?xml version="1.0" encoding="utf-8"?>
<p:tagLst xmlns:a="http://schemas.openxmlformats.org/drawingml/2006/main" xmlns:r="http://schemas.openxmlformats.org/officeDocument/2006/relationships" xmlns:p="http://schemas.openxmlformats.org/presentationml/2006/main">
  <p:tag name="NUM" val="8"/>
</p:tagLst>
</file>

<file path=ppt/tags/tag590.xml><?xml version="1.0" encoding="utf-8"?>
<p:tagLst xmlns:a="http://schemas.openxmlformats.org/drawingml/2006/main" xmlns:r="http://schemas.openxmlformats.org/officeDocument/2006/relationships" xmlns:p="http://schemas.openxmlformats.org/presentationml/2006/main">
  <p:tag name="NUM" val="9"/>
</p:tagLst>
</file>

<file path=ppt/tags/tag591.xml><?xml version="1.0" encoding="utf-8"?>
<p:tagLst xmlns:a="http://schemas.openxmlformats.org/drawingml/2006/main" xmlns:r="http://schemas.openxmlformats.org/officeDocument/2006/relationships" xmlns:p="http://schemas.openxmlformats.org/presentationml/2006/main">
  <p:tag name="NUM" val="10"/>
</p:tagLst>
</file>

<file path=ppt/tags/tag592.xml><?xml version="1.0" encoding="utf-8"?>
<p:tagLst xmlns:a="http://schemas.openxmlformats.org/drawingml/2006/main" xmlns:r="http://schemas.openxmlformats.org/officeDocument/2006/relationships" xmlns:p="http://schemas.openxmlformats.org/presentationml/2006/main">
  <p:tag name="NUM" val="11"/>
</p:tagLst>
</file>

<file path=ppt/tags/tag593.xml><?xml version="1.0" encoding="utf-8"?>
<p:tagLst xmlns:a="http://schemas.openxmlformats.org/drawingml/2006/main" xmlns:r="http://schemas.openxmlformats.org/officeDocument/2006/relationships" xmlns:p="http://schemas.openxmlformats.org/presentationml/2006/main">
  <p:tag name="NUM" val="12"/>
</p:tagLst>
</file>

<file path=ppt/tags/tag594.xml><?xml version="1.0" encoding="utf-8"?>
<p:tagLst xmlns:a="http://schemas.openxmlformats.org/drawingml/2006/main" xmlns:r="http://schemas.openxmlformats.org/officeDocument/2006/relationships" xmlns:p="http://schemas.openxmlformats.org/presentationml/2006/main">
  <p:tag name="NUM" val="13"/>
</p:tagLst>
</file>

<file path=ppt/tags/tag595.xml><?xml version="1.0" encoding="utf-8"?>
<p:tagLst xmlns:a="http://schemas.openxmlformats.org/drawingml/2006/main" xmlns:r="http://schemas.openxmlformats.org/officeDocument/2006/relationships" xmlns:p="http://schemas.openxmlformats.org/presentationml/2006/main">
  <p:tag name="NUM" val="14"/>
</p:tagLst>
</file>

<file path=ppt/tags/tag596.xml><?xml version="1.0" encoding="utf-8"?>
<p:tagLst xmlns:a="http://schemas.openxmlformats.org/drawingml/2006/main" xmlns:r="http://schemas.openxmlformats.org/officeDocument/2006/relationships" xmlns:p="http://schemas.openxmlformats.org/presentationml/2006/main">
  <p:tag name="NUM" val="15"/>
</p:tagLst>
</file>

<file path=ppt/tags/tag597.xml><?xml version="1.0" encoding="utf-8"?>
<p:tagLst xmlns:a="http://schemas.openxmlformats.org/drawingml/2006/main" xmlns:r="http://schemas.openxmlformats.org/officeDocument/2006/relationships" xmlns:p="http://schemas.openxmlformats.org/presentationml/2006/main">
  <p:tag name="NUM" val="16"/>
</p:tagLst>
</file>

<file path=ppt/tags/tag598.xml><?xml version="1.0" encoding="utf-8"?>
<p:tagLst xmlns:a="http://schemas.openxmlformats.org/drawingml/2006/main" xmlns:r="http://schemas.openxmlformats.org/officeDocument/2006/relationships" xmlns:p="http://schemas.openxmlformats.org/presentationml/2006/main">
  <p:tag name="NUM" val="17"/>
</p:tagLst>
</file>

<file path=ppt/tags/tag599.xml><?xml version="1.0" encoding="utf-8"?>
<p:tagLst xmlns:a="http://schemas.openxmlformats.org/drawingml/2006/main" xmlns:r="http://schemas.openxmlformats.org/officeDocument/2006/relationships" xmlns:p="http://schemas.openxmlformats.org/presentationml/2006/main">
  <p:tag name="NUM" val="18"/>
</p:tagLst>
</file>

<file path=ppt/tags/tag600.xml><?xml version="1.0" encoding="utf-8"?>
<p:tagLst xmlns:a="http://schemas.openxmlformats.org/drawingml/2006/main" xmlns:r="http://schemas.openxmlformats.org/officeDocument/2006/relationships" xmlns:p="http://schemas.openxmlformats.org/presentationml/2006/main">
  <p:tag name="NUM" val="19"/>
</p:tagLst>
</file>

<file path=ppt/tags/tag601.xml><?xml version="1.0" encoding="utf-8"?>
<p:tagLst xmlns:a="http://schemas.openxmlformats.org/drawingml/2006/main" xmlns:r="http://schemas.openxmlformats.org/officeDocument/2006/relationships" xmlns:p="http://schemas.openxmlformats.org/presentationml/2006/main">
  <p:tag name="NUM" val="20"/>
</p:tagLst>
</file>

<file path=ppt/tags/tag602.xml><?xml version="1.0" encoding="utf-8"?>
<p:tagLst xmlns:a="http://schemas.openxmlformats.org/drawingml/2006/main" xmlns:r="http://schemas.openxmlformats.org/officeDocument/2006/relationships" xmlns:p="http://schemas.openxmlformats.org/presentationml/2006/main">
  <p:tag name="NUM" val="21"/>
</p:tagLst>
</file>

<file path=ppt/tags/tag603.xml><?xml version="1.0" encoding="utf-8"?>
<p:tagLst xmlns:a="http://schemas.openxmlformats.org/drawingml/2006/main" xmlns:r="http://schemas.openxmlformats.org/officeDocument/2006/relationships" xmlns:p="http://schemas.openxmlformats.org/presentationml/2006/main">
  <p:tag name="NUM" val="22"/>
</p:tagLst>
</file>

<file path=ppt/tags/tag604.xml><?xml version="1.0" encoding="utf-8"?>
<p:tagLst xmlns:a="http://schemas.openxmlformats.org/drawingml/2006/main" xmlns:r="http://schemas.openxmlformats.org/officeDocument/2006/relationships" xmlns:p="http://schemas.openxmlformats.org/presentationml/2006/main">
  <p:tag name="NUM" val="23"/>
</p:tagLst>
</file>

<file path=ppt/tags/tag605.xml><?xml version="1.0" encoding="utf-8"?>
<p:tagLst xmlns:a="http://schemas.openxmlformats.org/drawingml/2006/main" xmlns:r="http://schemas.openxmlformats.org/officeDocument/2006/relationships" xmlns:p="http://schemas.openxmlformats.org/presentationml/2006/main">
  <p:tag name="NUM" val="24"/>
</p:tagLst>
</file>

<file path=ppt/tags/tag606.xml><?xml version="1.0" encoding="utf-8"?>
<p:tagLst xmlns:a="http://schemas.openxmlformats.org/drawingml/2006/main" xmlns:r="http://schemas.openxmlformats.org/officeDocument/2006/relationships" xmlns:p="http://schemas.openxmlformats.org/presentationml/2006/main">
  <p:tag name="NUM" val="25"/>
</p:tagLst>
</file>

<file path=ppt/tags/tag607.xml><?xml version="1.0" encoding="utf-8"?>
<p:tagLst xmlns:a="http://schemas.openxmlformats.org/drawingml/2006/main" xmlns:r="http://schemas.openxmlformats.org/officeDocument/2006/relationships" xmlns:p="http://schemas.openxmlformats.org/presentationml/2006/main">
  <p:tag name="NUM" val="26"/>
</p:tagLst>
</file>

<file path=ppt/tags/tag608.xml><?xml version="1.0" encoding="utf-8"?>
<p:tagLst xmlns:a="http://schemas.openxmlformats.org/drawingml/2006/main" xmlns:r="http://schemas.openxmlformats.org/officeDocument/2006/relationships" xmlns:p="http://schemas.openxmlformats.org/presentationml/2006/main">
  <p:tag name="NUM" val="27"/>
</p:tagLst>
</file>

<file path=ppt/tags/tag609.xml><?xml version="1.0" encoding="utf-8"?>
<p:tagLst xmlns:a="http://schemas.openxmlformats.org/drawingml/2006/main" xmlns:r="http://schemas.openxmlformats.org/officeDocument/2006/relationships" xmlns:p="http://schemas.openxmlformats.org/presentationml/2006/main">
  <p:tag name="NUM" val="28"/>
</p:tagLst>
</file>

<file path=ppt/tags/tag610.xml><?xml version="1.0" encoding="utf-8"?>
<p:tagLst xmlns:a="http://schemas.openxmlformats.org/drawingml/2006/main" xmlns:r="http://schemas.openxmlformats.org/officeDocument/2006/relationships" xmlns:p="http://schemas.openxmlformats.org/presentationml/2006/main">
  <p:tag name="NUM" val="29"/>
</p:tagLst>
</file>

<file path=ppt/tags/tag611.xml><?xml version="1.0" encoding="utf-8"?>
<p:tagLst xmlns:a="http://schemas.openxmlformats.org/drawingml/2006/main" xmlns:r="http://schemas.openxmlformats.org/officeDocument/2006/relationships" xmlns:p="http://schemas.openxmlformats.org/presentationml/2006/main">
  <p:tag name="NUM" val="30"/>
</p:tagLst>
</file>

<file path=ppt/tags/tag612.xml><?xml version="1.0" encoding="utf-8"?>
<p:tagLst xmlns:a="http://schemas.openxmlformats.org/drawingml/2006/main" xmlns:r="http://schemas.openxmlformats.org/officeDocument/2006/relationships" xmlns:p="http://schemas.openxmlformats.org/presentationml/2006/main">
  <p:tag name="NUM" val="31"/>
</p:tagLst>
</file>

<file path=ppt/tags/tag613.xml><?xml version="1.0" encoding="utf-8"?>
<p:tagLst xmlns:a="http://schemas.openxmlformats.org/drawingml/2006/main" xmlns:r="http://schemas.openxmlformats.org/officeDocument/2006/relationships" xmlns:p="http://schemas.openxmlformats.org/presentationml/2006/main">
  <p:tag name="NUM" val="1"/>
</p:tagLst>
</file>

<file path=ppt/tags/tag614.xml><?xml version="1.0" encoding="utf-8"?>
<p:tagLst xmlns:a="http://schemas.openxmlformats.org/drawingml/2006/main" xmlns:r="http://schemas.openxmlformats.org/officeDocument/2006/relationships" xmlns:p="http://schemas.openxmlformats.org/presentationml/2006/main">
  <p:tag name="NUM" val="2"/>
</p:tagLst>
</file>

<file path=ppt/tags/tag615.xml><?xml version="1.0" encoding="utf-8"?>
<p:tagLst xmlns:a="http://schemas.openxmlformats.org/drawingml/2006/main" xmlns:r="http://schemas.openxmlformats.org/officeDocument/2006/relationships" xmlns:p="http://schemas.openxmlformats.org/presentationml/2006/main">
  <p:tag name="NUM" val="3"/>
</p:tagLst>
</file>

<file path=ppt/tags/tag616.xml><?xml version="1.0" encoding="utf-8"?>
<p:tagLst xmlns:a="http://schemas.openxmlformats.org/drawingml/2006/main" xmlns:r="http://schemas.openxmlformats.org/officeDocument/2006/relationships" xmlns:p="http://schemas.openxmlformats.org/presentationml/2006/main">
  <p:tag name="NUM" val="4"/>
</p:tagLst>
</file>

<file path=ppt/tags/tag617.xml><?xml version="1.0" encoding="utf-8"?>
<p:tagLst xmlns:a="http://schemas.openxmlformats.org/drawingml/2006/main" xmlns:r="http://schemas.openxmlformats.org/officeDocument/2006/relationships" xmlns:p="http://schemas.openxmlformats.org/presentationml/2006/main">
  <p:tag name="NUM" val="5"/>
</p:tagLst>
</file>

<file path=ppt/tags/tag618.xml><?xml version="1.0" encoding="utf-8"?>
<p:tagLst xmlns:a="http://schemas.openxmlformats.org/drawingml/2006/main" xmlns:r="http://schemas.openxmlformats.org/officeDocument/2006/relationships" xmlns:p="http://schemas.openxmlformats.org/presentationml/2006/main">
  <p:tag name="NUM" val="6"/>
</p:tagLst>
</file>

<file path=ppt/tags/tag619.xml><?xml version="1.0" encoding="utf-8"?>
<p:tagLst xmlns:a="http://schemas.openxmlformats.org/drawingml/2006/main" xmlns:r="http://schemas.openxmlformats.org/officeDocument/2006/relationships" xmlns:p="http://schemas.openxmlformats.org/presentationml/2006/main">
  <p:tag name="NUM" val="7"/>
</p:tagLst>
</file>

<file path=ppt/tags/tag620.xml><?xml version="1.0" encoding="utf-8"?>
<p:tagLst xmlns:a="http://schemas.openxmlformats.org/drawingml/2006/main" xmlns:r="http://schemas.openxmlformats.org/officeDocument/2006/relationships" xmlns:p="http://schemas.openxmlformats.org/presentationml/2006/main">
  <p:tag name="NUM" val="8"/>
</p:tagLst>
</file>

<file path=ppt/tags/tag621.xml><?xml version="1.0" encoding="utf-8"?>
<p:tagLst xmlns:a="http://schemas.openxmlformats.org/drawingml/2006/main" xmlns:r="http://schemas.openxmlformats.org/officeDocument/2006/relationships" xmlns:p="http://schemas.openxmlformats.org/presentationml/2006/main">
  <p:tag name="NUM" val="9"/>
</p:tagLst>
</file>

<file path=ppt/tags/tag622.xml><?xml version="1.0" encoding="utf-8"?>
<p:tagLst xmlns:a="http://schemas.openxmlformats.org/drawingml/2006/main" xmlns:r="http://schemas.openxmlformats.org/officeDocument/2006/relationships" xmlns:p="http://schemas.openxmlformats.org/presentationml/2006/main">
  <p:tag name="NUM" val="10"/>
</p:tagLst>
</file>

<file path=ppt/tags/tag623.xml><?xml version="1.0" encoding="utf-8"?>
<p:tagLst xmlns:a="http://schemas.openxmlformats.org/drawingml/2006/main" xmlns:r="http://schemas.openxmlformats.org/officeDocument/2006/relationships" xmlns:p="http://schemas.openxmlformats.org/presentationml/2006/main">
  <p:tag name="NUM" val="11"/>
</p:tagLst>
</file>

<file path=ppt/tags/tag624.xml><?xml version="1.0" encoding="utf-8"?>
<p:tagLst xmlns:a="http://schemas.openxmlformats.org/drawingml/2006/main" xmlns:r="http://schemas.openxmlformats.org/officeDocument/2006/relationships" xmlns:p="http://schemas.openxmlformats.org/presentationml/2006/main">
  <p:tag name="NUM" val="12"/>
</p:tagLst>
</file>

<file path=ppt/tags/tag625.xml><?xml version="1.0" encoding="utf-8"?>
<p:tagLst xmlns:a="http://schemas.openxmlformats.org/drawingml/2006/main" xmlns:r="http://schemas.openxmlformats.org/officeDocument/2006/relationships" xmlns:p="http://schemas.openxmlformats.org/presentationml/2006/main">
  <p:tag name="NUM" val="13"/>
</p:tagLst>
</file>

<file path=ppt/tags/tag626.xml><?xml version="1.0" encoding="utf-8"?>
<p:tagLst xmlns:a="http://schemas.openxmlformats.org/drawingml/2006/main" xmlns:r="http://schemas.openxmlformats.org/officeDocument/2006/relationships" xmlns:p="http://schemas.openxmlformats.org/presentationml/2006/main">
  <p:tag name="NUM" val="14"/>
</p:tagLst>
</file>

<file path=ppt/tags/tag627.xml><?xml version="1.0" encoding="utf-8"?>
<p:tagLst xmlns:a="http://schemas.openxmlformats.org/drawingml/2006/main" xmlns:r="http://schemas.openxmlformats.org/officeDocument/2006/relationships" xmlns:p="http://schemas.openxmlformats.org/presentationml/2006/main">
  <p:tag name="NUM" val="15"/>
</p:tagLst>
</file>

<file path=ppt/tags/tag628.xml><?xml version="1.0" encoding="utf-8"?>
<p:tagLst xmlns:a="http://schemas.openxmlformats.org/drawingml/2006/main" xmlns:r="http://schemas.openxmlformats.org/officeDocument/2006/relationships" xmlns:p="http://schemas.openxmlformats.org/presentationml/2006/main">
  <p:tag name="NUM" val="16"/>
</p:tagLst>
</file>

<file path=ppt/tags/tag629.xml><?xml version="1.0" encoding="utf-8"?>
<p:tagLst xmlns:a="http://schemas.openxmlformats.org/drawingml/2006/main" xmlns:r="http://schemas.openxmlformats.org/officeDocument/2006/relationships" xmlns:p="http://schemas.openxmlformats.org/presentationml/2006/main">
  <p:tag name="NUM" val="17"/>
</p:tagLst>
</file>

<file path=ppt/tags/tag630.xml><?xml version="1.0" encoding="utf-8"?>
<p:tagLst xmlns:a="http://schemas.openxmlformats.org/drawingml/2006/main" xmlns:r="http://schemas.openxmlformats.org/officeDocument/2006/relationships" xmlns:p="http://schemas.openxmlformats.org/presentationml/2006/main">
  <p:tag name="NUM" val="1"/>
</p:tagLst>
</file>

<file path=ppt/tags/tag631.xml><?xml version="1.0" encoding="utf-8"?>
<p:tagLst xmlns:a="http://schemas.openxmlformats.org/drawingml/2006/main" xmlns:r="http://schemas.openxmlformats.org/officeDocument/2006/relationships" xmlns:p="http://schemas.openxmlformats.org/presentationml/2006/main">
  <p:tag name="NUM" val="2"/>
</p:tagLst>
</file>

<file path=ppt/tags/tag632.xml><?xml version="1.0" encoding="utf-8"?>
<p:tagLst xmlns:a="http://schemas.openxmlformats.org/drawingml/2006/main" xmlns:r="http://schemas.openxmlformats.org/officeDocument/2006/relationships" xmlns:p="http://schemas.openxmlformats.org/presentationml/2006/main">
  <p:tag name="NUM" val="3"/>
</p:tagLst>
</file>

<file path=ppt/tags/tag633.xml><?xml version="1.0" encoding="utf-8"?>
<p:tagLst xmlns:a="http://schemas.openxmlformats.org/drawingml/2006/main" xmlns:r="http://schemas.openxmlformats.org/officeDocument/2006/relationships" xmlns:p="http://schemas.openxmlformats.org/presentationml/2006/main">
  <p:tag name="NUM" val="4"/>
</p:tagLst>
</file>

<file path=ppt/tags/tag634.xml><?xml version="1.0" encoding="utf-8"?>
<p:tagLst xmlns:a="http://schemas.openxmlformats.org/drawingml/2006/main" xmlns:r="http://schemas.openxmlformats.org/officeDocument/2006/relationships" xmlns:p="http://schemas.openxmlformats.org/presentationml/2006/main">
  <p:tag name="NUM" val="5"/>
</p:tagLst>
</file>

<file path=ppt/tags/tag635.xml><?xml version="1.0" encoding="utf-8"?>
<p:tagLst xmlns:a="http://schemas.openxmlformats.org/drawingml/2006/main" xmlns:r="http://schemas.openxmlformats.org/officeDocument/2006/relationships" xmlns:p="http://schemas.openxmlformats.org/presentationml/2006/main">
  <p:tag name="NUM" val="6"/>
</p:tagLst>
</file>

<file path=ppt/tags/tag636.xml><?xml version="1.0" encoding="utf-8"?>
<p:tagLst xmlns:a="http://schemas.openxmlformats.org/drawingml/2006/main" xmlns:r="http://schemas.openxmlformats.org/officeDocument/2006/relationships" xmlns:p="http://schemas.openxmlformats.org/presentationml/2006/main">
  <p:tag name="NUM" val="7"/>
</p:tagLst>
</file>

<file path=ppt/tags/tag637.xml><?xml version="1.0" encoding="utf-8"?>
<p:tagLst xmlns:a="http://schemas.openxmlformats.org/drawingml/2006/main" xmlns:r="http://schemas.openxmlformats.org/officeDocument/2006/relationships" xmlns:p="http://schemas.openxmlformats.org/presentationml/2006/main">
  <p:tag name="NUM" val="8"/>
</p:tagLst>
</file>

<file path=ppt/tags/tag638.xml><?xml version="1.0" encoding="utf-8"?>
<p:tagLst xmlns:a="http://schemas.openxmlformats.org/drawingml/2006/main" xmlns:r="http://schemas.openxmlformats.org/officeDocument/2006/relationships" xmlns:p="http://schemas.openxmlformats.org/presentationml/2006/main">
  <p:tag name="NUM" val="9"/>
</p:tagLst>
</file>

<file path=ppt/tags/tag639.xml><?xml version="1.0" encoding="utf-8"?>
<p:tagLst xmlns:a="http://schemas.openxmlformats.org/drawingml/2006/main" xmlns:r="http://schemas.openxmlformats.org/officeDocument/2006/relationships" xmlns:p="http://schemas.openxmlformats.org/presentationml/2006/main">
  <p:tag name="NUM" val="10"/>
</p:tagLst>
</file>

<file path=ppt/tags/tag640.xml><?xml version="1.0" encoding="utf-8"?>
<p:tagLst xmlns:a="http://schemas.openxmlformats.org/drawingml/2006/main" xmlns:r="http://schemas.openxmlformats.org/officeDocument/2006/relationships" xmlns:p="http://schemas.openxmlformats.org/presentationml/2006/main">
  <p:tag name="NUM" val="11"/>
</p:tagLst>
</file>

<file path=ppt/tags/tag641.xml><?xml version="1.0" encoding="utf-8"?>
<p:tagLst xmlns:a="http://schemas.openxmlformats.org/drawingml/2006/main" xmlns:r="http://schemas.openxmlformats.org/officeDocument/2006/relationships" xmlns:p="http://schemas.openxmlformats.org/presentationml/2006/main">
  <p:tag name="NUM" val="12"/>
</p:tagLst>
</file>

<file path=ppt/tags/tag642.xml><?xml version="1.0" encoding="utf-8"?>
<p:tagLst xmlns:a="http://schemas.openxmlformats.org/drawingml/2006/main" xmlns:r="http://schemas.openxmlformats.org/officeDocument/2006/relationships" xmlns:p="http://schemas.openxmlformats.org/presentationml/2006/main">
  <p:tag name="NUM" val="13"/>
</p:tagLst>
</file>

<file path=ppt/tags/tag643.xml><?xml version="1.0" encoding="utf-8"?>
<p:tagLst xmlns:a="http://schemas.openxmlformats.org/drawingml/2006/main" xmlns:r="http://schemas.openxmlformats.org/officeDocument/2006/relationships" xmlns:p="http://schemas.openxmlformats.org/presentationml/2006/main">
  <p:tag name="NUM" val="14"/>
</p:tagLst>
</file>

<file path=ppt/tags/tag644.xml><?xml version="1.0" encoding="utf-8"?>
<p:tagLst xmlns:a="http://schemas.openxmlformats.org/drawingml/2006/main" xmlns:r="http://schemas.openxmlformats.org/officeDocument/2006/relationships" xmlns:p="http://schemas.openxmlformats.org/presentationml/2006/main">
  <p:tag name="NUM" val="15"/>
</p:tagLst>
</file>

<file path=ppt/tags/tag645.xml><?xml version="1.0" encoding="utf-8"?>
<p:tagLst xmlns:a="http://schemas.openxmlformats.org/drawingml/2006/main" xmlns:r="http://schemas.openxmlformats.org/officeDocument/2006/relationships" xmlns:p="http://schemas.openxmlformats.org/presentationml/2006/main">
  <p:tag name="NUM" val="16"/>
</p:tagLst>
</file>

<file path=ppt/tags/tag646.xml><?xml version="1.0" encoding="utf-8"?>
<p:tagLst xmlns:a="http://schemas.openxmlformats.org/drawingml/2006/main" xmlns:r="http://schemas.openxmlformats.org/officeDocument/2006/relationships" xmlns:p="http://schemas.openxmlformats.org/presentationml/2006/main">
  <p:tag name="NUM" val="17"/>
</p:tagLst>
</file>

<file path=ppt/tags/tag647.xml><?xml version="1.0" encoding="utf-8"?>
<p:tagLst xmlns:a="http://schemas.openxmlformats.org/drawingml/2006/main" xmlns:r="http://schemas.openxmlformats.org/officeDocument/2006/relationships" xmlns:p="http://schemas.openxmlformats.org/presentationml/2006/main">
  <p:tag name="NUM" val="18"/>
</p:tagLst>
</file>

<file path=ppt/tags/tag648.xml><?xml version="1.0" encoding="utf-8"?>
<p:tagLst xmlns:a="http://schemas.openxmlformats.org/drawingml/2006/main" xmlns:r="http://schemas.openxmlformats.org/officeDocument/2006/relationships" xmlns:p="http://schemas.openxmlformats.org/presentationml/2006/main">
  <p:tag name="NUM" val="19"/>
</p:tagLst>
</file>

<file path=ppt/tags/tag649.xml><?xml version="1.0" encoding="utf-8"?>
<p:tagLst xmlns:a="http://schemas.openxmlformats.org/drawingml/2006/main" xmlns:r="http://schemas.openxmlformats.org/officeDocument/2006/relationships" xmlns:p="http://schemas.openxmlformats.org/presentationml/2006/main">
  <p:tag name="NUM" val="20"/>
</p:tagLst>
</file>

<file path=ppt/tags/tag650.xml><?xml version="1.0" encoding="utf-8"?>
<p:tagLst xmlns:a="http://schemas.openxmlformats.org/drawingml/2006/main" xmlns:r="http://schemas.openxmlformats.org/officeDocument/2006/relationships" xmlns:p="http://schemas.openxmlformats.org/presentationml/2006/main">
  <p:tag name="NUM" val="21"/>
</p:tagLst>
</file>

<file path=ppt/tags/tag651.xml><?xml version="1.0" encoding="utf-8"?>
<p:tagLst xmlns:a="http://schemas.openxmlformats.org/drawingml/2006/main" xmlns:r="http://schemas.openxmlformats.org/officeDocument/2006/relationships" xmlns:p="http://schemas.openxmlformats.org/presentationml/2006/main">
  <p:tag name="NUM" val="22"/>
</p:tagLst>
</file>

<file path=ppt/tags/tag652.xml><?xml version="1.0" encoding="utf-8"?>
<p:tagLst xmlns:a="http://schemas.openxmlformats.org/drawingml/2006/main" xmlns:r="http://schemas.openxmlformats.org/officeDocument/2006/relationships" xmlns:p="http://schemas.openxmlformats.org/presentationml/2006/main">
  <p:tag name="NUM" val="23"/>
</p:tagLst>
</file>

<file path=ppt/tags/tag653.xml><?xml version="1.0" encoding="utf-8"?>
<p:tagLst xmlns:a="http://schemas.openxmlformats.org/drawingml/2006/main" xmlns:r="http://schemas.openxmlformats.org/officeDocument/2006/relationships" xmlns:p="http://schemas.openxmlformats.org/presentationml/2006/main">
  <p:tag name="NUM" val="24"/>
</p:tagLst>
</file>

<file path=ppt/tags/tag654.xml><?xml version="1.0" encoding="utf-8"?>
<p:tagLst xmlns:a="http://schemas.openxmlformats.org/drawingml/2006/main" xmlns:r="http://schemas.openxmlformats.org/officeDocument/2006/relationships" xmlns:p="http://schemas.openxmlformats.org/presentationml/2006/main">
  <p:tag name="NUM" val="25"/>
</p:tagLst>
</file>

<file path=ppt/tags/tag655.xml><?xml version="1.0" encoding="utf-8"?>
<p:tagLst xmlns:a="http://schemas.openxmlformats.org/drawingml/2006/main" xmlns:r="http://schemas.openxmlformats.org/officeDocument/2006/relationships" xmlns:p="http://schemas.openxmlformats.org/presentationml/2006/main">
  <p:tag name="NUM" val="26"/>
</p:tagLst>
</file>

<file path=ppt/tags/tag656.xml><?xml version="1.0" encoding="utf-8"?>
<p:tagLst xmlns:a="http://schemas.openxmlformats.org/drawingml/2006/main" xmlns:r="http://schemas.openxmlformats.org/officeDocument/2006/relationships" xmlns:p="http://schemas.openxmlformats.org/presentationml/2006/main">
  <p:tag name="NUM" val="27"/>
</p:tagLst>
</file>

<file path=ppt/tags/tag657.xml><?xml version="1.0" encoding="utf-8"?>
<p:tagLst xmlns:a="http://schemas.openxmlformats.org/drawingml/2006/main" xmlns:r="http://schemas.openxmlformats.org/officeDocument/2006/relationships" xmlns:p="http://schemas.openxmlformats.org/presentationml/2006/main">
  <p:tag name="NUM" val="28"/>
</p:tagLst>
</file>

<file path=ppt/tags/tag658.xml><?xml version="1.0" encoding="utf-8"?>
<p:tagLst xmlns:a="http://schemas.openxmlformats.org/drawingml/2006/main" xmlns:r="http://schemas.openxmlformats.org/officeDocument/2006/relationships" xmlns:p="http://schemas.openxmlformats.org/presentationml/2006/main">
  <p:tag name="NUM" val="29"/>
</p:tagLst>
</file>

<file path=ppt/tags/tag659.xml><?xml version="1.0" encoding="utf-8"?>
<p:tagLst xmlns:a="http://schemas.openxmlformats.org/drawingml/2006/main" xmlns:r="http://schemas.openxmlformats.org/officeDocument/2006/relationships" xmlns:p="http://schemas.openxmlformats.org/presentationml/2006/main">
  <p:tag name="NUM" val="30"/>
</p:tagLst>
</file>

<file path=ppt/tags/tag660.xml><?xml version="1.0" encoding="utf-8"?>
<p:tagLst xmlns:a="http://schemas.openxmlformats.org/drawingml/2006/main" xmlns:r="http://schemas.openxmlformats.org/officeDocument/2006/relationships" xmlns:p="http://schemas.openxmlformats.org/presentationml/2006/main">
  <p:tag name="NUM" val="31"/>
</p:tagLst>
</file>

<file path=ppt/tags/tag661.xml><?xml version="1.0" encoding="utf-8"?>
<p:tagLst xmlns:a="http://schemas.openxmlformats.org/drawingml/2006/main" xmlns:r="http://schemas.openxmlformats.org/officeDocument/2006/relationships" xmlns:p="http://schemas.openxmlformats.org/presentationml/2006/main">
  <p:tag name="NUM" val="32"/>
</p:tagLst>
</file>

<file path=ppt/tags/tag662.xml><?xml version="1.0" encoding="utf-8"?>
<p:tagLst xmlns:a="http://schemas.openxmlformats.org/drawingml/2006/main" xmlns:r="http://schemas.openxmlformats.org/officeDocument/2006/relationships" xmlns:p="http://schemas.openxmlformats.org/presentationml/2006/main">
  <p:tag name="NUM" val="33"/>
</p:tagLst>
</file>

<file path=ppt/tags/tag663.xml><?xml version="1.0" encoding="utf-8"?>
<p:tagLst xmlns:a="http://schemas.openxmlformats.org/drawingml/2006/main" xmlns:r="http://schemas.openxmlformats.org/officeDocument/2006/relationships" xmlns:p="http://schemas.openxmlformats.org/presentationml/2006/main">
  <p:tag name="NUM" val="34"/>
</p:tagLst>
</file>

<file path=ppt/tags/tag664.xml><?xml version="1.0" encoding="utf-8"?>
<p:tagLst xmlns:a="http://schemas.openxmlformats.org/drawingml/2006/main" xmlns:r="http://schemas.openxmlformats.org/officeDocument/2006/relationships" xmlns:p="http://schemas.openxmlformats.org/presentationml/2006/main">
  <p:tag name="NUM" val="35"/>
</p:tagLst>
</file>

<file path=ppt/tags/tag665.xml><?xml version="1.0" encoding="utf-8"?>
<p:tagLst xmlns:a="http://schemas.openxmlformats.org/drawingml/2006/main" xmlns:r="http://schemas.openxmlformats.org/officeDocument/2006/relationships" xmlns:p="http://schemas.openxmlformats.org/presentationml/2006/main">
  <p:tag name="NUM" val="1"/>
</p:tagLst>
</file>

<file path=ppt/tags/tag666.xml><?xml version="1.0" encoding="utf-8"?>
<p:tagLst xmlns:a="http://schemas.openxmlformats.org/drawingml/2006/main" xmlns:r="http://schemas.openxmlformats.org/officeDocument/2006/relationships" xmlns:p="http://schemas.openxmlformats.org/presentationml/2006/main">
  <p:tag name="NUM" val="2"/>
</p:tagLst>
</file>

<file path=ppt/tags/tag667.xml><?xml version="1.0" encoding="utf-8"?>
<p:tagLst xmlns:a="http://schemas.openxmlformats.org/drawingml/2006/main" xmlns:r="http://schemas.openxmlformats.org/officeDocument/2006/relationships" xmlns:p="http://schemas.openxmlformats.org/presentationml/2006/main">
  <p:tag name="NUM" val="3"/>
</p:tagLst>
</file>

<file path=ppt/tags/tag668.xml><?xml version="1.0" encoding="utf-8"?>
<p:tagLst xmlns:a="http://schemas.openxmlformats.org/drawingml/2006/main" xmlns:r="http://schemas.openxmlformats.org/officeDocument/2006/relationships" xmlns:p="http://schemas.openxmlformats.org/presentationml/2006/main">
  <p:tag name="NUM" val="4"/>
</p:tagLst>
</file>

<file path=ppt/tags/tag669.xml><?xml version="1.0" encoding="utf-8"?>
<p:tagLst xmlns:a="http://schemas.openxmlformats.org/drawingml/2006/main" xmlns:r="http://schemas.openxmlformats.org/officeDocument/2006/relationships" xmlns:p="http://schemas.openxmlformats.org/presentationml/2006/main">
  <p:tag name="NUM" val="5"/>
</p:tagLst>
</file>

<file path=ppt/tags/tag670.xml><?xml version="1.0" encoding="utf-8"?>
<p:tagLst xmlns:a="http://schemas.openxmlformats.org/drawingml/2006/main" xmlns:r="http://schemas.openxmlformats.org/officeDocument/2006/relationships" xmlns:p="http://schemas.openxmlformats.org/presentationml/2006/main">
  <p:tag name="NUM" val="6"/>
</p:tagLst>
</file>

<file path=ppt/tags/tag671.xml><?xml version="1.0" encoding="utf-8"?>
<p:tagLst xmlns:a="http://schemas.openxmlformats.org/drawingml/2006/main" xmlns:r="http://schemas.openxmlformats.org/officeDocument/2006/relationships" xmlns:p="http://schemas.openxmlformats.org/presentationml/2006/main">
  <p:tag name="NUM" val="7"/>
</p:tagLst>
</file>

<file path=ppt/tags/tag672.xml><?xml version="1.0" encoding="utf-8"?>
<p:tagLst xmlns:a="http://schemas.openxmlformats.org/drawingml/2006/main" xmlns:r="http://schemas.openxmlformats.org/officeDocument/2006/relationships" xmlns:p="http://schemas.openxmlformats.org/presentationml/2006/main">
  <p:tag name="NUM" val="8"/>
</p:tagLst>
</file>

<file path=ppt/tags/tag673.xml><?xml version="1.0" encoding="utf-8"?>
<p:tagLst xmlns:a="http://schemas.openxmlformats.org/drawingml/2006/main" xmlns:r="http://schemas.openxmlformats.org/officeDocument/2006/relationships" xmlns:p="http://schemas.openxmlformats.org/presentationml/2006/main">
  <p:tag name="NUM" val="9"/>
</p:tagLst>
</file>

<file path=ppt/tags/tag674.xml><?xml version="1.0" encoding="utf-8"?>
<p:tagLst xmlns:a="http://schemas.openxmlformats.org/drawingml/2006/main" xmlns:r="http://schemas.openxmlformats.org/officeDocument/2006/relationships" xmlns:p="http://schemas.openxmlformats.org/presentationml/2006/main">
  <p:tag name="NUM" val="10"/>
</p:tagLst>
</file>

<file path=ppt/tags/tag675.xml><?xml version="1.0" encoding="utf-8"?>
<p:tagLst xmlns:a="http://schemas.openxmlformats.org/drawingml/2006/main" xmlns:r="http://schemas.openxmlformats.org/officeDocument/2006/relationships" xmlns:p="http://schemas.openxmlformats.org/presentationml/2006/main">
  <p:tag name="NUM" val="11"/>
</p:tagLst>
</file>

<file path=ppt/tags/tag676.xml><?xml version="1.0" encoding="utf-8"?>
<p:tagLst xmlns:a="http://schemas.openxmlformats.org/drawingml/2006/main" xmlns:r="http://schemas.openxmlformats.org/officeDocument/2006/relationships" xmlns:p="http://schemas.openxmlformats.org/presentationml/2006/main">
  <p:tag name="NUM" val="12"/>
</p:tagLst>
</file>

<file path=ppt/tags/tag677.xml><?xml version="1.0" encoding="utf-8"?>
<p:tagLst xmlns:a="http://schemas.openxmlformats.org/drawingml/2006/main" xmlns:r="http://schemas.openxmlformats.org/officeDocument/2006/relationships" xmlns:p="http://schemas.openxmlformats.org/presentationml/2006/main">
  <p:tag name="NUM" val="13"/>
</p:tagLst>
</file>

<file path=ppt/tags/tag678.xml><?xml version="1.0" encoding="utf-8"?>
<p:tagLst xmlns:a="http://schemas.openxmlformats.org/drawingml/2006/main" xmlns:r="http://schemas.openxmlformats.org/officeDocument/2006/relationships" xmlns:p="http://schemas.openxmlformats.org/presentationml/2006/main">
  <p:tag name="NUM" val="14"/>
</p:tagLst>
</file>

<file path=ppt/tags/tag679.xml><?xml version="1.0" encoding="utf-8"?>
<p:tagLst xmlns:a="http://schemas.openxmlformats.org/drawingml/2006/main" xmlns:r="http://schemas.openxmlformats.org/officeDocument/2006/relationships" xmlns:p="http://schemas.openxmlformats.org/presentationml/2006/main">
  <p:tag name="NUM" val="15"/>
</p:tagLst>
</file>

<file path=ppt/tags/tag680.xml><?xml version="1.0" encoding="utf-8"?>
<p:tagLst xmlns:a="http://schemas.openxmlformats.org/drawingml/2006/main" xmlns:r="http://schemas.openxmlformats.org/officeDocument/2006/relationships" xmlns:p="http://schemas.openxmlformats.org/presentationml/2006/main">
  <p:tag name="NUM" val="16"/>
</p:tagLst>
</file>

<file path=ppt/tags/tag681.xml><?xml version="1.0" encoding="utf-8"?>
<p:tagLst xmlns:a="http://schemas.openxmlformats.org/drawingml/2006/main" xmlns:r="http://schemas.openxmlformats.org/officeDocument/2006/relationships" xmlns:p="http://schemas.openxmlformats.org/presentationml/2006/main">
  <p:tag name="NUM" val="17"/>
</p:tagLst>
</file>

<file path=ppt/tags/tag682.xml><?xml version="1.0" encoding="utf-8"?>
<p:tagLst xmlns:a="http://schemas.openxmlformats.org/drawingml/2006/main" xmlns:r="http://schemas.openxmlformats.org/officeDocument/2006/relationships" xmlns:p="http://schemas.openxmlformats.org/presentationml/2006/main">
  <p:tag name="NUM" val="18"/>
</p:tagLst>
</file>

<file path=ppt/tags/tag683.xml><?xml version="1.0" encoding="utf-8"?>
<p:tagLst xmlns:a="http://schemas.openxmlformats.org/drawingml/2006/main" xmlns:r="http://schemas.openxmlformats.org/officeDocument/2006/relationships" xmlns:p="http://schemas.openxmlformats.org/presentationml/2006/main">
  <p:tag name="NUM" val="19"/>
</p:tagLst>
</file>

<file path=ppt/tags/tag684.xml><?xml version="1.0" encoding="utf-8"?>
<p:tagLst xmlns:a="http://schemas.openxmlformats.org/drawingml/2006/main" xmlns:r="http://schemas.openxmlformats.org/officeDocument/2006/relationships" xmlns:p="http://schemas.openxmlformats.org/presentationml/2006/main">
  <p:tag name="NUM" val="20"/>
</p:tagLst>
</file>

<file path=ppt/tags/tag685.xml><?xml version="1.0" encoding="utf-8"?>
<p:tagLst xmlns:a="http://schemas.openxmlformats.org/drawingml/2006/main" xmlns:r="http://schemas.openxmlformats.org/officeDocument/2006/relationships" xmlns:p="http://schemas.openxmlformats.org/presentationml/2006/main">
  <p:tag name="NUM" val="21"/>
</p:tagLst>
</file>

<file path=ppt/tags/tag686.xml><?xml version="1.0" encoding="utf-8"?>
<p:tagLst xmlns:a="http://schemas.openxmlformats.org/drawingml/2006/main" xmlns:r="http://schemas.openxmlformats.org/officeDocument/2006/relationships" xmlns:p="http://schemas.openxmlformats.org/presentationml/2006/main">
  <p:tag name="NUM" val="22"/>
</p:tagLst>
</file>

<file path=ppt/tags/tag687.xml><?xml version="1.0" encoding="utf-8"?>
<p:tagLst xmlns:a="http://schemas.openxmlformats.org/drawingml/2006/main" xmlns:r="http://schemas.openxmlformats.org/officeDocument/2006/relationships" xmlns:p="http://schemas.openxmlformats.org/presentationml/2006/main">
  <p:tag name="NUM" val="23"/>
</p:tagLst>
</file>

<file path=ppt/tags/tag688.xml><?xml version="1.0" encoding="utf-8"?>
<p:tagLst xmlns:a="http://schemas.openxmlformats.org/drawingml/2006/main" xmlns:r="http://schemas.openxmlformats.org/officeDocument/2006/relationships" xmlns:p="http://schemas.openxmlformats.org/presentationml/2006/main">
  <p:tag name="NUM" val="24"/>
</p:tagLst>
</file>

<file path=ppt/tags/tag689.xml><?xml version="1.0" encoding="utf-8"?>
<p:tagLst xmlns:a="http://schemas.openxmlformats.org/drawingml/2006/main" xmlns:r="http://schemas.openxmlformats.org/officeDocument/2006/relationships" xmlns:p="http://schemas.openxmlformats.org/presentationml/2006/main">
  <p:tag name="NUM" val="25"/>
</p:tagLst>
</file>

<file path=ppt/tags/tag690.xml><?xml version="1.0" encoding="utf-8"?>
<p:tagLst xmlns:a="http://schemas.openxmlformats.org/drawingml/2006/main" xmlns:r="http://schemas.openxmlformats.org/officeDocument/2006/relationships" xmlns:p="http://schemas.openxmlformats.org/presentationml/2006/main">
  <p:tag name="NUM" val="26"/>
</p:tagLst>
</file>

<file path=ppt/tags/tag691.xml><?xml version="1.0" encoding="utf-8"?>
<p:tagLst xmlns:a="http://schemas.openxmlformats.org/drawingml/2006/main" xmlns:r="http://schemas.openxmlformats.org/officeDocument/2006/relationships" xmlns:p="http://schemas.openxmlformats.org/presentationml/2006/main">
  <p:tag name="NUM" val="27"/>
</p:tagLst>
</file>

<file path=ppt/tags/tag692.xml><?xml version="1.0" encoding="utf-8"?>
<p:tagLst xmlns:a="http://schemas.openxmlformats.org/drawingml/2006/main" xmlns:r="http://schemas.openxmlformats.org/officeDocument/2006/relationships" xmlns:p="http://schemas.openxmlformats.org/presentationml/2006/main">
  <p:tag name="NUM" val="28"/>
</p:tagLst>
</file>

<file path=ppt/tags/tag693.xml><?xml version="1.0" encoding="utf-8"?>
<p:tagLst xmlns:a="http://schemas.openxmlformats.org/drawingml/2006/main" xmlns:r="http://schemas.openxmlformats.org/officeDocument/2006/relationships" xmlns:p="http://schemas.openxmlformats.org/presentationml/2006/main">
  <p:tag name="NUM" val="29"/>
</p:tagLst>
</file>

<file path=ppt/tags/tag694.xml><?xml version="1.0" encoding="utf-8"?>
<p:tagLst xmlns:a="http://schemas.openxmlformats.org/drawingml/2006/main" xmlns:r="http://schemas.openxmlformats.org/officeDocument/2006/relationships" xmlns:p="http://schemas.openxmlformats.org/presentationml/2006/main">
  <p:tag name="NUM" val="30"/>
</p:tagLst>
</file>

<file path=ppt/tags/tag695.xml><?xml version="1.0" encoding="utf-8"?>
<p:tagLst xmlns:a="http://schemas.openxmlformats.org/drawingml/2006/main" xmlns:r="http://schemas.openxmlformats.org/officeDocument/2006/relationships" xmlns:p="http://schemas.openxmlformats.org/presentationml/2006/main">
  <p:tag name="NUM" val="31"/>
</p:tagLst>
</file>

<file path=ppt/tags/tag696.xml><?xml version="1.0" encoding="utf-8"?>
<p:tagLst xmlns:a="http://schemas.openxmlformats.org/drawingml/2006/main" xmlns:r="http://schemas.openxmlformats.org/officeDocument/2006/relationships" xmlns:p="http://schemas.openxmlformats.org/presentationml/2006/main">
  <p:tag name="NUM" val="32"/>
</p:tagLst>
</file>

<file path=ppt/tags/tag697.xml><?xml version="1.0" encoding="utf-8"?>
<p:tagLst xmlns:a="http://schemas.openxmlformats.org/drawingml/2006/main" xmlns:r="http://schemas.openxmlformats.org/officeDocument/2006/relationships" xmlns:p="http://schemas.openxmlformats.org/presentationml/2006/main">
  <p:tag name="NUM" val="33"/>
</p:tagLst>
</file>

<file path=ppt/tags/tag698.xml><?xml version="1.0" encoding="utf-8"?>
<p:tagLst xmlns:a="http://schemas.openxmlformats.org/drawingml/2006/main" xmlns:r="http://schemas.openxmlformats.org/officeDocument/2006/relationships" xmlns:p="http://schemas.openxmlformats.org/presentationml/2006/main">
  <p:tag name="NUM" val="34"/>
</p:tagLst>
</file>

<file path=ppt/tags/tag699.xml><?xml version="1.0" encoding="utf-8"?>
<p:tagLst xmlns:a="http://schemas.openxmlformats.org/drawingml/2006/main" xmlns:r="http://schemas.openxmlformats.org/officeDocument/2006/relationships" xmlns:p="http://schemas.openxmlformats.org/presentationml/2006/main">
  <p:tag name="NUM" val="35"/>
</p:tagLst>
</file>

<file path=ppt/tags/tag700.xml><?xml version="1.0" encoding="utf-8"?>
<p:tagLst xmlns:a="http://schemas.openxmlformats.org/drawingml/2006/main" xmlns:r="http://schemas.openxmlformats.org/officeDocument/2006/relationships" xmlns:p="http://schemas.openxmlformats.org/presentationml/2006/main">
  <p:tag name="NUM" val="36"/>
</p:tagLst>
</file>

<file path=ppt/tags/tag701.xml><?xml version="1.0" encoding="utf-8"?>
<p:tagLst xmlns:a="http://schemas.openxmlformats.org/drawingml/2006/main" xmlns:r="http://schemas.openxmlformats.org/officeDocument/2006/relationships" xmlns:p="http://schemas.openxmlformats.org/presentationml/2006/main">
  <p:tag name="NUM" val="37"/>
</p:tagLst>
</file>

<file path=ppt/tags/tag702.xml><?xml version="1.0" encoding="utf-8"?>
<p:tagLst xmlns:a="http://schemas.openxmlformats.org/drawingml/2006/main" xmlns:r="http://schemas.openxmlformats.org/officeDocument/2006/relationships" xmlns:p="http://schemas.openxmlformats.org/presentationml/2006/main">
  <p:tag name="NUM" val="38"/>
</p:tagLst>
</file>

<file path=ppt/tags/tag703.xml><?xml version="1.0" encoding="utf-8"?>
<p:tagLst xmlns:a="http://schemas.openxmlformats.org/drawingml/2006/main" xmlns:r="http://schemas.openxmlformats.org/officeDocument/2006/relationships" xmlns:p="http://schemas.openxmlformats.org/presentationml/2006/main">
  <p:tag name="NUM" val="39"/>
</p:tagLst>
</file>

<file path=ppt/tags/tag704.xml><?xml version="1.0" encoding="utf-8"?>
<p:tagLst xmlns:a="http://schemas.openxmlformats.org/drawingml/2006/main" xmlns:r="http://schemas.openxmlformats.org/officeDocument/2006/relationships" xmlns:p="http://schemas.openxmlformats.org/presentationml/2006/main">
  <p:tag name="NUM" val="40"/>
</p:tagLst>
</file>

<file path=ppt/tags/tag705.xml><?xml version="1.0" encoding="utf-8"?>
<p:tagLst xmlns:a="http://schemas.openxmlformats.org/drawingml/2006/main" xmlns:r="http://schemas.openxmlformats.org/officeDocument/2006/relationships" xmlns:p="http://schemas.openxmlformats.org/presentationml/2006/main">
  <p:tag name="NUM" val="41"/>
</p:tagLst>
</file>

<file path=ppt/tags/tag706.xml><?xml version="1.0" encoding="utf-8"?>
<p:tagLst xmlns:a="http://schemas.openxmlformats.org/drawingml/2006/main" xmlns:r="http://schemas.openxmlformats.org/officeDocument/2006/relationships" xmlns:p="http://schemas.openxmlformats.org/presentationml/2006/main">
  <p:tag name="NUM" val="42"/>
</p:tagLst>
</file>

<file path=ppt/tags/tag707.xml><?xml version="1.0" encoding="utf-8"?>
<p:tagLst xmlns:a="http://schemas.openxmlformats.org/drawingml/2006/main" xmlns:r="http://schemas.openxmlformats.org/officeDocument/2006/relationships" xmlns:p="http://schemas.openxmlformats.org/presentationml/2006/main">
  <p:tag name="NUM" val="43"/>
</p:tagLst>
</file>

<file path=ppt/tags/tag708.xml><?xml version="1.0" encoding="utf-8"?>
<p:tagLst xmlns:a="http://schemas.openxmlformats.org/drawingml/2006/main" xmlns:r="http://schemas.openxmlformats.org/officeDocument/2006/relationships" xmlns:p="http://schemas.openxmlformats.org/presentationml/2006/main">
  <p:tag name="NUM" val="44"/>
</p:tagLst>
</file>

<file path=ppt/tags/tag709.xml><?xml version="1.0" encoding="utf-8"?>
<p:tagLst xmlns:a="http://schemas.openxmlformats.org/drawingml/2006/main" xmlns:r="http://schemas.openxmlformats.org/officeDocument/2006/relationships" xmlns:p="http://schemas.openxmlformats.org/presentationml/2006/main">
  <p:tag name="NUM" val="45"/>
</p:tagLst>
</file>

<file path=ppt/tags/tag710.xml><?xml version="1.0" encoding="utf-8"?>
<p:tagLst xmlns:a="http://schemas.openxmlformats.org/drawingml/2006/main" xmlns:r="http://schemas.openxmlformats.org/officeDocument/2006/relationships" xmlns:p="http://schemas.openxmlformats.org/presentationml/2006/main">
  <p:tag name="NUM" val="46"/>
</p:tagLst>
</file>

<file path=ppt/tags/tag711.xml><?xml version="1.0" encoding="utf-8"?>
<p:tagLst xmlns:a="http://schemas.openxmlformats.org/drawingml/2006/main" xmlns:r="http://schemas.openxmlformats.org/officeDocument/2006/relationships" xmlns:p="http://schemas.openxmlformats.org/presentationml/2006/main">
  <p:tag name="NUM" val="7"/>
</p:tagLst>
</file>

<file path=ppt/tags/tag712.xml><?xml version="1.0" encoding="utf-8"?>
<p:tagLst xmlns:a="http://schemas.openxmlformats.org/drawingml/2006/main" xmlns:r="http://schemas.openxmlformats.org/officeDocument/2006/relationships" xmlns:p="http://schemas.openxmlformats.org/presentationml/2006/main">
  <p:tag name="NUM" val="1"/>
</p:tagLst>
</file>

<file path=ppt/tags/tag713.xml><?xml version="1.0" encoding="utf-8"?>
<p:tagLst xmlns:a="http://schemas.openxmlformats.org/drawingml/2006/main" xmlns:r="http://schemas.openxmlformats.org/officeDocument/2006/relationships" xmlns:p="http://schemas.openxmlformats.org/presentationml/2006/main">
  <p:tag name="NUM" val="2"/>
</p:tagLst>
</file>

<file path=ppt/tags/tag714.xml><?xml version="1.0" encoding="utf-8"?>
<p:tagLst xmlns:a="http://schemas.openxmlformats.org/drawingml/2006/main" xmlns:r="http://schemas.openxmlformats.org/officeDocument/2006/relationships" xmlns:p="http://schemas.openxmlformats.org/presentationml/2006/main">
  <p:tag name="NUM" val="3"/>
</p:tagLst>
</file>

<file path=ppt/tags/tag715.xml><?xml version="1.0" encoding="utf-8"?>
<p:tagLst xmlns:a="http://schemas.openxmlformats.org/drawingml/2006/main" xmlns:r="http://schemas.openxmlformats.org/officeDocument/2006/relationships" xmlns:p="http://schemas.openxmlformats.org/presentationml/2006/main">
  <p:tag name="NUM" val="4"/>
</p:tagLst>
</file>

<file path=ppt/tags/tag716.xml><?xml version="1.0" encoding="utf-8"?>
<p:tagLst xmlns:a="http://schemas.openxmlformats.org/drawingml/2006/main" xmlns:r="http://schemas.openxmlformats.org/officeDocument/2006/relationships" xmlns:p="http://schemas.openxmlformats.org/presentationml/2006/main">
  <p:tag name="NUM" val="5"/>
</p:tagLst>
</file>

<file path=ppt/tags/tag717.xml><?xml version="1.0" encoding="utf-8"?>
<p:tagLst xmlns:a="http://schemas.openxmlformats.org/drawingml/2006/main" xmlns:r="http://schemas.openxmlformats.org/officeDocument/2006/relationships" xmlns:p="http://schemas.openxmlformats.org/presentationml/2006/main">
  <p:tag name="NUM" val="6"/>
</p:tagLst>
</file>

<file path=ppt/tags/tag718.xml><?xml version="1.0" encoding="utf-8"?>
<p:tagLst xmlns:a="http://schemas.openxmlformats.org/drawingml/2006/main" xmlns:r="http://schemas.openxmlformats.org/officeDocument/2006/relationships" xmlns:p="http://schemas.openxmlformats.org/presentationml/2006/main">
  <p:tag name="NUM" val="7"/>
</p:tagLst>
</file>

<file path=ppt/tags/tag719.xml><?xml version="1.0" encoding="utf-8"?>
<p:tagLst xmlns:a="http://schemas.openxmlformats.org/drawingml/2006/main" xmlns:r="http://schemas.openxmlformats.org/officeDocument/2006/relationships" xmlns:p="http://schemas.openxmlformats.org/presentationml/2006/main">
  <p:tag name="NUM" val="8"/>
</p:tagLst>
</file>

<file path=ppt/tags/tag720.xml><?xml version="1.0" encoding="utf-8"?>
<p:tagLst xmlns:a="http://schemas.openxmlformats.org/drawingml/2006/main" xmlns:r="http://schemas.openxmlformats.org/officeDocument/2006/relationships" xmlns:p="http://schemas.openxmlformats.org/presentationml/2006/main">
  <p:tag name="NUM" val="9"/>
</p:tagLst>
</file>

<file path=ppt/tags/tag721.xml><?xml version="1.0" encoding="utf-8"?>
<p:tagLst xmlns:a="http://schemas.openxmlformats.org/drawingml/2006/main" xmlns:r="http://schemas.openxmlformats.org/officeDocument/2006/relationships" xmlns:p="http://schemas.openxmlformats.org/presentationml/2006/main">
  <p:tag name="NUM" val="10"/>
</p:tagLst>
</file>

<file path=ppt/tags/tag722.xml><?xml version="1.0" encoding="utf-8"?>
<p:tagLst xmlns:a="http://schemas.openxmlformats.org/drawingml/2006/main" xmlns:r="http://schemas.openxmlformats.org/officeDocument/2006/relationships" xmlns:p="http://schemas.openxmlformats.org/presentationml/2006/main">
  <p:tag name="NUM" val="11"/>
</p:tagLst>
</file>

<file path=ppt/tags/tag723.xml><?xml version="1.0" encoding="utf-8"?>
<p:tagLst xmlns:a="http://schemas.openxmlformats.org/drawingml/2006/main" xmlns:r="http://schemas.openxmlformats.org/officeDocument/2006/relationships" xmlns:p="http://schemas.openxmlformats.org/presentationml/2006/main">
  <p:tag name="NUM" val="12"/>
</p:tagLst>
</file>

<file path=ppt/tags/tag724.xml><?xml version="1.0" encoding="utf-8"?>
<p:tagLst xmlns:a="http://schemas.openxmlformats.org/drawingml/2006/main" xmlns:r="http://schemas.openxmlformats.org/officeDocument/2006/relationships" xmlns:p="http://schemas.openxmlformats.org/presentationml/2006/main">
  <p:tag name="NUM" val="13"/>
</p:tagLst>
</file>

<file path=ppt/tags/tag725.xml><?xml version="1.0" encoding="utf-8"?>
<p:tagLst xmlns:a="http://schemas.openxmlformats.org/drawingml/2006/main" xmlns:r="http://schemas.openxmlformats.org/officeDocument/2006/relationships" xmlns:p="http://schemas.openxmlformats.org/presentationml/2006/main">
  <p:tag name="NUM" val="14"/>
</p:tagLst>
</file>

<file path=ppt/tags/tag726.xml><?xml version="1.0" encoding="utf-8"?>
<p:tagLst xmlns:a="http://schemas.openxmlformats.org/drawingml/2006/main" xmlns:r="http://schemas.openxmlformats.org/officeDocument/2006/relationships" xmlns:p="http://schemas.openxmlformats.org/presentationml/2006/main">
  <p:tag name="NUM" val="15"/>
</p:tagLst>
</file>

<file path=ppt/tags/tag727.xml><?xml version="1.0" encoding="utf-8"?>
<p:tagLst xmlns:a="http://schemas.openxmlformats.org/drawingml/2006/main" xmlns:r="http://schemas.openxmlformats.org/officeDocument/2006/relationships" xmlns:p="http://schemas.openxmlformats.org/presentationml/2006/main">
  <p:tag name="NUM" val="16"/>
</p:tagLst>
</file>

<file path=ppt/tags/tag728.xml><?xml version="1.0" encoding="utf-8"?>
<p:tagLst xmlns:a="http://schemas.openxmlformats.org/drawingml/2006/main" xmlns:r="http://schemas.openxmlformats.org/officeDocument/2006/relationships" xmlns:p="http://schemas.openxmlformats.org/presentationml/2006/main">
  <p:tag name="NUM" val="17"/>
</p:tagLst>
</file>

<file path=ppt/tags/tag729.xml><?xml version="1.0" encoding="utf-8"?>
<p:tagLst xmlns:a="http://schemas.openxmlformats.org/drawingml/2006/main" xmlns:r="http://schemas.openxmlformats.org/officeDocument/2006/relationships" xmlns:p="http://schemas.openxmlformats.org/presentationml/2006/main">
  <p:tag name="NUM" val="18"/>
</p:tagLst>
</file>

<file path=ppt/tags/tag730.xml><?xml version="1.0" encoding="utf-8"?>
<p:tagLst xmlns:a="http://schemas.openxmlformats.org/drawingml/2006/main" xmlns:r="http://schemas.openxmlformats.org/officeDocument/2006/relationships" xmlns:p="http://schemas.openxmlformats.org/presentationml/2006/main">
  <p:tag name="NUM" val="19"/>
</p:tagLst>
</file>

<file path=ppt/tags/tag731.xml><?xml version="1.0" encoding="utf-8"?>
<p:tagLst xmlns:a="http://schemas.openxmlformats.org/drawingml/2006/main" xmlns:r="http://schemas.openxmlformats.org/officeDocument/2006/relationships" xmlns:p="http://schemas.openxmlformats.org/presentationml/2006/main">
  <p:tag name="NUM" val="20"/>
</p:tagLst>
</file>

<file path=ppt/tags/tag732.xml><?xml version="1.0" encoding="utf-8"?>
<p:tagLst xmlns:a="http://schemas.openxmlformats.org/drawingml/2006/main" xmlns:r="http://schemas.openxmlformats.org/officeDocument/2006/relationships" xmlns:p="http://schemas.openxmlformats.org/presentationml/2006/main">
  <p:tag name="NUM" val="21"/>
</p:tagLst>
</file>

<file path=ppt/tags/tag733.xml><?xml version="1.0" encoding="utf-8"?>
<p:tagLst xmlns:a="http://schemas.openxmlformats.org/drawingml/2006/main" xmlns:r="http://schemas.openxmlformats.org/officeDocument/2006/relationships" xmlns:p="http://schemas.openxmlformats.org/presentationml/2006/main">
  <p:tag name="NUM" val="21"/>
</p:tagLst>
</file>

<file path=ppt/tags/tag734.xml><?xml version="1.0" encoding="utf-8"?>
<p:tagLst xmlns:a="http://schemas.openxmlformats.org/drawingml/2006/main" xmlns:r="http://schemas.openxmlformats.org/officeDocument/2006/relationships" xmlns:p="http://schemas.openxmlformats.org/presentationml/2006/main">
  <p:tag name="NUM" val="1"/>
</p:tagLst>
</file>

<file path=ppt/tags/tag735.xml><?xml version="1.0" encoding="utf-8"?>
<p:tagLst xmlns:a="http://schemas.openxmlformats.org/drawingml/2006/main" xmlns:r="http://schemas.openxmlformats.org/officeDocument/2006/relationships" xmlns:p="http://schemas.openxmlformats.org/presentationml/2006/main">
  <p:tag name="NUM" val="2"/>
</p:tagLst>
</file>

<file path=ppt/tags/tag736.xml><?xml version="1.0" encoding="utf-8"?>
<p:tagLst xmlns:a="http://schemas.openxmlformats.org/drawingml/2006/main" xmlns:r="http://schemas.openxmlformats.org/officeDocument/2006/relationships" xmlns:p="http://schemas.openxmlformats.org/presentationml/2006/main">
  <p:tag name="NUM" val="3"/>
</p:tagLst>
</file>

<file path=ppt/tags/tag737.xml><?xml version="1.0" encoding="utf-8"?>
<p:tagLst xmlns:a="http://schemas.openxmlformats.org/drawingml/2006/main" xmlns:r="http://schemas.openxmlformats.org/officeDocument/2006/relationships" xmlns:p="http://schemas.openxmlformats.org/presentationml/2006/main">
  <p:tag name="NUM" val="4"/>
</p:tagLst>
</file>

<file path=ppt/tags/tag738.xml><?xml version="1.0" encoding="utf-8"?>
<p:tagLst xmlns:a="http://schemas.openxmlformats.org/drawingml/2006/main" xmlns:r="http://schemas.openxmlformats.org/officeDocument/2006/relationships" xmlns:p="http://schemas.openxmlformats.org/presentationml/2006/main">
  <p:tag name="NUM" val="5"/>
</p:tagLst>
</file>

<file path=ppt/tags/tag739.xml><?xml version="1.0" encoding="utf-8"?>
<p:tagLst xmlns:a="http://schemas.openxmlformats.org/drawingml/2006/main" xmlns:r="http://schemas.openxmlformats.org/officeDocument/2006/relationships" xmlns:p="http://schemas.openxmlformats.org/presentationml/2006/main">
  <p:tag name="NUM" val="6"/>
</p:tagLst>
</file>

<file path=ppt/tags/tag740.xml><?xml version="1.0" encoding="utf-8"?>
<p:tagLst xmlns:a="http://schemas.openxmlformats.org/drawingml/2006/main" xmlns:r="http://schemas.openxmlformats.org/officeDocument/2006/relationships" xmlns:p="http://schemas.openxmlformats.org/presentationml/2006/main">
  <p:tag name="NUM" val="7"/>
</p:tagLst>
</file>

<file path=ppt/tags/tag741.xml><?xml version="1.0" encoding="utf-8"?>
<p:tagLst xmlns:a="http://schemas.openxmlformats.org/drawingml/2006/main" xmlns:r="http://schemas.openxmlformats.org/officeDocument/2006/relationships" xmlns:p="http://schemas.openxmlformats.org/presentationml/2006/main">
  <p:tag name="NUM" val="8"/>
</p:tagLst>
</file>

<file path=ppt/tags/tag742.xml><?xml version="1.0" encoding="utf-8"?>
<p:tagLst xmlns:a="http://schemas.openxmlformats.org/drawingml/2006/main" xmlns:r="http://schemas.openxmlformats.org/officeDocument/2006/relationships" xmlns:p="http://schemas.openxmlformats.org/presentationml/2006/main">
  <p:tag name="NUM" val="9"/>
</p:tagLst>
</file>

<file path=ppt/tags/tag743.xml><?xml version="1.0" encoding="utf-8"?>
<p:tagLst xmlns:a="http://schemas.openxmlformats.org/drawingml/2006/main" xmlns:r="http://schemas.openxmlformats.org/officeDocument/2006/relationships" xmlns:p="http://schemas.openxmlformats.org/presentationml/2006/main">
  <p:tag name="NUM" val="10"/>
</p:tagLst>
</file>

<file path=ppt/tags/tag744.xml><?xml version="1.0" encoding="utf-8"?>
<p:tagLst xmlns:a="http://schemas.openxmlformats.org/drawingml/2006/main" xmlns:r="http://schemas.openxmlformats.org/officeDocument/2006/relationships" xmlns:p="http://schemas.openxmlformats.org/presentationml/2006/main">
  <p:tag name="NUM" val="14"/>
</p:tagLst>
</file>

<file path=ppt/tags/tag745.xml><?xml version="1.0" encoding="utf-8"?>
<p:tagLst xmlns:a="http://schemas.openxmlformats.org/drawingml/2006/main" xmlns:r="http://schemas.openxmlformats.org/officeDocument/2006/relationships" xmlns:p="http://schemas.openxmlformats.org/presentationml/2006/main">
  <p:tag name="NUM" val="15"/>
</p:tagLst>
</file>

<file path=ppt/tags/tag746.xml><?xml version="1.0" encoding="utf-8"?>
<p:tagLst xmlns:a="http://schemas.openxmlformats.org/drawingml/2006/main" xmlns:r="http://schemas.openxmlformats.org/officeDocument/2006/relationships" xmlns:p="http://schemas.openxmlformats.org/presentationml/2006/main">
  <p:tag name="NUM" val="16"/>
</p:tagLst>
</file>

<file path=ppt/tags/tag747.xml><?xml version="1.0" encoding="utf-8"?>
<p:tagLst xmlns:a="http://schemas.openxmlformats.org/drawingml/2006/main" xmlns:r="http://schemas.openxmlformats.org/officeDocument/2006/relationships" xmlns:p="http://schemas.openxmlformats.org/presentationml/2006/main">
  <p:tag name="NUM" val="22"/>
</p:tagLst>
</file>

<file path=ppt/tags/tag748.xml><?xml version="1.0" encoding="utf-8"?>
<p:tagLst xmlns:a="http://schemas.openxmlformats.org/drawingml/2006/main" xmlns:r="http://schemas.openxmlformats.org/officeDocument/2006/relationships" xmlns:p="http://schemas.openxmlformats.org/presentationml/2006/main">
  <p:tag name="NUM" val="23"/>
</p:tagLst>
</file>

<file path=ppt/tags/tag749.xml><?xml version="1.0" encoding="utf-8"?>
<p:tagLst xmlns:a="http://schemas.openxmlformats.org/drawingml/2006/main" xmlns:r="http://schemas.openxmlformats.org/officeDocument/2006/relationships" xmlns:p="http://schemas.openxmlformats.org/presentationml/2006/main">
  <p:tag name="NUM" val="24"/>
</p:tagLst>
</file>

<file path=ppt/tags/tag750.xml><?xml version="1.0" encoding="utf-8"?>
<p:tagLst xmlns:a="http://schemas.openxmlformats.org/drawingml/2006/main" xmlns:r="http://schemas.openxmlformats.org/officeDocument/2006/relationships" xmlns:p="http://schemas.openxmlformats.org/presentationml/2006/main">
  <p:tag name="NUM" val="25"/>
</p:tagLst>
</file>

<file path=ppt/tags/tag751.xml><?xml version="1.0" encoding="utf-8"?>
<p:tagLst xmlns:a="http://schemas.openxmlformats.org/drawingml/2006/main" xmlns:r="http://schemas.openxmlformats.org/officeDocument/2006/relationships" xmlns:p="http://schemas.openxmlformats.org/presentationml/2006/main">
  <p:tag name="NUM" val="26"/>
</p:tagLst>
</file>

<file path=ppt/tags/tag752.xml><?xml version="1.0" encoding="utf-8"?>
<p:tagLst xmlns:a="http://schemas.openxmlformats.org/drawingml/2006/main" xmlns:r="http://schemas.openxmlformats.org/officeDocument/2006/relationships" xmlns:p="http://schemas.openxmlformats.org/presentationml/2006/main">
  <p:tag name="NUM" val="27"/>
</p:tagLst>
</file>

<file path=ppt/tags/tag753.xml><?xml version="1.0" encoding="utf-8"?>
<p:tagLst xmlns:a="http://schemas.openxmlformats.org/drawingml/2006/main" xmlns:r="http://schemas.openxmlformats.org/officeDocument/2006/relationships" xmlns:p="http://schemas.openxmlformats.org/presentationml/2006/main">
  <p:tag name="NUM" val="28"/>
</p:tagLst>
</file>

<file path=ppt/tags/tag754.xml><?xml version="1.0" encoding="utf-8"?>
<p:tagLst xmlns:a="http://schemas.openxmlformats.org/drawingml/2006/main" xmlns:r="http://schemas.openxmlformats.org/officeDocument/2006/relationships" xmlns:p="http://schemas.openxmlformats.org/presentationml/2006/main">
  <p:tag name="NUM" val="29"/>
</p:tagLst>
</file>

<file path=ppt/tags/tag755.xml><?xml version="1.0" encoding="utf-8"?>
<p:tagLst xmlns:a="http://schemas.openxmlformats.org/drawingml/2006/main" xmlns:r="http://schemas.openxmlformats.org/officeDocument/2006/relationships" xmlns:p="http://schemas.openxmlformats.org/presentationml/2006/main">
  <p:tag name="NUM" val="30"/>
</p:tagLst>
</file>

<file path=ppt/tags/tag756.xml><?xml version="1.0" encoding="utf-8"?>
<p:tagLst xmlns:a="http://schemas.openxmlformats.org/drawingml/2006/main" xmlns:r="http://schemas.openxmlformats.org/officeDocument/2006/relationships" xmlns:p="http://schemas.openxmlformats.org/presentationml/2006/main">
  <p:tag name="NUM" val="31"/>
</p:tagLst>
</file>

<file path=ppt/tags/tag757.xml><?xml version="1.0" encoding="utf-8"?>
<p:tagLst xmlns:a="http://schemas.openxmlformats.org/drawingml/2006/main" xmlns:r="http://schemas.openxmlformats.org/officeDocument/2006/relationships" xmlns:p="http://schemas.openxmlformats.org/presentationml/2006/main">
  <p:tag name="NUM" val="34"/>
</p:tagLst>
</file>

<file path=ppt/tags/tag758.xml><?xml version="1.0" encoding="utf-8"?>
<p:tagLst xmlns:a="http://schemas.openxmlformats.org/drawingml/2006/main" xmlns:r="http://schemas.openxmlformats.org/officeDocument/2006/relationships" xmlns:p="http://schemas.openxmlformats.org/presentationml/2006/main">
  <p:tag name="NUM" val="35"/>
</p:tagLst>
</file>

<file path=ppt/tags/tag759.xml><?xml version="1.0" encoding="utf-8"?>
<p:tagLst xmlns:a="http://schemas.openxmlformats.org/drawingml/2006/main" xmlns:r="http://schemas.openxmlformats.org/officeDocument/2006/relationships" xmlns:p="http://schemas.openxmlformats.org/presentationml/2006/main">
  <p:tag name="NUM" val="36"/>
</p:tagLst>
</file>

<file path=ppt/tags/tag760.xml><?xml version="1.0" encoding="utf-8"?>
<p:tagLst xmlns:a="http://schemas.openxmlformats.org/drawingml/2006/main" xmlns:r="http://schemas.openxmlformats.org/officeDocument/2006/relationships" xmlns:p="http://schemas.openxmlformats.org/presentationml/2006/main">
  <p:tag name="NUM" val="37"/>
</p:tagLst>
</file>

<file path=ppt/tags/tag761.xml><?xml version="1.0" encoding="utf-8"?>
<p:tagLst xmlns:a="http://schemas.openxmlformats.org/drawingml/2006/main" xmlns:r="http://schemas.openxmlformats.org/officeDocument/2006/relationships" xmlns:p="http://schemas.openxmlformats.org/presentationml/2006/main">
  <p:tag name="NUM" val="38"/>
</p:tagLst>
</file>

<file path=ppt/tags/tag762.xml><?xml version="1.0" encoding="utf-8"?>
<p:tagLst xmlns:a="http://schemas.openxmlformats.org/drawingml/2006/main" xmlns:r="http://schemas.openxmlformats.org/officeDocument/2006/relationships" xmlns:p="http://schemas.openxmlformats.org/presentationml/2006/main">
  <p:tag name="NUM" val="39"/>
</p:tagLst>
</file>

<file path=ppt/tags/tag763.xml><?xml version="1.0" encoding="utf-8"?>
<p:tagLst xmlns:a="http://schemas.openxmlformats.org/drawingml/2006/main" xmlns:r="http://schemas.openxmlformats.org/officeDocument/2006/relationships" xmlns:p="http://schemas.openxmlformats.org/presentationml/2006/main">
  <p:tag name="NUM" val="40"/>
</p:tagLst>
</file>

<file path=ppt/tags/tag764.xml><?xml version="1.0" encoding="utf-8"?>
<p:tagLst xmlns:a="http://schemas.openxmlformats.org/drawingml/2006/main" xmlns:r="http://schemas.openxmlformats.org/officeDocument/2006/relationships" xmlns:p="http://schemas.openxmlformats.org/presentationml/2006/main">
  <p:tag name="NUM" val="41"/>
</p:tagLst>
</file>

<file path=ppt/tags/tag765.xml><?xml version="1.0" encoding="utf-8"?>
<p:tagLst xmlns:a="http://schemas.openxmlformats.org/drawingml/2006/main" xmlns:r="http://schemas.openxmlformats.org/officeDocument/2006/relationships" xmlns:p="http://schemas.openxmlformats.org/presentationml/2006/main">
  <p:tag name="NUM" val="42"/>
</p:tagLst>
</file>

<file path=ppt/tags/tag766.xml><?xml version="1.0" encoding="utf-8"?>
<p:tagLst xmlns:a="http://schemas.openxmlformats.org/drawingml/2006/main" xmlns:r="http://schemas.openxmlformats.org/officeDocument/2006/relationships" xmlns:p="http://schemas.openxmlformats.org/presentationml/2006/main">
  <p:tag name="NUM" val="43"/>
</p:tagLst>
</file>

<file path=ppt/tags/tag767.xml><?xml version="1.0" encoding="utf-8"?>
<p:tagLst xmlns:a="http://schemas.openxmlformats.org/drawingml/2006/main" xmlns:r="http://schemas.openxmlformats.org/officeDocument/2006/relationships" xmlns:p="http://schemas.openxmlformats.org/presentationml/2006/main">
  <p:tag name="NUM" val="44"/>
</p:tagLst>
</file>

<file path=ppt/tags/tag768.xml><?xml version="1.0" encoding="utf-8"?>
<p:tagLst xmlns:a="http://schemas.openxmlformats.org/drawingml/2006/main" xmlns:r="http://schemas.openxmlformats.org/officeDocument/2006/relationships" xmlns:p="http://schemas.openxmlformats.org/presentationml/2006/main">
  <p:tag name="NUM" val="45"/>
</p:tagLst>
</file>

<file path=ppt/tags/tag769.xml><?xml version="1.0" encoding="utf-8"?>
<p:tagLst xmlns:a="http://schemas.openxmlformats.org/drawingml/2006/main" xmlns:r="http://schemas.openxmlformats.org/officeDocument/2006/relationships" xmlns:p="http://schemas.openxmlformats.org/presentationml/2006/main">
  <p:tag name="NUM" val="46"/>
</p:tagLst>
</file>

<file path=ppt/tags/tag770.xml><?xml version="1.0" encoding="utf-8"?>
<p:tagLst xmlns:a="http://schemas.openxmlformats.org/drawingml/2006/main" xmlns:r="http://schemas.openxmlformats.org/officeDocument/2006/relationships" xmlns:p="http://schemas.openxmlformats.org/presentationml/2006/main">
  <p:tag name="NUM" val="47"/>
</p:tagLst>
</file>

<file path=ppt/tags/tag771.xml><?xml version="1.0" encoding="utf-8"?>
<p:tagLst xmlns:a="http://schemas.openxmlformats.org/drawingml/2006/main" xmlns:r="http://schemas.openxmlformats.org/officeDocument/2006/relationships" xmlns:p="http://schemas.openxmlformats.org/presentationml/2006/main">
  <p:tag name="NUM" val="48"/>
</p:tagLst>
</file>

<file path=ppt/tags/tag772.xml><?xml version="1.0" encoding="utf-8"?>
<p:tagLst xmlns:a="http://schemas.openxmlformats.org/drawingml/2006/main" xmlns:r="http://schemas.openxmlformats.org/officeDocument/2006/relationships" xmlns:p="http://schemas.openxmlformats.org/presentationml/2006/main">
  <p:tag name="NUM" val="49"/>
</p:tagLst>
</file>

<file path=ppt/tags/tag773.xml><?xml version="1.0" encoding="utf-8"?>
<p:tagLst xmlns:a="http://schemas.openxmlformats.org/drawingml/2006/main" xmlns:r="http://schemas.openxmlformats.org/officeDocument/2006/relationships" xmlns:p="http://schemas.openxmlformats.org/presentationml/2006/main">
  <p:tag name="NUM" val="50"/>
</p:tagLst>
</file>

<file path=ppt/tags/tag774.xml><?xml version="1.0" encoding="utf-8"?>
<p:tagLst xmlns:a="http://schemas.openxmlformats.org/drawingml/2006/main" xmlns:r="http://schemas.openxmlformats.org/officeDocument/2006/relationships" xmlns:p="http://schemas.openxmlformats.org/presentationml/2006/main">
  <p:tag name="NUM" val="51"/>
</p:tagLst>
</file>

<file path=ppt/tags/tag775.xml><?xml version="1.0" encoding="utf-8"?>
<p:tagLst xmlns:a="http://schemas.openxmlformats.org/drawingml/2006/main" xmlns:r="http://schemas.openxmlformats.org/officeDocument/2006/relationships" xmlns:p="http://schemas.openxmlformats.org/presentationml/2006/main">
  <p:tag name="NUM" val="53"/>
</p:tagLst>
</file>

<file path=ppt/tags/tag776.xml><?xml version="1.0" encoding="utf-8"?>
<p:tagLst xmlns:a="http://schemas.openxmlformats.org/drawingml/2006/main" xmlns:r="http://schemas.openxmlformats.org/officeDocument/2006/relationships" xmlns:p="http://schemas.openxmlformats.org/presentationml/2006/main">
  <p:tag name="NUM" val="55"/>
</p:tagLst>
</file>

<file path=ppt/tags/tag777.xml><?xml version="1.0" encoding="utf-8"?>
<p:tagLst xmlns:a="http://schemas.openxmlformats.org/drawingml/2006/main" xmlns:r="http://schemas.openxmlformats.org/officeDocument/2006/relationships" xmlns:p="http://schemas.openxmlformats.org/presentationml/2006/main">
  <p:tag name="NUM" val="56"/>
</p:tagLst>
</file>

<file path=ppt/tags/tag778.xml><?xml version="1.0" encoding="utf-8"?>
<p:tagLst xmlns:a="http://schemas.openxmlformats.org/drawingml/2006/main" xmlns:r="http://schemas.openxmlformats.org/officeDocument/2006/relationships" xmlns:p="http://schemas.openxmlformats.org/presentationml/2006/main">
  <p:tag name="NUM" val="29"/>
</p:tagLst>
</file>

<file path=ppt/tags/tag779.xml><?xml version="1.0" encoding="utf-8"?>
<p:tagLst xmlns:a="http://schemas.openxmlformats.org/drawingml/2006/main" xmlns:r="http://schemas.openxmlformats.org/officeDocument/2006/relationships" xmlns:p="http://schemas.openxmlformats.org/presentationml/2006/main">
  <p:tag name="NUM" val="30"/>
</p:tagLst>
</file>

<file path=ppt/tags/tag780.xml><?xml version="1.0" encoding="utf-8"?>
<p:tagLst xmlns:a="http://schemas.openxmlformats.org/drawingml/2006/main" xmlns:r="http://schemas.openxmlformats.org/officeDocument/2006/relationships" xmlns:p="http://schemas.openxmlformats.org/presentationml/2006/main">
  <p:tag name="NUM" val="31"/>
</p:tagLst>
</file>

<file path=ppt/tags/tag781.xml><?xml version="1.0" encoding="utf-8"?>
<p:tagLst xmlns:a="http://schemas.openxmlformats.org/drawingml/2006/main" xmlns:r="http://schemas.openxmlformats.org/officeDocument/2006/relationships" xmlns:p="http://schemas.openxmlformats.org/presentationml/2006/main">
  <p:tag name="NUM" val="34"/>
</p:tagLst>
</file>

<file path=ppt/tags/tag782.xml><?xml version="1.0" encoding="utf-8"?>
<p:tagLst xmlns:a="http://schemas.openxmlformats.org/drawingml/2006/main" xmlns:r="http://schemas.openxmlformats.org/officeDocument/2006/relationships" xmlns:p="http://schemas.openxmlformats.org/presentationml/2006/main">
  <p:tag name="NUM" val="35"/>
</p:tagLst>
</file>

<file path=ppt/tags/tag783.xml><?xml version="1.0" encoding="utf-8"?>
<p:tagLst xmlns:a="http://schemas.openxmlformats.org/drawingml/2006/main" xmlns:r="http://schemas.openxmlformats.org/officeDocument/2006/relationships" xmlns:p="http://schemas.openxmlformats.org/presentationml/2006/main">
  <p:tag name="NUM" val="36"/>
</p:tagLst>
</file>

<file path=ppt/tags/tag784.xml><?xml version="1.0" encoding="utf-8"?>
<p:tagLst xmlns:a="http://schemas.openxmlformats.org/drawingml/2006/main" xmlns:r="http://schemas.openxmlformats.org/officeDocument/2006/relationships" xmlns:p="http://schemas.openxmlformats.org/presentationml/2006/main">
  <p:tag name="NUM" val="29"/>
</p:tagLst>
</file>

<file path=ppt/tags/tag785.xml><?xml version="1.0" encoding="utf-8"?>
<p:tagLst xmlns:a="http://schemas.openxmlformats.org/drawingml/2006/main" xmlns:r="http://schemas.openxmlformats.org/officeDocument/2006/relationships" xmlns:p="http://schemas.openxmlformats.org/presentationml/2006/main">
  <p:tag name="NUM" val="30"/>
</p:tagLst>
</file>

<file path=ppt/tags/tag786.xml><?xml version="1.0" encoding="utf-8"?>
<p:tagLst xmlns:a="http://schemas.openxmlformats.org/drawingml/2006/main" xmlns:r="http://schemas.openxmlformats.org/officeDocument/2006/relationships" xmlns:p="http://schemas.openxmlformats.org/presentationml/2006/main">
  <p:tag name="NUM" val="31"/>
</p:tagLst>
</file>

<file path=ppt/tags/tag787.xml><?xml version="1.0" encoding="utf-8"?>
<p:tagLst xmlns:a="http://schemas.openxmlformats.org/drawingml/2006/main" xmlns:r="http://schemas.openxmlformats.org/officeDocument/2006/relationships" xmlns:p="http://schemas.openxmlformats.org/presentationml/2006/main">
  <p:tag name="NUM" val="34"/>
</p:tagLst>
</file>

<file path=ppt/tags/tag788.xml><?xml version="1.0" encoding="utf-8"?>
<p:tagLst xmlns:a="http://schemas.openxmlformats.org/drawingml/2006/main" xmlns:r="http://schemas.openxmlformats.org/officeDocument/2006/relationships" xmlns:p="http://schemas.openxmlformats.org/presentationml/2006/main">
  <p:tag name="NUM" val="35"/>
</p:tagLst>
</file>

<file path=ppt/tags/tag789.xml><?xml version="1.0" encoding="utf-8"?>
<p:tagLst xmlns:a="http://schemas.openxmlformats.org/drawingml/2006/main" xmlns:r="http://schemas.openxmlformats.org/officeDocument/2006/relationships" xmlns:p="http://schemas.openxmlformats.org/presentationml/2006/main">
  <p:tag name="NUM" val="36"/>
</p:tagLst>
</file>

<file path=ppt/tags/tag790.xml><?xml version="1.0" encoding="utf-8"?>
<p:tagLst xmlns:a="http://schemas.openxmlformats.org/drawingml/2006/main" xmlns:r="http://schemas.openxmlformats.org/officeDocument/2006/relationships" xmlns:p="http://schemas.openxmlformats.org/presentationml/2006/main">
  <p:tag name="NUM" val="9"/>
</p:tagLst>
</file>

<file path=ppt/tags/tag791.xml><?xml version="1.0" encoding="utf-8"?>
<p:tagLst xmlns:a="http://schemas.openxmlformats.org/drawingml/2006/main" xmlns:r="http://schemas.openxmlformats.org/officeDocument/2006/relationships" xmlns:p="http://schemas.openxmlformats.org/presentationml/2006/main">
  <p:tag name="NUM" val="9"/>
</p:tagLst>
</file>

<file path=ppt/tags/tag792.xml><?xml version="1.0" encoding="utf-8"?>
<p:tagLst xmlns:a="http://schemas.openxmlformats.org/drawingml/2006/main" xmlns:r="http://schemas.openxmlformats.org/officeDocument/2006/relationships" xmlns:p="http://schemas.openxmlformats.org/presentationml/2006/main">
  <p:tag name="NUM" val="21"/>
</p:tagLst>
</file>

<file path=ppt/tags/tag793.xml><?xml version="1.0" encoding="utf-8"?>
<p:tagLst xmlns:a="http://schemas.openxmlformats.org/drawingml/2006/main" xmlns:r="http://schemas.openxmlformats.org/officeDocument/2006/relationships" xmlns:p="http://schemas.openxmlformats.org/presentationml/2006/main">
  <p:tag name="NUM" val="1"/>
</p:tagLst>
</file>

<file path=ppt/tags/tag794.xml><?xml version="1.0" encoding="utf-8"?>
<p:tagLst xmlns:a="http://schemas.openxmlformats.org/drawingml/2006/main" xmlns:r="http://schemas.openxmlformats.org/officeDocument/2006/relationships" xmlns:p="http://schemas.openxmlformats.org/presentationml/2006/main">
  <p:tag name="NUM" val="2"/>
</p:tagLst>
</file>

<file path=ppt/tags/tag795.xml><?xml version="1.0" encoding="utf-8"?>
<p:tagLst xmlns:a="http://schemas.openxmlformats.org/drawingml/2006/main" xmlns:r="http://schemas.openxmlformats.org/officeDocument/2006/relationships" xmlns:p="http://schemas.openxmlformats.org/presentationml/2006/main">
  <p:tag name="NUM" val="3"/>
</p:tagLst>
</file>

<file path=ppt/tags/tag796.xml><?xml version="1.0" encoding="utf-8"?>
<p:tagLst xmlns:a="http://schemas.openxmlformats.org/drawingml/2006/main" xmlns:r="http://schemas.openxmlformats.org/officeDocument/2006/relationships" xmlns:p="http://schemas.openxmlformats.org/presentationml/2006/main">
  <p:tag name="NUM" val="4"/>
</p:tagLst>
</file>

<file path=ppt/tags/tag797.xml><?xml version="1.0" encoding="utf-8"?>
<p:tagLst xmlns:a="http://schemas.openxmlformats.org/drawingml/2006/main" xmlns:r="http://schemas.openxmlformats.org/officeDocument/2006/relationships" xmlns:p="http://schemas.openxmlformats.org/presentationml/2006/main">
  <p:tag name="NUM" val="5"/>
</p:tagLst>
</file>

<file path=ppt/tags/tag798.xml><?xml version="1.0" encoding="utf-8"?>
<p:tagLst xmlns:a="http://schemas.openxmlformats.org/drawingml/2006/main" xmlns:r="http://schemas.openxmlformats.org/officeDocument/2006/relationships" xmlns:p="http://schemas.openxmlformats.org/presentationml/2006/main">
  <p:tag name="NUM" val="6"/>
</p:tagLst>
</file>

<file path=ppt/tags/tag799.xml><?xml version="1.0" encoding="utf-8"?>
<p:tagLst xmlns:a="http://schemas.openxmlformats.org/drawingml/2006/main" xmlns:r="http://schemas.openxmlformats.org/officeDocument/2006/relationships" xmlns:p="http://schemas.openxmlformats.org/presentationml/2006/main">
  <p:tag name="NUM" val="7"/>
</p:tagLst>
</file>

<file path=ppt/tags/tag800.xml><?xml version="1.0" encoding="utf-8"?>
<p:tagLst xmlns:a="http://schemas.openxmlformats.org/drawingml/2006/main" xmlns:r="http://schemas.openxmlformats.org/officeDocument/2006/relationships" xmlns:p="http://schemas.openxmlformats.org/presentationml/2006/main">
  <p:tag name="NUM" val="8"/>
</p:tagLst>
</file>

<file path=ppt/tags/tag801.xml><?xml version="1.0" encoding="utf-8"?>
<p:tagLst xmlns:a="http://schemas.openxmlformats.org/drawingml/2006/main" xmlns:r="http://schemas.openxmlformats.org/officeDocument/2006/relationships" xmlns:p="http://schemas.openxmlformats.org/presentationml/2006/main">
  <p:tag name="NUM" val="9"/>
</p:tagLst>
</file>

<file path=ppt/tags/tag802.xml><?xml version="1.0" encoding="utf-8"?>
<p:tagLst xmlns:a="http://schemas.openxmlformats.org/drawingml/2006/main" xmlns:r="http://schemas.openxmlformats.org/officeDocument/2006/relationships" xmlns:p="http://schemas.openxmlformats.org/presentationml/2006/main">
  <p:tag name="NUM" val="10"/>
</p:tagLst>
</file>

<file path=ppt/tags/tag803.xml><?xml version="1.0" encoding="utf-8"?>
<p:tagLst xmlns:a="http://schemas.openxmlformats.org/drawingml/2006/main" xmlns:r="http://schemas.openxmlformats.org/officeDocument/2006/relationships" xmlns:p="http://schemas.openxmlformats.org/presentationml/2006/main">
  <p:tag name="NUM" val="11"/>
</p:tagLst>
</file>

<file path=ppt/tags/tag804.xml><?xml version="1.0" encoding="utf-8"?>
<p:tagLst xmlns:a="http://schemas.openxmlformats.org/drawingml/2006/main" xmlns:r="http://schemas.openxmlformats.org/officeDocument/2006/relationships" xmlns:p="http://schemas.openxmlformats.org/presentationml/2006/main">
  <p:tag name="NUM" val="12"/>
</p:tagLst>
</file>

<file path=ppt/tags/tag805.xml><?xml version="1.0" encoding="utf-8"?>
<p:tagLst xmlns:a="http://schemas.openxmlformats.org/drawingml/2006/main" xmlns:r="http://schemas.openxmlformats.org/officeDocument/2006/relationships" xmlns:p="http://schemas.openxmlformats.org/presentationml/2006/main">
  <p:tag name="NUM" val="13"/>
</p:tagLst>
</file>

<file path=ppt/tags/tag806.xml><?xml version="1.0" encoding="utf-8"?>
<p:tagLst xmlns:a="http://schemas.openxmlformats.org/drawingml/2006/main" xmlns:r="http://schemas.openxmlformats.org/officeDocument/2006/relationships" xmlns:p="http://schemas.openxmlformats.org/presentationml/2006/main">
  <p:tag name="NUM" val="14"/>
</p:tagLst>
</file>

<file path=ppt/tags/tag807.xml><?xml version="1.0" encoding="utf-8"?>
<p:tagLst xmlns:a="http://schemas.openxmlformats.org/drawingml/2006/main" xmlns:r="http://schemas.openxmlformats.org/officeDocument/2006/relationships" xmlns:p="http://schemas.openxmlformats.org/presentationml/2006/main">
  <p:tag name="NUM" val="15"/>
</p:tagLst>
</file>

<file path=ppt/tags/tag808.xml><?xml version="1.0" encoding="utf-8"?>
<p:tagLst xmlns:a="http://schemas.openxmlformats.org/drawingml/2006/main" xmlns:r="http://schemas.openxmlformats.org/officeDocument/2006/relationships" xmlns:p="http://schemas.openxmlformats.org/presentationml/2006/main">
  <p:tag name="NUM" val="16"/>
</p:tagLst>
</file>

<file path=ppt/tags/tag809.xml><?xml version="1.0" encoding="utf-8"?>
<p:tagLst xmlns:a="http://schemas.openxmlformats.org/drawingml/2006/main" xmlns:r="http://schemas.openxmlformats.org/officeDocument/2006/relationships" xmlns:p="http://schemas.openxmlformats.org/presentationml/2006/main">
  <p:tag name="NUM" val="17"/>
</p:tagLst>
</file>

<file path=ppt/tags/tag810.xml><?xml version="1.0" encoding="utf-8"?>
<p:tagLst xmlns:a="http://schemas.openxmlformats.org/drawingml/2006/main" xmlns:r="http://schemas.openxmlformats.org/officeDocument/2006/relationships" xmlns:p="http://schemas.openxmlformats.org/presentationml/2006/main">
  <p:tag name="NUM" val="18"/>
</p:tagLst>
</file>

<file path=ppt/tags/tag811.xml><?xml version="1.0" encoding="utf-8"?>
<p:tagLst xmlns:a="http://schemas.openxmlformats.org/drawingml/2006/main" xmlns:r="http://schemas.openxmlformats.org/officeDocument/2006/relationships" xmlns:p="http://schemas.openxmlformats.org/presentationml/2006/main">
  <p:tag name="NUM" val="19"/>
</p:tagLst>
</file>

<file path=ppt/tags/tag812.xml><?xml version="1.0" encoding="utf-8"?>
<p:tagLst xmlns:a="http://schemas.openxmlformats.org/drawingml/2006/main" xmlns:r="http://schemas.openxmlformats.org/officeDocument/2006/relationships" xmlns:p="http://schemas.openxmlformats.org/presentationml/2006/main">
  <p:tag name="NUM" val="20"/>
</p:tagLst>
</file>

<file path=ppt/tags/tag813.xml><?xml version="1.0" encoding="utf-8"?>
<p:tagLst xmlns:a="http://schemas.openxmlformats.org/drawingml/2006/main" xmlns:r="http://schemas.openxmlformats.org/officeDocument/2006/relationships" xmlns:p="http://schemas.openxmlformats.org/presentationml/2006/main">
  <p:tag name="NUM" val="21"/>
</p:tagLst>
</file>

<file path=ppt/tags/tag814.xml><?xml version="1.0" encoding="utf-8"?>
<p:tagLst xmlns:a="http://schemas.openxmlformats.org/drawingml/2006/main" xmlns:r="http://schemas.openxmlformats.org/officeDocument/2006/relationships" xmlns:p="http://schemas.openxmlformats.org/presentationml/2006/main">
  <p:tag name="NUM" val="22"/>
</p:tagLst>
</file>

<file path=ppt/tags/tag815.xml><?xml version="1.0" encoding="utf-8"?>
<p:tagLst xmlns:a="http://schemas.openxmlformats.org/drawingml/2006/main" xmlns:r="http://schemas.openxmlformats.org/officeDocument/2006/relationships" xmlns:p="http://schemas.openxmlformats.org/presentationml/2006/main">
  <p:tag name="NUM" val="23"/>
</p:tagLst>
</file>

<file path=ppt/tags/tag816.xml><?xml version="1.0" encoding="utf-8"?>
<p:tagLst xmlns:a="http://schemas.openxmlformats.org/drawingml/2006/main" xmlns:r="http://schemas.openxmlformats.org/officeDocument/2006/relationships" xmlns:p="http://schemas.openxmlformats.org/presentationml/2006/main">
  <p:tag name="NUM" val="24"/>
</p:tagLst>
</file>

<file path=ppt/tags/tag817.xml><?xml version="1.0" encoding="utf-8"?>
<p:tagLst xmlns:a="http://schemas.openxmlformats.org/drawingml/2006/main" xmlns:r="http://schemas.openxmlformats.org/officeDocument/2006/relationships" xmlns:p="http://schemas.openxmlformats.org/presentationml/2006/main">
  <p:tag name="NUM" val="25"/>
</p:tagLst>
</file>

<file path=ppt/tags/tag818.xml><?xml version="1.0" encoding="utf-8"?>
<p:tagLst xmlns:a="http://schemas.openxmlformats.org/drawingml/2006/main" xmlns:r="http://schemas.openxmlformats.org/officeDocument/2006/relationships" xmlns:p="http://schemas.openxmlformats.org/presentationml/2006/main">
  <p:tag name="NUM" val="26"/>
</p:tagLst>
</file>

<file path=ppt/tags/tag819.xml><?xml version="1.0" encoding="utf-8"?>
<p:tagLst xmlns:a="http://schemas.openxmlformats.org/drawingml/2006/main" xmlns:r="http://schemas.openxmlformats.org/officeDocument/2006/relationships" xmlns:p="http://schemas.openxmlformats.org/presentationml/2006/main">
  <p:tag name="NUM" val="27"/>
</p:tagLst>
</file>

<file path=ppt/tags/tag820.xml><?xml version="1.0" encoding="utf-8"?>
<p:tagLst xmlns:a="http://schemas.openxmlformats.org/drawingml/2006/main" xmlns:r="http://schemas.openxmlformats.org/officeDocument/2006/relationships" xmlns:p="http://schemas.openxmlformats.org/presentationml/2006/main">
  <p:tag name="NUM" val="28"/>
</p:tagLst>
</file>

<file path=ppt/tags/tag821.xml><?xml version="1.0" encoding="utf-8"?>
<p:tagLst xmlns:a="http://schemas.openxmlformats.org/drawingml/2006/main" xmlns:r="http://schemas.openxmlformats.org/officeDocument/2006/relationships" xmlns:p="http://schemas.openxmlformats.org/presentationml/2006/main">
  <p:tag name="NUM" val="29"/>
</p:tagLst>
</file>

<file path=ppt/tags/tag822.xml><?xml version="1.0" encoding="utf-8"?>
<p:tagLst xmlns:a="http://schemas.openxmlformats.org/drawingml/2006/main" xmlns:r="http://schemas.openxmlformats.org/officeDocument/2006/relationships" xmlns:p="http://schemas.openxmlformats.org/presentationml/2006/main">
  <p:tag name="NUM" val="30"/>
</p:tagLst>
</file>

<file path=ppt/tags/tag823.xml><?xml version="1.0" encoding="utf-8"?>
<p:tagLst xmlns:a="http://schemas.openxmlformats.org/drawingml/2006/main" xmlns:r="http://schemas.openxmlformats.org/officeDocument/2006/relationships" xmlns:p="http://schemas.openxmlformats.org/presentationml/2006/main">
  <p:tag name="NUM" val="31"/>
</p:tagLst>
</file>

<file path=ppt/tags/tag824.xml><?xml version="1.0" encoding="utf-8"?>
<p:tagLst xmlns:a="http://schemas.openxmlformats.org/drawingml/2006/main" xmlns:r="http://schemas.openxmlformats.org/officeDocument/2006/relationships" xmlns:p="http://schemas.openxmlformats.org/presentationml/2006/main">
  <p:tag name="NUM" val="32"/>
</p:tagLst>
</file>

<file path=ppt/tags/tag825.xml><?xml version="1.0" encoding="utf-8"?>
<p:tagLst xmlns:a="http://schemas.openxmlformats.org/drawingml/2006/main" xmlns:r="http://schemas.openxmlformats.org/officeDocument/2006/relationships" xmlns:p="http://schemas.openxmlformats.org/presentationml/2006/main">
  <p:tag name="NUM" val="33"/>
</p:tagLst>
</file>

<file path=ppt/tags/tag826.xml><?xml version="1.0" encoding="utf-8"?>
<p:tagLst xmlns:a="http://schemas.openxmlformats.org/drawingml/2006/main" xmlns:r="http://schemas.openxmlformats.org/officeDocument/2006/relationships" xmlns:p="http://schemas.openxmlformats.org/presentationml/2006/main">
  <p:tag name="NUM" val="8"/>
</p:tagLst>
</file>

<file path=ppt/tags/tag827.xml><?xml version="1.0" encoding="utf-8"?>
<p:tagLst xmlns:a="http://schemas.openxmlformats.org/drawingml/2006/main" xmlns:r="http://schemas.openxmlformats.org/officeDocument/2006/relationships" xmlns:p="http://schemas.openxmlformats.org/presentationml/2006/main">
  <p:tag name="NUM" val="9"/>
</p:tagLst>
</file>

<file path=ppt/tags/tag828.xml><?xml version="1.0" encoding="utf-8"?>
<p:tagLst xmlns:a="http://schemas.openxmlformats.org/drawingml/2006/main" xmlns:r="http://schemas.openxmlformats.org/officeDocument/2006/relationships" xmlns:p="http://schemas.openxmlformats.org/presentationml/2006/main">
  <p:tag name="NUM" val="20"/>
</p:tagLst>
</file>

<file path=ppt/tags/tag829.xml><?xml version="1.0" encoding="utf-8"?>
<p:tagLst xmlns:a="http://schemas.openxmlformats.org/drawingml/2006/main" xmlns:r="http://schemas.openxmlformats.org/officeDocument/2006/relationships" xmlns:p="http://schemas.openxmlformats.org/presentationml/2006/main">
  <p:tag name="NUM" val="21"/>
</p:tagLst>
</file>

<file path=ppt/tags/tag830.xml><?xml version="1.0" encoding="utf-8"?>
<p:tagLst xmlns:a="http://schemas.openxmlformats.org/drawingml/2006/main" xmlns:r="http://schemas.openxmlformats.org/officeDocument/2006/relationships" xmlns:p="http://schemas.openxmlformats.org/presentationml/2006/main">
  <p:tag name="NUM" val="22"/>
</p:tagLst>
</file>

<file path=ppt/tags/tag831.xml><?xml version="1.0" encoding="utf-8"?>
<p:tagLst xmlns:a="http://schemas.openxmlformats.org/drawingml/2006/main" xmlns:r="http://schemas.openxmlformats.org/officeDocument/2006/relationships" xmlns:p="http://schemas.openxmlformats.org/presentationml/2006/main">
  <p:tag name="NUM" val="23"/>
</p:tagLst>
</file>

<file path=ppt/tags/tag832.xml><?xml version="1.0" encoding="utf-8"?>
<p:tagLst xmlns:a="http://schemas.openxmlformats.org/drawingml/2006/main" xmlns:r="http://schemas.openxmlformats.org/officeDocument/2006/relationships" xmlns:p="http://schemas.openxmlformats.org/presentationml/2006/main">
  <p:tag name="NUM" val="24"/>
</p:tagLst>
</file>

<file path=ppt/tags/tag833.xml><?xml version="1.0" encoding="utf-8"?>
<p:tagLst xmlns:a="http://schemas.openxmlformats.org/drawingml/2006/main" xmlns:r="http://schemas.openxmlformats.org/officeDocument/2006/relationships" xmlns:p="http://schemas.openxmlformats.org/presentationml/2006/main">
  <p:tag name="NUM" val="25"/>
</p:tagLst>
</file>

<file path=ppt/tags/tag834.xml><?xml version="1.0" encoding="utf-8"?>
<p:tagLst xmlns:a="http://schemas.openxmlformats.org/drawingml/2006/main" xmlns:r="http://schemas.openxmlformats.org/officeDocument/2006/relationships" xmlns:p="http://schemas.openxmlformats.org/presentationml/2006/main">
  <p:tag name="NUM" val="1"/>
</p:tagLst>
</file>

<file path=ppt/tags/tag835.xml><?xml version="1.0" encoding="utf-8"?>
<p:tagLst xmlns:a="http://schemas.openxmlformats.org/drawingml/2006/main" xmlns:r="http://schemas.openxmlformats.org/officeDocument/2006/relationships" xmlns:p="http://schemas.openxmlformats.org/presentationml/2006/main">
  <p:tag name="NUM" val="2"/>
</p:tagLst>
</file>

<file path=ppt/tags/tag836.xml><?xml version="1.0" encoding="utf-8"?>
<p:tagLst xmlns:a="http://schemas.openxmlformats.org/drawingml/2006/main" xmlns:r="http://schemas.openxmlformats.org/officeDocument/2006/relationships" xmlns:p="http://schemas.openxmlformats.org/presentationml/2006/main">
  <p:tag name="NUM" val="3"/>
</p:tagLst>
</file>

<file path=ppt/tags/tag837.xml><?xml version="1.0" encoding="utf-8"?>
<p:tagLst xmlns:a="http://schemas.openxmlformats.org/drawingml/2006/main" xmlns:r="http://schemas.openxmlformats.org/officeDocument/2006/relationships" xmlns:p="http://schemas.openxmlformats.org/presentationml/2006/main">
  <p:tag name="NUM" val="4"/>
</p:tagLst>
</file>

<file path=ppt/tags/tag838.xml><?xml version="1.0" encoding="utf-8"?>
<p:tagLst xmlns:a="http://schemas.openxmlformats.org/drawingml/2006/main" xmlns:r="http://schemas.openxmlformats.org/officeDocument/2006/relationships" xmlns:p="http://schemas.openxmlformats.org/presentationml/2006/main">
  <p:tag name="NUM" val="5"/>
</p:tagLst>
</file>

<file path=ppt/tags/tag839.xml><?xml version="1.0" encoding="utf-8"?>
<p:tagLst xmlns:a="http://schemas.openxmlformats.org/drawingml/2006/main" xmlns:r="http://schemas.openxmlformats.org/officeDocument/2006/relationships" xmlns:p="http://schemas.openxmlformats.org/presentationml/2006/main">
  <p:tag name="NUM" val="6"/>
</p:tagLst>
</file>

<file path=ppt/tags/tag840.xml><?xml version="1.0" encoding="utf-8"?>
<p:tagLst xmlns:a="http://schemas.openxmlformats.org/drawingml/2006/main" xmlns:r="http://schemas.openxmlformats.org/officeDocument/2006/relationships" xmlns:p="http://schemas.openxmlformats.org/presentationml/2006/main">
  <p:tag name="NUM" val="7"/>
</p:tagLst>
</file>

<file path=ppt/tags/tag841.xml><?xml version="1.0" encoding="utf-8"?>
<p:tagLst xmlns:a="http://schemas.openxmlformats.org/drawingml/2006/main" xmlns:r="http://schemas.openxmlformats.org/officeDocument/2006/relationships" xmlns:p="http://schemas.openxmlformats.org/presentationml/2006/main">
  <p:tag name="NUM" val="8"/>
</p:tagLst>
</file>

<file path=ppt/tags/tag842.xml><?xml version="1.0" encoding="utf-8"?>
<p:tagLst xmlns:a="http://schemas.openxmlformats.org/drawingml/2006/main" xmlns:r="http://schemas.openxmlformats.org/officeDocument/2006/relationships" xmlns:p="http://schemas.openxmlformats.org/presentationml/2006/main">
  <p:tag name="NUM" val="9"/>
</p:tagLst>
</file>

<file path=ppt/tags/tag843.xml><?xml version="1.0" encoding="utf-8"?>
<p:tagLst xmlns:a="http://schemas.openxmlformats.org/drawingml/2006/main" xmlns:r="http://schemas.openxmlformats.org/officeDocument/2006/relationships" xmlns:p="http://schemas.openxmlformats.org/presentationml/2006/main">
  <p:tag name="NUM" val="10"/>
</p:tagLst>
</file>

<file path=ppt/tags/tag844.xml><?xml version="1.0" encoding="utf-8"?>
<p:tagLst xmlns:a="http://schemas.openxmlformats.org/drawingml/2006/main" xmlns:r="http://schemas.openxmlformats.org/officeDocument/2006/relationships" xmlns:p="http://schemas.openxmlformats.org/presentationml/2006/main">
  <p:tag name="NUM" val="11"/>
</p:tagLst>
</file>

<file path=ppt/tags/tag845.xml><?xml version="1.0" encoding="utf-8"?>
<p:tagLst xmlns:a="http://schemas.openxmlformats.org/drawingml/2006/main" xmlns:r="http://schemas.openxmlformats.org/officeDocument/2006/relationships" xmlns:p="http://schemas.openxmlformats.org/presentationml/2006/main">
  <p:tag name="NUM" val="28"/>
</p:tagLst>
</file>

<file path=ppt/tags/tag846.xml><?xml version="1.0" encoding="utf-8"?>
<p:tagLst xmlns:a="http://schemas.openxmlformats.org/drawingml/2006/main" xmlns:r="http://schemas.openxmlformats.org/officeDocument/2006/relationships" xmlns:p="http://schemas.openxmlformats.org/presentationml/2006/main">
  <p:tag name="NUM" val="29"/>
</p:tagLst>
</file>

<file path=ppt/tags/tag847.xml><?xml version="1.0" encoding="utf-8"?>
<p:tagLst xmlns:a="http://schemas.openxmlformats.org/drawingml/2006/main" xmlns:r="http://schemas.openxmlformats.org/officeDocument/2006/relationships" xmlns:p="http://schemas.openxmlformats.org/presentationml/2006/main">
  <p:tag name="NUM" val="8"/>
</p:tagLst>
</file>

<file path=ppt/tags/tag848.xml><?xml version="1.0" encoding="utf-8"?>
<p:tagLst xmlns:a="http://schemas.openxmlformats.org/drawingml/2006/main" xmlns:r="http://schemas.openxmlformats.org/officeDocument/2006/relationships" xmlns:p="http://schemas.openxmlformats.org/presentationml/2006/main">
  <p:tag name="NUM" val="9"/>
</p:tagLst>
</file>

<file path=ppt/tags/tag849.xml><?xml version="1.0" encoding="utf-8"?>
<p:tagLst xmlns:a="http://schemas.openxmlformats.org/drawingml/2006/main" xmlns:r="http://schemas.openxmlformats.org/officeDocument/2006/relationships" xmlns:p="http://schemas.openxmlformats.org/presentationml/2006/main">
  <p:tag name="NUM" val="10"/>
</p:tagLst>
</file>

<file path=ppt/tags/tag850.xml><?xml version="1.0" encoding="utf-8"?>
<p:tagLst xmlns:a="http://schemas.openxmlformats.org/drawingml/2006/main" xmlns:r="http://schemas.openxmlformats.org/officeDocument/2006/relationships" xmlns:p="http://schemas.openxmlformats.org/presentationml/2006/main">
  <p:tag name="NUM" val="11"/>
</p:tagLst>
</file>

<file path=ppt/tags/tag851.xml><?xml version="1.0" encoding="utf-8"?>
<p:tagLst xmlns:a="http://schemas.openxmlformats.org/drawingml/2006/main" xmlns:r="http://schemas.openxmlformats.org/officeDocument/2006/relationships" xmlns:p="http://schemas.openxmlformats.org/presentationml/2006/main">
  <p:tag name="NUM" val="12"/>
</p:tagLst>
</file>

<file path=ppt/tags/tag852.xml><?xml version="1.0" encoding="utf-8"?>
<p:tagLst xmlns:a="http://schemas.openxmlformats.org/drawingml/2006/main" xmlns:r="http://schemas.openxmlformats.org/officeDocument/2006/relationships" xmlns:p="http://schemas.openxmlformats.org/presentationml/2006/main">
  <p:tag name="NUM" val="12"/>
</p:tagLst>
</file>

<file path=ppt/tags/tag853.xml><?xml version="1.0" encoding="utf-8"?>
<p:tagLst xmlns:a="http://schemas.openxmlformats.org/drawingml/2006/main" xmlns:r="http://schemas.openxmlformats.org/officeDocument/2006/relationships" xmlns:p="http://schemas.openxmlformats.org/presentationml/2006/main">
  <p:tag name="NUM" val="8"/>
</p:tagLst>
</file>

<file path=ppt/tags/tag854.xml><?xml version="1.0" encoding="utf-8"?>
<p:tagLst xmlns:a="http://schemas.openxmlformats.org/drawingml/2006/main" xmlns:r="http://schemas.openxmlformats.org/officeDocument/2006/relationships" xmlns:p="http://schemas.openxmlformats.org/presentationml/2006/main">
  <p:tag name="NUM" val="9"/>
</p:tagLst>
</file>

<file path=ppt/tags/tag855.xml><?xml version="1.0" encoding="utf-8"?>
<p:tagLst xmlns:a="http://schemas.openxmlformats.org/drawingml/2006/main" xmlns:r="http://schemas.openxmlformats.org/officeDocument/2006/relationships" xmlns:p="http://schemas.openxmlformats.org/presentationml/2006/main">
  <p:tag name="NUM" val="10"/>
</p:tagLst>
</file>

<file path=ppt/tags/tag856.xml><?xml version="1.0" encoding="utf-8"?>
<p:tagLst xmlns:a="http://schemas.openxmlformats.org/drawingml/2006/main" xmlns:r="http://schemas.openxmlformats.org/officeDocument/2006/relationships" xmlns:p="http://schemas.openxmlformats.org/presentationml/2006/main">
  <p:tag name="NUM" val="11"/>
</p:tagLst>
</file>

<file path=ppt/tags/tag857.xml><?xml version="1.0" encoding="utf-8"?>
<p:tagLst xmlns:a="http://schemas.openxmlformats.org/drawingml/2006/main" xmlns:r="http://schemas.openxmlformats.org/officeDocument/2006/relationships" xmlns:p="http://schemas.openxmlformats.org/presentationml/2006/main">
  <p:tag name="NUM" val="8"/>
</p:tagLst>
</file>

<file path=ppt/tags/tag858.xml><?xml version="1.0" encoding="utf-8"?>
<p:tagLst xmlns:a="http://schemas.openxmlformats.org/drawingml/2006/main" xmlns:r="http://schemas.openxmlformats.org/officeDocument/2006/relationships" xmlns:p="http://schemas.openxmlformats.org/presentationml/2006/main">
  <p:tag name="NUM" val="9"/>
</p:tagLst>
</file>

<file path=ppt/tags/tag859.xml><?xml version="1.0" encoding="utf-8"?>
<p:tagLst xmlns:a="http://schemas.openxmlformats.org/drawingml/2006/main" xmlns:r="http://schemas.openxmlformats.org/officeDocument/2006/relationships" xmlns:p="http://schemas.openxmlformats.org/presentationml/2006/main">
  <p:tag name="NUM" val="10"/>
</p:tagLst>
</file>

<file path=ppt/tags/tag860.xml><?xml version="1.0" encoding="utf-8"?>
<p:tagLst xmlns:a="http://schemas.openxmlformats.org/drawingml/2006/main" xmlns:r="http://schemas.openxmlformats.org/officeDocument/2006/relationships" xmlns:p="http://schemas.openxmlformats.org/presentationml/2006/main">
  <p:tag name="NUM" val="11"/>
</p:tagLst>
</file>

<file path=ppt/tags/tag861.xml><?xml version="1.0" encoding="utf-8"?>
<p:tagLst xmlns:a="http://schemas.openxmlformats.org/drawingml/2006/main" xmlns:r="http://schemas.openxmlformats.org/officeDocument/2006/relationships" xmlns:p="http://schemas.openxmlformats.org/presentationml/2006/main">
  <p:tag name="NUM" val="12"/>
</p:tagLst>
</file>

<file path=ppt/tags/tag862.xml><?xml version="1.0" encoding="utf-8"?>
<p:tagLst xmlns:a="http://schemas.openxmlformats.org/drawingml/2006/main" xmlns:r="http://schemas.openxmlformats.org/officeDocument/2006/relationships" xmlns:p="http://schemas.openxmlformats.org/presentationml/2006/main">
  <p:tag name="NUM" val="21"/>
</p:tagLst>
</file>

<file path=ppt/tags/tag863.xml><?xml version="1.0" encoding="utf-8"?>
<p:tagLst xmlns:a="http://schemas.openxmlformats.org/drawingml/2006/main" xmlns:r="http://schemas.openxmlformats.org/officeDocument/2006/relationships" xmlns:p="http://schemas.openxmlformats.org/presentationml/2006/main">
  <p:tag name="NUM" val="22"/>
</p:tagLst>
</file>

<file path=ppt/tags/tag864.xml><?xml version="1.0" encoding="utf-8"?>
<p:tagLst xmlns:a="http://schemas.openxmlformats.org/drawingml/2006/main" xmlns:r="http://schemas.openxmlformats.org/officeDocument/2006/relationships" xmlns:p="http://schemas.openxmlformats.org/presentationml/2006/main">
  <p:tag name="NUM" val="11"/>
</p:tagLst>
</file>

<file path=ppt/tags/tag865.xml><?xml version="1.0" encoding="utf-8"?>
<p:tagLst xmlns:a="http://schemas.openxmlformats.org/drawingml/2006/main" xmlns:r="http://schemas.openxmlformats.org/officeDocument/2006/relationships" xmlns:p="http://schemas.openxmlformats.org/presentationml/2006/main">
  <p:tag name="NUM" val="21"/>
</p:tagLst>
</file>

<file path=ppt/tags/tag866.xml><?xml version="1.0" encoding="utf-8"?>
<p:tagLst xmlns:a="http://schemas.openxmlformats.org/drawingml/2006/main" xmlns:r="http://schemas.openxmlformats.org/officeDocument/2006/relationships" xmlns:p="http://schemas.openxmlformats.org/presentationml/2006/main">
  <p:tag name="NUM" val="22"/>
</p:tagLst>
</file>

<file path=ppt/tags/tag867.xml><?xml version="1.0" encoding="utf-8"?>
<p:tagLst xmlns:a="http://schemas.openxmlformats.org/drawingml/2006/main" xmlns:r="http://schemas.openxmlformats.org/officeDocument/2006/relationships" xmlns:p="http://schemas.openxmlformats.org/presentationml/2006/main">
  <p:tag name="NUM" val="21"/>
</p:tagLst>
</file>

<file path=ppt/tags/tag868.xml><?xml version="1.0" encoding="utf-8"?>
<p:tagLst xmlns:a="http://schemas.openxmlformats.org/drawingml/2006/main" xmlns:r="http://schemas.openxmlformats.org/officeDocument/2006/relationships" xmlns:p="http://schemas.openxmlformats.org/presentationml/2006/main">
  <p:tag name="NUM" val="1"/>
</p:tagLst>
</file>

<file path=ppt/tags/tag869.xml><?xml version="1.0" encoding="utf-8"?>
<p:tagLst xmlns:a="http://schemas.openxmlformats.org/drawingml/2006/main" xmlns:r="http://schemas.openxmlformats.org/officeDocument/2006/relationships" xmlns:p="http://schemas.openxmlformats.org/presentationml/2006/main">
  <p:tag name="NUM" val="2"/>
</p:tagLst>
</file>

<file path=ppt/tags/tag870.xml><?xml version="1.0" encoding="utf-8"?>
<p:tagLst xmlns:a="http://schemas.openxmlformats.org/drawingml/2006/main" xmlns:r="http://schemas.openxmlformats.org/officeDocument/2006/relationships" xmlns:p="http://schemas.openxmlformats.org/presentationml/2006/main">
  <p:tag name="NUM" val="3"/>
</p:tagLst>
</file>

<file path=ppt/tags/tag871.xml><?xml version="1.0" encoding="utf-8"?>
<p:tagLst xmlns:a="http://schemas.openxmlformats.org/drawingml/2006/main" xmlns:r="http://schemas.openxmlformats.org/officeDocument/2006/relationships" xmlns:p="http://schemas.openxmlformats.org/presentationml/2006/main">
  <p:tag name="NUM" val="4"/>
</p:tagLst>
</file>

<file path=ppt/tags/tag872.xml><?xml version="1.0" encoding="utf-8"?>
<p:tagLst xmlns:a="http://schemas.openxmlformats.org/drawingml/2006/main" xmlns:r="http://schemas.openxmlformats.org/officeDocument/2006/relationships" xmlns:p="http://schemas.openxmlformats.org/presentationml/2006/main">
  <p:tag name="NUM" val="5"/>
</p:tagLst>
</file>

<file path=ppt/tags/tag873.xml><?xml version="1.0" encoding="utf-8"?>
<p:tagLst xmlns:a="http://schemas.openxmlformats.org/drawingml/2006/main" xmlns:r="http://schemas.openxmlformats.org/officeDocument/2006/relationships" xmlns:p="http://schemas.openxmlformats.org/presentationml/2006/main">
  <p:tag name="NUM" val="6"/>
</p:tagLst>
</file>

<file path=ppt/tags/tag874.xml><?xml version="1.0" encoding="utf-8"?>
<p:tagLst xmlns:a="http://schemas.openxmlformats.org/drawingml/2006/main" xmlns:r="http://schemas.openxmlformats.org/officeDocument/2006/relationships" xmlns:p="http://schemas.openxmlformats.org/presentationml/2006/main">
  <p:tag name="NUM" val="7"/>
</p:tagLst>
</file>

<file path=ppt/tags/tag875.xml><?xml version="1.0" encoding="utf-8"?>
<p:tagLst xmlns:a="http://schemas.openxmlformats.org/drawingml/2006/main" xmlns:r="http://schemas.openxmlformats.org/officeDocument/2006/relationships" xmlns:p="http://schemas.openxmlformats.org/presentationml/2006/main">
  <p:tag name="NUM" val="8"/>
</p:tagLst>
</file>

<file path=ppt/tags/tag876.xml><?xml version="1.0" encoding="utf-8"?>
<p:tagLst xmlns:a="http://schemas.openxmlformats.org/drawingml/2006/main" xmlns:r="http://schemas.openxmlformats.org/officeDocument/2006/relationships" xmlns:p="http://schemas.openxmlformats.org/presentationml/2006/main">
  <p:tag name="NUM" val="9"/>
</p:tagLst>
</file>

<file path=ppt/tags/tag877.xml><?xml version="1.0" encoding="utf-8"?>
<p:tagLst xmlns:a="http://schemas.openxmlformats.org/drawingml/2006/main" xmlns:r="http://schemas.openxmlformats.org/officeDocument/2006/relationships" xmlns:p="http://schemas.openxmlformats.org/presentationml/2006/main">
  <p:tag name="NUM" val="10"/>
</p:tagLst>
</file>

<file path=ppt/tags/tag878.xml><?xml version="1.0" encoding="utf-8"?>
<p:tagLst xmlns:a="http://schemas.openxmlformats.org/drawingml/2006/main" xmlns:r="http://schemas.openxmlformats.org/officeDocument/2006/relationships" xmlns:p="http://schemas.openxmlformats.org/presentationml/2006/main">
  <p:tag name="NUM" val="11"/>
</p:tagLst>
</file>

<file path=ppt/tags/tag879.xml><?xml version="1.0" encoding="utf-8"?>
<p:tagLst xmlns:a="http://schemas.openxmlformats.org/drawingml/2006/main" xmlns:r="http://schemas.openxmlformats.org/officeDocument/2006/relationships" xmlns:p="http://schemas.openxmlformats.org/presentationml/2006/main">
  <p:tag name="NUM" val="12"/>
</p:tagLst>
</file>

<file path=ppt/tags/tag880.xml><?xml version="1.0" encoding="utf-8"?>
<p:tagLst xmlns:a="http://schemas.openxmlformats.org/drawingml/2006/main" xmlns:r="http://schemas.openxmlformats.org/officeDocument/2006/relationships" xmlns:p="http://schemas.openxmlformats.org/presentationml/2006/main">
  <p:tag name="NUM" val="13"/>
</p:tagLst>
</file>

<file path=ppt/tags/tag881.xml><?xml version="1.0" encoding="utf-8"?>
<p:tagLst xmlns:a="http://schemas.openxmlformats.org/drawingml/2006/main" xmlns:r="http://schemas.openxmlformats.org/officeDocument/2006/relationships" xmlns:p="http://schemas.openxmlformats.org/presentationml/2006/main">
  <p:tag name="NUM" val="14"/>
</p:tagLst>
</file>

<file path=ppt/tags/tag882.xml><?xml version="1.0" encoding="utf-8"?>
<p:tagLst xmlns:a="http://schemas.openxmlformats.org/drawingml/2006/main" xmlns:r="http://schemas.openxmlformats.org/officeDocument/2006/relationships" xmlns:p="http://schemas.openxmlformats.org/presentationml/2006/main">
  <p:tag name="NUM" val="15"/>
</p:tagLst>
</file>

<file path=ppt/tags/tag883.xml><?xml version="1.0" encoding="utf-8"?>
<p:tagLst xmlns:a="http://schemas.openxmlformats.org/drawingml/2006/main" xmlns:r="http://schemas.openxmlformats.org/officeDocument/2006/relationships" xmlns:p="http://schemas.openxmlformats.org/presentationml/2006/main">
  <p:tag name="NUM" val="16"/>
</p:tagLst>
</file>

<file path=ppt/tags/tag884.xml><?xml version="1.0" encoding="utf-8"?>
<p:tagLst xmlns:a="http://schemas.openxmlformats.org/drawingml/2006/main" xmlns:r="http://schemas.openxmlformats.org/officeDocument/2006/relationships" xmlns:p="http://schemas.openxmlformats.org/presentationml/2006/main">
  <p:tag name="NUM" val="17"/>
</p:tagLst>
</file>

<file path=ppt/tags/tag885.xml><?xml version="1.0" encoding="utf-8"?>
<p:tagLst xmlns:a="http://schemas.openxmlformats.org/drawingml/2006/main" xmlns:r="http://schemas.openxmlformats.org/officeDocument/2006/relationships" xmlns:p="http://schemas.openxmlformats.org/presentationml/2006/main">
  <p:tag name="NUM" val="18"/>
</p:tagLst>
</file>

<file path=ppt/tags/tag886.xml><?xml version="1.0" encoding="utf-8"?>
<p:tagLst xmlns:a="http://schemas.openxmlformats.org/drawingml/2006/main" xmlns:r="http://schemas.openxmlformats.org/officeDocument/2006/relationships" xmlns:p="http://schemas.openxmlformats.org/presentationml/2006/main">
  <p:tag name="NUM" val="19"/>
</p:tagLst>
</file>

<file path=ppt/tags/tag887.xml><?xml version="1.0" encoding="utf-8"?>
<p:tagLst xmlns:a="http://schemas.openxmlformats.org/drawingml/2006/main" xmlns:r="http://schemas.openxmlformats.org/officeDocument/2006/relationships" xmlns:p="http://schemas.openxmlformats.org/presentationml/2006/main">
  <p:tag name="NUM" val="20"/>
</p:tagLst>
</file>

<file path=ppt/tags/tag888.xml><?xml version="1.0" encoding="utf-8"?>
<p:tagLst xmlns:a="http://schemas.openxmlformats.org/drawingml/2006/main" xmlns:r="http://schemas.openxmlformats.org/officeDocument/2006/relationships" xmlns:p="http://schemas.openxmlformats.org/presentationml/2006/main">
  <p:tag name="NUM" val="21"/>
</p:tagLst>
</file>

<file path=ppt/tags/tag889.xml><?xml version="1.0" encoding="utf-8"?>
<p:tagLst xmlns:a="http://schemas.openxmlformats.org/drawingml/2006/main" xmlns:r="http://schemas.openxmlformats.org/officeDocument/2006/relationships" xmlns:p="http://schemas.openxmlformats.org/presentationml/2006/main">
  <p:tag name="NUM" val="21"/>
</p:tagLst>
</file>

<file path=ppt/tags/tag890.xml><?xml version="1.0" encoding="utf-8"?>
<p:tagLst xmlns:a="http://schemas.openxmlformats.org/drawingml/2006/main" xmlns:r="http://schemas.openxmlformats.org/officeDocument/2006/relationships" xmlns:p="http://schemas.openxmlformats.org/presentationml/2006/main">
  <p:tag name="NUM" val="22"/>
</p:tagLst>
</file>

<file path=ppt/tags/tag891.xml><?xml version="1.0" encoding="utf-8"?>
<p:tagLst xmlns:a="http://schemas.openxmlformats.org/drawingml/2006/main" xmlns:r="http://schemas.openxmlformats.org/officeDocument/2006/relationships" xmlns:p="http://schemas.openxmlformats.org/presentationml/2006/main">
  <p:tag name="NUM" val="21"/>
</p:tagLst>
</file>

<file path=ppt/tags/tag892.xml><?xml version="1.0" encoding="utf-8"?>
<p:tagLst xmlns:a="http://schemas.openxmlformats.org/drawingml/2006/main" xmlns:r="http://schemas.openxmlformats.org/officeDocument/2006/relationships" xmlns:p="http://schemas.openxmlformats.org/presentationml/2006/main">
  <p:tag name="NUM" val="1"/>
</p:tagLst>
</file>

<file path=ppt/tags/tag893.xml><?xml version="1.0" encoding="utf-8"?>
<p:tagLst xmlns:a="http://schemas.openxmlformats.org/drawingml/2006/main" xmlns:r="http://schemas.openxmlformats.org/officeDocument/2006/relationships" xmlns:p="http://schemas.openxmlformats.org/presentationml/2006/main">
  <p:tag name="NUM" val="2"/>
</p:tagLst>
</file>

<file path=ppt/tags/tag894.xml><?xml version="1.0" encoding="utf-8"?>
<p:tagLst xmlns:a="http://schemas.openxmlformats.org/drawingml/2006/main" xmlns:r="http://schemas.openxmlformats.org/officeDocument/2006/relationships" xmlns:p="http://schemas.openxmlformats.org/presentationml/2006/main">
  <p:tag name="NUM" val="3"/>
</p:tagLst>
</file>

<file path=ppt/tags/tag895.xml><?xml version="1.0" encoding="utf-8"?>
<p:tagLst xmlns:a="http://schemas.openxmlformats.org/drawingml/2006/main" xmlns:r="http://schemas.openxmlformats.org/officeDocument/2006/relationships" xmlns:p="http://schemas.openxmlformats.org/presentationml/2006/main">
  <p:tag name="NUM" val="4"/>
</p:tagLst>
</file>

<file path=ppt/tags/tag896.xml><?xml version="1.0" encoding="utf-8"?>
<p:tagLst xmlns:a="http://schemas.openxmlformats.org/drawingml/2006/main" xmlns:r="http://schemas.openxmlformats.org/officeDocument/2006/relationships" xmlns:p="http://schemas.openxmlformats.org/presentationml/2006/main">
  <p:tag name="NUM" val="5"/>
</p:tagLst>
</file>

<file path=ppt/tags/tag897.xml><?xml version="1.0" encoding="utf-8"?>
<p:tagLst xmlns:a="http://schemas.openxmlformats.org/drawingml/2006/main" xmlns:r="http://schemas.openxmlformats.org/officeDocument/2006/relationships" xmlns:p="http://schemas.openxmlformats.org/presentationml/2006/main">
  <p:tag name="NUM" val="6"/>
</p:tagLst>
</file>

<file path=ppt/tags/tag898.xml><?xml version="1.0" encoding="utf-8"?>
<p:tagLst xmlns:a="http://schemas.openxmlformats.org/drawingml/2006/main" xmlns:r="http://schemas.openxmlformats.org/officeDocument/2006/relationships" xmlns:p="http://schemas.openxmlformats.org/presentationml/2006/main">
  <p:tag name="NUM" val="7"/>
</p:tagLst>
</file>

<file path=ppt/tags/tag899.xml><?xml version="1.0" encoding="utf-8"?>
<p:tagLst xmlns:a="http://schemas.openxmlformats.org/drawingml/2006/main" xmlns:r="http://schemas.openxmlformats.org/officeDocument/2006/relationships" xmlns:p="http://schemas.openxmlformats.org/presentationml/2006/main">
  <p:tag name="NUM" val="8"/>
</p:tagLst>
</file>

<file path=ppt/tags/tag900.xml><?xml version="1.0" encoding="utf-8"?>
<p:tagLst xmlns:a="http://schemas.openxmlformats.org/drawingml/2006/main" xmlns:r="http://schemas.openxmlformats.org/officeDocument/2006/relationships" xmlns:p="http://schemas.openxmlformats.org/presentationml/2006/main">
  <p:tag name="NUM" val="9"/>
</p:tagLst>
</file>

<file path=ppt/tags/tag901.xml><?xml version="1.0" encoding="utf-8"?>
<p:tagLst xmlns:a="http://schemas.openxmlformats.org/drawingml/2006/main" xmlns:r="http://schemas.openxmlformats.org/officeDocument/2006/relationships" xmlns:p="http://schemas.openxmlformats.org/presentationml/2006/main">
  <p:tag name="NUM" val="10"/>
</p:tagLst>
</file>

<file path=ppt/tags/tag902.xml><?xml version="1.0" encoding="utf-8"?>
<p:tagLst xmlns:a="http://schemas.openxmlformats.org/drawingml/2006/main" xmlns:r="http://schemas.openxmlformats.org/officeDocument/2006/relationships" xmlns:p="http://schemas.openxmlformats.org/presentationml/2006/main">
  <p:tag name="NUM" val="11"/>
</p:tagLst>
</file>

<file path=ppt/tags/tag903.xml><?xml version="1.0" encoding="utf-8"?>
<p:tagLst xmlns:a="http://schemas.openxmlformats.org/drawingml/2006/main" xmlns:r="http://schemas.openxmlformats.org/officeDocument/2006/relationships" xmlns:p="http://schemas.openxmlformats.org/presentationml/2006/main">
  <p:tag name="NUM" val="12"/>
</p:tagLst>
</file>

<file path=ppt/tags/tag904.xml><?xml version="1.0" encoding="utf-8"?>
<p:tagLst xmlns:a="http://schemas.openxmlformats.org/drawingml/2006/main" xmlns:r="http://schemas.openxmlformats.org/officeDocument/2006/relationships" xmlns:p="http://schemas.openxmlformats.org/presentationml/2006/main">
  <p:tag name="NUM" val="13"/>
</p:tagLst>
</file>

<file path=ppt/tags/tag905.xml><?xml version="1.0" encoding="utf-8"?>
<p:tagLst xmlns:a="http://schemas.openxmlformats.org/drawingml/2006/main" xmlns:r="http://schemas.openxmlformats.org/officeDocument/2006/relationships" xmlns:p="http://schemas.openxmlformats.org/presentationml/2006/main">
  <p:tag name="NUM" val="14"/>
</p:tagLst>
</file>

<file path=ppt/tags/tag906.xml><?xml version="1.0" encoding="utf-8"?>
<p:tagLst xmlns:a="http://schemas.openxmlformats.org/drawingml/2006/main" xmlns:r="http://schemas.openxmlformats.org/officeDocument/2006/relationships" xmlns:p="http://schemas.openxmlformats.org/presentationml/2006/main">
  <p:tag name="NUM" val="15"/>
</p:tagLst>
</file>

<file path=ppt/tags/tag907.xml><?xml version="1.0" encoding="utf-8"?>
<p:tagLst xmlns:a="http://schemas.openxmlformats.org/drawingml/2006/main" xmlns:r="http://schemas.openxmlformats.org/officeDocument/2006/relationships" xmlns:p="http://schemas.openxmlformats.org/presentationml/2006/main">
  <p:tag name="NUM" val="16"/>
</p:tagLst>
</file>

<file path=ppt/tags/tag908.xml><?xml version="1.0" encoding="utf-8"?>
<p:tagLst xmlns:a="http://schemas.openxmlformats.org/drawingml/2006/main" xmlns:r="http://schemas.openxmlformats.org/officeDocument/2006/relationships" xmlns:p="http://schemas.openxmlformats.org/presentationml/2006/main">
  <p:tag name="NUM" val="17"/>
</p:tagLst>
</file>

<file path=ppt/tags/tag909.xml><?xml version="1.0" encoding="utf-8"?>
<p:tagLst xmlns:a="http://schemas.openxmlformats.org/drawingml/2006/main" xmlns:r="http://schemas.openxmlformats.org/officeDocument/2006/relationships" xmlns:p="http://schemas.openxmlformats.org/presentationml/2006/main">
  <p:tag name="NUM" val="18"/>
</p:tagLst>
</file>

<file path=ppt/tags/tag910.xml><?xml version="1.0" encoding="utf-8"?>
<p:tagLst xmlns:a="http://schemas.openxmlformats.org/drawingml/2006/main" xmlns:r="http://schemas.openxmlformats.org/officeDocument/2006/relationships" xmlns:p="http://schemas.openxmlformats.org/presentationml/2006/main">
  <p:tag name="NUM" val="19"/>
</p:tagLst>
</file>

<file path=ppt/tags/tag911.xml><?xml version="1.0" encoding="utf-8"?>
<p:tagLst xmlns:a="http://schemas.openxmlformats.org/drawingml/2006/main" xmlns:r="http://schemas.openxmlformats.org/officeDocument/2006/relationships" xmlns:p="http://schemas.openxmlformats.org/presentationml/2006/main">
  <p:tag name="NUM" val="20"/>
</p:tagLst>
</file>

<file path=ppt/tags/tag912.xml><?xml version="1.0" encoding="utf-8"?>
<p:tagLst xmlns:a="http://schemas.openxmlformats.org/drawingml/2006/main" xmlns:r="http://schemas.openxmlformats.org/officeDocument/2006/relationships" xmlns:p="http://schemas.openxmlformats.org/presentationml/2006/main">
  <p:tag name="NUM" val="21"/>
</p:tagLst>
</file>

<file path=ppt/tags/tag913.xml><?xml version="1.0" encoding="utf-8"?>
<p:tagLst xmlns:a="http://schemas.openxmlformats.org/drawingml/2006/main" xmlns:r="http://schemas.openxmlformats.org/officeDocument/2006/relationships" xmlns:p="http://schemas.openxmlformats.org/presentationml/2006/main">
  <p:tag name="NUM" val="22"/>
</p:tagLst>
</file>

<file path=ppt/tags/tag914.xml><?xml version="1.0" encoding="utf-8"?>
<p:tagLst xmlns:a="http://schemas.openxmlformats.org/drawingml/2006/main" xmlns:r="http://schemas.openxmlformats.org/officeDocument/2006/relationships" xmlns:p="http://schemas.openxmlformats.org/presentationml/2006/main">
  <p:tag name="NUM" val="23"/>
</p:tagLst>
</file>

<file path=ppt/tags/tag915.xml><?xml version="1.0" encoding="utf-8"?>
<p:tagLst xmlns:a="http://schemas.openxmlformats.org/drawingml/2006/main" xmlns:r="http://schemas.openxmlformats.org/officeDocument/2006/relationships" xmlns:p="http://schemas.openxmlformats.org/presentationml/2006/main">
  <p:tag name="NUM" val="24"/>
</p:tagLst>
</file>

<file path=ppt/tags/tag916.xml><?xml version="1.0" encoding="utf-8"?>
<p:tagLst xmlns:a="http://schemas.openxmlformats.org/drawingml/2006/main" xmlns:r="http://schemas.openxmlformats.org/officeDocument/2006/relationships" xmlns:p="http://schemas.openxmlformats.org/presentationml/2006/main">
  <p:tag name="NUM" val="25"/>
</p:tagLst>
</file>

<file path=ppt/tags/tag917.xml><?xml version="1.0" encoding="utf-8"?>
<p:tagLst xmlns:a="http://schemas.openxmlformats.org/drawingml/2006/main" xmlns:r="http://schemas.openxmlformats.org/officeDocument/2006/relationships" xmlns:p="http://schemas.openxmlformats.org/presentationml/2006/main">
  <p:tag name="NUM" val="26"/>
</p:tagLst>
</file>

<file path=ppt/tags/tag918.xml><?xml version="1.0" encoding="utf-8"?>
<p:tagLst xmlns:a="http://schemas.openxmlformats.org/drawingml/2006/main" xmlns:r="http://schemas.openxmlformats.org/officeDocument/2006/relationships" xmlns:p="http://schemas.openxmlformats.org/presentationml/2006/main">
  <p:tag name="NUM" val="27"/>
</p:tagLst>
</file>

<file path=ppt/tags/tag919.xml><?xml version="1.0" encoding="utf-8"?>
<p:tagLst xmlns:a="http://schemas.openxmlformats.org/drawingml/2006/main" xmlns:r="http://schemas.openxmlformats.org/officeDocument/2006/relationships" xmlns:p="http://schemas.openxmlformats.org/presentationml/2006/main">
  <p:tag name="NUM" val="28"/>
</p:tagLst>
</file>

<file path=ppt/tags/tag920.xml><?xml version="1.0" encoding="utf-8"?>
<p:tagLst xmlns:a="http://schemas.openxmlformats.org/drawingml/2006/main" xmlns:r="http://schemas.openxmlformats.org/officeDocument/2006/relationships" xmlns:p="http://schemas.openxmlformats.org/presentationml/2006/main">
  <p:tag name="NUM" val="29"/>
</p:tagLst>
</file>

<file path=ppt/tags/tag921.xml><?xml version="1.0" encoding="utf-8"?>
<p:tagLst xmlns:a="http://schemas.openxmlformats.org/drawingml/2006/main" xmlns:r="http://schemas.openxmlformats.org/officeDocument/2006/relationships" xmlns:p="http://schemas.openxmlformats.org/presentationml/2006/main">
  <p:tag name="NUM" val="30"/>
</p:tagLst>
</file>

<file path=ppt/tags/tag922.xml><?xml version="1.0" encoding="utf-8"?>
<p:tagLst xmlns:a="http://schemas.openxmlformats.org/drawingml/2006/main" xmlns:r="http://schemas.openxmlformats.org/officeDocument/2006/relationships" xmlns:p="http://schemas.openxmlformats.org/presentationml/2006/main">
  <p:tag name="NUM" val="31"/>
</p:tagLst>
</file>

<file path=ppt/tags/tag923.xml><?xml version="1.0" encoding="utf-8"?>
<p:tagLst xmlns:a="http://schemas.openxmlformats.org/drawingml/2006/main" xmlns:r="http://schemas.openxmlformats.org/officeDocument/2006/relationships" xmlns:p="http://schemas.openxmlformats.org/presentationml/2006/main">
  <p:tag name="NUM" val="32"/>
</p:tagLst>
</file>

<file path=ppt/tags/tag924.xml><?xml version="1.0" encoding="utf-8"?>
<p:tagLst xmlns:a="http://schemas.openxmlformats.org/drawingml/2006/main" xmlns:r="http://schemas.openxmlformats.org/officeDocument/2006/relationships" xmlns:p="http://schemas.openxmlformats.org/presentationml/2006/main">
  <p:tag name="NUM" val="33"/>
</p:tagLst>
</file>

<file path=ppt/tags/tag925.xml><?xml version="1.0" encoding="utf-8"?>
<p:tagLst xmlns:a="http://schemas.openxmlformats.org/drawingml/2006/main" xmlns:r="http://schemas.openxmlformats.org/officeDocument/2006/relationships" xmlns:p="http://schemas.openxmlformats.org/presentationml/2006/main">
  <p:tag name="NUM" val="1"/>
</p:tagLst>
</file>

<file path=ppt/tags/tag926.xml><?xml version="1.0" encoding="utf-8"?>
<p:tagLst xmlns:a="http://schemas.openxmlformats.org/drawingml/2006/main" xmlns:r="http://schemas.openxmlformats.org/officeDocument/2006/relationships" xmlns:p="http://schemas.openxmlformats.org/presentationml/2006/main">
  <p:tag name="NUM" val="2"/>
</p:tagLst>
</file>

<file path=ppt/tags/tag927.xml><?xml version="1.0" encoding="utf-8"?>
<p:tagLst xmlns:a="http://schemas.openxmlformats.org/drawingml/2006/main" xmlns:r="http://schemas.openxmlformats.org/officeDocument/2006/relationships" xmlns:p="http://schemas.openxmlformats.org/presentationml/2006/main">
  <p:tag name="NUM" val="3"/>
</p:tagLst>
</file>

<file path=ppt/tags/tag928.xml><?xml version="1.0" encoding="utf-8"?>
<p:tagLst xmlns:a="http://schemas.openxmlformats.org/drawingml/2006/main" xmlns:r="http://schemas.openxmlformats.org/officeDocument/2006/relationships" xmlns:p="http://schemas.openxmlformats.org/presentationml/2006/main">
  <p:tag name="NUM" val="4"/>
</p:tagLst>
</file>

<file path=ppt/tags/tag929.xml><?xml version="1.0" encoding="utf-8"?>
<p:tagLst xmlns:a="http://schemas.openxmlformats.org/drawingml/2006/main" xmlns:r="http://schemas.openxmlformats.org/officeDocument/2006/relationships" xmlns:p="http://schemas.openxmlformats.org/presentationml/2006/main">
  <p:tag name="NUM" val="5"/>
</p:tagLst>
</file>

<file path=ppt/tags/tag930.xml><?xml version="1.0" encoding="utf-8"?>
<p:tagLst xmlns:a="http://schemas.openxmlformats.org/drawingml/2006/main" xmlns:r="http://schemas.openxmlformats.org/officeDocument/2006/relationships" xmlns:p="http://schemas.openxmlformats.org/presentationml/2006/main">
  <p:tag name="NUM" val="6"/>
</p:tagLst>
</file>

<file path=ppt/tags/tag931.xml><?xml version="1.0" encoding="utf-8"?>
<p:tagLst xmlns:a="http://schemas.openxmlformats.org/drawingml/2006/main" xmlns:r="http://schemas.openxmlformats.org/officeDocument/2006/relationships" xmlns:p="http://schemas.openxmlformats.org/presentationml/2006/main">
  <p:tag name="NUM" val="7"/>
</p:tagLst>
</file>

<file path=ppt/tags/tag932.xml><?xml version="1.0" encoding="utf-8"?>
<p:tagLst xmlns:a="http://schemas.openxmlformats.org/drawingml/2006/main" xmlns:r="http://schemas.openxmlformats.org/officeDocument/2006/relationships" xmlns:p="http://schemas.openxmlformats.org/presentationml/2006/main">
  <p:tag name="NUM" val="8"/>
</p:tagLst>
</file>

<file path=ppt/tags/tag933.xml><?xml version="1.0" encoding="utf-8"?>
<p:tagLst xmlns:a="http://schemas.openxmlformats.org/drawingml/2006/main" xmlns:r="http://schemas.openxmlformats.org/officeDocument/2006/relationships" xmlns:p="http://schemas.openxmlformats.org/presentationml/2006/main">
  <p:tag name="NUM" val="9"/>
</p:tagLst>
</file>

<file path=ppt/tags/tag934.xml><?xml version="1.0" encoding="utf-8"?>
<p:tagLst xmlns:a="http://schemas.openxmlformats.org/drawingml/2006/main" xmlns:r="http://schemas.openxmlformats.org/officeDocument/2006/relationships" xmlns:p="http://schemas.openxmlformats.org/presentationml/2006/main">
  <p:tag name="NUM" val="10"/>
</p:tagLst>
</file>

<file path=ppt/tags/tag935.xml><?xml version="1.0" encoding="utf-8"?>
<p:tagLst xmlns:a="http://schemas.openxmlformats.org/drawingml/2006/main" xmlns:r="http://schemas.openxmlformats.org/officeDocument/2006/relationships" xmlns:p="http://schemas.openxmlformats.org/presentationml/2006/main">
  <p:tag name="NUM" val="11"/>
</p:tagLst>
</file>

<file path=ppt/tags/tag936.xml><?xml version="1.0" encoding="utf-8"?>
<p:tagLst xmlns:a="http://schemas.openxmlformats.org/drawingml/2006/main" xmlns:r="http://schemas.openxmlformats.org/officeDocument/2006/relationships" xmlns:p="http://schemas.openxmlformats.org/presentationml/2006/main">
  <p:tag name="NUM" val="12"/>
</p:tagLst>
</file>

<file path=ppt/tags/tag937.xml><?xml version="1.0" encoding="utf-8"?>
<p:tagLst xmlns:a="http://schemas.openxmlformats.org/drawingml/2006/main" xmlns:r="http://schemas.openxmlformats.org/officeDocument/2006/relationships" xmlns:p="http://schemas.openxmlformats.org/presentationml/2006/main">
  <p:tag name="NUM" val="13"/>
</p:tagLst>
</file>

<file path=ppt/tags/tag938.xml><?xml version="1.0" encoding="utf-8"?>
<p:tagLst xmlns:a="http://schemas.openxmlformats.org/drawingml/2006/main" xmlns:r="http://schemas.openxmlformats.org/officeDocument/2006/relationships" xmlns:p="http://schemas.openxmlformats.org/presentationml/2006/main">
  <p:tag name="NUM" val="14"/>
</p:tagLst>
</file>

<file path=ppt/tags/tag939.xml><?xml version="1.0" encoding="utf-8"?>
<p:tagLst xmlns:a="http://schemas.openxmlformats.org/drawingml/2006/main" xmlns:r="http://schemas.openxmlformats.org/officeDocument/2006/relationships" xmlns:p="http://schemas.openxmlformats.org/presentationml/2006/main">
  <p:tag name="NUM" val="15"/>
</p:tagLst>
</file>

<file path=ppt/tags/tag940.xml><?xml version="1.0" encoding="utf-8"?>
<p:tagLst xmlns:a="http://schemas.openxmlformats.org/drawingml/2006/main" xmlns:r="http://schemas.openxmlformats.org/officeDocument/2006/relationships" xmlns:p="http://schemas.openxmlformats.org/presentationml/2006/main">
  <p:tag name="NUM" val="16"/>
</p:tagLst>
</file>

<file path=ppt/tags/tag941.xml><?xml version="1.0" encoding="utf-8"?>
<p:tagLst xmlns:a="http://schemas.openxmlformats.org/drawingml/2006/main" xmlns:r="http://schemas.openxmlformats.org/officeDocument/2006/relationships" xmlns:p="http://schemas.openxmlformats.org/presentationml/2006/main">
  <p:tag name="NUM" val="17"/>
</p:tagLst>
</file>

<file path=ppt/tags/tag942.xml><?xml version="1.0" encoding="utf-8"?>
<p:tagLst xmlns:a="http://schemas.openxmlformats.org/drawingml/2006/main" xmlns:r="http://schemas.openxmlformats.org/officeDocument/2006/relationships" xmlns:p="http://schemas.openxmlformats.org/presentationml/2006/main">
  <p:tag name="NUM" val="1"/>
</p:tagLst>
</file>

<file path=ppt/tags/tag943.xml><?xml version="1.0" encoding="utf-8"?>
<p:tagLst xmlns:a="http://schemas.openxmlformats.org/drawingml/2006/main" xmlns:r="http://schemas.openxmlformats.org/officeDocument/2006/relationships" xmlns:p="http://schemas.openxmlformats.org/presentationml/2006/main">
  <p:tag name="NUM" val="2"/>
</p:tagLst>
</file>

<file path=ppt/tags/tag944.xml><?xml version="1.0" encoding="utf-8"?>
<p:tagLst xmlns:a="http://schemas.openxmlformats.org/drawingml/2006/main" xmlns:r="http://schemas.openxmlformats.org/officeDocument/2006/relationships" xmlns:p="http://schemas.openxmlformats.org/presentationml/2006/main">
  <p:tag name="NUM" val="3"/>
</p:tagLst>
</file>

<file path=ppt/tags/tag945.xml><?xml version="1.0" encoding="utf-8"?>
<p:tagLst xmlns:a="http://schemas.openxmlformats.org/drawingml/2006/main" xmlns:r="http://schemas.openxmlformats.org/officeDocument/2006/relationships" xmlns:p="http://schemas.openxmlformats.org/presentationml/2006/main">
  <p:tag name="NUM" val="4"/>
</p:tagLst>
</file>

<file path=ppt/tags/tag946.xml><?xml version="1.0" encoding="utf-8"?>
<p:tagLst xmlns:a="http://schemas.openxmlformats.org/drawingml/2006/main" xmlns:r="http://schemas.openxmlformats.org/officeDocument/2006/relationships" xmlns:p="http://schemas.openxmlformats.org/presentationml/2006/main">
  <p:tag name="NUM" val="5"/>
</p:tagLst>
</file>

<file path=ppt/tags/tag947.xml><?xml version="1.0" encoding="utf-8"?>
<p:tagLst xmlns:a="http://schemas.openxmlformats.org/drawingml/2006/main" xmlns:r="http://schemas.openxmlformats.org/officeDocument/2006/relationships" xmlns:p="http://schemas.openxmlformats.org/presentationml/2006/main">
  <p:tag name="NUM" val="6"/>
</p:tagLst>
</file>

<file path=ppt/tags/tag948.xml><?xml version="1.0" encoding="utf-8"?>
<p:tagLst xmlns:a="http://schemas.openxmlformats.org/drawingml/2006/main" xmlns:r="http://schemas.openxmlformats.org/officeDocument/2006/relationships" xmlns:p="http://schemas.openxmlformats.org/presentationml/2006/main">
  <p:tag name="NUM" val="7"/>
</p:tagLst>
</file>

<file path=ppt/tags/tag949.xml><?xml version="1.0" encoding="utf-8"?>
<p:tagLst xmlns:a="http://schemas.openxmlformats.org/drawingml/2006/main" xmlns:r="http://schemas.openxmlformats.org/officeDocument/2006/relationships" xmlns:p="http://schemas.openxmlformats.org/presentationml/2006/main">
  <p:tag name="NUM" val="8"/>
</p:tagLst>
</file>

<file path=ppt/tags/tag950.xml><?xml version="1.0" encoding="utf-8"?>
<p:tagLst xmlns:a="http://schemas.openxmlformats.org/drawingml/2006/main" xmlns:r="http://schemas.openxmlformats.org/officeDocument/2006/relationships" xmlns:p="http://schemas.openxmlformats.org/presentationml/2006/main">
  <p:tag name="NUM" val="9"/>
</p:tagLst>
</file>

<file path=ppt/tags/tag951.xml><?xml version="1.0" encoding="utf-8"?>
<p:tagLst xmlns:a="http://schemas.openxmlformats.org/drawingml/2006/main" xmlns:r="http://schemas.openxmlformats.org/officeDocument/2006/relationships" xmlns:p="http://schemas.openxmlformats.org/presentationml/2006/main">
  <p:tag name="NUM" val="10"/>
</p:tagLst>
</file>

<file path=ppt/tags/tag952.xml><?xml version="1.0" encoding="utf-8"?>
<p:tagLst xmlns:a="http://schemas.openxmlformats.org/drawingml/2006/main" xmlns:r="http://schemas.openxmlformats.org/officeDocument/2006/relationships" xmlns:p="http://schemas.openxmlformats.org/presentationml/2006/main">
  <p:tag name="NUM" val="11"/>
</p:tagLst>
</file>

<file path=ppt/tags/tag953.xml><?xml version="1.0" encoding="utf-8"?>
<p:tagLst xmlns:a="http://schemas.openxmlformats.org/drawingml/2006/main" xmlns:r="http://schemas.openxmlformats.org/officeDocument/2006/relationships" xmlns:p="http://schemas.openxmlformats.org/presentationml/2006/main">
  <p:tag name="NUM" val="12"/>
</p:tagLst>
</file>

<file path=ppt/tags/tag954.xml><?xml version="1.0" encoding="utf-8"?>
<p:tagLst xmlns:a="http://schemas.openxmlformats.org/drawingml/2006/main" xmlns:r="http://schemas.openxmlformats.org/officeDocument/2006/relationships" xmlns:p="http://schemas.openxmlformats.org/presentationml/2006/main">
  <p:tag name="NUM" val="13"/>
</p:tagLst>
</file>

<file path=ppt/tags/tag955.xml><?xml version="1.0" encoding="utf-8"?>
<p:tagLst xmlns:a="http://schemas.openxmlformats.org/drawingml/2006/main" xmlns:r="http://schemas.openxmlformats.org/officeDocument/2006/relationships" xmlns:p="http://schemas.openxmlformats.org/presentationml/2006/main">
  <p:tag name="NUM" val="14"/>
</p:tagLst>
</file>

<file path=ppt/tags/tag956.xml><?xml version="1.0" encoding="utf-8"?>
<p:tagLst xmlns:a="http://schemas.openxmlformats.org/drawingml/2006/main" xmlns:r="http://schemas.openxmlformats.org/officeDocument/2006/relationships" xmlns:p="http://schemas.openxmlformats.org/presentationml/2006/main">
  <p:tag name="NUM" val="15"/>
</p:tagLst>
</file>

<file path=ppt/tags/tag957.xml><?xml version="1.0" encoding="utf-8"?>
<p:tagLst xmlns:a="http://schemas.openxmlformats.org/drawingml/2006/main" xmlns:r="http://schemas.openxmlformats.org/officeDocument/2006/relationships" xmlns:p="http://schemas.openxmlformats.org/presentationml/2006/main">
  <p:tag name="NUM" val="16"/>
</p:tagLst>
</file>

<file path=ppt/tags/tag958.xml><?xml version="1.0" encoding="utf-8"?>
<p:tagLst xmlns:a="http://schemas.openxmlformats.org/drawingml/2006/main" xmlns:r="http://schemas.openxmlformats.org/officeDocument/2006/relationships" xmlns:p="http://schemas.openxmlformats.org/presentationml/2006/main">
  <p:tag name="NUM" val="17"/>
</p:tagLst>
</file>

<file path=ppt/tags/tag959.xml><?xml version="1.0" encoding="utf-8"?>
<p:tagLst xmlns:a="http://schemas.openxmlformats.org/drawingml/2006/main" xmlns:r="http://schemas.openxmlformats.org/officeDocument/2006/relationships" xmlns:p="http://schemas.openxmlformats.org/presentationml/2006/main">
  <p:tag name="NUM" val="18"/>
</p:tagLst>
</file>

<file path=ppt/tags/tag960.xml><?xml version="1.0" encoding="utf-8"?>
<p:tagLst xmlns:a="http://schemas.openxmlformats.org/drawingml/2006/main" xmlns:r="http://schemas.openxmlformats.org/officeDocument/2006/relationships" xmlns:p="http://schemas.openxmlformats.org/presentationml/2006/main">
  <p:tag name="NUM" val="19"/>
</p:tagLst>
</file>

<file path=ppt/tags/tag961.xml><?xml version="1.0" encoding="utf-8"?>
<p:tagLst xmlns:a="http://schemas.openxmlformats.org/drawingml/2006/main" xmlns:r="http://schemas.openxmlformats.org/officeDocument/2006/relationships" xmlns:p="http://schemas.openxmlformats.org/presentationml/2006/main">
  <p:tag name="NUM" val="20"/>
</p:tagLst>
</file>

<file path=ppt/tags/tag962.xml><?xml version="1.0" encoding="utf-8"?>
<p:tagLst xmlns:a="http://schemas.openxmlformats.org/drawingml/2006/main" xmlns:r="http://schemas.openxmlformats.org/officeDocument/2006/relationships" xmlns:p="http://schemas.openxmlformats.org/presentationml/2006/main">
  <p:tag name="NUM" val="21"/>
</p:tagLst>
</file>

<file path=ppt/tags/tag963.xml><?xml version="1.0" encoding="utf-8"?>
<p:tagLst xmlns:a="http://schemas.openxmlformats.org/drawingml/2006/main" xmlns:r="http://schemas.openxmlformats.org/officeDocument/2006/relationships" xmlns:p="http://schemas.openxmlformats.org/presentationml/2006/main">
  <p:tag name="NUM" val="17"/>
</p:tagLst>
</file>

<file path=ppt/tags/tag964.xml><?xml version="1.0" encoding="utf-8"?>
<p:tagLst xmlns:a="http://schemas.openxmlformats.org/drawingml/2006/main" xmlns:r="http://schemas.openxmlformats.org/officeDocument/2006/relationships" xmlns:p="http://schemas.openxmlformats.org/presentationml/2006/main">
  <p:tag name="NUM" val="17"/>
</p:tagLst>
</file>

<file path=ppt/tags/tag965.xml><?xml version="1.0" encoding="utf-8"?>
<p:tagLst xmlns:a="http://schemas.openxmlformats.org/drawingml/2006/main" xmlns:r="http://schemas.openxmlformats.org/officeDocument/2006/relationships" xmlns:p="http://schemas.openxmlformats.org/presentationml/2006/main">
  <p:tag name="NUM" val="1"/>
</p:tagLst>
</file>

<file path=ppt/tags/tag966.xml><?xml version="1.0" encoding="utf-8"?>
<p:tagLst xmlns:a="http://schemas.openxmlformats.org/drawingml/2006/main" xmlns:r="http://schemas.openxmlformats.org/officeDocument/2006/relationships" xmlns:p="http://schemas.openxmlformats.org/presentationml/2006/main">
  <p:tag name="NUM" val="2"/>
</p:tagLst>
</file>

<file path=ppt/tags/tag967.xml><?xml version="1.0" encoding="utf-8"?>
<p:tagLst xmlns:a="http://schemas.openxmlformats.org/drawingml/2006/main" xmlns:r="http://schemas.openxmlformats.org/officeDocument/2006/relationships" xmlns:p="http://schemas.openxmlformats.org/presentationml/2006/main">
  <p:tag name="NUM" val="3"/>
</p:tagLst>
</file>

<file path=ppt/tags/tag968.xml><?xml version="1.0" encoding="utf-8"?>
<p:tagLst xmlns:a="http://schemas.openxmlformats.org/drawingml/2006/main" xmlns:r="http://schemas.openxmlformats.org/officeDocument/2006/relationships" xmlns:p="http://schemas.openxmlformats.org/presentationml/2006/main">
  <p:tag name="NUM" val="4"/>
</p:tagLst>
</file>

<file path=ppt/tags/tag969.xml><?xml version="1.0" encoding="utf-8"?>
<p:tagLst xmlns:a="http://schemas.openxmlformats.org/drawingml/2006/main" xmlns:r="http://schemas.openxmlformats.org/officeDocument/2006/relationships" xmlns:p="http://schemas.openxmlformats.org/presentationml/2006/main">
  <p:tag name="NUM" val="5"/>
</p:tagLst>
</file>

<file path=ppt/tags/tag970.xml><?xml version="1.0" encoding="utf-8"?>
<p:tagLst xmlns:a="http://schemas.openxmlformats.org/drawingml/2006/main" xmlns:r="http://schemas.openxmlformats.org/officeDocument/2006/relationships" xmlns:p="http://schemas.openxmlformats.org/presentationml/2006/main">
  <p:tag name="NUM" val="6"/>
</p:tagLst>
</file>

<file path=ppt/tags/tag971.xml><?xml version="1.0" encoding="utf-8"?>
<p:tagLst xmlns:a="http://schemas.openxmlformats.org/drawingml/2006/main" xmlns:r="http://schemas.openxmlformats.org/officeDocument/2006/relationships" xmlns:p="http://schemas.openxmlformats.org/presentationml/2006/main">
  <p:tag name="NUM" val="7"/>
</p:tagLst>
</file>

<file path=ppt/tags/tag972.xml><?xml version="1.0" encoding="utf-8"?>
<p:tagLst xmlns:a="http://schemas.openxmlformats.org/drawingml/2006/main" xmlns:r="http://schemas.openxmlformats.org/officeDocument/2006/relationships" xmlns:p="http://schemas.openxmlformats.org/presentationml/2006/main">
  <p:tag name="NUM" val="19"/>
</p:tagLst>
</file>

<file path=ppt/tags/tag973.xml><?xml version="1.0" encoding="utf-8"?>
<p:tagLst xmlns:a="http://schemas.openxmlformats.org/drawingml/2006/main" xmlns:r="http://schemas.openxmlformats.org/officeDocument/2006/relationships" xmlns:p="http://schemas.openxmlformats.org/presentationml/2006/main">
  <p:tag name="NUM" val="21"/>
</p:tagLst>
</file>

<file path=ppt/tags/tag974.xml><?xml version="1.0" encoding="utf-8"?>
<p:tagLst xmlns:a="http://schemas.openxmlformats.org/drawingml/2006/main" xmlns:r="http://schemas.openxmlformats.org/officeDocument/2006/relationships" xmlns:p="http://schemas.openxmlformats.org/presentationml/2006/main">
  <p:tag name="NUM" val="22"/>
</p:tagLst>
</file>

<file path=ppt/tags/tag975.xml><?xml version="1.0" encoding="utf-8"?>
<p:tagLst xmlns:a="http://schemas.openxmlformats.org/drawingml/2006/main" xmlns:r="http://schemas.openxmlformats.org/officeDocument/2006/relationships" xmlns:p="http://schemas.openxmlformats.org/presentationml/2006/main">
  <p:tag name="NUM" val="6"/>
</p:tagLst>
</file>

<file path=ppt/tags/tag976.xml><?xml version="1.0" encoding="utf-8"?>
<p:tagLst xmlns:a="http://schemas.openxmlformats.org/drawingml/2006/main" xmlns:r="http://schemas.openxmlformats.org/officeDocument/2006/relationships" xmlns:p="http://schemas.openxmlformats.org/presentationml/2006/main">
  <p:tag name="NUM" val="7"/>
</p:tagLst>
</file>

<file path=ppt/tags/tag977.xml><?xml version="1.0" encoding="utf-8"?>
<p:tagLst xmlns:a="http://schemas.openxmlformats.org/drawingml/2006/main" xmlns:r="http://schemas.openxmlformats.org/officeDocument/2006/relationships" xmlns:p="http://schemas.openxmlformats.org/presentationml/2006/main">
  <p:tag name="NUM" val="8"/>
</p:tagLst>
</file>

<file path=ppt/tags/tag978.xml><?xml version="1.0" encoding="utf-8"?>
<p:tagLst xmlns:a="http://schemas.openxmlformats.org/drawingml/2006/main" xmlns:r="http://schemas.openxmlformats.org/officeDocument/2006/relationships" xmlns:p="http://schemas.openxmlformats.org/presentationml/2006/main">
  <p:tag name="NUM" val="9"/>
</p:tagLst>
</file>

<file path=ppt/tags/tag979.xml><?xml version="1.0" encoding="utf-8"?>
<p:tagLst xmlns:a="http://schemas.openxmlformats.org/drawingml/2006/main" xmlns:r="http://schemas.openxmlformats.org/officeDocument/2006/relationships" xmlns:p="http://schemas.openxmlformats.org/presentationml/2006/main">
  <p:tag name="NUM" val="10"/>
</p:tagLst>
</file>

<file path=ppt/tags/tag980.xml><?xml version="1.0" encoding="utf-8"?>
<p:tagLst xmlns:a="http://schemas.openxmlformats.org/drawingml/2006/main" xmlns:r="http://schemas.openxmlformats.org/officeDocument/2006/relationships" xmlns:p="http://schemas.openxmlformats.org/presentationml/2006/main">
  <p:tag name="NUM" val="11"/>
</p:tagLst>
</file>

<file path=ppt/tags/tag981.xml><?xml version="1.0" encoding="utf-8"?>
<p:tagLst xmlns:a="http://schemas.openxmlformats.org/drawingml/2006/main" xmlns:r="http://schemas.openxmlformats.org/officeDocument/2006/relationships" xmlns:p="http://schemas.openxmlformats.org/presentationml/2006/main">
  <p:tag name="NUM" val="12"/>
</p:tagLst>
</file>

<file path=ppt/tags/tag982.xml><?xml version="1.0" encoding="utf-8"?>
<p:tagLst xmlns:a="http://schemas.openxmlformats.org/drawingml/2006/main" xmlns:r="http://schemas.openxmlformats.org/officeDocument/2006/relationships" xmlns:p="http://schemas.openxmlformats.org/presentationml/2006/main">
  <p:tag name="NUM" val="13"/>
</p:tagLst>
</file>

<file path=ppt/tags/tag983.xml><?xml version="1.0" encoding="utf-8"?>
<p:tagLst xmlns:a="http://schemas.openxmlformats.org/drawingml/2006/main" xmlns:r="http://schemas.openxmlformats.org/officeDocument/2006/relationships" xmlns:p="http://schemas.openxmlformats.org/presentationml/2006/main">
  <p:tag name="NUM" val="14"/>
</p:tagLst>
</file>

<file path=ppt/tags/tag984.xml><?xml version="1.0" encoding="utf-8"?>
<p:tagLst xmlns:a="http://schemas.openxmlformats.org/drawingml/2006/main" xmlns:r="http://schemas.openxmlformats.org/officeDocument/2006/relationships" xmlns:p="http://schemas.openxmlformats.org/presentationml/2006/main">
  <p:tag name="NUM" val="9"/>
</p:tagLst>
</file>

<file path=ppt/tags/tag985.xml><?xml version="1.0" encoding="utf-8"?>
<p:tagLst xmlns:a="http://schemas.openxmlformats.org/drawingml/2006/main" xmlns:r="http://schemas.openxmlformats.org/officeDocument/2006/relationships" xmlns:p="http://schemas.openxmlformats.org/presentationml/2006/main">
  <p:tag name="NUM" val="8"/>
</p:tagLst>
</file>

<file path=ppt/tags/tag986.xml><?xml version="1.0" encoding="utf-8"?>
<p:tagLst xmlns:a="http://schemas.openxmlformats.org/drawingml/2006/main" xmlns:r="http://schemas.openxmlformats.org/officeDocument/2006/relationships" xmlns:p="http://schemas.openxmlformats.org/presentationml/2006/main">
  <p:tag name="NUM" val="9"/>
</p:tagLst>
</file>

<file path=ppt/tags/tag987.xml><?xml version="1.0" encoding="utf-8"?>
<p:tagLst xmlns:a="http://schemas.openxmlformats.org/drawingml/2006/main" xmlns:r="http://schemas.openxmlformats.org/officeDocument/2006/relationships" xmlns:p="http://schemas.openxmlformats.org/presentationml/2006/main">
  <p:tag name="NUM" val="11"/>
</p:tagLst>
</file>

<file path=ppt/tags/tag988.xml><?xml version="1.0" encoding="utf-8"?>
<p:tagLst xmlns:a="http://schemas.openxmlformats.org/drawingml/2006/main" xmlns:r="http://schemas.openxmlformats.org/officeDocument/2006/relationships" xmlns:p="http://schemas.openxmlformats.org/presentationml/2006/main">
  <p:tag name="NUM" val="12"/>
</p:tagLst>
</file>

<file path=ppt/tags/tag989.xml><?xml version="1.0" encoding="utf-8"?>
<p:tagLst xmlns:a="http://schemas.openxmlformats.org/drawingml/2006/main" xmlns:r="http://schemas.openxmlformats.org/officeDocument/2006/relationships" xmlns:p="http://schemas.openxmlformats.org/presentationml/2006/main">
  <p:tag name="NUM" val="14"/>
</p:tagLst>
</file>

<file path=ppt/tags/tag990.xml><?xml version="1.0" encoding="utf-8"?>
<p:tagLst xmlns:a="http://schemas.openxmlformats.org/drawingml/2006/main" xmlns:r="http://schemas.openxmlformats.org/officeDocument/2006/relationships" xmlns:p="http://schemas.openxmlformats.org/presentationml/2006/main">
  <p:tag name="NUM" val="15"/>
</p:tagLst>
</file>

<file path=ppt/tags/tag991.xml><?xml version="1.0" encoding="utf-8"?>
<p:tagLst xmlns:a="http://schemas.openxmlformats.org/drawingml/2006/main" xmlns:r="http://schemas.openxmlformats.org/officeDocument/2006/relationships" xmlns:p="http://schemas.openxmlformats.org/presentationml/2006/main">
  <p:tag name="NUM" val="1"/>
</p:tagLst>
</file>

<file path=ppt/tags/tag992.xml><?xml version="1.0" encoding="utf-8"?>
<p:tagLst xmlns:a="http://schemas.openxmlformats.org/drawingml/2006/main" xmlns:r="http://schemas.openxmlformats.org/officeDocument/2006/relationships" xmlns:p="http://schemas.openxmlformats.org/presentationml/2006/main">
  <p:tag name="NUM" val="2"/>
</p:tagLst>
</file>

<file path=ppt/tags/tag993.xml><?xml version="1.0" encoding="utf-8"?>
<p:tagLst xmlns:a="http://schemas.openxmlformats.org/drawingml/2006/main" xmlns:r="http://schemas.openxmlformats.org/officeDocument/2006/relationships" xmlns:p="http://schemas.openxmlformats.org/presentationml/2006/main">
  <p:tag name="NUM" val="3"/>
</p:tagLst>
</file>

<file path=ppt/tags/tag994.xml><?xml version="1.0" encoding="utf-8"?>
<p:tagLst xmlns:a="http://schemas.openxmlformats.org/drawingml/2006/main" xmlns:r="http://schemas.openxmlformats.org/officeDocument/2006/relationships" xmlns:p="http://schemas.openxmlformats.org/presentationml/2006/main">
  <p:tag name="NUM" val="4"/>
</p:tagLst>
</file>

<file path=ppt/tags/tag995.xml><?xml version="1.0" encoding="utf-8"?>
<p:tagLst xmlns:a="http://schemas.openxmlformats.org/drawingml/2006/main" xmlns:r="http://schemas.openxmlformats.org/officeDocument/2006/relationships" xmlns:p="http://schemas.openxmlformats.org/presentationml/2006/main">
  <p:tag name="NUM" val="5"/>
</p:tagLst>
</file>

<file path=ppt/tags/tag996.xml><?xml version="1.0" encoding="utf-8"?>
<p:tagLst xmlns:a="http://schemas.openxmlformats.org/drawingml/2006/main" xmlns:r="http://schemas.openxmlformats.org/officeDocument/2006/relationships" xmlns:p="http://schemas.openxmlformats.org/presentationml/2006/main">
  <p:tag name="NUM" val="6"/>
</p:tagLst>
</file>

<file path=ppt/tags/tag997.xml><?xml version="1.0" encoding="utf-8"?>
<p:tagLst xmlns:a="http://schemas.openxmlformats.org/drawingml/2006/main" xmlns:r="http://schemas.openxmlformats.org/officeDocument/2006/relationships" xmlns:p="http://schemas.openxmlformats.org/presentationml/2006/main">
  <p:tag name="NUM" val="7"/>
</p:tagLst>
</file>

<file path=ppt/tags/tag998.xml><?xml version="1.0" encoding="utf-8"?>
<p:tagLst xmlns:a="http://schemas.openxmlformats.org/drawingml/2006/main" xmlns:r="http://schemas.openxmlformats.org/officeDocument/2006/relationships" xmlns:p="http://schemas.openxmlformats.org/presentationml/2006/main">
  <p:tag name="NUM" val="8"/>
</p:tagLst>
</file>

<file path=ppt/tags/tag999.xml><?xml version="1.0" encoding="utf-8"?>
<p:tagLst xmlns:a="http://schemas.openxmlformats.org/drawingml/2006/main" xmlns:r="http://schemas.openxmlformats.org/officeDocument/2006/relationships" xmlns:p="http://schemas.openxmlformats.org/presentationml/2006/main">
  <p:tag name="NUM" val="9"/>
</p:tagLst>
</file>

<file path=ppt/tags/tag1000.xml><?xml version="1.0" encoding="utf-8"?>
<p:tagLst xmlns:a="http://schemas.openxmlformats.org/drawingml/2006/main" xmlns:r="http://schemas.openxmlformats.org/officeDocument/2006/relationships" xmlns:p="http://schemas.openxmlformats.org/presentationml/2006/main">
  <p:tag name="NUM" val="10"/>
</p:tagLst>
</file>

<file path=ppt/tags/tag1001.xml><?xml version="1.0" encoding="utf-8"?>
<p:tagLst xmlns:a="http://schemas.openxmlformats.org/drawingml/2006/main" xmlns:r="http://schemas.openxmlformats.org/officeDocument/2006/relationships" xmlns:p="http://schemas.openxmlformats.org/presentationml/2006/main">
  <p:tag name="NUM" val="11"/>
</p:tagLst>
</file>

<file path=ppt/tags/tag1002.xml><?xml version="1.0" encoding="utf-8"?>
<p:tagLst xmlns:a="http://schemas.openxmlformats.org/drawingml/2006/main" xmlns:r="http://schemas.openxmlformats.org/officeDocument/2006/relationships" xmlns:p="http://schemas.openxmlformats.org/presentationml/2006/main">
  <p:tag name="NUM" val="12"/>
</p:tagLst>
</file>

<file path=ppt/tags/tag1003.xml><?xml version="1.0" encoding="utf-8"?>
<p:tagLst xmlns:a="http://schemas.openxmlformats.org/drawingml/2006/main" xmlns:r="http://schemas.openxmlformats.org/officeDocument/2006/relationships" xmlns:p="http://schemas.openxmlformats.org/presentationml/2006/main">
  <p:tag name="NUM" val="13"/>
</p:tagLst>
</file>

<file path=ppt/tags/tag1004.xml><?xml version="1.0" encoding="utf-8"?>
<p:tagLst xmlns:a="http://schemas.openxmlformats.org/drawingml/2006/main" xmlns:r="http://schemas.openxmlformats.org/officeDocument/2006/relationships" xmlns:p="http://schemas.openxmlformats.org/presentationml/2006/main">
  <p:tag name="NUM" val="14"/>
</p:tagLst>
</file>

<file path=ppt/tags/tag1005.xml><?xml version="1.0" encoding="utf-8"?>
<p:tagLst xmlns:a="http://schemas.openxmlformats.org/drawingml/2006/main" xmlns:r="http://schemas.openxmlformats.org/officeDocument/2006/relationships" xmlns:p="http://schemas.openxmlformats.org/presentationml/2006/main">
  <p:tag name="NUM" val="15"/>
</p:tagLst>
</file>

<file path=ppt/tags/tag1006.xml><?xml version="1.0" encoding="utf-8"?>
<p:tagLst xmlns:a="http://schemas.openxmlformats.org/drawingml/2006/main" xmlns:r="http://schemas.openxmlformats.org/officeDocument/2006/relationships" xmlns:p="http://schemas.openxmlformats.org/presentationml/2006/main">
  <p:tag name="NUM" val="16"/>
</p:tagLst>
</file>

<file path=ppt/tags/tag1007.xml><?xml version="1.0" encoding="utf-8"?>
<p:tagLst xmlns:a="http://schemas.openxmlformats.org/drawingml/2006/main" xmlns:r="http://schemas.openxmlformats.org/officeDocument/2006/relationships" xmlns:p="http://schemas.openxmlformats.org/presentationml/2006/main">
  <p:tag name="NUM" val="17"/>
</p:tagLst>
</file>

<file path=ppt/tags/tag1008.xml><?xml version="1.0" encoding="utf-8"?>
<p:tagLst xmlns:a="http://schemas.openxmlformats.org/drawingml/2006/main" xmlns:r="http://schemas.openxmlformats.org/officeDocument/2006/relationships" xmlns:p="http://schemas.openxmlformats.org/presentationml/2006/main">
  <p:tag name="NUM" val="18"/>
</p:tagLst>
</file>

<file path=ppt/tags/tag1009.xml><?xml version="1.0" encoding="utf-8"?>
<p:tagLst xmlns:a="http://schemas.openxmlformats.org/drawingml/2006/main" xmlns:r="http://schemas.openxmlformats.org/officeDocument/2006/relationships" xmlns:p="http://schemas.openxmlformats.org/presentationml/2006/main">
  <p:tag name="NUM" val="19"/>
</p:tagLst>
</file>

<file path=ppt/tags/tag1010.xml><?xml version="1.0" encoding="utf-8"?>
<p:tagLst xmlns:a="http://schemas.openxmlformats.org/drawingml/2006/main" xmlns:r="http://schemas.openxmlformats.org/officeDocument/2006/relationships" xmlns:p="http://schemas.openxmlformats.org/presentationml/2006/main">
  <p:tag name="NUM" val="20"/>
</p:tagLst>
</file>

<file path=ppt/tags/tag1011.xml><?xml version="1.0" encoding="utf-8"?>
<p:tagLst xmlns:a="http://schemas.openxmlformats.org/drawingml/2006/main" xmlns:r="http://schemas.openxmlformats.org/officeDocument/2006/relationships" xmlns:p="http://schemas.openxmlformats.org/presentationml/2006/main">
  <p:tag name="NUM" val="21"/>
</p:tagLst>
</file>

<file path=ppt/tags/tag1012.xml><?xml version="1.0" encoding="utf-8"?>
<p:tagLst xmlns:a="http://schemas.openxmlformats.org/drawingml/2006/main" xmlns:r="http://schemas.openxmlformats.org/officeDocument/2006/relationships" xmlns:p="http://schemas.openxmlformats.org/presentationml/2006/main">
  <p:tag name="NUM" val="22"/>
</p:tagLst>
</file>

<file path=ppt/tags/tag1013.xml><?xml version="1.0" encoding="utf-8"?>
<p:tagLst xmlns:a="http://schemas.openxmlformats.org/drawingml/2006/main" xmlns:r="http://schemas.openxmlformats.org/officeDocument/2006/relationships" xmlns:p="http://schemas.openxmlformats.org/presentationml/2006/main">
  <p:tag name="NUM" val="23"/>
</p:tagLst>
</file>

<file path=ppt/tags/tag1014.xml><?xml version="1.0" encoding="utf-8"?>
<p:tagLst xmlns:a="http://schemas.openxmlformats.org/drawingml/2006/main" xmlns:r="http://schemas.openxmlformats.org/officeDocument/2006/relationships" xmlns:p="http://schemas.openxmlformats.org/presentationml/2006/main">
  <p:tag name="NUM" val="24"/>
</p:tagLst>
</file>

<file path=ppt/tags/tag1015.xml><?xml version="1.0" encoding="utf-8"?>
<p:tagLst xmlns:a="http://schemas.openxmlformats.org/drawingml/2006/main" xmlns:r="http://schemas.openxmlformats.org/officeDocument/2006/relationships" xmlns:p="http://schemas.openxmlformats.org/presentationml/2006/main">
  <p:tag name="NUM" val="25"/>
</p:tagLst>
</file>

<file path=ppt/tags/tag1016.xml><?xml version="1.0" encoding="utf-8"?>
<p:tagLst xmlns:a="http://schemas.openxmlformats.org/drawingml/2006/main" xmlns:r="http://schemas.openxmlformats.org/officeDocument/2006/relationships" xmlns:p="http://schemas.openxmlformats.org/presentationml/2006/main">
  <p:tag name="NUM" val="26"/>
</p:tagLst>
</file>

<file path=ppt/tags/tag1017.xml><?xml version="1.0" encoding="utf-8"?>
<p:tagLst xmlns:a="http://schemas.openxmlformats.org/drawingml/2006/main" xmlns:r="http://schemas.openxmlformats.org/officeDocument/2006/relationships" xmlns:p="http://schemas.openxmlformats.org/presentationml/2006/main">
  <p:tag name="NUM" val="27"/>
</p:tagLst>
</file>

<file path=ppt/tags/tag1018.xml><?xml version="1.0" encoding="utf-8"?>
<p:tagLst xmlns:a="http://schemas.openxmlformats.org/drawingml/2006/main" xmlns:r="http://schemas.openxmlformats.org/officeDocument/2006/relationships" xmlns:p="http://schemas.openxmlformats.org/presentationml/2006/main">
  <p:tag name="NUM" val="28"/>
</p:tagLst>
</file>

<file path=ppt/tags/tag1019.xml><?xml version="1.0" encoding="utf-8"?>
<p:tagLst xmlns:a="http://schemas.openxmlformats.org/drawingml/2006/main" xmlns:r="http://schemas.openxmlformats.org/officeDocument/2006/relationships" xmlns:p="http://schemas.openxmlformats.org/presentationml/2006/main">
  <p:tag name="NUM" val="29"/>
</p:tagLst>
</file>

<file path=ppt/tags/tag1020.xml><?xml version="1.0" encoding="utf-8"?>
<p:tagLst xmlns:a="http://schemas.openxmlformats.org/drawingml/2006/main" xmlns:r="http://schemas.openxmlformats.org/officeDocument/2006/relationships" xmlns:p="http://schemas.openxmlformats.org/presentationml/2006/main">
  <p:tag name="NUM" val="30"/>
</p:tagLst>
</file>

<file path=ppt/tags/tag1021.xml><?xml version="1.0" encoding="utf-8"?>
<p:tagLst xmlns:a="http://schemas.openxmlformats.org/drawingml/2006/main" xmlns:r="http://schemas.openxmlformats.org/officeDocument/2006/relationships" xmlns:p="http://schemas.openxmlformats.org/presentationml/2006/main">
  <p:tag name="NUM" val="31"/>
</p:tagLst>
</file>

<file path=ppt/tags/tag1022.xml><?xml version="1.0" encoding="utf-8"?>
<p:tagLst xmlns:a="http://schemas.openxmlformats.org/drawingml/2006/main" xmlns:r="http://schemas.openxmlformats.org/officeDocument/2006/relationships" xmlns:p="http://schemas.openxmlformats.org/presentationml/2006/main">
  <p:tag name="NUM" val="32"/>
</p:tagLst>
</file>

<file path=ppt/tags/tag1023.xml><?xml version="1.0" encoding="utf-8"?>
<p:tagLst xmlns:a="http://schemas.openxmlformats.org/drawingml/2006/main" xmlns:r="http://schemas.openxmlformats.org/officeDocument/2006/relationships" xmlns:p="http://schemas.openxmlformats.org/presentationml/2006/main">
  <p:tag name="NUM" val="33"/>
</p:tagLst>
</file>

<file path=ppt/tags/tag1024.xml><?xml version="1.0" encoding="utf-8"?>
<p:tagLst xmlns:a="http://schemas.openxmlformats.org/drawingml/2006/main" xmlns:r="http://schemas.openxmlformats.org/officeDocument/2006/relationships" xmlns:p="http://schemas.openxmlformats.org/presentationml/2006/main">
  <p:tag name="NUM" val="34"/>
</p:tagLst>
</file>

<file path=ppt/tags/tag1025.xml><?xml version="1.0" encoding="utf-8"?>
<p:tagLst xmlns:a="http://schemas.openxmlformats.org/drawingml/2006/main" xmlns:r="http://schemas.openxmlformats.org/officeDocument/2006/relationships" xmlns:p="http://schemas.openxmlformats.org/presentationml/2006/main">
  <p:tag name="NUM" val="35"/>
</p:tagLst>
</file>

<file path=ppt/tags/tag1026.xml><?xml version="1.0" encoding="utf-8"?>
<p:tagLst xmlns:a="http://schemas.openxmlformats.org/drawingml/2006/main" xmlns:r="http://schemas.openxmlformats.org/officeDocument/2006/relationships" xmlns:p="http://schemas.openxmlformats.org/presentationml/2006/main">
  <p:tag name="NUM" val="36"/>
</p:tagLst>
</file>

<file path=ppt/tags/tag1027.xml><?xml version="1.0" encoding="utf-8"?>
<p:tagLst xmlns:a="http://schemas.openxmlformats.org/drawingml/2006/main" xmlns:r="http://schemas.openxmlformats.org/officeDocument/2006/relationships" xmlns:p="http://schemas.openxmlformats.org/presentationml/2006/main">
  <p:tag name="NUM" val="37"/>
</p:tagLst>
</file>

<file path=ppt/tags/tag1028.xml><?xml version="1.0" encoding="utf-8"?>
<p:tagLst xmlns:a="http://schemas.openxmlformats.org/drawingml/2006/main" xmlns:r="http://schemas.openxmlformats.org/officeDocument/2006/relationships" xmlns:p="http://schemas.openxmlformats.org/presentationml/2006/main">
  <p:tag name="NUM" val="38"/>
</p:tagLst>
</file>

<file path=ppt/tags/tag1029.xml><?xml version="1.0" encoding="utf-8"?>
<p:tagLst xmlns:a="http://schemas.openxmlformats.org/drawingml/2006/main" xmlns:r="http://schemas.openxmlformats.org/officeDocument/2006/relationships" xmlns:p="http://schemas.openxmlformats.org/presentationml/2006/main">
  <p:tag name="NUM" val="39"/>
</p:tagLst>
</file>

<file path=ppt/tags/tag1030.xml><?xml version="1.0" encoding="utf-8"?>
<p:tagLst xmlns:a="http://schemas.openxmlformats.org/drawingml/2006/main" xmlns:r="http://schemas.openxmlformats.org/officeDocument/2006/relationships" xmlns:p="http://schemas.openxmlformats.org/presentationml/2006/main">
  <p:tag name="NUM" val="40"/>
</p:tagLst>
</file>

<file path=ppt/tags/tag1031.xml><?xml version="1.0" encoding="utf-8"?>
<p:tagLst xmlns:a="http://schemas.openxmlformats.org/drawingml/2006/main" xmlns:r="http://schemas.openxmlformats.org/officeDocument/2006/relationships" xmlns:p="http://schemas.openxmlformats.org/presentationml/2006/main">
  <p:tag name="NUM" val="41"/>
</p:tagLst>
</file>

<file path=ppt/tags/tag1032.xml><?xml version="1.0" encoding="utf-8"?>
<p:tagLst xmlns:a="http://schemas.openxmlformats.org/drawingml/2006/main" xmlns:r="http://schemas.openxmlformats.org/officeDocument/2006/relationships" xmlns:p="http://schemas.openxmlformats.org/presentationml/2006/main">
  <p:tag name="NUM" val="1"/>
</p:tagLst>
</file>

<file path=ppt/tags/tag1033.xml><?xml version="1.0" encoding="utf-8"?>
<p:tagLst xmlns:a="http://schemas.openxmlformats.org/drawingml/2006/main" xmlns:r="http://schemas.openxmlformats.org/officeDocument/2006/relationships" xmlns:p="http://schemas.openxmlformats.org/presentationml/2006/main">
  <p:tag name="NUM" val="2"/>
</p:tagLst>
</file>

<file path=ppt/tags/tag1034.xml><?xml version="1.0" encoding="utf-8"?>
<p:tagLst xmlns:a="http://schemas.openxmlformats.org/drawingml/2006/main" xmlns:r="http://schemas.openxmlformats.org/officeDocument/2006/relationships" xmlns:p="http://schemas.openxmlformats.org/presentationml/2006/main">
  <p:tag name="NUM" val="3"/>
</p:tagLst>
</file>

<file path=ppt/tags/tag1035.xml><?xml version="1.0" encoding="utf-8"?>
<p:tagLst xmlns:a="http://schemas.openxmlformats.org/drawingml/2006/main" xmlns:r="http://schemas.openxmlformats.org/officeDocument/2006/relationships" xmlns:p="http://schemas.openxmlformats.org/presentationml/2006/main">
  <p:tag name="NUM" val="4"/>
</p:tagLst>
</file>

<file path=ppt/tags/tag1036.xml><?xml version="1.0" encoding="utf-8"?>
<p:tagLst xmlns:a="http://schemas.openxmlformats.org/drawingml/2006/main" xmlns:r="http://schemas.openxmlformats.org/officeDocument/2006/relationships" xmlns:p="http://schemas.openxmlformats.org/presentationml/2006/main">
  <p:tag name="NUM" val="5"/>
</p:tagLst>
</file>

<file path=ppt/tags/tag1037.xml><?xml version="1.0" encoding="utf-8"?>
<p:tagLst xmlns:a="http://schemas.openxmlformats.org/drawingml/2006/main" xmlns:r="http://schemas.openxmlformats.org/officeDocument/2006/relationships" xmlns:p="http://schemas.openxmlformats.org/presentationml/2006/main">
  <p:tag name="NUM" val="6"/>
</p:tagLst>
</file>

<file path=ppt/tags/tag1038.xml><?xml version="1.0" encoding="utf-8"?>
<p:tagLst xmlns:a="http://schemas.openxmlformats.org/drawingml/2006/main" xmlns:r="http://schemas.openxmlformats.org/officeDocument/2006/relationships" xmlns:p="http://schemas.openxmlformats.org/presentationml/2006/main">
  <p:tag name="NUM" val="7"/>
</p:tagLst>
</file>

<file path=ppt/tags/tag1039.xml><?xml version="1.0" encoding="utf-8"?>
<p:tagLst xmlns:a="http://schemas.openxmlformats.org/drawingml/2006/main" xmlns:r="http://schemas.openxmlformats.org/officeDocument/2006/relationships" xmlns:p="http://schemas.openxmlformats.org/presentationml/2006/main">
  <p:tag name="NUM" val="8"/>
</p:tagLst>
</file>

<file path=ppt/tags/tag1040.xml><?xml version="1.0" encoding="utf-8"?>
<p:tagLst xmlns:a="http://schemas.openxmlformats.org/drawingml/2006/main" xmlns:r="http://schemas.openxmlformats.org/officeDocument/2006/relationships" xmlns:p="http://schemas.openxmlformats.org/presentationml/2006/main">
  <p:tag name="NUM" val="9"/>
</p:tagLst>
</file>

<file path=ppt/tags/tag1041.xml><?xml version="1.0" encoding="utf-8"?>
<p:tagLst xmlns:a="http://schemas.openxmlformats.org/drawingml/2006/main" xmlns:r="http://schemas.openxmlformats.org/officeDocument/2006/relationships" xmlns:p="http://schemas.openxmlformats.org/presentationml/2006/main">
  <p:tag name="NUM" val="10"/>
</p:tagLst>
</file>

<file path=ppt/tags/tag1042.xml><?xml version="1.0" encoding="utf-8"?>
<p:tagLst xmlns:a="http://schemas.openxmlformats.org/drawingml/2006/main" xmlns:r="http://schemas.openxmlformats.org/officeDocument/2006/relationships" xmlns:p="http://schemas.openxmlformats.org/presentationml/2006/main">
  <p:tag name="NUM" val="11"/>
</p:tagLst>
</file>

<file path=ppt/tags/tag1043.xml><?xml version="1.0" encoding="utf-8"?>
<p:tagLst xmlns:a="http://schemas.openxmlformats.org/drawingml/2006/main" xmlns:r="http://schemas.openxmlformats.org/officeDocument/2006/relationships" xmlns:p="http://schemas.openxmlformats.org/presentationml/2006/main">
  <p:tag name="NUM" val="12"/>
</p:tagLst>
</file>

<file path=ppt/tags/tag1044.xml><?xml version="1.0" encoding="utf-8"?>
<p:tagLst xmlns:a="http://schemas.openxmlformats.org/drawingml/2006/main" xmlns:r="http://schemas.openxmlformats.org/officeDocument/2006/relationships" xmlns:p="http://schemas.openxmlformats.org/presentationml/2006/main">
  <p:tag name="NUM" val="13"/>
</p:tagLst>
</file>

<file path=ppt/tags/tag1045.xml><?xml version="1.0" encoding="utf-8"?>
<p:tagLst xmlns:a="http://schemas.openxmlformats.org/drawingml/2006/main" xmlns:r="http://schemas.openxmlformats.org/officeDocument/2006/relationships" xmlns:p="http://schemas.openxmlformats.org/presentationml/2006/main">
  <p:tag name="NUM" val="14"/>
</p:tagLst>
</file>

<file path=ppt/tags/tag1046.xml><?xml version="1.0" encoding="utf-8"?>
<p:tagLst xmlns:a="http://schemas.openxmlformats.org/drawingml/2006/main" xmlns:r="http://schemas.openxmlformats.org/officeDocument/2006/relationships" xmlns:p="http://schemas.openxmlformats.org/presentationml/2006/main">
  <p:tag name="NUM" val="15"/>
</p:tagLst>
</file>

<file path=ppt/tags/tag1047.xml><?xml version="1.0" encoding="utf-8"?>
<p:tagLst xmlns:a="http://schemas.openxmlformats.org/drawingml/2006/main" xmlns:r="http://schemas.openxmlformats.org/officeDocument/2006/relationships" xmlns:p="http://schemas.openxmlformats.org/presentationml/2006/main">
  <p:tag name="NUM" val="16"/>
</p:tagLst>
</file>

<file path=ppt/tags/tag1048.xml><?xml version="1.0" encoding="utf-8"?>
<p:tagLst xmlns:a="http://schemas.openxmlformats.org/drawingml/2006/main" xmlns:r="http://schemas.openxmlformats.org/officeDocument/2006/relationships" xmlns:p="http://schemas.openxmlformats.org/presentationml/2006/main">
  <p:tag name="NUM" val="17"/>
</p:tagLst>
</file>

<file path=ppt/tags/tag1049.xml><?xml version="1.0" encoding="utf-8"?>
<p:tagLst xmlns:a="http://schemas.openxmlformats.org/drawingml/2006/main" xmlns:r="http://schemas.openxmlformats.org/officeDocument/2006/relationships" xmlns:p="http://schemas.openxmlformats.org/presentationml/2006/main">
  <p:tag name="NUM" val="1"/>
</p:tagLst>
</file>

<file path=ppt/tags/tag1050.xml><?xml version="1.0" encoding="utf-8"?>
<p:tagLst xmlns:a="http://schemas.openxmlformats.org/drawingml/2006/main" xmlns:r="http://schemas.openxmlformats.org/officeDocument/2006/relationships" xmlns:p="http://schemas.openxmlformats.org/presentationml/2006/main">
  <p:tag name="NUM" val="2"/>
</p:tagLst>
</file>

<file path=ppt/tags/tag1051.xml><?xml version="1.0" encoding="utf-8"?>
<p:tagLst xmlns:a="http://schemas.openxmlformats.org/drawingml/2006/main" xmlns:r="http://schemas.openxmlformats.org/officeDocument/2006/relationships" xmlns:p="http://schemas.openxmlformats.org/presentationml/2006/main">
  <p:tag name="NUM" val="3"/>
</p:tagLst>
</file>

<file path=ppt/tags/tag1052.xml><?xml version="1.0" encoding="utf-8"?>
<p:tagLst xmlns:a="http://schemas.openxmlformats.org/drawingml/2006/main" xmlns:r="http://schemas.openxmlformats.org/officeDocument/2006/relationships" xmlns:p="http://schemas.openxmlformats.org/presentationml/2006/main">
  <p:tag name="NUM" val="4"/>
</p:tagLst>
</file>

<file path=ppt/tags/tag1053.xml><?xml version="1.0" encoding="utf-8"?>
<p:tagLst xmlns:a="http://schemas.openxmlformats.org/drawingml/2006/main" xmlns:r="http://schemas.openxmlformats.org/officeDocument/2006/relationships" xmlns:p="http://schemas.openxmlformats.org/presentationml/2006/main">
  <p:tag name="NUM" val="5"/>
</p:tagLst>
</file>

<file path=ppt/tags/tag1054.xml><?xml version="1.0" encoding="utf-8"?>
<p:tagLst xmlns:a="http://schemas.openxmlformats.org/drawingml/2006/main" xmlns:r="http://schemas.openxmlformats.org/officeDocument/2006/relationships" xmlns:p="http://schemas.openxmlformats.org/presentationml/2006/main">
  <p:tag name="NUM" val="6"/>
</p:tagLst>
</file>

<file path=ppt/tags/tag1055.xml><?xml version="1.0" encoding="utf-8"?>
<p:tagLst xmlns:a="http://schemas.openxmlformats.org/drawingml/2006/main" xmlns:r="http://schemas.openxmlformats.org/officeDocument/2006/relationships" xmlns:p="http://schemas.openxmlformats.org/presentationml/2006/main">
  <p:tag name="NUM" val="7"/>
</p:tagLst>
</file>

<file path=ppt/tags/tag1056.xml><?xml version="1.0" encoding="utf-8"?>
<p:tagLst xmlns:a="http://schemas.openxmlformats.org/drawingml/2006/main" xmlns:r="http://schemas.openxmlformats.org/officeDocument/2006/relationships" xmlns:p="http://schemas.openxmlformats.org/presentationml/2006/main">
  <p:tag name="NUM" val="8"/>
</p:tagLst>
</file>

<file path=ppt/tags/tag1057.xml><?xml version="1.0" encoding="utf-8"?>
<p:tagLst xmlns:a="http://schemas.openxmlformats.org/drawingml/2006/main" xmlns:r="http://schemas.openxmlformats.org/officeDocument/2006/relationships" xmlns:p="http://schemas.openxmlformats.org/presentationml/2006/main">
  <p:tag name="NUM" val="9"/>
</p:tagLst>
</file>

<file path=ppt/tags/tag1058.xml><?xml version="1.0" encoding="utf-8"?>
<p:tagLst xmlns:a="http://schemas.openxmlformats.org/drawingml/2006/main" xmlns:r="http://schemas.openxmlformats.org/officeDocument/2006/relationships" xmlns:p="http://schemas.openxmlformats.org/presentationml/2006/main">
  <p:tag name="NUM" val="10"/>
</p:tagLst>
</file>

<file path=ppt/tags/tag1059.xml><?xml version="1.0" encoding="utf-8"?>
<p:tagLst xmlns:a="http://schemas.openxmlformats.org/drawingml/2006/main" xmlns:r="http://schemas.openxmlformats.org/officeDocument/2006/relationships" xmlns:p="http://schemas.openxmlformats.org/presentationml/2006/main">
  <p:tag name="NUM" val="11"/>
</p:tagLst>
</file>

<file path=ppt/tags/tag1060.xml><?xml version="1.0" encoding="utf-8"?>
<p:tagLst xmlns:a="http://schemas.openxmlformats.org/drawingml/2006/main" xmlns:r="http://schemas.openxmlformats.org/officeDocument/2006/relationships" xmlns:p="http://schemas.openxmlformats.org/presentationml/2006/main">
  <p:tag name="NUM" val="12"/>
</p:tagLst>
</file>

<file path=ppt/tags/tag1061.xml><?xml version="1.0" encoding="utf-8"?>
<p:tagLst xmlns:a="http://schemas.openxmlformats.org/drawingml/2006/main" xmlns:r="http://schemas.openxmlformats.org/officeDocument/2006/relationships" xmlns:p="http://schemas.openxmlformats.org/presentationml/2006/main">
  <p:tag name="NUM" val="13"/>
</p:tagLst>
</file>

<file path=ppt/tags/tag1062.xml><?xml version="1.0" encoding="utf-8"?>
<p:tagLst xmlns:a="http://schemas.openxmlformats.org/drawingml/2006/main" xmlns:r="http://schemas.openxmlformats.org/officeDocument/2006/relationships" xmlns:p="http://schemas.openxmlformats.org/presentationml/2006/main">
  <p:tag name="NUM" val="14"/>
</p:tagLst>
</file>

<file path=ppt/tags/tag1063.xml><?xml version="1.0" encoding="utf-8"?>
<p:tagLst xmlns:a="http://schemas.openxmlformats.org/drawingml/2006/main" xmlns:r="http://schemas.openxmlformats.org/officeDocument/2006/relationships" xmlns:p="http://schemas.openxmlformats.org/presentationml/2006/main">
  <p:tag name="NUM" val="15"/>
</p:tagLst>
</file>

<file path=ppt/tags/tag1064.xml><?xml version="1.0" encoding="utf-8"?>
<p:tagLst xmlns:a="http://schemas.openxmlformats.org/drawingml/2006/main" xmlns:r="http://schemas.openxmlformats.org/officeDocument/2006/relationships" xmlns:p="http://schemas.openxmlformats.org/presentationml/2006/main">
  <p:tag name="NUM" val="16"/>
</p:tagLst>
</file>

<file path=ppt/tags/tag1065.xml><?xml version="1.0" encoding="utf-8"?>
<p:tagLst xmlns:a="http://schemas.openxmlformats.org/drawingml/2006/main" xmlns:r="http://schemas.openxmlformats.org/officeDocument/2006/relationships" xmlns:p="http://schemas.openxmlformats.org/presentationml/2006/main">
  <p:tag name="NUM" val="17"/>
</p:tagLst>
</file>

<file path=ppt/tags/tag1066.xml><?xml version="1.0" encoding="utf-8"?>
<p:tagLst xmlns:a="http://schemas.openxmlformats.org/drawingml/2006/main" xmlns:r="http://schemas.openxmlformats.org/officeDocument/2006/relationships" xmlns:p="http://schemas.openxmlformats.org/presentationml/2006/main">
  <p:tag name="NUM" val="18"/>
</p:tagLst>
</file>

<file path=ppt/tags/tag1067.xml><?xml version="1.0" encoding="utf-8"?>
<p:tagLst xmlns:a="http://schemas.openxmlformats.org/drawingml/2006/main" xmlns:r="http://schemas.openxmlformats.org/officeDocument/2006/relationships" xmlns:p="http://schemas.openxmlformats.org/presentationml/2006/main">
  <p:tag name="NUM" val="19"/>
</p:tagLst>
</file>

<file path=ppt/tags/tag1068.xml><?xml version="1.0" encoding="utf-8"?>
<p:tagLst xmlns:a="http://schemas.openxmlformats.org/drawingml/2006/main" xmlns:r="http://schemas.openxmlformats.org/officeDocument/2006/relationships" xmlns:p="http://schemas.openxmlformats.org/presentationml/2006/main">
  <p:tag name="NUM" val="20"/>
</p:tagLst>
</file>

<file path=ppt/tags/tag1069.xml><?xml version="1.0" encoding="utf-8"?>
<p:tagLst xmlns:a="http://schemas.openxmlformats.org/drawingml/2006/main" xmlns:r="http://schemas.openxmlformats.org/officeDocument/2006/relationships" xmlns:p="http://schemas.openxmlformats.org/presentationml/2006/main">
  <p:tag name="NUM" val="21"/>
</p:tagLst>
</file>

<file path=ppt/tags/tag1070.xml><?xml version="1.0" encoding="utf-8"?>
<p:tagLst xmlns:a="http://schemas.openxmlformats.org/drawingml/2006/main" xmlns:r="http://schemas.openxmlformats.org/officeDocument/2006/relationships" xmlns:p="http://schemas.openxmlformats.org/presentationml/2006/main">
  <p:tag name="NUM" val="22"/>
</p:tagLst>
</file>

<file path=ppt/tags/tag1071.xml><?xml version="1.0" encoding="utf-8"?>
<p:tagLst xmlns:a="http://schemas.openxmlformats.org/drawingml/2006/main" xmlns:r="http://schemas.openxmlformats.org/officeDocument/2006/relationships" xmlns:p="http://schemas.openxmlformats.org/presentationml/2006/main">
  <p:tag name="NUM" val="23"/>
</p:tagLst>
</file>

<file path=ppt/tags/tag1072.xml><?xml version="1.0" encoding="utf-8"?>
<p:tagLst xmlns:a="http://schemas.openxmlformats.org/drawingml/2006/main" xmlns:r="http://schemas.openxmlformats.org/officeDocument/2006/relationships" xmlns:p="http://schemas.openxmlformats.org/presentationml/2006/main">
  <p:tag name="NUM" val="24"/>
</p:tagLst>
</file>

<file path=ppt/tags/tag1073.xml><?xml version="1.0" encoding="utf-8"?>
<p:tagLst xmlns:a="http://schemas.openxmlformats.org/drawingml/2006/main" xmlns:r="http://schemas.openxmlformats.org/officeDocument/2006/relationships" xmlns:p="http://schemas.openxmlformats.org/presentationml/2006/main">
  <p:tag name="NUM" val="25"/>
</p:tagLst>
</file>

<file path=ppt/tags/tag1074.xml><?xml version="1.0" encoding="utf-8"?>
<p:tagLst xmlns:a="http://schemas.openxmlformats.org/drawingml/2006/main" xmlns:r="http://schemas.openxmlformats.org/officeDocument/2006/relationships" xmlns:p="http://schemas.openxmlformats.org/presentationml/2006/main">
  <p:tag name="NUM" val="26"/>
</p:tagLst>
</file>

<file path=ppt/tags/tag1075.xml><?xml version="1.0" encoding="utf-8"?>
<p:tagLst xmlns:a="http://schemas.openxmlformats.org/drawingml/2006/main" xmlns:r="http://schemas.openxmlformats.org/officeDocument/2006/relationships" xmlns:p="http://schemas.openxmlformats.org/presentationml/2006/main">
  <p:tag name="NUM" val="27"/>
</p:tagLst>
</file>

<file path=ppt/tags/tag1076.xml><?xml version="1.0" encoding="utf-8"?>
<p:tagLst xmlns:a="http://schemas.openxmlformats.org/drawingml/2006/main" xmlns:r="http://schemas.openxmlformats.org/officeDocument/2006/relationships" xmlns:p="http://schemas.openxmlformats.org/presentationml/2006/main">
  <p:tag name="NUM" val="28"/>
</p:tagLst>
</file>

<file path=ppt/tags/tag1077.xml><?xml version="1.0" encoding="utf-8"?>
<p:tagLst xmlns:a="http://schemas.openxmlformats.org/drawingml/2006/main" xmlns:r="http://schemas.openxmlformats.org/officeDocument/2006/relationships" xmlns:p="http://schemas.openxmlformats.org/presentationml/2006/main">
  <p:tag name="NUM" val="29"/>
</p:tagLst>
</file>

<file path=ppt/tags/tag1078.xml><?xml version="1.0" encoding="utf-8"?>
<p:tagLst xmlns:a="http://schemas.openxmlformats.org/drawingml/2006/main" xmlns:r="http://schemas.openxmlformats.org/officeDocument/2006/relationships" xmlns:p="http://schemas.openxmlformats.org/presentationml/2006/main">
  <p:tag name="NUM" val="1"/>
</p:tagLst>
</file>

<file path=ppt/tags/tag1079.xml><?xml version="1.0" encoding="utf-8"?>
<p:tagLst xmlns:a="http://schemas.openxmlformats.org/drawingml/2006/main" xmlns:r="http://schemas.openxmlformats.org/officeDocument/2006/relationships" xmlns:p="http://schemas.openxmlformats.org/presentationml/2006/main">
  <p:tag name="NUM" val="2"/>
</p:tagLst>
</file>

<file path=ppt/tags/tag1080.xml><?xml version="1.0" encoding="utf-8"?>
<p:tagLst xmlns:a="http://schemas.openxmlformats.org/drawingml/2006/main" xmlns:r="http://schemas.openxmlformats.org/officeDocument/2006/relationships" xmlns:p="http://schemas.openxmlformats.org/presentationml/2006/main">
  <p:tag name="NUM" val="3"/>
</p:tagLst>
</file>

<file path=ppt/tags/tag1081.xml><?xml version="1.0" encoding="utf-8"?>
<p:tagLst xmlns:a="http://schemas.openxmlformats.org/drawingml/2006/main" xmlns:r="http://schemas.openxmlformats.org/officeDocument/2006/relationships" xmlns:p="http://schemas.openxmlformats.org/presentationml/2006/main">
  <p:tag name="NUM" val="4"/>
</p:tagLst>
</file>

<file path=ppt/tags/tag1082.xml><?xml version="1.0" encoding="utf-8"?>
<p:tagLst xmlns:a="http://schemas.openxmlformats.org/drawingml/2006/main" xmlns:r="http://schemas.openxmlformats.org/officeDocument/2006/relationships" xmlns:p="http://schemas.openxmlformats.org/presentationml/2006/main">
  <p:tag name="NUM" val="5"/>
</p:tagLst>
</file>

<file path=ppt/tags/tag1083.xml><?xml version="1.0" encoding="utf-8"?>
<p:tagLst xmlns:a="http://schemas.openxmlformats.org/drawingml/2006/main" xmlns:r="http://schemas.openxmlformats.org/officeDocument/2006/relationships" xmlns:p="http://schemas.openxmlformats.org/presentationml/2006/main">
  <p:tag name="NUM" val="6"/>
</p:tagLst>
</file>

<file path=ppt/tags/tag1084.xml><?xml version="1.0" encoding="utf-8"?>
<p:tagLst xmlns:a="http://schemas.openxmlformats.org/drawingml/2006/main" xmlns:r="http://schemas.openxmlformats.org/officeDocument/2006/relationships" xmlns:p="http://schemas.openxmlformats.org/presentationml/2006/main">
  <p:tag name="NUM" val="7"/>
</p:tagLst>
</file>

<file path=ppt/tags/tag1085.xml><?xml version="1.0" encoding="utf-8"?>
<p:tagLst xmlns:a="http://schemas.openxmlformats.org/drawingml/2006/main" xmlns:r="http://schemas.openxmlformats.org/officeDocument/2006/relationships" xmlns:p="http://schemas.openxmlformats.org/presentationml/2006/main">
  <p:tag name="NUM" val="8"/>
</p:tagLst>
</file>

<file path=ppt/tags/tag1086.xml><?xml version="1.0" encoding="utf-8"?>
<p:tagLst xmlns:a="http://schemas.openxmlformats.org/drawingml/2006/main" xmlns:r="http://schemas.openxmlformats.org/officeDocument/2006/relationships" xmlns:p="http://schemas.openxmlformats.org/presentationml/2006/main">
  <p:tag name="NUM" val="9"/>
</p:tagLst>
</file>

<file path=ppt/tags/tag1087.xml><?xml version="1.0" encoding="utf-8"?>
<p:tagLst xmlns:a="http://schemas.openxmlformats.org/drawingml/2006/main" xmlns:r="http://schemas.openxmlformats.org/officeDocument/2006/relationships" xmlns:p="http://schemas.openxmlformats.org/presentationml/2006/main">
  <p:tag name="NUM" val="10"/>
</p:tagLst>
</file>

<file path=ppt/tags/tag1088.xml><?xml version="1.0" encoding="utf-8"?>
<p:tagLst xmlns:a="http://schemas.openxmlformats.org/drawingml/2006/main" xmlns:r="http://schemas.openxmlformats.org/officeDocument/2006/relationships" xmlns:p="http://schemas.openxmlformats.org/presentationml/2006/main">
  <p:tag name="NUM" val="11"/>
</p:tagLst>
</file>

<file path=ppt/tags/tag1089.xml><?xml version="1.0" encoding="utf-8"?>
<p:tagLst xmlns:a="http://schemas.openxmlformats.org/drawingml/2006/main" xmlns:r="http://schemas.openxmlformats.org/officeDocument/2006/relationships" xmlns:p="http://schemas.openxmlformats.org/presentationml/2006/main">
  <p:tag name="NUM" val="24"/>
</p:tagLst>
</file>

<file path=ppt/tags/tag1090.xml><?xml version="1.0" encoding="utf-8"?>
<p:tagLst xmlns:a="http://schemas.openxmlformats.org/drawingml/2006/main" xmlns:r="http://schemas.openxmlformats.org/officeDocument/2006/relationships" xmlns:p="http://schemas.openxmlformats.org/presentationml/2006/main">
  <p:tag name="NUM" val="25"/>
</p:tagLst>
</file>

<file path=ppt/tags/tag1091.xml><?xml version="1.0" encoding="utf-8"?>
<p:tagLst xmlns:a="http://schemas.openxmlformats.org/drawingml/2006/main" xmlns:r="http://schemas.openxmlformats.org/officeDocument/2006/relationships" xmlns:p="http://schemas.openxmlformats.org/presentationml/2006/main">
  <p:tag name="NUM" val="8"/>
</p:tagLst>
</file>

<file path=ppt/tags/tag1092.xml><?xml version="1.0" encoding="utf-8"?>
<p:tagLst xmlns:a="http://schemas.openxmlformats.org/drawingml/2006/main" xmlns:r="http://schemas.openxmlformats.org/officeDocument/2006/relationships" xmlns:p="http://schemas.openxmlformats.org/presentationml/2006/main">
  <p:tag name="NUM" val="9"/>
</p:tagLst>
</file>

<file path=ppt/tags/tag1093.xml><?xml version="1.0" encoding="utf-8"?>
<p:tagLst xmlns:a="http://schemas.openxmlformats.org/drawingml/2006/main" xmlns:r="http://schemas.openxmlformats.org/officeDocument/2006/relationships" xmlns:p="http://schemas.openxmlformats.org/presentationml/2006/main">
  <p:tag name="NUM" val="10"/>
</p:tagLst>
</file>

<file path=ppt/tags/tag1094.xml><?xml version="1.0" encoding="utf-8"?>
<p:tagLst xmlns:a="http://schemas.openxmlformats.org/drawingml/2006/main" xmlns:r="http://schemas.openxmlformats.org/officeDocument/2006/relationships" xmlns:p="http://schemas.openxmlformats.org/presentationml/2006/main">
  <p:tag name="NUM" val="11"/>
</p:tagLst>
</file>

<file path=ppt/tags/tag1095.xml><?xml version="1.0" encoding="utf-8"?>
<p:tagLst xmlns:a="http://schemas.openxmlformats.org/drawingml/2006/main" xmlns:r="http://schemas.openxmlformats.org/officeDocument/2006/relationships" xmlns:p="http://schemas.openxmlformats.org/presentationml/2006/main">
  <p:tag name="NUM" val="8"/>
</p:tagLst>
</file>

<file path=ppt/tags/tag1096.xml><?xml version="1.0" encoding="utf-8"?>
<p:tagLst xmlns:a="http://schemas.openxmlformats.org/drawingml/2006/main" xmlns:r="http://schemas.openxmlformats.org/officeDocument/2006/relationships" xmlns:p="http://schemas.openxmlformats.org/presentationml/2006/main">
  <p:tag name="NUM" val="9"/>
</p:tagLst>
</file>

<file path=ppt/tags/tag1097.xml><?xml version="1.0" encoding="utf-8"?>
<p:tagLst xmlns:a="http://schemas.openxmlformats.org/drawingml/2006/main" xmlns:r="http://schemas.openxmlformats.org/officeDocument/2006/relationships" xmlns:p="http://schemas.openxmlformats.org/presentationml/2006/main">
  <p:tag name="NUM" val="10"/>
</p:tagLst>
</file>

<file path=ppt/tags/tag1098.xml><?xml version="1.0" encoding="utf-8"?>
<p:tagLst xmlns:a="http://schemas.openxmlformats.org/drawingml/2006/main" xmlns:r="http://schemas.openxmlformats.org/officeDocument/2006/relationships" xmlns:p="http://schemas.openxmlformats.org/presentationml/2006/main">
  <p:tag name="NUM" val="11"/>
</p:tagLst>
</file>

<file path=ppt/tags/tag1099.xml><?xml version="1.0" encoding="utf-8"?>
<p:tagLst xmlns:a="http://schemas.openxmlformats.org/drawingml/2006/main" xmlns:r="http://schemas.openxmlformats.org/officeDocument/2006/relationships" xmlns:p="http://schemas.openxmlformats.org/presentationml/2006/main">
  <p:tag name="NUM" val="8"/>
</p:tagLst>
</file>

<file path=ppt/tags/tag1100.xml><?xml version="1.0" encoding="utf-8"?>
<p:tagLst xmlns:a="http://schemas.openxmlformats.org/drawingml/2006/main" xmlns:r="http://schemas.openxmlformats.org/officeDocument/2006/relationships" xmlns:p="http://schemas.openxmlformats.org/presentationml/2006/main">
  <p:tag name="NUM" val="9"/>
</p:tagLst>
</file>

<file path=ppt/tags/tag1101.xml><?xml version="1.0" encoding="utf-8"?>
<p:tagLst xmlns:a="http://schemas.openxmlformats.org/drawingml/2006/main" xmlns:r="http://schemas.openxmlformats.org/officeDocument/2006/relationships" xmlns:p="http://schemas.openxmlformats.org/presentationml/2006/main">
  <p:tag name="NUM" val="10"/>
</p:tagLst>
</file>

<file path=ppt/tags/tag1102.xml><?xml version="1.0" encoding="utf-8"?>
<p:tagLst xmlns:a="http://schemas.openxmlformats.org/drawingml/2006/main" xmlns:r="http://schemas.openxmlformats.org/officeDocument/2006/relationships" xmlns:p="http://schemas.openxmlformats.org/presentationml/2006/main">
  <p:tag name="NUM" val="11"/>
</p:tagLst>
</file>

<file path=ppt/tags/tag1103.xml><?xml version="1.0" encoding="utf-8"?>
<p:tagLst xmlns:a="http://schemas.openxmlformats.org/drawingml/2006/main" xmlns:r="http://schemas.openxmlformats.org/officeDocument/2006/relationships" xmlns:p="http://schemas.openxmlformats.org/presentationml/2006/main">
  <p:tag name="NUM" val="1"/>
</p:tagLst>
</file>

<file path=ppt/tags/tag1104.xml><?xml version="1.0" encoding="utf-8"?>
<p:tagLst xmlns:a="http://schemas.openxmlformats.org/drawingml/2006/main" xmlns:r="http://schemas.openxmlformats.org/officeDocument/2006/relationships" xmlns:p="http://schemas.openxmlformats.org/presentationml/2006/main">
  <p:tag name="NUM" val="2"/>
</p:tagLst>
</file>

<file path=ppt/tags/tag1105.xml><?xml version="1.0" encoding="utf-8"?>
<p:tagLst xmlns:a="http://schemas.openxmlformats.org/drawingml/2006/main" xmlns:r="http://schemas.openxmlformats.org/officeDocument/2006/relationships" xmlns:p="http://schemas.openxmlformats.org/presentationml/2006/main">
  <p:tag name="NUM" val="3"/>
</p:tagLst>
</file>

<file path=ppt/tags/tag1106.xml><?xml version="1.0" encoding="utf-8"?>
<p:tagLst xmlns:a="http://schemas.openxmlformats.org/drawingml/2006/main" xmlns:r="http://schemas.openxmlformats.org/officeDocument/2006/relationships" xmlns:p="http://schemas.openxmlformats.org/presentationml/2006/main">
  <p:tag name="NUM" val="4"/>
</p:tagLst>
</file>

<file path=ppt/tags/tag1107.xml><?xml version="1.0" encoding="utf-8"?>
<p:tagLst xmlns:a="http://schemas.openxmlformats.org/drawingml/2006/main" xmlns:r="http://schemas.openxmlformats.org/officeDocument/2006/relationships" xmlns:p="http://schemas.openxmlformats.org/presentationml/2006/main">
  <p:tag name="NUM" val="5"/>
</p:tagLst>
</file>

<file path=ppt/tags/tag1108.xml><?xml version="1.0" encoding="utf-8"?>
<p:tagLst xmlns:a="http://schemas.openxmlformats.org/drawingml/2006/main" xmlns:r="http://schemas.openxmlformats.org/officeDocument/2006/relationships" xmlns:p="http://schemas.openxmlformats.org/presentationml/2006/main">
  <p:tag name="NUM" val="6"/>
</p:tagLst>
</file>

<file path=ppt/tags/tag1109.xml><?xml version="1.0" encoding="utf-8"?>
<p:tagLst xmlns:a="http://schemas.openxmlformats.org/drawingml/2006/main" xmlns:r="http://schemas.openxmlformats.org/officeDocument/2006/relationships" xmlns:p="http://schemas.openxmlformats.org/presentationml/2006/main">
  <p:tag name="NUM" val="7"/>
</p:tagLst>
</file>

<file path=ppt/tags/tag1110.xml><?xml version="1.0" encoding="utf-8"?>
<p:tagLst xmlns:a="http://schemas.openxmlformats.org/drawingml/2006/main" xmlns:r="http://schemas.openxmlformats.org/officeDocument/2006/relationships" xmlns:p="http://schemas.openxmlformats.org/presentationml/2006/main">
  <p:tag name="NUM" val="8"/>
</p:tagLst>
</file>

<file path=ppt/tags/tag1111.xml><?xml version="1.0" encoding="utf-8"?>
<p:tagLst xmlns:a="http://schemas.openxmlformats.org/drawingml/2006/main" xmlns:r="http://schemas.openxmlformats.org/officeDocument/2006/relationships" xmlns:p="http://schemas.openxmlformats.org/presentationml/2006/main">
  <p:tag name="NUM" val="9"/>
</p:tagLst>
</file>

<file path=ppt/tags/tag1112.xml><?xml version="1.0" encoding="utf-8"?>
<p:tagLst xmlns:a="http://schemas.openxmlformats.org/drawingml/2006/main" xmlns:r="http://schemas.openxmlformats.org/officeDocument/2006/relationships" xmlns:p="http://schemas.openxmlformats.org/presentationml/2006/main">
  <p:tag name="NUM" val="10"/>
</p:tagLst>
</file>

<file path=ppt/tags/tag1113.xml><?xml version="1.0" encoding="utf-8"?>
<p:tagLst xmlns:a="http://schemas.openxmlformats.org/drawingml/2006/main" xmlns:r="http://schemas.openxmlformats.org/officeDocument/2006/relationships" xmlns:p="http://schemas.openxmlformats.org/presentationml/2006/main">
  <p:tag name="NUM" val="11"/>
</p:tagLst>
</file>

<file path=ppt/tags/tag1114.xml><?xml version="1.0" encoding="utf-8"?>
<p:tagLst xmlns:a="http://schemas.openxmlformats.org/drawingml/2006/main" xmlns:r="http://schemas.openxmlformats.org/officeDocument/2006/relationships" xmlns:p="http://schemas.openxmlformats.org/presentationml/2006/main">
  <p:tag name="NUM" val="12"/>
</p:tagLst>
</file>

<file path=ppt/tags/tag1115.xml><?xml version="1.0" encoding="utf-8"?>
<p:tagLst xmlns:a="http://schemas.openxmlformats.org/drawingml/2006/main" xmlns:r="http://schemas.openxmlformats.org/officeDocument/2006/relationships" xmlns:p="http://schemas.openxmlformats.org/presentationml/2006/main">
  <p:tag name="NUM" val="13"/>
</p:tagLst>
</file>

<file path=ppt/tags/tag1116.xml><?xml version="1.0" encoding="utf-8"?>
<p:tagLst xmlns:a="http://schemas.openxmlformats.org/drawingml/2006/main" xmlns:r="http://schemas.openxmlformats.org/officeDocument/2006/relationships" xmlns:p="http://schemas.openxmlformats.org/presentationml/2006/main">
  <p:tag name="NUM" val="14"/>
</p:tagLst>
</file>

<file path=ppt/tags/tag1117.xml><?xml version="1.0" encoding="utf-8"?>
<p:tagLst xmlns:a="http://schemas.openxmlformats.org/drawingml/2006/main" xmlns:r="http://schemas.openxmlformats.org/officeDocument/2006/relationships" xmlns:p="http://schemas.openxmlformats.org/presentationml/2006/main">
  <p:tag name="NUM" val="15"/>
</p:tagLst>
</file>

<file path=ppt/tags/tag1118.xml><?xml version="1.0" encoding="utf-8"?>
<p:tagLst xmlns:a="http://schemas.openxmlformats.org/drawingml/2006/main" xmlns:r="http://schemas.openxmlformats.org/officeDocument/2006/relationships" xmlns:p="http://schemas.openxmlformats.org/presentationml/2006/main">
  <p:tag name="NUM" val="16"/>
</p:tagLst>
</file>

<file path=ppt/tags/tag1119.xml><?xml version="1.0" encoding="utf-8"?>
<p:tagLst xmlns:a="http://schemas.openxmlformats.org/drawingml/2006/main" xmlns:r="http://schemas.openxmlformats.org/officeDocument/2006/relationships" xmlns:p="http://schemas.openxmlformats.org/presentationml/2006/main">
  <p:tag name="NUM" val="17"/>
</p:tagLst>
</file>

<file path=ppt/tags/tag1120.xml><?xml version="1.0" encoding="utf-8"?>
<p:tagLst xmlns:a="http://schemas.openxmlformats.org/drawingml/2006/main" xmlns:r="http://schemas.openxmlformats.org/officeDocument/2006/relationships" xmlns:p="http://schemas.openxmlformats.org/presentationml/2006/main">
  <p:tag name="NUM" val="18"/>
</p:tagLst>
</file>

<file path=ppt/tags/tag1121.xml><?xml version="1.0" encoding="utf-8"?>
<p:tagLst xmlns:a="http://schemas.openxmlformats.org/drawingml/2006/main" xmlns:r="http://schemas.openxmlformats.org/officeDocument/2006/relationships" xmlns:p="http://schemas.openxmlformats.org/presentationml/2006/main">
  <p:tag name="NUM" val="19"/>
</p:tagLst>
</file>

<file path=ppt/tags/tag1122.xml><?xml version="1.0" encoding="utf-8"?>
<p:tagLst xmlns:a="http://schemas.openxmlformats.org/drawingml/2006/main" xmlns:r="http://schemas.openxmlformats.org/officeDocument/2006/relationships" xmlns:p="http://schemas.openxmlformats.org/presentationml/2006/main">
  <p:tag name="NUM" val="20"/>
</p:tagLst>
</file>

<file path=ppt/tags/tag1123.xml><?xml version="1.0" encoding="utf-8"?>
<p:tagLst xmlns:a="http://schemas.openxmlformats.org/drawingml/2006/main" xmlns:r="http://schemas.openxmlformats.org/officeDocument/2006/relationships" xmlns:p="http://schemas.openxmlformats.org/presentationml/2006/main">
  <p:tag name="NUM" val="21"/>
</p:tagLst>
</file>

<file path=ppt/tags/tag1124.xml><?xml version="1.0" encoding="utf-8"?>
<p:tagLst xmlns:a="http://schemas.openxmlformats.org/drawingml/2006/main" xmlns:r="http://schemas.openxmlformats.org/officeDocument/2006/relationships" xmlns:p="http://schemas.openxmlformats.org/presentationml/2006/main">
  <p:tag name="NUM" val="22"/>
</p:tagLst>
</file>

<file path=ppt/tags/tag1125.xml><?xml version="1.0" encoding="utf-8"?>
<p:tagLst xmlns:a="http://schemas.openxmlformats.org/drawingml/2006/main" xmlns:r="http://schemas.openxmlformats.org/officeDocument/2006/relationships" xmlns:p="http://schemas.openxmlformats.org/presentationml/2006/main">
  <p:tag name="NUM" val="23"/>
</p:tagLst>
</file>

<file path=ppt/tags/tag1126.xml><?xml version="1.0" encoding="utf-8"?>
<p:tagLst xmlns:a="http://schemas.openxmlformats.org/drawingml/2006/main" xmlns:r="http://schemas.openxmlformats.org/officeDocument/2006/relationships" xmlns:p="http://schemas.openxmlformats.org/presentationml/2006/main">
  <p:tag name="NUM" val="1"/>
</p:tagLst>
</file>

<file path=ppt/tags/tag1127.xml><?xml version="1.0" encoding="utf-8"?>
<p:tagLst xmlns:a="http://schemas.openxmlformats.org/drawingml/2006/main" xmlns:r="http://schemas.openxmlformats.org/officeDocument/2006/relationships" xmlns:p="http://schemas.openxmlformats.org/presentationml/2006/main">
  <p:tag name="NUM" val="2"/>
</p:tagLst>
</file>

<file path=ppt/tags/tag1128.xml><?xml version="1.0" encoding="utf-8"?>
<p:tagLst xmlns:a="http://schemas.openxmlformats.org/drawingml/2006/main" xmlns:r="http://schemas.openxmlformats.org/officeDocument/2006/relationships" xmlns:p="http://schemas.openxmlformats.org/presentationml/2006/main">
  <p:tag name="NUM" val="3"/>
</p:tagLst>
</file>

<file path=ppt/tags/tag1129.xml><?xml version="1.0" encoding="utf-8"?>
<p:tagLst xmlns:a="http://schemas.openxmlformats.org/drawingml/2006/main" xmlns:r="http://schemas.openxmlformats.org/officeDocument/2006/relationships" xmlns:p="http://schemas.openxmlformats.org/presentationml/2006/main">
  <p:tag name="NUM" val="4"/>
</p:tagLst>
</file>

<file path=ppt/tags/tag1130.xml><?xml version="1.0" encoding="utf-8"?>
<p:tagLst xmlns:a="http://schemas.openxmlformats.org/drawingml/2006/main" xmlns:r="http://schemas.openxmlformats.org/officeDocument/2006/relationships" xmlns:p="http://schemas.openxmlformats.org/presentationml/2006/main">
  <p:tag name="NUM" val="5"/>
</p:tagLst>
</file>

<file path=ppt/tags/tag1131.xml><?xml version="1.0" encoding="utf-8"?>
<p:tagLst xmlns:a="http://schemas.openxmlformats.org/drawingml/2006/main" xmlns:r="http://schemas.openxmlformats.org/officeDocument/2006/relationships" xmlns:p="http://schemas.openxmlformats.org/presentationml/2006/main">
  <p:tag name="NUM" val="6"/>
</p:tagLst>
</file>

<file path=ppt/tags/tag1132.xml><?xml version="1.0" encoding="utf-8"?>
<p:tagLst xmlns:a="http://schemas.openxmlformats.org/drawingml/2006/main" xmlns:r="http://schemas.openxmlformats.org/officeDocument/2006/relationships" xmlns:p="http://schemas.openxmlformats.org/presentationml/2006/main">
  <p:tag name="NUM" val="7"/>
</p:tagLst>
</file>

<file path=ppt/tags/tag1133.xml><?xml version="1.0" encoding="utf-8"?>
<p:tagLst xmlns:a="http://schemas.openxmlformats.org/drawingml/2006/main" xmlns:r="http://schemas.openxmlformats.org/officeDocument/2006/relationships" xmlns:p="http://schemas.openxmlformats.org/presentationml/2006/main">
  <p:tag name="NUM" val="8"/>
</p:tagLst>
</file>

<file path=ppt/tags/tag1134.xml><?xml version="1.0" encoding="utf-8"?>
<p:tagLst xmlns:a="http://schemas.openxmlformats.org/drawingml/2006/main" xmlns:r="http://schemas.openxmlformats.org/officeDocument/2006/relationships" xmlns:p="http://schemas.openxmlformats.org/presentationml/2006/main">
  <p:tag name="NUM" val="9"/>
</p:tagLst>
</file>

<file path=ppt/tags/tag1135.xml><?xml version="1.0" encoding="utf-8"?>
<p:tagLst xmlns:a="http://schemas.openxmlformats.org/drawingml/2006/main" xmlns:r="http://schemas.openxmlformats.org/officeDocument/2006/relationships" xmlns:p="http://schemas.openxmlformats.org/presentationml/2006/main">
  <p:tag name="NUM" val="10"/>
</p:tagLst>
</file>

<file path=ppt/tags/tag1136.xml><?xml version="1.0" encoding="utf-8"?>
<p:tagLst xmlns:a="http://schemas.openxmlformats.org/drawingml/2006/main" xmlns:r="http://schemas.openxmlformats.org/officeDocument/2006/relationships" xmlns:p="http://schemas.openxmlformats.org/presentationml/2006/main">
  <p:tag name="NUM" val="11"/>
</p:tagLst>
</file>

<file path=ppt/tags/tag1137.xml><?xml version="1.0" encoding="utf-8"?>
<p:tagLst xmlns:a="http://schemas.openxmlformats.org/drawingml/2006/main" xmlns:r="http://schemas.openxmlformats.org/officeDocument/2006/relationships" xmlns:p="http://schemas.openxmlformats.org/presentationml/2006/main">
  <p:tag name="NUM" val="12"/>
</p:tagLst>
</file>

<file path=ppt/tags/tag1138.xml><?xml version="1.0" encoding="utf-8"?>
<p:tagLst xmlns:a="http://schemas.openxmlformats.org/drawingml/2006/main" xmlns:r="http://schemas.openxmlformats.org/officeDocument/2006/relationships" xmlns:p="http://schemas.openxmlformats.org/presentationml/2006/main">
  <p:tag name="NUM" val="13"/>
</p:tagLst>
</file>

<file path=ppt/tags/tag1139.xml><?xml version="1.0" encoding="utf-8"?>
<p:tagLst xmlns:a="http://schemas.openxmlformats.org/drawingml/2006/main" xmlns:r="http://schemas.openxmlformats.org/officeDocument/2006/relationships" xmlns:p="http://schemas.openxmlformats.org/presentationml/2006/main">
  <p:tag name="NUM" val="14"/>
</p:tagLst>
</file>

<file path=ppt/tags/tag1140.xml><?xml version="1.0" encoding="utf-8"?>
<p:tagLst xmlns:a="http://schemas.openxmlformats.org/drawingml/2006/main" xmlns:r="http://schemas.openxmlformats.org/officeDocument/2006/relationships" xmlns:p="http://schemas.openxmlformats.org/presentationml/2006/main">
  <p:tag name="NUM" val="15"/>
</p:tagLst>
</file>

<file path=ppt/tags/tag1141.xml><?xml version="1.0" encoding="utf-8"?>
<p:tagLst xmlns:a="http://schemas.openxmlformats.org/drawingml/2006/main" xmlns:r="http://schemas.openxmlformats.org/officeDocument/2006/relationships" xmlns:p="http://schemas.openxmlformats.org/presentationml/2006/main">
  <p:tag name="NUM" val="16"/>
</p:tagLst>
</file>

<file path=ppt/tags/tag1142.xml><?xml version="1.0" encoding="utf-8"?>
<p:tagLst xmlns:a="http://schemas.openxmlformats.org/drawingml/2006/main" xmlns:r="http://schemas.openxmlformats.org/officeDocument/2006/relationships" xmlns:p="http://schemas.openxmlformats.org/presentationml/2006/main">
  <p:tag name="NUM" val="17"/>
</p:tagLst>
</file>

<file path=ppt/tags/tag1143.xml><?xml version="1.0" encoding="utf-8"?>
<p:tagLst xmlns:a="http://schemas.openxmlformats.org/drawingml/2006/main" xmlns:r="http://schemas.openxmlformats.org/officeDocument/2006/relationships" xmlns:p="http://schemas.openxmlformats.org/presentationml/2006/main">
  <p:tag name="NUM" val="18"/>
</p:tagLst>
</file>

<file path=ppt/tags/tag1144.xml><?xml version="1.0" encoding="utf-8"?>
<p:tagLst xmlns:a="http://schemas.openxmlformats.org/drawingml/2006/main" xmlns:r="http://schemas.openxmlformats.org/officeDocument/2006/relationships" xmlns:p="http://schemas.openxmlformats.org/presentationml/2006/main">
  <p:tag name="NUM" val="19"/>
</p:tagLst>
</file>

<file path=ppt/tags/tag1145.xml><?xml version="1.0" encoding="utf-8"?>
<p:tagLst xmlns:a="http://schemas.openxmlformats.org/drawingml/2006/main" xmlns:r="http://schemas.openxmlformats.org/officeDocument/2006/relationships" xmlns:p="http://schemas.openxmlformats.org/presentationml/2006/main">
  <p:tag name="NUM" val="20"/>
</p:tagLst>
</file>

<file path=ppt/tags/tag1146.xml><?xml version="1.0" encoding="utf-8"?>
<p:tagLst xmlns:a="http://schemas.openxmlformats.org/drawingml/2006/main" xmlns:r="http://schemas.openxmlformats.org/officeDocument/2006/relationships" xmlns:p="http://schemas.openxmlformats.org/presentationml/2006/main">
  <p:tag name="NUM" val="21"/>
</p:tagLst>
</file>

<file path=ppt/tags/tag1147.xml><?xml version="1.0" encoding="utf-8"?>
<p:tagLst xmlns:a="http://schemas.openxmlformats.org/drawingml/2006/main" xmlns:r="http://schemas.openxmlformats.org/officeDocument/2006/relationships" xmlns:p="http://schemas.openxmlformats.org/presentationml/2006/main">
  <p:tag name="NUM" val="22"/>
</p:tagLst>
</file>

<file path=ppt/tags/tag1148.xml><?xml version="1.0" encoding="utf-8"?>
<p:tagLst xmlns:a="http://schemas.openxmlformats.org/drawingml/2006/main" xmlns:r="http://schemas.openxmlformats.org/officeDocument/2006/relationships" xmlns:p="http://schemas.openxmlformats.org/presentationml/2006/main">
  <p:tag name="NUM" val="23"/>
</p:tagLst>
</file>

<file path=ppt/tags/tag1149.xml><?xml version="1.0" encoding="utf-8"?>
<p:tagLst xmlns:a="http://schemas.openxmlformats.org/drawingml/2006/main" xmlns:r="http://schemas.openxmlformats.org/officeDocument/2006/relationships" xmlns:p="http://schemas.openxmlformats.org/presentationml/2006/main">
  <p:tag name="NUM" val="24"/>
</p:tagLst>
</file>

<file path=ppt/tags/tag1150.xml><?xml version="1.0" encoding="utf-8"?>
<p:tagLst xmlns:a="http://schemas.openxmlformats.org/drawingml/2006/main" xmlns:r="http://schemas.openxmlformats.org/officeDocument/2006/relationships" xmlns:p="http://schemas.openxmlformats.org/presentationml/2006/main">
  <p:tag name="NUM" val="25"/>
</p:tagLst>
</file>

<file path=ppt/tags/tag1151.xml><?xml version="1.0" encoding="utf-8"?>
<p:tagLst xmlns:a="http://schemas.openxmlformats.org/drawingml/2006/main" xmlns:r="http://schemas.openxmlformats.org/officeDocument/2006/relationships" xmlns:p="http://schemas.openxmlformats.org/presentationml/2006/main">
  <p:tag name="NUM" val="26"/>
</p:tagLst>
</file>

<file path=ppt/tags/tag1152.xml><?xml version="1.0" encoding="utf-8"?>
<p:tagLst xmlns:a="http://schemas.openxmlformats.org/drawingml/2006/main" xmlns:r="http://schemas.openxmlformats.org/officeDocument/2006/relationships" xmlns:p="http://schemas.openxmlformats.org/presentationml/2006/main">
  <p:tag name="NUM" val="27"/>
</p:tagLst>
</file>

<file path=ppt/tags/tag1153.xml><?xml version="1.0" encoding="utf-8"?>
<p:tagLst xmlns:a="http://schemas.openxmlformats.org/drawingml/2006/main" xmlns:r="http://schemas.openxmlformats.org/officeDocument/2006/relationships" xmlns:p="http://schemas.openxmlformats.org/presentationml/2006/main">
  <p:tag name="NUM" val="28"/>
</p:tagLst>
</file>

<file path=ppt/tags/tag1154.xml><?xml version="1.0" encoding="utf-8"?>
<p:tagLst xmlns:a="http://schemas.openxmlformats.org/drawingml/2006/main" xmlns:r="http://schemas.openxmlformats.org/officeDocument/2006/relationships" xmlns:p="http://schemas.openxmlformats.org/presentationml/2006/main">
  <p:tag name="NUM" val="29"/>
</p:tagLst>
</file>

<file path=ppt/tags/tag1155.xml><?xml version="1.0" encoding="utf-8"?>
<p:tagLst xmlns:a="http://schemas.openxmlformats.org/drawingml/2006/main" xmlns:r="http://schemas.openxmlformats.org/officeDocument/2006/relationships" xmlns:p="http://schemas.openxmlformats.org/presentationml/2006/main">
  <p:tag name="NUM" val="30"/>
</p:tagLst>
</file>

<file path=ppt/tags/tag1156.xml><?xml version="1.0" encoding="utf-8"?>
<p:tagLst xmlns:a="http://schemas.openxmlformats.org/drawingml/2006/main" xmlns:r="http://schemas.openxmlformats.org/officeDocument/2006/relationships" xmlns:p="http://schemas.openxmlformats.org/presentationml/2006/main">
  <p:tag name="NUM" val="31"/>
</p:tagLst>
</file>

<file path=ppt/tags/tag1157.xml><?xml version="1.0" encoding="utf-8"?>
<p:tagLst xmlns:a="http://schemas.openxmlformats.org/drawingml/2006/main" xmlns:r="http://schemas.openxmlformats.org/officeDocument/2006/relationships" xmlns:p="http://schemas.openxmlformats.org/presentationml/2006/main">
  <p:tag name="NUM" val="32"/>
</p:tagLst>
</file>

<file path=ppt/tags/tag1158.xml><?xml version="1.0" encoding="utf-8"?>
<p:tagLst xmlns:a="http://schemas.openxmlformats.org/drawingml/2006/main" xmlns:r="http://schemas.openxmlformats.org/officeDocument/2006/relationships" xmlns:p="http://schemas.openxmlformats.org/presentationml/2006/main">
  <p:tag name="NUM" val="33"/>
</p:tagLst>
</file>

<file path=ppt/tags/tag1159.xml><?xml version="1.0" encoding="utf-8"?>
<p:tagLst xmlns:a="http://schemas.openxmlformats.org/drawingml/2006/main" xmlns:r="http://schemas.openxmlformats.org/officeDocument/2006/relationships" xmlns:p="http://schemas.openxmlformats.org/presentationml/2006/main">
  <p:tag name="NUM" val="1"/>
</p:tagLst>
</file>

<file path=ppt/tags/tag1160.xml><?xml version="1.0" encoding="utf-8"?>
<p:tagLst xmlns:a="http://schemas.openxmlformats.org/drawingml/2006/main" xmlns:r="http://schemas.openxmlformats.org/officeDocument/2006/relationships" xmlns:p="http://schemas.openxmlformats.org/presentationml/2006/main">
  <p:tag name="NUM" val="2"/>
</p:tagLst>
</file>

<file path=ppt/tags/tag1161.xml><?xml version="1.0" encoding="utf-8"?>
<p:tagLst xmlns:a="http://schemas.openxmlformats.org/drawingml/2006/main" xmlns:r="http://schemas.openxmlformats.org/officeDocument/2006/relationships" xmlns:p="http://schemas.openxmlformats.org/presentationml/2006/main">
  <p:tag name="NUM" val="3"/>
</p:tagLst>
</file>

<file path=ppt/tags/tag1162.xml><?xml version="1.0" encoding="utf-8"?>
<p:tagLst xmlns:a="http://schemas.openxmlformats.org/drawingml/2006/main" xmlns:r="http://schemas.openxmlformats.org/officeDocument/2006/relationships" xmlns:p="http://schemas.openxmlformats.org/presentationml/2006/main">
  <p:tag name="NUM" val="4"/>
</p:tagLst>
</file>

<file path=ppt/tags/tag1163.xml><?xml version="1.0" encoding="utf-8"?>
<p:tagLst xmlns:a="http://schemas.openxmlformats.org/drawingml/2006/main" xmlns:r="http://schemas.openxmlformats.org/officeDocument/2006/relationships" xmlns:p="http://schemas.openxmlformats.org/presentationml/2006/main">
  <p:tag name="NUM" val="5"/>
</p:tagLst>
</file>

<file path=ppt/tags/tag1164.xml><?xml version="1.0" encoding="utf-8"?>
<p:tagLst xmlns:a="http://schemas.openxmlformats.org/drawingml/2006/main" xmlns:r="http://schemas.openxmlformats.org/officeDocument/2006/relationships" xmlns:p="http://schemas.openxmlformats.org/presentationml/2006/main">
  <p:tag name="NUM" val="6"/>
</p:tagLst>
</file>

<file path=ppt/tags/tag1165.xml><?xml version="1.0" encoding="utf-8"?>
<p:tagLst xmlns:a="http://schemas.openxmlformats.org/drawingml/2006/main" xmlns:r="http://schemas.openxmlformats.org/officeDocument/2006/relationships" xmlns:p="http://schemas.openxmlformats.org/presentationml/2006/main">
  <p:tag name="NUM" val="7"/>
</p:tagLst>
</file>

<file path=ppt/tags/tag1166.xml><?xml version="1.0" encoding="utf-8"?>
<p:tagLst xmlns:a="http://schemas.openxmlformats.org/drawingml/2006/main" xmlns:r="http://schemas.openxmlformats.org/officeDocument/2006/relationships" xmlns:p="http://schemas.openxmlformats.org/presentationml/2006/main">
  <p:tag name="NUM" val="8"/>
</p:tagLst>
</file>

<file path=ppt/tags/tag1167.xml><?xml version="1.0" encoding="utf-8"?>
<p:tagLst xmlns:a="http://schemas.openxmlformats.org/drawingml/2006/main" xmlns:r="http://schemas.openxmlformats.org/officeDocument/2006/relationships" xmlns:p="http://schemas.openxmlformats.org/presentationml/2006/main">
  <p:tag name="NUM" val="9"/>
</p:tagLst>
</file>

<file path=ppt/tags/tag1168.xml><?xml version="1.0" encoding="utf-8"?>
<p:tagLst xmlns:a="http://schemas.openxmlformats.org/drawingml/2006/main" xmlns:r="http://schemas.openxmlformats.org/officeDocument/2006/relationships" xmlns:p="http://schemas.openxmlformats.org/presentationml/2006/main">
  <p:tag name="NUM" val="10"/>
</p:tagLst>
</file>

<file path=ppt/tags/tag1169.xml><?xml version="1.0" encoding="utf-8"?>
<p:tagLst xmlns:a="http://schemas.openxmlformats.org/drawingml/2006/main" xmlns:r="http://schemas.openxmlformats.org/officeDocument/2006/relationships" xmlns:p="http://schemas.openxmlformats.org/presentationml/2006/main">
  <p:tag name="NUM" val="11"/>
</p:tagLst>
</file>

<file path=ppt/tags/tag1170.xml><?xml version="1.0" encoding="utf-8"?>
<p:tagLst xmlns:a="http://schemas.openxmlformats.org/drawingml/2006/main" xmlns:r="http://schemas.openxmlformats.org/officeDocument/2006/relationships" xmlns:p="http://schemas.openxmlformats.org/presentationml/2006/main">
  <p:tag name="NUM" val="12"/>
</p:tagLst>
</file>

<file path=ppt/tags/tag1171.xml><?xml version="1.0" encoding="utf-8"?>
<p:tagLst xmlns:a="http://schemas.openxmlformats.org/drawingml/2006/main" xmlns:r="http://schemas.openxmlformats.org/officeDocument/2006/relationships" xmlns:p="http://schemas.openxmlformats.org/presentationml/2006/main">
  <p:tag name="NUM" val="13"/>
</p:tagLst>
</file>

<file path=ppt/tags/tag1172.xml><?xml version="1.0" encoding="utf-8"?>
<p:tagLst xmlns:a="http://schemas.openxmlformats.org/drawingml/2006/main" xmlns:r="http://schemas.openxmlformats.org/officeDocument/2006/relationships" xmlns:p="http://schemas.openxmlformats.org/presentationml/2006/main">
  <p:tag name="NUM" val="14"/>
</p:tagLst>
</file>

<file path=ppt/tags/tag1173.xml><?xml version="1.0" encoding="utf-8"?>
<p:tagLst xmlns:a="http://schemas.openxmlformats.org/drawingml/2006/main" xmlns:r="http://schemas.openxmlformats.org/officeDocument/2006/relationships" xmlns:p="http://schemas.openxmlformats.org/presentationml/2006/main">
  <p:tag name="NUM" val="15"/>
</p:tagLst>
</file>

<file path=ppt/tags/tag1174.xml><?xml version="1.0" encoding="utf-8"?>
<p:tagLst xmlns:a="http://schemas.openxmlformats.org/drawingml/2006/main" xmlns:r="http://schemas.openxmlformats.org/officeDocument/2006/relationships" xmlns:p="http://schemas.openxmlformats.org/presentationml/2006/main">
  <p:tag name="NUM" val="16"/>
</p:tagLst>
</file>

<file path=ppt/tags/tag1175.xml><?xml version="1.0" encoding="utf-8"?>
<p:tagLst xmlns:a="http://schemas.openxmlformats.org/drawingml/2006/main" xmlns:r="http://schemas.openxmlformats.org/officeDocument/2006/relationships" xmlns:p="http://schemas.openxmlformats.org/presentationml/2006/main">
  <p:tag name="NUM" val="17"/>
</p:tagLst>
</file>

<file path=ppt/tags/tag1176.xml><?xml version="1.0" encoding="utf-8"?>
<p:tagLst xmlns:a="http://schemas.openxmlformats.org/drawingml/2006/main" xmlns:r="http://schemas.openxmlformats.org/officeDocument/2006/relationships" xmlns:p="http://schemas.openxmlformats.org/presentationml/2006/main">
  <p:tag name="NUM" val="18"/>
</p:tagLst>
</file>

<file path=ppt/tags/tag1177.xml><?xml version="1.0" encoding="utf-8"?>
<p:tagLst xmlns:a="http://schemas.openxmlformats.org/drawingml/2006/main" xmlns:r="http://schemas.openxmlformats.org/officeDocument/2006/relationships" xmlns:p="http://schemas.openxmlformats.org/presentationml/2006/main">
  <p:tag name="NUM" val="19"/>
</p:tagLst>
</file>

<file path=ppt/tags/tag1178.xml><?xml version="1.0" encoding="utf-8"?>
<p:tagLst xmlns:a="http://schemas.openxmlformats.org/drawingml/2006/main" xmlns:r="http://schemas.openxmlformats.org/officeDocument/2006/relationships" xmlns:p="http://schemas.openxmlformats.org/presentationml/2006/main">
  <p:tag name="NUM" val="20"/>
</p:tagLst>
</file>

<file path=ppt/tags/tag1179.xml><?xml version="1.0" encoding="utf-8"?>
<p:tagLst xmlns:a="http://schemas.openxmlformats.org/drawingml/2006/main" xmlns:r="http://schemas.openxmlformats.org/officeDocument/2006/relationships" xmlns:p="http://schemas.openxmlformats.org/presentationml/2006/main">
  <p:tag name="NUM" val="21"/>
</p:tagLst>
</file>

<file path=ppt/tags/tag1180.xml><?xml version="1.0" encoding="utf-8"?>
<p:tagLst xmlns:a="http://schemas.openxmlformats.org/drawingml/2006/main" xmlns:r="http://schemas.openxmlformats.org/officeDocument/2006/relationships" xmlns:p="http://schemas.openxmlformats.org/presentationml/2006/main">
  <p:tag name="NUM" val="22"/>
</p:tagLst>
</file>

<file path=ppt/tags/tag1181.xml><?xml version="1.0" encoding="utf-8"?>
<p:tagLst xmlns:a="http://schemas.openxmlformats.org/drawingml/2006/main" xmlns:r="http://schemas.openxmlformats.org/officeDocument/2006/relationships" xmlns:p="http://schemas.openxmlformats.org/presentationml/2006/main">
  <p:tag name="NUM" val="23"/>
</p:tagLst>
</file>

<file path=ppt/tags/tag1182.xml><?xml version="1.0" encoding="utf-8"?>
<p:tagLst xmlns:a="http://schemas.openxmlformats.org/drawingml/2006/main" xmlns:r="http://schemas.openxmlformats.org/officeDocument/2006/relationships" xmlns:p="http://schemas.openxmlformats.org/presentationml/2006/main">
  <p:tag name="NUM" val="24"/>
</p:tagLst>
</file>

<file path=ppt/tags/tag1183.xml><?xml version="1.0" encoding="utf-8"?>
<p:tagLst xmlns:a="http://schemas.openxmlformats.org/drawingml/2006/main" xmlns:r="http://schemas.openxmlformats.org/officeDocument/2006/relationships" xmlns:p="http://schemas.openxmlformats.org/presentationml/2006/main">
  <p:tag name="NUM" val="25"/>
</p:tagLst>
</file>

<file path=ppt/tags/tag1184.xml><?xml version="1.0" encoding="utf-8"?>
<p:tagLst xmlns:a="http://schemas.openxmlformats.org/drawingml/2006/main" xmlns:r="http://schemas.openxmlformats.org/officeDocument/2006/relationships" xmlns:p="http://schemas.openxmlformats.org/presentationml/2006/main">
  <p:tag name="NUM" val="26"/>
</p:tagLst>
</file>

<file path=ppt/tags/tag1185.xml><?xml version="1.0" encoding="utf-8"?>
<p:tagLst xmlns:a="http://schemas.openxmlformats.org/drawingml/2006/main" xmlns:r="http://schemas.openxmlformats.org/officeDocument/2006/relationships" xmlns:p="http://schemas.openxmlformats.org/presentationml/2006/main">
  <p:tag name="NUM" val="27"/>
</p:tagLst>
</file>

<file path=ppt/tags/tag1186.xml><?xml version="1.0" encoding="utf-8"?>
<p:tagLst xmlns:a="http://schemas.openxmlformats.org/drawingml/2006/main" xmlns:r="http://schemas.openxmlformats.org/officeDocument/2006/relationships" xmlns:p="http://schemas.openxmlformats.org/presentationml/2006/main">
  <p:tag name="NUM" val="28"/>
</p:tagLst>
</file>

<file path=ppt/tags/tag1187.xml><?xml version="1.0" encoding="utf-8"?>
<p:tagLst xmlns:a="http://schemas.openxmlformats.org/drawingml/2006/main" xmlns:r="http://schemas.openxmlformats.org/officeDocument/2006/relationships" xmlns:p="http://schemas.openxmlformats.org/presentationml/2006/main">
  <p:tag name="NUM" val="29"/>
</p:tagLst>
</file>

<file path=ppt/tags/tag1188.xml><?xml version="1.0" encoding="utf-8"?>
<p:tagLst xmlns:a="http://schemas.openxmlformats.org/drawingml/2006/main" xmlns:r="http://schemas.openxmlformats.org/officeDocument/2006/relationships" xmlns:p="http://schemas.openxmlformats.org/presentationml/2006/main">
  <p:tag name="NUM" val="30"/>
</p:tagLst>
</file>

<file path=ppt/tags/tag1189.xml><?xml version="1.0" encoding="utf-8"?>
<p:tagLst xmlns:a="http://schemas.openxmlformats.org/drawingml/2006/main" xmlns:r="http://schemas.openxmlformats.org/officeDocument/2006/relationships" xmlns:p="http://schemas.openxmlformats.org/presentationml/2006/main">
  <p:tag name="NUM" val="31"/>
</p:tagLst>
</file>

<file path=ppt/tags/tag1190.xml><?xml version="1.0" encoding="utf-8"?>
<p:tagLst xmlns:a="http://schemas.openxmlformats.org/drawingml/2006/main" xmlns:r="http://schemas.openxmlformats.org/officeDocument/2006/relationships" xmlns:p="http://schemas.openxmlformats.org/presentationml/2006/main">
  <p:tag name="NUM" val="32"/>
</p:tagLst>
</file>

<file path=ppt/tags/tag1191.xml><?xml version="1.0" encoding="utf-8"?>
<p:tagLst xmlns:a="http://schemas.openxmlformats.org/drawingml/2006/main" xmlns:r="http://schemas.openxmlformats.org/officeDocument/2006/relationships" xmlns:p="http://schemas.openxmlformats.org/presentationml/2006/main">
  <p:tag name="NUM" val="33"/>
</p:tagLst>
</file>

<file path=ppt/tags/tag1192.xml><?xml version="1.0" encoding="utf-8"?>
<p:tagLst xmlns:a="http://schemas.openxmlformats.org/drawingml/2006/main" xmlns:r="http://schemas.openxmlformats.org/officeDocument/2006/relationships" xmlns:p="http://schemas.openxmlformats.org/presentationml/2006/main">
  <p:tag name="NUM" val="34"/>
</p:tagLst>
</file>

<file path=ppt/tags/tag1193.xml><?xml version="1.0" encoding="utf-8"?>
<p:tagLst xmlns:a="http://schemas.openxmlformats.org/drawingml/2006/main" xmlns:r="http://schemas.openxmlformats.org/officeDocument/2006/relationships" xmlns:p="http://schemas.openxmlformats.org/presentationml/2006/main">
  <p:tag name="NUM" val="32"/>
</p:tagLst>
</file>

<file path=ppt/tags/tag1194.xml><?xml version="1.0" encoding="utf-8"?>
<p:tagLst xmlns:a="http://schemas.openxmlformats.org/drawingml/2006/main" xmlns:r="http://schemas.openxmlformats.org/officeDocument/2006/relationships" xmlns:p="http://schemas.openxmlformats.org/presentationml/2006/main">
  <p:tag name="NUM" val="33"/>
</p:tagLst>
</file>

<file path=ppt/tags/tag1195.xml><?xml version="1.0" encoding="utf-8"?>
<p:tagLst xmlns:a="http://schemas.openxmlformats.org/drawingml/2006/main" xmlns:r="http://schemas.openxmlformats.org/officeDocument/2006/relationships" xmlns:p="http://schemas.openxmlformats.org/presentationml/2006/main">
  <p:tag name="NUM" val="29"/>
</p:tagLst>
</file>

<file path=ppt/tags/tag1196.xml><?xml version="1.0" encoding="utf-8"?>
<p:tagLst xmlns:a="http://schemas.openxmlformats.org/drawingml/2006/main" xmlns:r="http://schemas.openxmlformats.org/officeDocument/2006/relationships" xmlns:p="http://schemas.openxmlformats.org/presentationml/2006/main">
  <p:tag name="NUM" val="30"/>
</p:tagLst>
</file>

<file path=ppt/tags/tag1197.xml><?xml version="1.0" encoding="utf-8"?>
<p:tagLst xmlns:a="http://schemas.openxmlformats.org/drawingml/2006/main" xmlns:r="http://schemas.openxmlformats.org/officeDocument/2006/relationships" xmlns:p="http://schemas.openxmlformats.org/presentationml/2006/main">
  <p:tag name="NUM" val="31"/>
</p:tagLst>
</file>

<file path=ppt/tags/tag1198.xml><?xml version="1.0" encoding="utf-8"?>
<p:tagLst xmlns:a="http://schemas.openxmlformats.org/drawingml/2006/main" xmlns:r="http://schemas.openxmlformats.org/officeDocument/2006/relationships" xmlns:p="http://schemas.openxmlformats.org/presentationml/2006/main">
  <p:tag name="NUM" val="1"/>
</p:tagLst>
</file>

<file path=ppt/tags/tag1199.xml><?xml version="1.0" encoding="utf-8"?>
<p:tagLst xmlns:a="http://schemas.openxmlformats.org/drawingml/2006/main" xmlns:r="http://schemas.openxmlformats.org/officeDocument/2006/relationships" xmlns:p="http://schemas.openxmlformats.org/presentationml/2006/main">
  <p:tag name="NUM" val="2"/>
</p:tagLst>
</file>

<file path=ppt/tags/tag1200.xml><?xml version="1.0" encoding="utf-8"?>
<p:tagLst xmlns:a="http://schemas.openxmlformats.org/drawingml/2006/main" xmlns:r="http://schemas.openxmlformats.org/officeDocument/2006/relationships" xmlns:p="http://schemas.openxmlformats.org/presentationml/2006/main">
  <p:tag name="NUM" val="3"/>
</p:tagLst>
</file>

<file path=ppt/tags/tag1201.xml><?xml version="1.0" encoding="utf-8"?>
<p:tagLst xmlns:a="http://schemas.openxmlformats.org/drawingml/2006/main" xmlns:r="http://schemas.openxmlformats.org/officeDocument/2006/relationships" xmlns:p="http://schemas.openxmlformats.org/presentationml/2006/main">
  <p:tag name="NUM" val="4"/>
</p:tagLst>
</file>

<file path=ppt/tags/tag1202.xml><?xml version="1.0" encoding="utf-8"?>
<p:tagLst xmlns:a="http://schemas.openxmlformats.org/drawingml/2006/main" xmlns:r="http://schemas.openxmlformats.org/officeDocument/2006/relationships" xmlns:p="http://schemas.openxmlformats.org/presentationml/2006/main">
  <p:tag name="NUM" val="5"/>
</p:tagLst>
</file>

<file path=ppt/tags/tag1203.xml><?xml version="1.0" encoding="utf-8"?>
<p:tagLst xmlns:a="http://schemas.openxmlformats.org/drawingml/2006/main" xmlns:r="http://schemas.openxmlformats.org/officeDocument/2006/relationships" xmlns:p="http://schemas.openxmlformats.org/presentationml/2006/main">
  <p:tag name="NUM" val="6"/>
</p:tagLst>
</file>

<file path=ppt/tags/tag1204.xml><?xml version="1.0" encoding="utf-8"?>
<p:tagLst xmlns:a="http://schemas.openxmlformats.org/drawingml/2006/main" xmlns:r="http://schemas.openxmlformats.org/officeDocument/2006/relationships" xmlns:p="http://schemas.openxmlformats.org/presentationml/2006/main">
  <p:tag name="NUM" val="7"/>
</p:tagLst>
</file>

<file path=ppt/tags/tag1205.xml><?xml version="1.0" encoding="utf-8"?>
<p:tagLst xmlns:a="http://schemas.openxmlformats.org/drawingml/2006/main" xmlns:r="http://schemas.openxmlformats.org/officeDocument/2006/relationships" xmlns:p="http://schemas.openxmlformats.org/presentationml/2006/main">
  <p:tag name="NUM" val="8"/>
</p:tagLst>
</file>

<file path=ppt/tags/tag1206.xml><?xml version="1.0" encoding="utf-8"?>
<p:tagLst xmlns:a="http://schemas.openxmlformats.org/drawingml/2006/main" xmlns:r="http://schemas.openxmlformats.org/officeDocument/2006/relationships" xmlns:p="http://schemas.openxmlformats.org/presentationml/2006/main">
  <p:tag name="NUM" val="9"/>
</p:tagLst>
</file>

<file path=ppt/tags/tag1207.xml><?xml version="1.0" encoding="utf-8"?>
<p:tagLst xmlns:a="http://schemas.openxmlformats.org/drawingml/2006/main" xmlns:r="http://schemas.openxmlformats.org/officeDocument/2006/relationships" xmlns:p="http://schemas.openxmlformats.org/presentationml/2006/main">
  <p:tag name="NUM" val="10"/>
</p:tagLst>
</file>

<file path=ppt/tags/tag1208.xml><?xml version="1.0" encoding="utf-8"?>
<p:tagLst xmlns:a="http://schemas.openxmlformats.org/drawingml/2006/main" xmlns:r="http://schemas.openxmlformats.org/officeDocument/2006/relationships" xmlns:p="http://schemas.openxmlformats.org/presentationml/2006/main">
  <p:tag name="NUM" val="11"/>
</p:tagLst>
</file>

<file path=ppt/tags/tag1209.xml><?xml version="1.0" encoding="utf-8"?>
<p:tagLst xmlns:a="http://schemas.openxmlformats.org/drawingml/2006/main" xmlns:r="http://schemas.openxmlformats.org/officeDocument/2006/relationships" xmlns:p="http://schemas.openxmlformats.org/presentationml/2006/main">
  <p:tag name="NUM" val="12"/>
</p:tagLst>
</file>

<file path=ppt/tags/tag1210.xml><?xml version="1.0" encoding="utf-8"?>
<p:tagLst xmlns:a="http://schemas.openxmlformats.org/drawingml/2006/main" xmlns:r="http://schemas.openxmlformats.org/officeDocument/2006/relationships" xmlns:p="http://schemas.openxmlformats.org/presentationml/2006/main">
  <p:tag name="NUM" val="13"/>
</p:tagLst>
</file>

<file path=ppt/tags/tag1211.xml><?xml version="1.0" encoding="utf-8"?>
<p:tagLst xmlns:a="http://schemas.openxmlformats.org/drawingml/2006/main" xmlns:r="http://schemas.openxmlformats.org/officeDocument/2006/relationships" xmlns:p="http://schemas.openxmlformats.org/presentationml/2006/main">
  <p:tag name="NUM" val="14"/>
</p:tagLst>
</file>

<file path=ppt/tags/tag1212.xml><?xml version="1.0" encoding="utf-8"?>
<p:tagLst xmlns:a="http://schemas.openxmlformats.org/drawingml/2006/main" xmlns:r="http://schemas.openxmlformats.org/officeDocument/2006/relationships" xmlns:p="http://schemas.openxmlformats.org/presentationml/2006/main">
  <p:tag name="NUM" val="15"/>
</p:tagLst>
</file>

<file path=ppt/tags/tag1213.xml><?xml version="1.0" encoding="utf-8"?>
<p:tagLst xmlns:a="http://schemas.openxmlformats.org/drawingml/2006/main" xmlns:r="http://schemas.openxmlformats.org/officeDocument/2006/relationships" xmlns:p="http://schemas.openxmlformats.org/presentationml/2006/main">
  <p:tag name="NUM" val="16"/>
</p:tagLst>
</file>

<file path=ppt/tags/tag1214.xml><?xml version="1.0" encoding="utf-8"?>
<p:tagLst xmlns:a="http://schemas.openxmlformats.org/drawingml/2006/main" xmlns:r="http://schemas.openxmlformats.org/officeDocument/2006/relationships" xmlns:p="http://schemas.openxmlformats.org/presentationml/2006/main">
  <p:tag name="NUM" val="17"/>
</p:tagLst>
</file>

<file path=ppt/tags/tag1215.xml><?xml version="1.0" encoding="utf-8"?>
<p:tagLst xmlns:a="http://schemas.openxmlformats.org/drawingml/2006/main" xmlns:r="http://schemas.openxmlformats.org/officeDocument/2006/relationships" xmlns:p="http://schemas.openxmlformats.org/presentationml/2006/main">
  <p:tag name="NUM" val="18"/>
</p:tagLst>
</file>

<file path=ppt/tags/tag1216.xml><?xml version="1.0" encoding="utf-8"?>
<p:tagLst xmlns:a="http://schemas.openxmlformats.org/drawingml/2006/main" xmlns:r="http://schemas.openxmlformats.org/officeDocument/2006/relationships" xmlns:p="http://schemas.openxmlformats.org/presentationml/2006/main">
  <p:tag name="NUM" val="19"/>
</p:tagLst>
</file>

<file path=ppt/tags/tag1217.xml><?xml version="1.0" encoding="utf-8"?>
<p:tagLst xmlns:a="http://schemas.openxmlformats.org/drawingml/2006/main" xmlns:r="http://schemas.openxmlformats.org/officeDocument/2006/relationships" xmlns:p="http://schemas.openxmlformats.org/presentationml/2006/main">
  <p:tag name="NUM" val="20"/>
</p:tagLst>
</file>

<file path=ppt/tags/tag1218.xml><?xml version="1.0" encoding="utf-8"?>
<p:tagLst xmlns:a="http://schemas.openxmlformats.org/drawingml/2006/main" xmlns:r="http://schemas.openxmlformats.org/officeDocument/2006/relationships" xmlns:p="http://schemas.openxmlformats.org/presentationml/2006/main">
  <p:tag name="NUM" val="21"/>
</p:tagLst>
</file>

<file path=ppt/tags/tag1219.xml><?xml version="1.0" encoding="utf-8"?>
<p:tagLst xmlns:a="http://schemas.openxmlformats.org/drawingml/2006/main" xmlns:r="http://schemas.openxmlformats.org/officeDocument/2006/relationships" xmlns:p="http://schemas.openxmlformats.org/presentationml/2006/main">
  <p:tag name="NUM" val="22"/>
</p:tagLst>
</file>

<file path=ppt/tags/tag1220.xml><?xml version="1.0" encoding="utf-8"?>
<p:tagLst xmlns:a="http://schemas.openxmlformats.org/drawingml/2006/main" xmlns:r="http://schemas.openxmlformats.org/officeDocument/2006/relationships" xmlns:p="http://schemas.openxmlformats.org/presentationml/2006/main">
  <p:tag name="NUM" val="23"/>
</p:tagLst>
</file>

<file path=ppt/tags/tag1221.xml><?xml version="1.0" encoding="utf-8"?>
<p:tagLst xmlns:a="http://schemas.openxmlformats.org/drawingml/2006/main" xmlns:r="http://schemas.openxmlformats.org/officeDocument/2006/relationships" xmlns:p="http://schemas.openxmlformats.org/presentationml/2006/main">
  <p:tag name="NUM" val="24"/>
</p:tagLst>
</file>

<file path=ppt/tags/tag1222.xml><?xml version="1.0" encoding="utf-8"?>
<p:tagLst xmlns:a="http://schemas.openxmlformats.org/drawingml/2006/main" xmlns:r="http://schemas.openxmlformats.org/officeDocument/2006/relationships" xmlns:p="http://schemas.openxmlformats.org/presentationml/2006/main">
  <p:tag name="NUM" val="25"/>
</p:tagLst>
</file>

<file path=ppt/tags/tag1223.xml><?xml version="1.0" encoding="utf-8"?>
<p:tagLst xmlns:a="http://schemas.openxmlformats.org/drawingml/2006/main" xmlns:r="http://schemas.openxmlformats.org/officeDocument/2006/relationships" xmlns:p="http://schemas.openxmlformats.org/presentationml/2006/main">
  <p:tag name="NUM" val="26"/>
</p:tagLst>
</file>

<file path=ppt/tags/tag1224.xml><?xml version="1.0" encoding="utf-8"?>
<p:tagLst xmlns:a="http://schemas.openxmlformats.org/drawingml/2006/main" xmlns:r="http://schemas.openxmlformats.org/officeDocument/2006/relationships" xmlns:p="http://schemas.openxmlformats.org/presentationml/2006/main">
  <p:tag name="NUM" val="27"/>
</p:tagLst>
</file>

<file path=ppt/tags/tag1225.xml><?xml version="1.0" encoding="utf-8"?>
<p:tagLst xmlns:a="http://schemas.openxmlformats.org/drawingml/2006/main" xmlns:r="http://schemas.openxmlformats.org/officeDocument/2006/relationships" xmlns:p="http://schemas.openxmlformats.org/presentationml/2006/main">
  <p:tag name="NUM" val="28"/>
</p:tagLst>
</file>

<file path=ppt/tags/tag1226.xml><?xml version="1.0" encoding="utf-8"?>
<p:tagLst xmlns:a="http://schemas.openxmlformats.org/drawingml/2006/main" xmlns:r="http://schemas.openxmlformats.org/officeDocument/2006/relationships" xmlns:p="http://schemas.openxmlformats.org/presentationml/2006/main">
  <p:tag name="NUM" val="29"/>
</p:tagLst>
</file>

<file path=ppt/tags/tag1227.xml><?xml version="1.0" encoding="utf-8"?>
<p:tagLst xmlns:a="http://schemas.openxmlformats.org/drawingml/2006/main" xmlns:r="http://schemas.openxmlformats.org/officeDocument/2006/relationships" xmlns:p="http://schemas.openxmlformats.org/presentationml/2006/main">
  <p:tag name="NUM" val="30"/>
</p:tagLst>
</file>

<file path=ppt/tags/tag1228.xml><?xml version="1.0" encoding="utf-8"?>
<p:tagLst xmlns:a="http://schemas.openxmlformats.org/drawingml/2006/main" xmlns:r="http://schemas.openxmlformats.org/officeDocument/2006/relationships" xmlns:p="http://schemas.openxmlformats.org/presentationml/2006/main">
  <p:tag name="NUM" val="31"/>
</p:tagLst>
</file>

<file path=ppt/tags/tag1229.xml><?xml version="1.0" encoding="utf-8"?>
<p:tagLst xmlns:a="http://schemas.openxmlformats.org/drawingml/2006/main" xmlns:r="http://schemas.openxmlformats.org/officeDocument/2006/relationships" xmlns:p="http://schemas.openxmlformats.org/presentationml/2006/main">
  <p:tag name="NUM" val="16"/>
</p:tagLst>
</file>

<file path=ppt/tags/tag1230.xml><?xml version="1.0" encoding="utf-8"?>
<p:tagLst xmlns:a="http://schemas.openxmlformats.org/drawingml/2006/main" xmlns:r="http://schemas.openxmlformats.org/officeDocument/2006/relationships" xmlns:p="http://schemas.openxmlformats.org/presentationml/2006/main">
  <p:tag name="NUM" val="17"/>
</p:tagLst>
</file>

<file path=ppt/tags/tag1231.xml><?xml version="1.0" encoding="utf-8"?>
<p:tagLst xmlns:a="http://schemas.openxmlformats.org/drawingml/2006/main" xmlns:r="http://schemas.openxmlformats.org/officeDocument/2006/relationships" xmlns:p="http://schemas.openxmlformats.org/presentationml/2006/main">
  <p:tag name="NUM" val="18"/>
</p:tagLst>
</file>

<file path=ppt/tags/tag1232.xml><?xml version="1.0" encoding="utf-8"?>
<p:tagLst xmlns:a="http://schemas.openxmlformats.org/drawingml/2006/main" xmlns:r="http://schemas.openxmlformats.org/officeDocument/2006/relationships" xmlns:p="http://schemas.openxmlformats.org/presentationml/2006/main">
  <p:tag name="NUM" val="19"/>
</p:tagLst>
</file>

<file path=ppt/tags/tag1233.xml><?xml version="1.0" encoding="utf-8"?>
<p:tagLst xmlns:a="http://schemas.openxmlformats.org/drawingml/2006/main" xmlns:r="http://schemas.openxmlformats.org/officeDocument/2006/relationships" xmlns:p="http://schemas.openxmlformats.org/presentationml/2006/main">
  <p:tag name="NUM" val="3"/>
</p:tagLst>
</file>

<file path=ppt/tags/tag1234.xml><?xml version="1.0" encoding="utf-8"?>
<p:tagLst xmlns:a="http://schemas.openxmlformats.org/drawingml/2006/main" xmlns:r="http://schemas.openxmlformats.org/officeDocument/2006/relationships" xmlns:p="http://schemas.openxmlformats.org/presentationml/2006/main">
  <p:tag name="NUM" val="6"/>
</p:tagLst>
</file>

<file path=ppt/tags/tag1235.xml><?xml version="1.0" encoding="utf-8"?>
<p:tagLst xmlns:a="http://schemas.openxmlformats.org/drawingml/2006/main" xmlns:r="http://schemas.openxmlformats.org/officeDocument/2006/relationships" xmlns:p="http://schemas.openxmlformats.org/presentationml/2006/main">
  <p:tag name="NUM" val="1"/>
</p:tagLst>
</file>

<file path=ppt/tags/tag1236.xml><?xml version="1.0" encoding="utf-8"?>
<p:tagLst xmlns:a="http://schemas.openxmlformats.org/drawingml/2006/main" xmlns:r="http://schemas.openxmlformats.org/officeDocument/2006/relationships" xmlns:p="http://schemas.openxmlformats.org/presentationml/2006/main">
  <p:tag name="NUM" val="2"/>
</p:tagLst>
</file>

<file path=ppt/tags/tag1237.xml><?xml version="1.0" encoding="utf-8"?>
<p:tagLst xmlns:a="http://schemas.openxmlformats.org/drawingml/2006/main" xmlns:r="http://schemas.openxmlformats.org/officeDocument/2006/relationships" xmlns:p="http://schemas.openxmlformats.org/presentationml/2006/main">
  <p:tag name="NUM" val="3"/>
</p:tagLst>
</file>

<file path=ppt/tags/tag1238.xml><?xml version="1.0" encoding="utf-8"?>
<p:tagLst xmlns:a="http://schemas.openxmlformats.org/drawingml/2006/main" xmlns:r="http://schemas.openxmlformats.org/officeDocument/2006/relationships" xmlns:p="http://schemas.openxmlformats.org/presentationml/2006/main">
  <p:tag name="NUM" val="5"/>
</p:tagLst>
</file>

<file path=ppt/tags/tag1239.xml><?xml version="1.0" encoding="utf-8"?>
<p:tagLst xmlns:a="http://schemas.openxmlformats.org/drawingml/2006/main" xmlns:r="http://schemas.openxmlformats.org/officeDocument/2006/relationships" xmlns:p="http://schemas.openxmlformats.org/presentationml/2006/main">
  <p:tag name="NUM" val="6"/>
</p:tagLst>
</file>

<file path=ppt/tags/tag1240.xml><?xml version="1.0" encoding="utf-8"?>
<p:tagLst xmlns:a="http://schemas.openxmlformats.org/drawingml/2006/main" xmlns:r="http://schemas.openxmlformats.org/officeDocument/2006/relationships" xmlns:p="http://schemas.openxmlformats.org/presentationml/2006/main">
  <p:tag name="NUM" val="7"/>
</p:tagLst>
</file>

<file path=ppt/tags/tag1241.xml><?xml version="1.0" encoding="utf-8"?>
<p:tagLst xmlns:a="http://schemas.openxmlformats.org/drawingml/2006/main" xmlns:r="http://schemas.openxmlformats.org/officeDocument/2006/relationships" xmlns:p="http://schemas.openxmlformats.org/presentationml/2006/main">
  <p:tag name="NUM" val="3"/>
</p:tagLst>
</file>

<file path=ppt/tags/tag1242.xml><?xml version="1.0" encoding="utf-8"?>
<p:tagLst xmlns:a="http://schemas.openxmlformats.org/drawingml/2006/main" xmlns:r="http://schemas.openxmlformats.org/officeDocument/2006/relationships" xmlns:p="http://schemas.openxmlformats.org/presentationml/2006/main">
  <p:tag name="NUM" val="1"/>
</p:tagLst>
</file>

<file path=ppt/tags/tag1243.xml><?xml version="1.0" encoding="utf-8"?>
<p:tagLst xmlns:a="http://schemas.openxmlformats.org/drawingml/2006/main" xmlns:r="http://schemas.openxmlformats.org/officeDocument/2006/relationships" xmlns:p="http://schemas.openxmlformats.org/presentationml/2006/main">
  <p:tag name="NUM" val="2"/>
</p:tagLst>
</file>

<file path=ppt/tags/tag1244.xml><?xml version="1.0" encoding="utf-8"?>
<p:tagLst xmlns:a="http://schemas.openxmlformats.org/drawingml/2006/main" xmlns:r="http://schemas.openxmlformats.org/officeDocument/2006/relationships" xmlns:p="http://schemas.openxmlformats.org/presentationml/2006/main">
  <p:tag name="NUM" val="3"/>
</p:tagLst>
</file>

<file path=ppt/tags/tag1245.xml><?xml version="1.0" encoding="utf-8"?>
<p:tagLst xmlns:a="http://schemas.openxmlformats.org/drawingml/2006/main" xmlns:r="http://schemas.openxmlformats.org/officeDocument/2006/relationships" xmlns:p="http://schemas.openxmlformats.org/presentationml/2006/main">
  <p:tag name="NUM" val="5"/>
</p:tagLst>
</file>

<file path=ppt/tags/tag1246.xml><?xml version="1.0" encoding="utf-8"?>
<p:tagLst xmlns:a="http://schemas.openxmlformats.org/drawingml/2006/main" xmlns:r="http://schemas.openxmlformats.org/officeDocument/2006/relationships" xmlns:p="http://schemas.openxmlformats.org/presentationml/2006/main">
  <p:tag name="NUM" val="6"/>
</p:tagLst>
</file>

<file path=ppt/tags/tag1247.xml><?xml version="1.0" encoding="utf-8"?>
<p:tagLst xmlns:a="http://schemas.openxmlformats.org/drawingml/2006/main" xmlns:r="http://schemas.openxmlformats.org/officeDocument/2006/relationships" xmlns:p="http://schemas.openxmlformats.org/presentationml/2006/main">
  <p:tag name="NUM" val="7"/>
</p:tagLst>
</file>

<file path=ppt/tags/tag1248.xml><?xml version="1.0" encoding="utf-8"?>
<p:tagLst xmlns:a="http://schemas.openxmlformats.org/drawingml/2006/main" xmlns:r="http://schemas.openxmlformats.org/officeDocument/2006/relationships" xmlns:p="http://schemas.openxmlformats.org/presentationml/2006/main">
  <p:tag name="NUM" val="8"/>
</p:tagLst>
</file>

<file path=ppt/tags/tag1249.xml><?xml version="1.0" encoding="utf-8"?>
<p:tagLst xmlns:a="http://schemas.openxmlformats.org/drawingml/2006/main" xmlns:r="http://schemas.openxmlformats.org/officeDocument/2006/relationships" xmlns:p="http://schemas.openxmlformats.org/presentationml/2006/main">
  <p:tag name="NUM" val="9"/>
</p:tagLst>
</file>

<file path=ppt/tags/tag1250.xml><?xml version="1.0" encoding="utf-8"?>
<p:tagLst xmlns:a="http://schemas.openxmlformats.org/drawingml/2006/main" xmlns:r="http://schemas.openxmlformats.org/officeDocument/2006/relationships" xmlns:p="http://schemas.openxmlformats.org/presentationml/2006/main">
  <p:tag name="NUM" val="10"/>
</p:tagLst>
</file>

<file path=ppt/tags/tag1251.xml><?xml version="1.0" encoding="utf-8"?>
<p:tagLst xmlns:a="http://schemas.openxmlformats.org/drawingml/2006/main" xmlns:r="http://schemas.openxmlformats.org/officeDocument/2006/relationships" xmlns:p="http://schemas.openxmlformats.org/presentationml/2006/main">
  <p:tag name="NUM" val="11"/>
</p:tagLst>
</file>

<file path=ppt/tags/tag1252.xml><?xml version="1.0" encoding="utf-8"?>
<p:tagLst xmlns:a="http://schemas.openxmlformats.org/drawingml/2006/main" xmlns:r="http://schemas.openxmlformats.org/officeDocument/2006/relationships" xmlns:p="http://schemas.openxmlformats.org/presentationml/2006/main">
  <p:tag name="NUM" val="12"/>
</p:tagLst>
</file>

<file path=ppt/tags/tag1253.xml><?xml version="1.0" encoding="utf-8"?>
<p:tagLst xmlns:a="http://schemas.openxmlformats.org/drawingml/2006/main" xmlns:r="http://schemas.openxmlformats.org/officeDocument/2006/relationships" xmlns:p="http://schemas.openxmlformats.org/presentationml/2006/main">
  <p:tag name="NUM" val="13"/>
</p:tagLst>
</file>

<file path=ppt/tags/tag1254.xml><?xml version="1.0" encoding="utf-8"?>
<p:tagLst xmlns:a="http://schemas.openxmlformats.org/drawingml/2006/main" xmlns:r="http://schemas.openxmlformats.org/officeDocument/2006/relationships" xmlns:p="http://schemas.openxmlformats.org/presentationml/2006/main">
  <p:tag name="NUM" val="14"/>
</p:tagLst>
</file>

<file path=ppt/tags/tag1255.xml><?xml version="1.0" encoding="utf-8"?>
<p:tagLst xmlns:a="http://schemas.openxmlformats.org/drawingml/2006/main" xmlns:r="http://schemas.openxmlformats.org/officeDocument/2006/relationships" xmlns:p="http://schemas.openxmlformats.org/presentationml/2006/main">
  <p:tag name="NUM" val="15"/>
</p:tagLst>
</file>

<file path=ppt/tags/tag1256.xml><?xml version="1.0" encoding="utf-8"?>
<p:tagLst xmlns:a="http://schemas.openxmlformats.org/drawingml/2006/main" xmlns:r="http://schemas.openxmlformats.org/officeDocument/2006/relationships" xmlns:p="http://schemas.openxmlformats.org/presentationml/2006/main">
  <p:tag name="NUM" val="16"/>
</p:tagLst>
</file>

<file path=ppt/tags/tag1257.xml><?xml version="1.0" encoding="utf-8"?>
<p:tagLst xmlns:a="http://schemas.openxmlformats.org/drawingml/2006/main" xmlns:r="http://schemas.openxmlformats.org/officeDocument/2006/relationships" xmlns:p="http://schemas.openxmlformats.org/presentationml/2006/main">
  <p:tag name="NUM" val="17"/>
</p:tagLst>
</file>

<file path=ppt/tags/tag1258.xml><?xml version="1.0" encoding="utf-8"?>
<p:tagLst xmlns:a="http://schemas.openxmlformats.org/drawingml/2006/main" xmlns:r="http://schemas.openxmlformats.org/officeDocument/2006/relationships" xmlns:p="http://schemas.openxmlformats.org/presentationml/2006/main">
  <p:tag name="NUM" val="18"/>
</p:tagLst>
</file>

<file path=ppt/tags/tag1259.xml><?xml version="1.0" encoding="utf-8"?>
<p:tagLst xmlns:a="http://schemas.openxmlformats.org/drawingml/2006/main" xmlns:r="http://schemas.openxmlformats.org/officeDocument/2006/relationships" xmlns:p="http://schemas.openxmlformats.org/presentationml/2006/main">
  <p:tag name="NUM" val="19"/>
</p:tagLst>
</file>

<file path=ppt/tags/tag1260.xml><?xml version="1.0" encoding="utf-8"?>
<p:tagLst xmlns:a="http://schemas.openxmlformats.org/drawingml/2006/main" xmlns:r="http://schemas.openxmlformats.org/officeDocument/2006/relationships" xmlns:p="http://schemas.openxmlformats.org/presentationml/2006/main">
  <p:tag name="NUM" val="20"/>
</p:tagLst>
</file>

<file path=ppt/tags/tag1261.xml><?xml version="1.0" encoding="utf-8"?>
<p:tagLst xmlns:a="http://schemas.openxmlformats.org/drawingml/2006/main" xmlns:r="http://schemas.openxmlformats.org/officeDocument/2006/relationships" xmlns:p="http://schemas.openxmlformats.org/presentationml/2006/main">
  <p:tag name="NUM" val="21"/>
</p:tagLst>
</file>

<file path=ppt/tags/tag1262.xml><?xml version="1.0" encoding="utf-8"?>
<p:tagLst xmlns:a="http://schemas.openxmlformats.org/drawingml/2006/main" xmlns:r="http://schemas.openxmlformats.org/officeDocument/2006/relationships" xmlns:p="http://schemas.openxmlformats.org/presentationml/2006/main">
  <p:tag name="NUM" val="22"/>
</p:tagLst>
</file>

<file path=ppt/tags/tag1263.xml><?xml version="1.0" encoding="utf-8"?>
<p:tagLst xmlns:a="http://schemas.openxmlformats.org/drawingml/2006/main" xmlns:r="http://schemas.openxmlformats.org/officeDocument/2006/relationships" xmlns:p="http://schemas.openxmlformats.org/presentationml/2006/main">
  <p:tag name="NUM" val="23"/>
</p:tagLst>
</file>

<file path=ppt/tags/tag1264.xml><?xml version="1.0" encoding="utf-8"?>
<p:tagLst xmlns:a="http://schemas.openxmlformats.org/drawingml/2006/main" xmlns:r="http://schemas.openxmlformats.org/officeDocument/2006/relationships" xmlns:p="http://schemas.openxmlformats.org/presentationml/2006/main">
  <p:tag name="NUM" val="24"/>
</p:tagLst>
</file>

<file path=ppt/tags/tag1265.xml><?xml version="1.0" encoding="utf-8"?>
<p:tagLst xmlns:a="http://schemas.openxmlformats.org/drawingml/2006/main" xmlns:r="http://schemas.openxmlformats.org/officeDocument/2006/relationships" xmlns:p="http://schemas.openxmlformats.org/presentationml/2006/main">
  <p:tag name="NUM" val="25"/>
</p:tagLst>
</file>

<file path=ppt/tags/tag1266.xml><?xml version="1.0" encoding="utf-8"?>
<p:tagLst xmlns:a="http://schemas.openxmlformats.org/drawingml/2006/main" xmlns:r="http://schemas.openxmlformats.org/officeDocument/2006/relationships" xmlns:p="http://schemas.openxmlformats.org/presentationml/2006/main">
  <p:tag name="NUM" val="26"/>
</p:tagLst>
</file>

<file path=ppt/tags/tag1267.xml><?xml version="1.0" encoding="utf-8"?>
<p:tagLst xmlns:a="http://schemas.openxmlformats.org/drawingml/2006/main" xmlns:r="http://schemas.openxmlformats.org/officeDocument/2006/relationships" xmlns:p="http://schemas.openxmlformats.org/presentationml/2006/main">
  <p:tag name="NUM" val="27"/>
</p:tagLst>
</file>

<file path=ppt/tags/tag1268.xml><?xml version="1.0" encoding="utf-8"?>
<p:tagLst xmlns:a="http://schemas.openxmlformats.org/drawingml/2006/main" xmlns:r="http://schemas.openxmlformats.org/officeDocument/2006/relationships" xmlns:p="http://schemas.openxmlformats.org/presentationml/2006/main">
  <p:tag name="NUM" val="28"/>
</p:tagLst>
</file>

<file path=ppt/tags/tag1269.xml><?xml version="1.0" encoding="utf-8"?>
<p:tagLst xmlns:a="http://schemas.openxmlformats.org/drawingml/2006/main" xmlns:r="http://schemas.openxmlformats.org/officeDocument/2006/relationships" xmlns:p="http://schemas.openxmlformats.org/presentationml/2006/main">
  <p:tag name="NUM" val="29"/>
</p:tagLst>
</file>

<file path=ppt/tags/tag1270.xml><?xml version="1.0" encoding="utf-8"?>
<p:tagLst xmlns:a="http://schemas.openxmlformats.org/drawingml/2006/main" xmlns:r="http://schemas.openxmlformats.org/officeDocument/2006/relationships" xmlns:p="http://schemas.openxmlformats.org/presentationml/2006/main">
  <p:tag name="NUM" val="30"/>
</p:tagLst>
</file>

<file path=ppt/tags/tag1271.xml><?xml version="1.0" encoding="utf-8"?>
<p:tagLst xmlns:a="http://schemas.openxmlformats.org/drawingml/2006/main" xmlns:r="http://schemas.openxmlformats.org/officeDocument/2006/relationships" xmlns:p="http://schemas.openxmlformats.org/presentationml/2006/main">
  <p:tag name="NUM" val="31"/>
</p:tagLst>
</file>

<file path=ppt/tags/tag1272.xml><?xml version="1.0" encoding="utf-8"?>
<p:tagLst xmlns:a="http://schemas.openxmlformats.org/drawingml/2006/main" xmlns:r="http://schemas.openxmlformats.org/officeDocument/2006/relationships" xmlns:p="http://schemas.openxmlformats.org/presentationml/2006/main">
  <p:tag name="NUM" val="16"/>
</p:tagLst>
</file>

<file path=ppt/tags/tag1273.xml><?xml version="1.0" encoding="utf-8"?>
<p:tagLst xmlns:a="http://schemas.openxmlformats.org/drawingml/2006/main" xmlns:r="http://schemas.openxmlformats.org/officeDocument/2006/relationships" xmlns:p="http://schemas.openxmlformats.org/presentationml/2006/main">
  <p:tag name="NUM" val="17"/>
</p:tagLst>
</file>

<file path=ppt/tags/tag1274.xml><?xml version="1.0" encoding="utf-8"?>
<p:tagLst xmlns:a="http://schemas.openxmlformats.org/drawingml/2006/main" xmlns:r="http://schemas.openxmlformats.org/officeDocument/2006/relationships" xmlns:p="http://schemas.openxmlformats.org/presentationml/2006/main">
  <p:tag name="NUM" val="18"/>
</p:tagLst>
</file>

<file path=ppt/tags/tag1275.xml><?xml version="1.0" encoding="utf-8"?>
<p:tagLst xmlns:a="http://schemas.openxmlformats.org/drawingml/2006/main" xmlns:r="http://schemas.openxmlformats.org/officeDocument/2006/relationships" xmlns:p="http://schemas.openxmlformats.org/presentationml/2006/main">
  <p:tag name="NUM" val="19"/>
</p:tagLst>
</file>

<file path=ppt/tags/tag1276.xml><?xml version="1.0" encoding="utf-8"?>
<p:tagLst xmlns:a="http://schemas.openxmlformats.org/drawingml/2006/main" xmlns:r="http://schemas.openxmlformats.org/officeDocument/2006/relationships" xmlns:p="http://schemas.openxmlformats.org/presentationml/2006/main">
  <p:tag name="NUM" val="24"/>
</p:tagLst>
</file>

<file path=ppt/tags/tag1277.xml><?xml version="1.0" encoding="utf-8"?>
<p:tagLst xmlns:a="http://schemas.openxmlformats.org/drawingml/2006/main" xmlns:r="http://schemas.openxmlformats.org/officeDocument/2006/relationships" xmlns:p="http://schemas.openxmlformats.org/presentationml/2006/main">
  <p:tag name="NUM" val="25"/>
</p:tagLst>
</file>

<file path=ppt/tags/tag1278.xml><?xml version="1.0" encoding="utf-8"?>
<p:tagLst xmlns:a="http://schemas.openxmlformats.org/drawingml/2006/main" xmlns:r="http://schemas.openxmlformats.org/officeDocument/2006/relationships" xmlns:p="http://schemas.openxmlformats.org/presentationml/2006/main">
  <p:tag name="NUM" val="26"/>
</p:tagLst>
</file>

<file path=ppt/tags/tag1279.xml><?xml version="1.0" encoding="utf-8"?>
<p:tagLst xmlns:a="http://schemas.openxmlformats.org/drawingml/2006/main" xmlns:r="http://schemas.openxmlformats.org/officeDocument/2006/relationships" xmlns:p="http://schemas.openxmlformats.org/presentationml/2006/main">
  <p:tag name="NUM" val="27"/>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1874</TotalTime>
  <Words>9179</Words>
  <Application>Microsoft Office PowerPoint</Application>
  <PresentationFormat>Grand écran</PresentationFormat>
  <Paragraphs>1353</Paragraphs>
  <Slides>44</Slides>
  <Notes>44</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44</vt:i4>
      </vt:variant>
    </vt:vector>
  </HeadingPairs>
  <TitlesOfParts>
    <vt:vector size="48" baseType="lpstr">
      <vt:lpstr>Arial</vt:lpstr>
      <vt:lpstr>Calibri</vt:lpstr>
      <vt:lpstr>Helvetica Neue</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Loto-Québec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Guide d'ingénierie Kafka - Du premier événement à la résilience EDA</dc:title>
  <dc:subject>Parcours pédagogique fondé sur la documentation française du projet EDA</dc:subject>
  <dc:creator>Réal Demers</dc:creator>
  <cp:lastModifiedBy>Demers Real</cp:lastModifiedBy>
  <cp:revision>326</cp:revision>
  <dcterms:created xsi:type="dcterms:W3CDTF">2026-09-18T17:38:25Z</dcterms:created>
  <dcterms:modified xsi:type="dcterms:W3CDTF">2026-10-14T16:49:07Z</dcterms:modified>
</cp:coreProperties>
</file>