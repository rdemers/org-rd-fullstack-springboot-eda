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1.xml" ContentType="application/vnd.openxmlformats-officedocument.presentationml.notesSlide+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notesSlides/notesSlide2.xml" ContentType="application/vnd.openxmlformats-officedocument.presentationml.notesSlide+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notesSlides/notesSlide3.xml" ContentType="application/vnd.openxmlformats-officedocument.presentationml.notesSlide+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notesSlides/notesSlide4.xml" ContentType="application/vnd.openxmlformats-officedocument.presentationml.notesSlide+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notesSlides/notesSlide5.xml" ContentType="application/vnd.openxmlformats-officedocument.presentationml.notesSlide+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notesSlides/notesSlide6.xml" ContentType="application/vnd.openxmlformats-officedocument.presentationml.notesSlide+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notesSlides/notesSlide7.xml" ContentType="application/vnd.openxmlformats-officedocument.presentationml.notesSlide+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notesSlides/notesSlide8.xml" ContentType="application/vnd.openxmlformats-officedocument.presentationml.notesSlide+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notesSlides/notesSlide9.xml" ContentType="application/vnd.openxmlformats-officedocument.presentationml.notesSlide+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notesSlides/notesSlide10.xml" ContentType="application/vnd.openxmlformats-officedocument.presentationml.notesSlide+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notesSlides/notesSlide11.xml" ContentType="application/vnd.openxmlformats-officedocument.presentationml.notesSlide+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notesSlides/notesSlide12.xml" ContentType="application/vnd.openxmlformats-officedocument.presentationml.notesSlide+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0.xml" ContentType="application/vnd.openxmlformats-officedocument.presentationml.tags+xml"/>
  <Override PartName="/ppt/notesSlides/notesSlide13.xml" ContentType="application/vnd.openxmlformats-officedocument.presentationml.notesSlide+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notesSlides/notesSlide14.xml" ContentType="application/vnd.openxmlformats-officedocument.presentationml.notesSlide+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notesSlides/notesSlide15.xml" ContentType="application/vnd.openxmlformats-officedocument.presentationml.notesSlide+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notesSlides/notesSlide16.xml" ContentType="application/vnd.openxmlformats-officedocument.presentationml.notesSlide+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notesSlides/notesSlide17.xml" ContentType="application/vnd.openxmlformats-officedocument.presentationml.notesSlide+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notesSlides/notesSlide18.xml" ContentType="application/vnd.openxmlformats-officedocument.presentationml.notesSlide+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14.xml" ContentType="application/vnd.openxmlformats-officedocument.presentationml.tags+xml"/>
  <Override PartName="/ppt/tags/tag515.xml" ContentType="application/vnd.openxmlformats-officedocument.presentationml.tags+xml"/>
  <Override PartName="/ppt/tags/tag516.xml" ContentType="application/vnd.openxmlformats-officedocument.presentationml.tags+xml"/>
  <Override PartName="/ppt/tags/tag517.xml" ContentType="application/vnd.openxmlformats-officedocument.presentationml.tags+xml"/>
  <Override PartName="/ppt/tags/tag518.xml" ContentType="application/vnd.openxmlformats-officedocument.presentationml.tags+xml"/>
  <Override PartName="/ppt/tags/tag519.xml" ContentType="application/vnd.openxmlformats-officedocument.presentationml.tags+xml"/>
  <Override PartName="/ppt/tags/tag520.xml" ContentType="application/vnd.openxmlformats-officedocument.presentationml.tags+xml"/>
  <Override PartName="/ppt/tags/tag521.xml" ContentType="application/vnd.openxmlformats-officedocument.presentationml.tags+xml"/>
  <Override PartName="/ppt/tags/tag522.xml" ContentType="application/vnd.openxmlformats-officedocument.presentationml.tags+xml"/>
  <Override PartName="/ppt/notesSlides/notesSlide19.xml" ContentType="application/vnd.openxmlformats-officedocument.presentationml.notesSlide+xml"/>
  <Override PartName="/ppt/tags/tag523.xml" ContentType="application/vnd.openxmlformats-officedocument.presentationml.tags+xml"/>
  <Override PartName="/ppt/tags/tag524.xml" ContentType="application/vnd.openxmlformats-officedocument.presentationml.tags+xml"/>
  <Override PartName="/ppt/tags/tag525.xml" ContentType="application/vnd.openxmlformats-officedocument.presentationml.tags+xml"/>
  <Override PartName="/ppt/tags/tag526.xml" ContentType="application/vnd.openxmlformats-officedocument.presentationml.tags+xml"/>
  <Override PartName="/ppt/tags/tag527.xml" ContentType="application/vnd.openxmlformats-officedocument.presentationml.tags+xml"/>
  <Override PartName="/ppt/tags/tag528.xml" ContentType="application/vnd.openxmlformats-officedocument.presentationml.tags+xml"/>
  <Override PartName="/ppt/tags/tag529.xml" ContentType="application/vnd.openxmlformats-officedocument.presentationml.tags+xml"/>
  <Override PartName="/ppt/tags/tag530.xml" ContentType="application/vnd.openxmlformats-officedocument.presentationml.tags+xml"/>
  <Override PartName="/ppt/tags/tag531.xml" ContentType="application/vnd.openxmlformats-officedocument.presentationml.tags+xml"/>
  <Override PartName="/ppt/tags/tag532.xml" ContentType="application/vnd.openxmlformats-officedocument.presentationml.tags+xml"/>
  <Override PartName="/ppt/tags/tag533.xml" ContentType="application/vnd.openxmlformats-officedocument.presentationml.tags+xml"/>
  <Override PartName="/ppt/tags/tag534.xml" ContentType="application/vnd.openxmlformats-officedocument.presentationml.tags+xml"/>
  <Override PartName="/ppt/tags/tag535.xml" ContentType="application/vnd.openxmlformats-officedocument.presentationml.tags+xml"/>
  <Override PartName="/ppt/tags/tag536.xml" ContentType="application/vnd.openxmlformats-officedocument.presentationml.tags+xml"/>
  <Override PartName="/ppt/tags/tag537.xml" ContentType="application/vnd.openxmlformats-officedocument.presentationml.tags+xml"/>
  <Override PartName="/ppt/tags/tag538.xml" ContentType="application/vnd.openxmlformats-officedocument.presentationml.tags+xml"/>
  <Override PartName="/ppt/tags/tag539.xml" ContentType="application/vnd.openxmlformats-officedocument.presentationml.tags+xml"/>
  <Override PartName="/ppt/tags/tag540.xml" ContentType="application/vnd.openxmlformats-officedocument.presentationml.tags+xml"/>
  <Override PartName="/ppt/tags/tag541.xml" ContentType="application/vnd.openxmlformats-officedocument.presentationml.tags+xml"/>
  <Override PartName="/ppt/tags/tag542.xml" ContentType="application/vnd.openxmlformats-officedocument.presentationml.tags+xml"/>
  <Override PartName="/ppt/tags/tag543.xml" ContentType="application/vnd.openxmlformats-officedocument.presentationml.tags+xml"/>
  <Override PartName="/ppt/tags/tag544.xml" ContentType="application/vnd.openxmlformats-officedocument.presentationml.tags+xml"/>
  <Override PartName="/ppt/tags/tag545.xml" ContentType="application/vnd.openxmlformats-officedocument.presentationml.tags+xml"/>
  <Override PartName="/ppt/tags/tag546.xml" ContentType="application/vnd.openxmlformats-officedocument.presentationml.tags+xml"/>
  <Override PartName="/ppt/tags/tag547.xml" ContentType="application/vnd.openxmlformats-officedocument.presentationml.tags+xml"/>
  <Override PartName="/ppt/tags/tag548.xml" ContentType="application/vnd.openxmlformats-officedocument.presentationml.tags+xml"/>
  <Override PartName="/ppt/notesSlides/notesSlide20.xml" ContentType="application/vnd.openxmlformats-officedocument.presentationml.notesSlide+xml"/>
  <Override PartName="/ppt/tags/tag549.xml" ContentType="application/vnd.openxmlformats-officedocument.presentationml.tags+xml"/>
  <Override PartName="/ppt/tags/tag550.xml" ContentType="application/vnd.openxmlformats-officedocument.presentationml.tags+xml"/>
  <Override PartName="/ppt/tags/tag551.xml" ContentType="application/vnd.openxmlformats-officedocument.presentationml.tags+xml"/>
  <Override PartName="/ppt/tags/tag552.xml" ContentType="application/vnd.openxmlformats-officedocument.presentationml.tags+xml"/>
  <Override PartName="/ppt/tags/tag553.xml" ContentType="application/vnd.openxmlformats-officedocument.presentationml.tags+xml"/>
  <Override PartName="/ppt/tags/tag554.xml" ContentType="application/vnd.openxmlformats-officedocument.presentationml.tags+xml"/>
  <Override PartName="/ppt/tags/tag555.xml" ContentType="application/vnd.openxmlformats-officedocument.presentationml.tags+xml"/>
  <Override PartName="/ppt/tags/tag556.xml" ContentType="application/vnd.openxmlformats-officedocument.presentationml.tags+xml"/>
  <Override PartName="/ppt/tags/tag557.xml" ContentType="application/vnd.openxmlformats-officedocument.presentationml.tags+xml"/>
  <Override PartName="/ppt/tags/tag558.xml" ContentType="application/vnd.openxmlformats-officedocument.presentationml.tags+xml"/>
  <Override PartName="/ppt/tags/tag559.xml" ContentType="application/vnd.openxmlformats-officedocument.presentationml.tags+xml"/>
  <Override PartName="/ppt/tags/tag560.xml" ContentType="application/vnd.openxmlformats-officedocument.presentationml.tags+xml"/>
  <Override PartName="/ppt/tags/tag561.xml" ContentType="application/vnd.openxmlformats-officedocument.presentationml.tags+xml"/>
  <Override PartName="/ppt/tags/tag562.xml" ContentType="application/vnd.openxmlformats-officedocument.presentationml.tags+xml"/>
  <Override PartName="/ppt/tags/tag563.xml" ContentType="application/vnd.openxmlformats-officedocument.presentationml.tags+xml"/>
  <Override PartName="/ppt/tags/tag564.xml" ContentType="application/vnd.openxmlformats-officedocument.presentationml.tags+xml"/>
  <Override PartName="/ppt/tags/tag565.xml" ContentType="application/vnd.openxmlformats-officedocument.presentationml.tags+xml"/>
  <Override PartName="/ppt/tags/tag566.xml" ContentType="application/vnd.openxmlformats-officedocument.presentationml.tags+xml"/>
  <Override PartName="/ppt/tags/tag567.xml" ContentType="application/vnd.openxmlformats-officedocument.presentationml.tags+xml"/>
  <Override PartName="/ppt/tags/tag568.xml" ContentType="application/vnd.openxmlformats-officedocument.presentationml.tags+xml"/>
  <Override PartName="/ppt/tags/tag569.xml" ContentType="application/vnd.openxmlformats-officedocument.presentationml.tags+xml"/>
  <Override PartName="/ppt/tags/tag570.xml" ContentType="application/vnd.openxmlformats-officedocument.presentationml.tags+xml"/>
  <Override PartName="/ppt/tags/tag571.xml" ContentType="application/vnd.openxmlformats-officedocument.presentationml.tags+xml"/>
  <Override PartName="/ppt/tags/tag572.xml" ContentType="application/vnd.openxmlformats-officedocument.presentationml.tags+xml"/>
  <Override PartName="/ppt/tags/tag573.xml" ContentType="application/vnd.openxmlformats-officedocument.presentationml.tags+xml"/>
  <Override PartName="/ppt/tags/tag574.xml" ContentType="application/vnd.openxmlformats-officedocument.presentationml.tags+xml"/>
  <Override PartName="/ppt/tags/tag575.xml" ContentType="application/vnd.openxmlformats-officedocument.presentationml.tags+xml"/>
  <Override PartName="/ppt/tags/tag576.xml" ContentType="application/vnd.openxmlformats-officedocument.presentationml.tags+xml"/>
  <Override PartName="/ppt/tags/tag577.xml" ContentType="application/vnd.openxmlformats-officedocument.presentationml.tags+xml"/>
  <Override PartName="/ppt/tags/tag578.xml" ContentType="application/vnd.openxmlformats-officedocument.presentationml.tags+xml"/>
  <Override PartName="/ppt/tags/tag579.xml" ContentType="application/vnd.openxmlformats-officedocument.presentationml.tags+xml"/>
  <Override PartName="/ppt/tags/tag580.xml" ContentType="application/vnd.openxmlformats-officedocument.presentationml.tags+xml"/>
  <Override PartName="/ppt/tags/tag581.xml" ContentType="application/vnd.openxmlformats-officedocument.presentationml.tags+xml"/>
  <Override PartName="/ppt/notesSlides/notesSlide21.xml" ContentType="application/vnd.openxmlformats-officedocument.presentationml.notesSlide+xml"/>
  <Override PartName="/ppt/tags/tag582.xml" ContentType="application/vnd.openxmlformats-officedocument.presentationml.tags+xml"/>
  <Override PartName="/ppt/tags/tag583.xml" ContentType="application/vnd.openxmlformats-officedocument.presentationml.tags+xml"/>
  <Override PartName="/ppt/tags/tag584.xml" ContentType="application/vnd.openxmlformats-officedocument.presentationml.tags+xml"/>
  <Override PartName="/ppt/tags/tag585.xml" ContentType="application/vnd.openxmlformats-officedocument.presentationml.tags+xml"/>
  <Override PartName="/ppt/tags/tag586.xml" ContentType="application/vnd.openxmlformats-officedocument.presentationml.tags+xml"/>
  <Override PartName="/ppt/tags/tag587.xml" ContentType="application/vnd.openxmlformats-officedocument.presentationml.tags+xml"/>
  <Override PartName="/ppt/tags/tag588.xml" ContentType="application/vnd.openxmlformats-officedocument.presentationml.tags+xml"/>
  <Override PartName="/ppt/tags/tag589.xml" ContentType="application/vnd.openxmlformats-officedocument.presentationml.tags+xml"/>
  <Override PartName="/ppt/tags/tag590.xml" ContentType="application/vnd.openxmlformats-officedocument.presentationml.tags+xml"/>
  <Override PartName="/ppt/tags/tag591.xml" ContentType="application/vnd.openxmlformats-officedocument.presentationml.tags+xml"/>
  <Override PartName="/ppt/tags/tag592.xml" ContentType="application/vnd.openxmlformats-officedocument.presentationml.tags+xml"/>
  <Override PartName="/ppt/tags/tag593.xml" ContentType="application/vnd.openxmlformats-officedocument.presentationml.tags+xml"/>
  <Override PartName="/ppt/tags/tag594.xml" ContentType="application/vnd.openxmlformats-officedocument.presentationml.tags+xml"/>
  <Override PartName="/ppt/tags/tag595.xml" ContentType="application/vnd.openxmlformats-officedocument.presentationml.tags+xml"/>
  <Override PartName="/ppt/tags/tag596.xml" ContentType="application/vnd.openxmlformats-officedocument.presentationml.tags+xml"/>
  <Override PartName="/ppt/tags/tag597.xml" ContentType="application/vnd.openxmlformats-officedocument.presentationml.tags+xml"/>
  <Override PartName="/ppt/tags/tag598.xml" ContentType="application/vnd.openxmlformats-officedocument.presentationml.tags+xml"/>
  <Override PartName="/ppt/tags/tag599.xml" ContentType="application/vnd.openxmlformats-officedocument.presentationml.tags+xml"/>
  <Override PartName="/ppt/tags/tag600.xml" ContentType="application/vnd.openxmlformats-officedocument.presentationml.tags+xml"/>
  <Override PartName="/ppt/tags/tag601.xml" ContentType="application/vnd.openxmlformats-officedocument.presentationml.tags+xml"/>
  <Override PartName="/ppt/tags/tag602.xml" ContentType="application/vnd.openxmlformats-officedocument.presentationml.tags+xml"/>
  <Override PartName="/ppt/tags/tag603.xml" ContentType="application/vnd.openxmlformats-officedocument.presentationml.tags+xml"/>
  <Override PartName="/ppt/tags/tag604.xml" ContentType="application/vnd.openxmlformats-officedocument.presentationml.tags+xml"/>
  <Override PartName="/ppt/tags/tag605.xml" ContentType="application/vnd.openxmlformats-officedocument.presentationml.tags+xml"/>
  <Override PartName="/ppt/tags/tag606.xml" ContentType="application/vnd.openxmlformats-officedocument.presentationml.tags+xml"/>
  <Override PartName="/ppt/tags/tag607.xml" ContentType="application/vnd.openxmlformats-officedocument.presentationml.tags+xml"/>
  <Override PartName="/ppt/tags/tag608.xml" ContentType="application/vnd.openxmlformats-officedocument.presentationml.tags+xml"/>
  <Override PartName="/ppt/tags/tag609.xml" ContentType="application/vnd.openxmlformats-officedocument.presentationml.tags+xml"/>
  <Override PartName="/ppt/tags/tag610.xml" ContentType="application/vnd.openxmlformats-officedocument.presentationml.tags+xml"/>
  <Override PartName="/ppt/tags/tag611.xml" ContentType="application/vnd.openxmlformats-officedocument.presentationml.tags+xml"/>
  <Override PartName="/ppt/tags/tag612.xml" ContentType="application/vnd.openxmlformats-officedocument.presentationml.tags+xml"/>
  <Override PartName="/ppt/notesSlides/notesSlide22.xml" ContentType="application/vnd.openxmlformats-officedocument.presentationml.notesSlide+xml"/>
  <Override PartName="/ppt/tags/tag613.xml" ContentType="application/vnd.openxmlformats-officedocument.presentationml.tags+xml"/>
  <Override PartName="/ppt/tags/tag614.xml" ContentType="application/vnd.openxmlformats-officedocument.presentationml.tags+xml"/>
  <Override PartName="/ppt/tags/tag615.xml" ContentType="application/vnd.openxmlformats-officedocument.presentationml.tags+xml"/>
  <Override PartName="/ppt/tags/tag616.xml" ContentType="application/vnd.openxmlformats-officedocument.presentationml.tags+xml"/>
  <Override PartName="/ppt/tags/tag617.xml" ContentType="application/vnd.openxmlformats-officedocument.presentationml.tags+xml"/>
  <Override PartName="/ppt/tags/tag618.xml" ContentType="application/vnd.openxmlformats-officedocument.presentationml.tags+xml"/>
  <Override PartName="/ppt/tags/tag619.xml" ContentType="application/vnd.openxmlformats-officedocument.presentationml.tags+xml"/>
  <Override PartName="/ppt/tags/tag620.xml" ContentType="application/vnd.openxmlformats-officedocument.presentationml.tags+xml"/>
  <Override PartName="/ppt/tags/tag621.xml" ContentType="application/vnd.openxmlformats-officedocument.presentationml.tags+xml"/>
  <Override PartName="/ppt/tags/tag622.xml" ContentType="application/vnd.openxmlformats-officedocument.presentationml.tags+xml"/>
  <Override PartName="/ppt/tags/tag623.xml" ContentType="application/vnd.openxmlformats-officedocument.presentationml.tags+xml"/>
  <Override PartName="/ppt/tags/tag624.xml" ContentType="application/vnd.openxmlformats-officedocument.presentationml.tags+xml"/>
  <Override PartName="/ppt/tags/tag625.xml" ContentType="application/vnd.openxmlformats-officedocument.presentationml.tags+xml"/>
  <Override PartName="/ppt/tags/tag626.xml" ContentType="application/vnd.openxmlformats-officedocument.presentationml.tags+xml"/>
  <Override PartName="/ppt/tags/tag627.xml" ContentType="application/vnd.openxmlformats-officedocument.presentationml.tags+xml"/>
  <Override PartName="/ppt/tags/tag628.xml" ContentType="application/vnd.openxmlformats-officedocument.presentationml.tags+xml"/>
  <Override PartName="/ppt/tags/tag629.xml" ContentType="application/vnd.openxmlformats-officedocument.presentationml.tags+xml"/>
  <Override PartName="/ppt/notesSlides/notesSlide23.xml" ContentType="application/vnd.openxmlformats-officedocument.presentationml.notesSlide+xml"/>
  <Override PartName="/ppt/tags/tag630.xml" ContentType="application/vnd.openxmlformats-officedocument.presentationml.tags+xml"/>
  <Override PartName="/ppt/tags/tag631.xml" ContentType="application/vnd.openxmlformats-officedocument.presentationml.tags+xml"/>
  <Override PartName="/ppt/tags/tag632.xml" ContentType="application/vnd.openxmlformats-officedocument.presentationml.tags+xml"/>
  <Override PartName="/ppt/tags/tag633.xml" ContentType="application/vnd.openxmlformats-officedocument.presentationml.tags+xml"/>
  <Override PartName="/ppt/tags/tag634.xml" ContentType="application/vnd.openxmlformats-officedocument.presentationml.tags+xml"/>
  <Override PartName="/ppt/tags/tag635.xml" ContentType="application/vnd.openxmlformats-officedocument.presentationml.tags+xml"/>
  <Override PartName="/ppt/tags/tag636.xml" ContentType="application/vnd.openxmlformats-officedocument.presentationml.tags+xml"/>
  <Override PartName="/ppt/tags/tag637.xml" ContentType="application/vnd.openxmlformats-officedocument.presentationml.tags+xml"/>
  <Override PartName="/ppt/tags/tag638.xml" ContentType="application/vnd.openxmlformats-officedocument.presentationml.tags+xml"/>
  <Override PartName="/ppt/tags/tag639.xml" ContentType="application/vnd.openxmlformats-officedocument.presentationml.tags+xml"/>
  <Override PartName="/ppt/tags/tag640.xml" ContentType="application/vnd.openxmlformats-officedocument.presentationml.tags+xml"/>
  <Override PartName="/ppt/tags/tag641.xml" ContentType="application/vnd.openxmlformats-officedocument.presentationml.tags+xml"/>
  <Override PartName="/ppt/tags/tag642.xml" ContentType="application/vnd.openxmlformats-officedocument.presentationml.tags+xml"/>
  <Override PartName="/ppt/tags/tag643.xml" ContentType="application/vnd.openxmlformats-officedocument.presentationml.tags+xml"/>
  <Override PartName="/ppt/tags/tag644.xml" ContentType="application/vnd.openxmlformats-officedocument.presentationml.tags+xml"/>
  <Override PartName="/ppt/tags/tag645.xml" ContentType="application/vnd.openxmlformats-officedocument.presentationml.tags+xml"/>
  <Override PartName="/ppt/tags/tag646.xml" ContentType="application/vnd.openxmlformats-officedocument.presentationml.tags+xml"/>
  <Override PartName="/ppt/tags/tag647.xml" ContentType="application/vnd.openxmlformats-officedocument.presentationml.tags+xml"/>
  <Override PartName="/ppt/tags/tag648.xml" ContentType="application/vnd.openxmlformats-officedocument.presentationml.tags+xml"/>
  <Override PartName="/ppt/tags/tag649.xml" ContentType="application/vnd.openxmlformats-officedocument.presentationml.tags+xml"/>
  <Override PartName="/ppt/tags/tag650.xml" ContentType="application/vnd.openxmlformats-officedocument.presentationml.tags+xml"/>
  <Override PartName="/ppt/tags/tag651.xml" ContentType="application/vnd.openxmlformats-officedocument.presentationml.tags+xml"/>
  <Override PartName="/ppt/tags/tag652.xml" ContentType="application/vnd.openxmlformats-officedocument.presentationml.tags+xml"/>
  <Override PartName="/ppt/tags/tag653.xml" ContentType="application/vnd.openxmlformats-officedocument.presentationml.tags+xml"/>
  <Override PartName="/ppt/tags/tag654.xml" ContentType="application/vnd.openxmlformats-officedocument.presentationml.tags+xml"/>
  <Override PartName="/ppt/tags/tag655.xml" ContentType="application/vnd.openxmlformats-officedocument.presentationml.tags+xml"/>
  <Override PartName="/ppt/tags/tag656.xml" ContentType="application/vnd.openxmlformats-officedocument.presentationml.tags+xml"/>
  <Override PartName="/ppt/tags/tag657.xml" ContentType="application/vnd.openxmlformats-officedocument.presentationml.tags+xml"/>
  <Override PartName="/ppt/tags/tag658.xml" ContentType="application/vnd.openxmlformats-officedocument.presentationml.tags+xml"/>
  <Override PartName="/ppt/tags/tag659.xml" ContentType="application/vnd.openxmlformats-officedocument.presentationml.tags+xml"/>
  <Override PartName="/ppt/tags/tag660.xml" ContentType="application/vnd.openxmlformats-officedocument.presentationml.tags+xml"/>
  <Override PartName="/ppt/tags/tag661.xml" ContentType="application/vnd.openxmlformats-officedocument.presentationml.tags+xml"/>
  <Override PartName="/ppt/tags/tag662.xml" ContentType="application/vnd.openxmlformats-officedocument.presentationml.tags+xml"/>
  <Override PartName="/ppt/tags/tag663.xml" ContentType="application/vnd.openxmlformats-officedocument.presentationml.tags+xml"/>
  <Override PartName="/ppt/tags/tag664.xml" ContentType="application/vnd.openxmlformats-officedocument.presentationml.tags+xml"/>
  <Override PartName="/ppt/notesSlides/notesSlide24.xml" ContentType="application/vnd.openxmlformats-officedocument.presentationml.notesSlide+xml"/>
  <Override PartName="/ppt/tags/tag665.xml" ContentType="application/vnd.openxmlformats-officedocument.presentationml.tags+xml"/>
  <Override PartName="/ppt/tags/tag666.xml" ContentType="application/vnd.openxmlformats-officedocument.presentationml.tags+xml"/>
  <Override PartName="/ppt/tags/tag667.xml" ContentType="application/vnd.openxmlformats-officedocument.presentationml.tags+xml"/>
  <Override PartName="/ppt/tags/tag668.xml" ContentType="application/vnd.openxmlformats-officedocument.presentationml.tags+xml"/>
  <Override PartName="/ppt/tags/tag669.xml" ContentType="application/vnd.openxmlformats-officedocument.presentationml.tags+xml"/>
  <Override PartName="/ppt/tags/tag670.xml" ContentType="application/vnd.openxmlformats-officedocument.presentationml.tags+xml"/>
  <Override PartName="/ppt/tags/tag671.xml" ContentType="application/vnd.openxmlformats-officedocument.presentationml.tags+xml"/>
  <Override PartName="/ppt/tags/tag672.xml" ContentType="application/vnd.openxmlformats-officedocument.presentationml.tags+xml"/>
  <Override PartName="/ppt/tags/tag673.xml" ContentType="application/vnd.openxmlformats-officedocument.presentationml.tags+xml"/>
  <Override PartName="/ppt/tags/tag674.xml" ContentType="application/vnd.openxmlformats-officedocument.presentationml.tags+xml"/>
  <Override PartName="/ppt/tags/tag675.xml" ContentType="application/vnd.openxmlformats-officedocument.presentationml.tags+xml"/>
  <Override PartName="/ppt/tags/tag676.xml" ContentType="application/vnd.openxmlformats-officedocument.presentationml.tags+xml"/>
  <Override PartName="/ppt/tags/tag677.xml" ContentType="application/vnd.openxmlformats-officedocument.presentationml.tags+xml"/>
  <Override PartName="/ppt/tags/tag678.xml" ContentType="application/vnd.openxmlformats-officedocument.presentationml.tags+xml"/>
  <Override PartName="/ppt/tags/tag679.xml" ContentType="application/vnd.openxmlformats-officedocument.presentationml.tags+xml"/>
  <Override PartName="/ppt/tags/tag680.xml" ContentType="application/vnd.openxmlformats-officedocument.presentationml.tags+xml"/>
  <Override PartName="/ppt/tags/tag681.xml" ContentType="application/vnd.openxmlformats-officedocument.presentationml.tags+xml"/>
  <Override PartName="/ppt/tags/tag682.xml" ContentType="application/vnd.openxmlformats-officedocument.presentationml.tags+xml"/>
  <Override PartName="/ppt/tags/tag683.xml" ContentType="application/vnd.openxmlformats-officedocument.presentationml.tags+xml"/>
  <Override PartName="/ppt/tags/tag684.xml" ContentType="application/vnd.openxmlformats-officedocument.presentationml.tags+xml"/>
  <Override PartName="/ppt/tags/tag685.xml" ContentType="application/vnd.openxmlformats-officedocument.presentationml.tags+xml"/>
  <Override PartName="/ppt/tags/tag686.xml" ContentType="application/vnd.openxmlformats-officedocument.presentationml.tags+xml"/>
  <Override PartName="/ppt/tags/tag687.xml" ContentType="application/vnd.openxmlformats-officedocument.presentationml.tags+xml"/>
  <Override PartName="/ppt/tags/tag688.xml" ContentType="application/vnd.openxmlformats-officedocument.presentationml.tags+xml"/>
  <Override PartName="/ppt/tags/tag689.xml" ContentType="application/vnd.openxmlformats-officedocument.presentationml.tags+xml"/>
  <Override PartName="/ppt/tags/tag690.xml" ContentType="application/vnd.openxmlformats-officedocument.presentationml.tags+xml"/>
  <Override PartName="/ppt/tags/tag691.xml" ContentType="application/vnd.openxmlformats-officedocument.presentationml.tags+xml"/>
  <Override PartName="/ppt/tags/tag692.xml" ContentType="application/vnd.openxmlformats-officedocument.presentationml.tags+xml"/>
  <Override PartName="/ppt/tags/tag693.xml" ContentType="application/vnd.openxmlformats-officedocument.presentationml.tags+xml"/>
  <Override PartName="/ppt/tags/tag694.xml" ContentType="application/vnd.openxmlformats-officedocument.presentationml.tags+xml"/>
  <Override PartName="/ppt/tags/tag695.xml" ContentType="application/vnd.openxmlformats-officedocument.presentationml.tags+xml"/>
  <Override PartName="/ppt/tags/tag696.xml" ContentType="application/vnd.openxmlformats-officedocument.presentationml.tags+xml"/>
  <Override PartName="/ppt/tags/tag697.xml" ContentType="application/vnd.openxmlformats-officedocument.presentationml.tags+xml"/>
  <Override PartName="/ppt/tags/tag698.xml" ContentType="application/vnd.openxmlformats-officedocument.presentationml.tags+xml"/>
  <Override PartName="/ppt/tags/tag699.xml" ContentType="application/vnd.openxmlformats-officedocument.presentationml.tags+xml"/>
  <Override PartName="/ppt/tags/tag700.xml" ContentType="application/vnd.openxmlformats-officedocument.presentationml.tags+xml"/>
  <Override PartName="/ppt/tags/tag701.xml" ContentType="application/vnd.openxmlformats-officedocument.presentationml.tags+xml"/>
  <Override PartName="/ppt/tags/tag702.xml" ContentType="application/vnd.openxmlformats-officedocument.presentationml.tags+xml"/>
  <Override PartName="/ppt/tags/tag703.xml" ContentType="application/vnd.openxmlformats-officedocument.presentationml.tags+xml"/>
  <Override PartName="/ppt/tags/tag704.xml" ContentType="application/vnd.openxmlformats-officedocument.presentationml.tags+xml"/>
  <Override PartName="/ppt/tags/tag705.xml" ContentType="application/vnd.openxmlformats-officedocument.presentationml.tags+xml"/>
  <Override PartName="/ppt/tags/tag706.xml" ContentType="application/vnd.openxmlformats-officedocument.presentationml.tags+xml"/>
  <Override PartName="/ppt/tags/tag707.xml" ContentType="application/vnd.openxmlformats-officedocument.presentationml.tags+xml"/>
  <Override PartName="/ppt/tags/tag708.xml" ContentType="application/vnd.openxmlformats-officedocument.presentationml.tags+xml"/>
  <Override PartName="/ppt/tags/tag709.xml" ContentType="application/vnd.openxmlformats-officedocument.presentationml.tags+xml"/>
  <Override PartName="/ppt/tags/tag710.xml" ContentType="application/vnd.openxmlformats-officedocument.presentationml.tags+xml"/>
  <Override PartName="/ppt/tags/tag711.xml" ContentType="application/vnd.openxmlformats-officedocument.presentationml.tags+xml"/>
  <Override PartName="/ppt/notesSlides/notesSlide25.xml" ContentType="application/vnd.openxmlformats-officedocument.presentationml.notesSlide+xml"/>
  <Override PartName="/ppt/tags/tag712.xml" ContentType="application/vnd.openxmlformats-officedocument.presentationml.tags+xml"/>
  <Override PartName="/ppt/tags/tag713.xml" ContentType="application/vnd.openxmlformats-officedocument.presentationml.tags+xml"/>
  <Override PartName="/ppt/tags/tag714.xml" ContentType="application/vnd.openxmlformats-officedocument.presentationml.tags+xml"/>
  <Override PartName="/ppt/tags/tag715.xml" ContentType="application/vnd.openxmlformats-officedocument.presentationml.tags+xml"/>
  <Override PartName="/ppt/tags/tag716.xml" ContentType="application/vnd.openxmlformats-officedocument.presentationml.tags+xml"/>
  <Override PartName="/ppt/tags/tag717.xml" ContentType="application/vnd.openxmlformats-officedocument.presentationml.tags+xml"/>
  <Override PartName="/ppt/tags/tag718.xml" ContentType="application/vnd.openxmlformats-officedocument.presentationml.tags+xml"/>
  <Override PartName="/ppt/tags/tag719.xml" ContentType="application/vnd.openxmlformats-officedocument.presentationml.tags+xml"/>
  <Override PartName="/ppt/tags/tag720.xml" ContentType="application/vnd.openxmlformats-officedocument.presentationml.tags+xml"/>
  <Override PartName="/ppt/tags/tag721.xml" ContentType="application/vnd.openxmlformats-officedocument.presentationml.tags+xml"/>
  <Override PartName="/ppt/tags/tag722.xml" ContentType="application/vnd.openxmlformats-officedocument.presentationml.tags+xml"/>
  <Override PartName="/ppt/tags/tag723.xml" ContentType="application/vnd.openxmlformats-officedocument.presentationml.tags+xml"/>
  <Override PartName="/ppt/tags/tag724.xml" ContentType="application/vnd.openxmlformats-officedocument.presentationml.tags+xml"/>
  <Override PartName="/ppt/tags/tag725.xml" ContentType="application/vnd.openxmlformats-officedocument.presentationml.tags+xml"/>
  <Override PartName="/ppt/tags/tag726.xml" ContentType="application/vnd.openxmlformats-officedocument.presentationml.tags+xml"/>
  <Override PartName="/ppt/tags/tag727.xml" ContentType="application/vnd.openxmlformats-officedocument.presentationml.tags+xml"/>
  <Override PartName="/ppt/tags/tag728.xml" ContentType="application/vnd.openxmlformats-officedocument.presentationml.tags+xml"/>
  <Override PartName="/ppt/tags/tag729.xml" ContentType="application/vnd.openxmlformats-officedocument.presentationml.tags+xml"/>
  <Override PartName="/ppt/tags/tag730.xml" ContentType="application/vnd.openxmlformats-officedocument.presentationml.tags+xml"/>
  <Override PartName="/ppt/tags/tag731.xml" ContentType="application/vnd.openxmlformats-officedocument.presentationml.tags+xml"/>
  <Override PartName="/ppt/tags/tag732.xml" ContentType="application/vnd.openxmlformats-officedocument.presentationml.tags+xml"/>
  <Override PartName="/ppt/tags/tag733.xml" ContentType="application/vnd.openxmlformats-officedocument.presentationml.tags+xml"/>
  <Override PartName="/ppt/notesSlides/notesSlide26.xml" ContentType="application/vnd.openxmlformats-officedocument.presentationml.notesSlide+xml"/>
  <Override PartName="/ppt/tags/tag734.xml" ContentType="application/vnd.openxmlformats-officedocument.presentationml.tags+xml"/>
  <Override PartName="/ppt/tags/tag735.xml" ContentType="application/vnd.openxmlformats-officedocument.presentationml.tags+xml"/>
  <Override PartName="/ppt/tags/tag736.xml" ContentType="application/vnd.openxmlformats-officedocument.presentationml.tags+xml"/>
  <Override PartName="/ppt/tags/tag737.xml" ContentType="application/vnd.openxmlformats-officedocument.presentationml.tags+xml"/>
  <Override PartName="/ppt/tags/tag738.xml" ContentType="application/vnd.openxmlformats-officedocument.presentationml.tags+xml"/>
  <Override PartName="/ppt/tags/tag739.xml" ContentType="application/vnd.openxmlformats-officedocument.presentationml.tags+xml"/>
  <Override PartName="/ppt/tags/tag740.xml" ContentType="application/vnd.openxmlformats-officedocument.presentationml.tags+xml"/>
  <Override PartName="/ppt/tags/tag741.xml" ContentType="application/vnd.openxmlformats-officedocument.presentationml.tags+xml"/>
  <Override PartName="/ppt/tags/tag742.xml" ContentType="application/vnd.openxmlformats-officedocument.presentationml.tags+xml"/>
  <Override PartName="/ppt/tags/tag743.xml" ContentType="application/vnd.openxmlformats-officedocument.presentationml.tags+xml"/>
  <Override PartName="/ppt/tags/tag744.xml" ContentType="application/vnd.openxmlformats-officedocument.presentationml.tags+xml"/>
  <Override PartName="/ppt/tags/tag745.xml" ContentType="application/vnd.openxmlformats-officedocument.presentationml.tags+xml"/>
  <Override PartName="/ppt/tags/tag746.xml" ContentType="application/vnd.openxmlformats-officedocument.presentationml.tags+xml"/>
  <Override PartName="/ppt/tags/tag747.xml" ContentType="application/vnd.openxmlformats-officedocument.presentationml.tags+xml"/>
  <Override PartName="/ppt/tags/tag748.xml" ContentType="application/vnd.openxmlformats-officedocument.presentationml.tags+xml"/>
  <Override PartName="/ppt/tags/tag749.xml" ContentType="application/vnd.openxmlformats-officedocument.presentationml.tags+xml"/>
  <Override PartName="/ppt/tags/tag750.xml" ContentType="application/vnd.openxmlformats-officedocument.presentationml.tags+xml"/>
  <Override PartName="/ppt/tags/tag751.xml" ContentType="application/vnd.openxmlformats-officedocument.presentationml.tags+xml"/>
  <Override PartName="/ppt/tags/tag752.xml" ContentType="application/vnd.openxmlformats-officedocument.presentationml.tags+xml"/>
  <Override PartName="/ppt/tags/tag753.xml" ContentType="application/vnd.openxmlformats-officedocument.presentationml.tags+xml"/>
  <Override PartName="/ppt/tags/tag754.xml" ContentType="application/vnd.openxmlformats-officedocument.presentationml.tags+xml"/>
  <Override PartName="/ppt/tags/tag755.xml" ContentType="application/vnd.openxmlformats-officedocument.presentationml.tags+xml"/>
  <Override PartName="/ppt/tags/tag756.xml" ContentType="application/vnd.openxmlformats-officedocument.presentationml.tags+xml"/>
  <Override PartName="/ppt/tags/tag757.xml" ContentType="application/vnd.openxmlformats-officedocument.presentationml.tags+xml"/>
  <Override PartName="/ppt/tags/tag758.xml" ContentType="application/vnd.openxmlformats-officedocument.presentationml.tags+xml"/>
  <Override PartName="/ppt/tags/tag759.xml" ContentType="application/vnd.openxmlformats-officedocument.presentationml.tags+xml"/>
  <Override PartName="/ppt/tags/tag760.xml" ContentType="application/vnd.openxmlformats-officedocument.presentationml.tags+xml"/>
  <Override PartName="/ppt/tags/tag761.xml" ContentType="application/vnd.openxmlformats-officedocument.presentationml.tags+xml"/>
  <Override PartName="/ppt/tags/tag762.xml" ContentType="application/vnd.openxmlformats-officedocument.presentationml.tags+xml"/>
  <Override PartName="/ppt/tags/tag763.xml" ContentType="application/vnd.openxmlformats-officedocument.presentationml.tags+xml"/>
  <Override PartName="/ppt/tags/tag764.xml" ContentType="application/vnd.openxmlformats-officedocument.presentationml.tags+xml"/>
  <Override PartName="/ppt/tags/tag765.xml" ContentType="application/vnd.openxmlformats-officedocument.presentationml.tags+xml"/>
  <Override PartName="/ppt/tags/tag766.xml" ContentType="application/vnd.openxmlformats-officedocument.presentationml.tags+xml"/>
  <Override PartName="/ppt/tags/tag767.xml" ContentType="application/vnd.openxmlformats-officedocument.presentationml.tags+xml"/>
  <Override PartName="/ppt/tags/tag768.xml" ContentType="application/vnd.openxmlformats-officedocument.presentationml.tags+xml"/>
  <Override PartName="/ppt/tags/tag769.xml" ContentType="application/vnd.openxmlformats-officedocument.presentationml.tags+xml"/>
  <Override PartName="/ppt/tags/tag770.xml" ContentType="application/vnd.openxmlformats-officedocument.presentationml.tags+xml"/>
  <Override PartName="/ppt/tags/tag771.xml" ContentType="application/vnd.openxmlformats-officedocument.presentationml.tags+xml"/>
  <Override PartName="/ppt/tags/tag772.xml" ContentType="application/vnd.openxmlformats-officedocument.presentationml.tags+xml"/>
  <Override PartName="/ppt/tags/tag773.xml" ContentType="application/vnd.openxmlformats-officedocument.presentationml.tags+xml"/>
  <Override PartName="/ppt/tags/tag774.xml" ContentType="application/vnd.openxmlformats-officedocument.presentationml.tags+xml"/>
  <Override PartName="/ppt/tags/tag775.xml" ContentType="application/vnd.openxmlformats-officedocument.presentationml.tags+xml"/>
  <Override PartName="/ppt/tags/tag776.xml" ContentType="application/vnd.openxmlformats-officedocument.presentationml.tags+xml"/>
  <Override PartName="/ppt/tags/tag777.xml" ContentType="application/vnd.openxmlformats-officedocument.presentationml.tags+xml"/>
  <Override PartName="/ppt/tags/tag778.xml" ContentType="application/vnd.openxmlformats-officedocument.presentationml.tags+xml"/>
  <Override PartName="/ppt/tags/tag779.xml" ContentType="application/vnd.openxmlformats-officedocument.presentationml.tags+xml"/>
  <Override PartName="/ppt/tags/tag780.xml" ContentType="application/vnd.openxmlformats-officedocument.presentationml.tags+xml"/>
  <Override PartName="/ppt/tags/tag781.xml" ContentType="application/vnd.openxmlformats-officedocument.presentationml.tags+xml"/>
  <Override PartName="/ppt/tags/tag782.xml" ContentType="application/vnd.openxmlformats-officedocument.presentationml.tags+xml"/>
  <Override PartName="/ppt/tags/tag783.xml" ContentType="application/vnd.openxmlformats-officedocument.presentationml.tags+xml"/>
  <Override PartName="/ppt/tags/tag784.xml" ContentType="application/vnd.openxmlformats-officedocument.presentationml.tags+xml"/>
  <Override PartName="/ppt/tags/tag785.xml" ContentType="application/vnd.openxmlformats-officedocument.presentationml.tags+xml"/>
  <Override PartName="/ppt/tags/tag786.xml" ContentType="application/vnd.openxmlformats-officedocument.presentationml.tags+xml"/>
  <Override PartName="/ppt/tags/tag787.xml" ContentType="application/vnd.openxmlformats-officedocument.presentationml.tags+xml"/>
  <Override PartName="/ppt/tags/tag788.xml" ContentType="application/vnd.openxmlformats-officedocument.presentationml.tags+xml"/>
  <Override PartName="/ppt/tags/tag789.xml" ContentType="application/vnd.openxmlformats-officedocument.presentationml.tags+xml"/>
  <Override PartName="/ppt/tags/tag790.xml" ContentType="application/vnd.openxmlformats-officedocument.presentationml.tags+xml"/>
  <Override PartName="/ppt/tags/tag791.xml" ContentType="application/vnd.openxmlformats-officedocument.presentationml.tags+xml"/>
  <Override PartName="/ppt/tags/tag792.xml" ContentType="application/vnd.openxmlformats-officedocument.presentationml.tags+xml"/>
  <Override PartName="/ppt/notesSlides/notesSlide2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tags/tag793.xml" ContentType="application/vnd.openxmlformats-officedocument.presentationml.tags+xml"/>
  <Override PartName="/ppt/tags/tag794.xml" ContentType="application/vnd.openxmlformats-officedocument.presentationml.tags+xml"/>
  <Override PartName="/ppt/tags/tag795.xml" ContentType="application/vnd.openxmlformats-officedocument.presentationml.tags+xml"/>
  <Override PartName="/ppt/tags/tag796.xml" ContentType="application/vnd.openxmlformats-officedocument.presentationml.tags+xml"/>
  <Override PartName="/ppt/tags/tag797.xml" ContentType="application/vnd.openxmlformats-officedocument.presentationml.tags+xml"/>
  <Override PartName="/ppt/tags/tag798.xml" ContentType="application/vnd.openxmlformats-officedocument.presentationml.tags+xml"/>
  <Override PartName="/ppt/tags/tag799.xml" ContentType="application/vnd.openxmlformats-officedocument.presentationml.tags+xml"/>
  <Override PartName="/ppt/tags/tag800.xml" ContentType="application/vnd.openxmlformats-officedocument.presentationml.tags+xml"/>
  <Override PartName="/ppt/tags/tag801.xml" ContentType="application/vnd.openxmlformats-officedocument.presentationml.tags+xml"/>
  <Override PartName="/ppt/tags/tag802.xml" ContentType="application/vnd.openxmlformats-officedocument.presentationml.tags+xml"/>
  <Override PartName="/ppt/tags/tag803.xml" ContentType="application/vnd.openxmlformats-officedocument.presentationml.tags+xml"/>
  <Override PartName="/ppt/tags/tag804.xml" ContentType="application/vnd.openxmlformats-officedocument.presentationml.tags+xml"/>
  <Override PartName="/ppt/tags/tag805.xml" ContentType="application/vnd.openxmlformats-officedocument.presentationml.tags+xml"/>
  <Override PartName="/ppt/tags/tag806.xml" ContentType="application/vnd.openxmlformats-officedocument.presentationml.tags+xml"/>
  <Override PartName="/ppt/tags/tag807.xml" ContentType="application/vnd.openxmlformats-officedocument.presentationml.tags+xml"/>
  <Override PartName="/ppt/tags/tag808.xml" ContentType="application/vnd.openxmlformats-officedocument.presentationml.tags+xml"/>
  <Override PartName="/ppt/tags/tag809.xml" ContentType="application/vnd.openxmlformats-officedocument.presentationml.tags+xml"/>
  <Override PartName="/ppt/tags/tag810.xml" ContentType="application/vnd.openxmlformats-officedocument.presentationml.tags+xml"/>
  <Override PartName="/ppt/tags/tag811.xml" ContentType="application/vnd.openxmlformats-officedocument.presentationml.tags+xml"/>
  <Override PartName="/ppt/tags/tag812.xml" ContentType="application/vnd.openxmlformats-officedocument.presentationml.tags+xml"/>
  <Override PartName="/ppt/tags/tag813.xml" ContentType="application/vnd.openxmlformats-officedocument.presentationml.tags+xml"/>
  <Override PartName="/ppt/tags/tag814.xml" ContentType="application/vnd.openxmlformats-officedocument.presentationml.tags+xml"/>
  <Override PartName="/ppt/tags/tag815.xml" ContentType="application/vnd.openxmlformats-officedocument.presentationml.tags+xml"/>
  <Override PartName="/ppt/tags/tag816.xml" ContentType="application/vnd.openxmlformats-officedocument.presentationml.tags+xml"/>
  <Override PartName="/ppt/tags/tag817.xml" ContentType="application/vnd.openxmlformats-officedocument.presentationml.tags+xml"/>
  <Override PartName="/ppt/tags/tag818.xml" ContentType="application/vnd.openxmlformats-officedocument.presentationml.tags+xml"/>
  <Override PartName="/ppt/tags/tag819.xml" ContentType="application/vnd.openxmlformats-officedocument.presentationml.tags+xml"/>
  <Override PartName="/ppt/tags/tag820.xml" ContentType="application/vnd.openxmlformats-officedocument.presentationml.tags+xml"/>
  <Override PartName="/ppt/tags/tag821.xml" ContentType="application/vnd.openxmlformats-officedocument.presentationml.tags+xml"/>
  <Override PartName="/ppt/tags/tag822.xml" ContentType="application/vnd.openxmlformats-officedocument.presentationml.tags+xml"/>
  <Override PartName="/ppt/tags/tag823.xml" ContentType="application/vnd.openxmlformats-officedocument.presentationml.tags+xml"/>
  <Override PartName="/ppt/tags/tag824.xml" ContentType="application/vnd.openxmlformats-officedocument.presentationml.tags+xml"/>
  <Override PartName="/ppt/tags/tag825.xml" ContentType="application/vnd.openxmlformats-officedocument.presentationml.tags+xml"/>
  <Override PartName="/ppt/tags/tag826.xml" ContentType="application/vnd.openxmlformats-officedocument.presentationml.tags+xml"/>
  <Override PartName="/ppt/tags/tag827.xml" ContentType="application/vnd.openxmlformats-officedocument.presentationml.tags+xml"/>
  <Override PartName="/ppt/tags/tag828.xml" ContentType="application/vnd.openxmlformats-officedocument.presentationml.tags+xml"/>
  <Override PartName="/ppt/tags/tag829.xml" ContentType="application/vnd.openxmlformats-officedocument.presentationml.tags+xml"/>
  <Override PartName="/ppt/tags/tag830.xml" ContentType="application/vnd.openxmlformats-officedocument.presentationml.tags+xml"/>
  <Override PartName="/ppt/tags/tag831.xml" ContentType="application/vnd.openxmlformats-officedocument.presentationml.tags+xml"/>
  <Override PartName="/ppt/tags/tag832.xml" ContentType="application/vnd.openxmlformats-officedocument.presentationml.tags+xml"/>
  <Override PartName="/ppt/tags/tag833.xml" ContentType="application/vnd.openxmlformats-officedocument.presentationml.tags+xml"/>
  <Override PartName="/ppt/notesSlides/notesSlide28.xml" ContentType="application/vnd.openxmlformats-officedocument.presentationml.notesSlide+xml"/>
  <Override PartName="/ppt/tags/tag834.xml" ContentType="application/vnd.openxmlformats-officedocument.presentationml.tags+xml"/>
  <Override PartName="/ppt/tags/tag835.xml" ContentType="application/vnd.openxmlformats-officedocument.presentationml.tags+xml"/>
  <Override PartName="/ppt/tags/tag836.xml" ContentType="application/vnd.openxmlformats-officedocument.presentationml.tags+xml"/>
  <Override PartName="/ppt/tags/tag837.xml" ContentType="application/vnd.openxmlformats-officedocument.presentationml.tags+xml"/>
  <Override PartName="/ppt/tags/tag838.xml" ContentType="application/vnd.openxmlformats-officedocument.presentationml.tags+xml"/>
  <Override PartName="/ppt/tags/tag839.xml" ContentType="application/vnd.openxmlformats-officedocument.presentationml.tags+xml"/>
  <Override PartName="/ppt/tags/tag840.xml" ContentType="application/vnd.openxmlformats-officedocument.presentationml.tags+xml"/>
  <Override PartName="/ppt/tags/tag841.xml" ContentType="application/vnd.openxmlformats-officedocument.presentationml.tags+xml"/>
  <Override PartName="/ppt/tags/tag842.xml" ContentType="application/vnd.openxmlformats-officedocument.presentationml.tags+xml"/>
  <Override PartName="/ppt/tags/tag843.xml" ContentType="application/vnd.openxmlformats-officedocument.presentationml.tags+xml"/>
  <Override PartName="/ppt/tags/tag844.xml" ContentType="application/vnd.openxmlformats-officedocument.presentationml.tags+xml"/>
  <Override PartName="/ppt/tags/tag845.xml" ContentType="application/vnd.openxmlformats-officedocument.presentationml.tags+xml"/>
  <Override PartName="/ppt/tags/tag846.xml" ContentType="application/vnd.openxmlformats-officedocument.presentationml.tags+xml"/>
  <Override PartName="/ppt/tags/tag847.xml" ContentType="application/vnd.openxmlformats-officedocument.presentationml.tags+xml"/>
  <Override PartName="/ppt/tags/tag848.xml" ContentType="application/vnd.openxmlformats-officedocument.presentationml.tags+xml"/>
  <Override PartName="/ppt/tags/tag849.xml" ContentType="application/vnd.openxmlformats-officedocument.presentationml.tags+xml"/>
  <Override PartName="/ppt/tags/tag850.xml" ContentType="application/vnd.openxmlformats-officedocument.presentationml.tags+xml"/>
  <Override PartName="/ppt/tags/tag851.xml" ContentType="application/vnd.openxmlformats-officedocument.presentationml.tags+xml"/>
  <Override PartName="/ppt/tags/tag852.xml" ContentType="application/vnd.openxmlformats-officedocument.presentationml.tags+xml"/>
  <Override PartName="/ppt/tags/tag853.xml" ContentType="application/vnd.openxmlformats-officedocument.presentationml.tags+xml"/>
  <Override PartName="/ppt/tags/tag854.xml" ContentType="application/vnd.openxmlformats-officedocument.presentationml.tags+xml"/>
  <Override PartName="/ppt/tags/tag855.xml" ContentType="application/vnd.openxmlformats-officedocument.presentationml.tags+xml"/>
  <Override PartName="/ppt/tags/tag856.xml" ContentType="application/vnd.openxmlformats-officedocument.presentationml.tags+xml"/>
  <Override PartName="/ppt/tags/tag857.xml" ContentType="application/vnd.openxmlformats-officedocument.presentationml.tags+xml"/>
  <Override PartName="/ppt/tags/tag858.xml" ContentType="application/vnd.openxmlformats-officedocument.presentationml.tags+xml"/>
  <Override PartName="/ppt/tags/tag859.xml" ContentType="application/vnd.openxmlformats-officedocument.presentationml.tags+xml"/>
  <Override PartName="/ppt/tags/tag860.xml" ContentType="application/vnd.openxmlformats-officedocument.presentationml.tags+xml"/>
  <Override PartName="/ppt/tags/tag861.xml" ContentType="application/vnd.openxmlformats-officedocument.presentationml.tags+xml"/>
  <Override PartName="/ppt/tags/tag862.xml" ContentType="application/vnd.openxmlformats-officedocument.presentationml.tags+xml"/>
  <Override PartName="/ppt/tags/tag863.xml" ContentType="application/vnd.openxmlformats-officedocument.presentationml.tags+xml"/>
  <Override PartName="/ppt/tags/tag864.xml" ContentType="application/vnd.openxmlformats-officedocument.presentationml.tags+xml"/>
  <Override PartName="/ppt/tags/tag865.xml" ContentType="application/vnd.openxmlformats-officedocument.presentationml.tags+xml"/>
  <Override PartName="/ppt/tags/tag866.xml" ContentType="application/vnd.openxmlformats-officedocument.presentationml.tags+xml"/>
  <Override PartName="/ppt/tags/tag867.xml" ContentType="application/vnd.openxmlformats-officedocument.presentationml.tags+xml"/>
  <Override PartName="/ppt/notesSlides/notesSlide29.xml" ContentType="application/vnd.openxmlformats-officedocument.presentationml.notesSlide+xml"/>
  <Override PartName="/ppt/tags/tag868.xml" ContentType="application/vnd.openxmlformats-officedocument.presentationml.tags+xml"/>
  <Override PartName="/ppt/tags/tag869.xml" ContentType="application/vnd.openxmlformats-officedocument.presentationml.tags+xml"/>
  <Override PartName="/ppt/tags/tag870.xml" ContentType="application/vnd.openxmlformats-officedocument.presentationml.tags+xml"/>
  <Override PartName="/ppt/tags/tag871.xml" ContentType="application/vnd.openxmlformats-officedocument.presentationml.tags+xml"/>
  <Override PartName="/ppt/tags/tag872.xml" ContentType="application/vnd.openxmlformats-officedocument.presentationml.tags+xml"/>
  <Override PartName="/ppt/tags/tag873.xml" ContentType="application/vnd.openxmlformats-officedocument.presentationml.tags+xml"/>
  <Override PartName="/ppt/tags/tag874.xml" ContentType="application/vnd.openxmlformats-officedocument.presentationml.tags+xml"/>
  <Override PartName="/ppt/tags/tag875.xml" ContentType="application/vnd.openxmlformats-officedocument.presentationml.tags+xml"/>
  <Override PartName="/ppt/tags/tag876.xml" ContentType="application/vnd.openxmlformats-officedocument.presentationml.tags+xml"/>
  <Override PartName="/ppt/tags/tag877.xml" ContentType="application/vnd.openxmlformats-officedocument.presentationml.tags+xml"/>
  <Override PartName="/ppt/tags/tag878.xml" ContentType="application/vnd.openxmlformats-officedocument.presentationml.tags+xml"/>
  <Override PartName="/ppt/tags/tag879.xml" ContentType="application/vnd.openxmlformats-officedocument.presentationml.tags+xml"/>
  <Override PartName="/ppt/tags/tag880.xml" ContentType="application/vnd.openxmlformats-officedocument.presentationml.tags+xml"/>
  <Override PartName="/ppt/tags/tag881.xml" ContentType="application/vnd.openxmlformats-officedocument.presentationml.tags+xml"/>
  <Override PartName="/ppt/tags/tag882.xml" ContentType="application/vnd.openxmlformats-officedocument.presentationml.tags+xml"/>
  <Override PartName="/ppt/tags/tag883.xml" ContentType="application/vnd.openxmlformats-officedocument.presentationml.tags+xml"/>
  <Override PartName="/ppt/tags/tag884.xml" ContentType="application/vnd.openxmlformats-officedocument.presentationml.tags+xml"/>
  <Override PartName="/ppt/tags/tag885.xml" ContentType="application/vnd.openxmlformats-officedocument.presentationml.tags+xml"/>
  <Override PartName="/ppt/tags/tag886.xml" ContentType="application/vnd.openxmlformats-officedocument.presentationml.tags+xml"/>
  <Override PartName="/ppt/tags/tag887.xml" ContentType="application/vnd.openxmlformats-officedocument.presentationml.tags+xml"/>
  <Override PartName="/ppt/tags/tag888.xml" ContentType="application/vnd.openxmlformats-officedocument.presentationml.tags+xml"/>
  <Override PartName="/ppt/tags/tag889.xml" ContentType="application/vnd.openxmlformats-officedocument.presentationml.tags+xml"/>
  <Override PartName="/ppt/tags/tag890.xml" ContentType="application/vnd.openxmlformats-officedocument.presentationml.tags+xml"/>
  <Override PartName="/ppt/tags/tag891.xml" ContentType="application/vnd.openxmlformats-officedocument.presentationml.tags+xml"/>
  <Override PartName="/ppt/notesSlides/notesSlide30.xml" ContentType="application/vnd.openxmlformats-officedocument.presentationml.notesSlide+xml"/>
  <Override PartName="/ppt/tags/tag892.xml" ContentType="application/vnd.openxmlformats-officedocument.presentationml.tags+xml"/>
  <Override PartName="/ppt/tags/tag893.xml" ContentType="application/vnd.openxmlformats-officedocument.presentationml.tags+xml"/>
  <Override PartName="/ppt/tags/tag894.xml" ContentType="application/vnd.openxmlformats-officedocument.presentationml.tags+xml"/>
  <Override PartName="/ppt/tags/tag895.xml" ContentType="application/vnd.openxmlformats-officedocument.presentationml.tags+xml"/>
  <Override PartName="/ppt/tags/tag896.xml" ContentType="application/vnd.openxmlformats-officedocument.presentationml.tags+xml"/>
  <Override PartName="/ppt/tags/tag897.xml" ContentType="application/vnd.openxmlformats-officedocument.presentationml.tags+xml"/>
  <Override PartName="/ppt/tags/tag898.xml" ContentType="application/vnd.openxmlformats-officedocument.presentationml.tags+xml"/>
  <Override PartName="/ppt/tags/tag899.xml" ContentType="application/vnd.openxmlformats-officedocument.presentationml.tags+xml"/>
  <Override PartName="/ppt/tags/tag900.xml" ContentType="application/vnd.openxmlformats-officedocument.presentationml.tags+xml"/>
  <Override PartName="/ppt/tags/tag901.xml" ContentType="application/vnd.openxmlformats-officedocument.presentationml.tags+xml"/>
  <Override PartName="/ppt/tags/tag902.xml" ContentType="application/vnd.openxmlformats-officedocument.presentationml.tags+xml"/>
  <Override PartName="/ppt/tags/tag903.xml" ContentType="application/vnd.openxmlformats-officedocument.presentationml.tags+xml"/>
  <Override PartName="/ppt/tags/tag904.xml" ContentType="application/vnd.openxmlformats-officedocument.presentationml.tags+xml"/>
  <Override PartName="/ppt/tags/tag905.xml" ContentType="application/vnd.openxmlformats-officedocument.presentationml.tags+xml"/>
  <Override PartName="/ppt/tags/tag906.xml" ContentType="application/vnd.openxmlformats-officedocument.presentationml.tags+xml"/>
  <Override PartName="/ppt/tags/tag907.xml" ContentType="application/vnd.openxmlformats-officedocument.presentationml.tags+xml"/>
  <Override PartName="/ppt/tags/tag908.xml" ContentType="application/vnd.openxmlformats-officedocument.presentationml.tags+xml"/>
  <Override PartName="/ppt/tags/tag909.xml" ContentType="application/vnd.openxmlformats-officedocument.presentationml.tags+xml"/>
  <Override PartName="/ppt/tags/tag910.xml" ContentType="application/vnd.openxmlformats-officedocument.presentationml.tags+xml"/>
  <Override PartName="/ppt/tags/tag911.xml" ContentType="application/vnd.openxmlformats-officedocument.presentationml.tags+xml"/>
  <Override PartName="/ppt/tags/tag912.xml" ContentType="application/vnd.openxmlformats-officedocument.presentationml.tags+xml"/>
  <Override PartName="/ppt/tags/tag913.xml" ContentType="application/vnd.openxmlformats-officedocument.presentationml.tags+xml"/>
  <Override PartName="/ppt/tags/tag914.xml" ContentType="application/vnd.openxmlformats-officedocument.presentationml.tags+xml"/>
  <Override PartName="/ppt/tags/tag915.xml" ContentType="application/vnd.openxmlformats-officedocument.presentationml.tags+xml"/>
  <Override PartName="/ppt/tags/tag916.xml" ContentType="application/vnd.openxmlformats-officedocument.presentationml.tags+xml"/>
  <Override PartName="/ppt/tags/tag917.xml" ContentType="application/vnd.openxmlformats-officedocument.presentationml.tags+xml"/>
  <Override PartName="/ppt/tags/tag918.xml" ContentType="application/vnd.openxmlformats-officedocument.presentationml.tags+xml"/>
  <Override PartName="/ppt/tags/tag919.xml" ContentType="application/vnd.openxmlformats-officedocument.presentationml.tags+xml"/>
  <Override PartName="/ppt/tags/tag920.xml" ContentType="application/vnd.openxmlformats-officedocument.presentationml.tags+xml"/>
  <Override PartName="/ppt/tags/tag921.xml" ContentType="application/vnd.openxmlformats-officedocument.presentationml.tags+xml"/>
  <Override PartName="/ppt/tags/tag922.xml" ContentType="application/vnd.openxmlformats-officedocument.presentationml.tags+xml"/>
  <Override PartName="/ppt/tags/tag923.xml" ContentType="application/vnd.openxmlformats-officedocument.presentationml.tags+xml"/>
  <Override PartName="/ppt/tags/tag924.xml" ContentType="application/vnd.openxmlformats-officedocument.presentationml.tags+xml"/>
  <Override PartName="/ppt/notesSlides/notesSlide31.xml" ContentType="application/vnd.openxmlformats-officedocument.presentationml.notesSlide+xml"/>
  <Override PartName="/ppt/tags/tag925.xml" ContentType="application/vnd.openxmlformats-officedocument.presentationml.tags+xml"/>
  <Override PartName="/ppt/tags/tag926.xml" ContentType="application/vnd.openxmlformats-officedocument.presentationml.tags+xml"/>
  <Override PartName="/ppt/tags/tag927.xml" ContentType="application/vnd.openxmlformats-officedocument.presentationml.tags+xml"/>
  <Override PartName="/ppt/tags/tag928.xml" ContentType="application/vnd.openxmlformats-officedocument.presentationml.tags+xml"/>
  <Override PartName="/ppt/tags/tag929.xml" ContentType="application/vnd.openxmlformats-officedocument.presentationml.tags+xml"/>
  <Override PartName="/ppt/tags/tag930.xml" ContentType="application/vnd.openxmlformats-officedocument.presentationml.tags+xml"/>
  <Override PartName="/ppt/tags/tag931.xml" ContentType="application/vnd.openxmlformats-officedocument.presentationml.tags+xml"/>
  <Override PartName="/ppt/tags/tag932.xml" ContentType="application/vnd.openxmlformats-officedocument.presentationml.tags+xml"/>
  <Override PartName="/ppt/tags/tag933.xml" ContentType="application/vnd.openxmlformats-officedocument.presentationml.tags+xml"/>
  <Override PartName="/ppt/tags/tag934.xml" ContentType="application/vnd.openxmlformats-officedocument.presentationml.tags+xml"/>
  <Override PartName="/ppt/tags/tag935.xml" ContentType="application/vnd.openxmlformats-officedocument.presentationml.tags+xml"/>
  <Override PartName="/ppt/tags/tag936.xml" ContentType="application/vnd.openxmlformats-officedocument.presentationml.tags+xml"/>
  <Override PartName="/ppt/tags/tag937.xml" ContentType="application/vnd.openxmlformats-officedocument.presentationml.tags+xml"/>
  <Override PartName="/ppt/tags/tag938.xml" ContentType="application/vnd.openxmlformats-officedocument.presentationml.tags+xml"/>
  <Override PartName="/ppt/tags/tag939.xml" ContentType="application/vnd.openxmlformats-officedocument.presentationml.tags+xml"/>
  <Override PartName="/ppt/tags/tag940.xml" ContentType="application/vnd.openxmlformats-officedocument.presentationml.tags+xml"/>
  <Override PartName="/ppt/tags/tag941.xml" ContentType="application/vnd.openxmlformats-officedocument.presentationml.tags+xml"/>
  <Override PartName="/ppt/notesSlides/notesSlide32.xml" ContentType="application/vnd.openxmlformats-officedocument.presentationml.notesSlide+xml"/>
  <Override PartName="/ppt/tags/tag942.xml" ContentType="application/vnd.openxmlformats-officedocument.presentationml.tags+xml"/>
  <Override PartName="/ppt/tags/tag943.xml" ContentType="application/vnd.openxmlformats-officedocument.presentationml.tags+xml"/>
  <Override PartName="/ppt/tags/tag944.xml" ContentType="application/vnd.openxmlformats-officedocument.presentationml.tags+xml"/>
  <Override PartName="/ppt/tags/tag945.xml" ContentType="application/vnd.openxmlformats-officedocument.presentationml.tags+xml"/>
  <Override PartName="/ppt/tags/tag946.xml" ContentType="application/vnd.openxmlformats-officedocument.presentationml.tags+xml"/>
  <Override PartName="/ppt/tags/tag947.xml" ContentType="application/vnd.openxmlformats-officedocument.presentationml.tags+xml"/>
  <Override PartName="/ppt/tags/tag948.xml" ContentType="application/vnd.openxmlformats-officedocument.presentationml.tags+xml"/>
  <Override PartName="/ppt/tags/tag949.xml" ContentType="application/vnd.openxmlformats-officedocument.presentationml.tags+xml"/>
  <Override PartName="/ppt/tags/tag950.xml" ContentType="application/vnd.openxmlformats-officedocument.presentationml.tags+xml"/>
  <Override PartName="/ppt/tags/tag951.xml" ContentType="application/vnd.openxmlformats-officedocument.presentationml.tags+xml"/>
  <Override PartName="/ppt/tags/tag952.xml" ContentType="application/vnd.openxmlformats-officedocument.presentationml.tags+xml"/>
  <Override PartName="/ppt/tags/tag953.xml" ContentType="application/vnd.openxmlformats-officedocument.presentationml.tags+xml"/>
  <Override PartName="/ppt/tags/tag954.xml" ContentType="application/vnd.openxmlformats-officedocument.presentationml.tags+xml"/>
  <Override PartName="/ppt/tags/tag955.xml" ContentType="application/vnd.openxmlformats-officedocument.presentationml.tags+xml"/>
  <Override PartName="/ppt/tags/tag956.xml" ContentType="application/vnd.openxmlformats-officedocument.presentationml.tags+xml"/>
  <Override PartName="/ppt/tags/tag957.xml" ContentType="application/vnd.openxmlformats-officedocument.presentationml.tags+xml"/>
  <Override PartName="/ppt/tags/tag958.xml" ContentType="application/vnd.openxmlformats-officedocument.presentationml.tags+xml"/>
  <Override PartName="/ppt/tags/tag959.xml" ContentType="application/vnd.openxmlformats-officedocument.presentationml.tags+xml"/>
  <Override PartName="/ppt/tags/tag960.xml" ContentType="application/vnd.openxmlformats-officedocument.presentationml.tags+xml"/>
  <Override PartName="/ppt/tags/tag961.xml" ContentType="application/vnd.openxmlformats-officedocument.presentationml.tags+xml"/>
  <Override PartName="/ppt/tags/tag962.xml" ContentType="application/vnd.openxmlformats-officedocument.presentationml.tags+xml"/>
  <Override PartName="/ppt/notesSlides/notesSlide33.xml" ContentType="application/vnd.openxmlformats-officedocument.presentationml.notesSlide+xml"/>
  <Override PartName="/ppt/tags/tag963.xml" ContentType="application/vnd.openxmlformats-officedocument.presentationml.tags+xml"/>
  <Override PartName="/ppt/tags/tag964.xml" ContentType="application/vnd.openxmlformats-officedocument.presentationml.tags+xml"/>
  <Override PartName="/ppt/tags/tag965.xml" ContentType="application/vnd.openxmlformats-officedocument.presentationml.tags+xml"/>
  <Override PartName="/ppt/tags/tag966.xml" ContentType="application/vnd.openxmlformats-officedocument.presentationml.tags+xml"/>
  <Override PartName="/ppt/tags/tag967.xml" ContentType="application/vnd.openxmlformats-officedocument.presentationml.tags+xml"/>
  <Override PartName="/ppt/tags/tag968.xml" ContentType="application/vnd.openxmlformats-officedocument.presentationml.tags+xml"/>
  <Override PartName="/ppt/tags/tag969.xml" ContentType="application/vnd.openxmlformats-officedocument.presentationml.tags+xml"/>
  <Override PartName="/ppt/tags/tag970.xml" ContentType="application/vnd.openxmlformats-officedocument.presentationml.tags+xml"/>
  <Override PartName="/ppt/tags/tag971.xml" ContentType="application/vnd.openxmlformats-officedocument.presentationml.tags+xml"/>
  <Override PartName="/ppt/tags/tag972.xml" ContentType="application/vnd.openxmlformats-officedocument.presentationml.tags+xml"/>
  <Override PartName="/ppt/tags/tag973.xml" ContentType="application/vnd.openxmlformats-officedocument.presentationml.tags+xml"/>
  <Override PartName="/ppt/tags/tag974.xml" ContentType="application/vnd.openxmlformats-officedocument.presentationml.tags+xml"/>
  <Override PartName="/ppt/tags/tag975.xml" ContentType="application/vnd.openxmlformats-officedocument.presentationml.tags+xml"/>
  <Override PartName="/ppt/tags/tag976.xml" ContentType="application/vnd.openxmlformats-officedocument.presentationml.tags+xml"/>
  <Override PartName="/ppt/tags/tag977.xml" ContentType="application/vnd.openxmlformats-officedocument.presentationml.tags+xml"/>
  <Override PartName="/ppt/tags/tag978.xml" ContentType="application/vnd.openxmlformats-officedocument.presentationml.tags+xml"/>
  <Override PartName="/ppt/tags/tag979.xml" ContentType="application/vnd.openxmlformats-officedocument.presentationml.tags+xml"/>
  <Override PartName="/ppt/tags/tag980.xml" ContentType="application/vnd.openxmlformats-officedocument.presentationml.tags+xml"/>
  <Override PartName="/ppt/tags/tag981.xml" ContentType="application/vnd.openxmlformats-officedocument.presentationml.tags+xml"/>
  <Override PartName="/ppt/tags/tag982.xml" ContentType="application/vnd.openxmlformats-officedocument.presentationml.tags+xml"/>
  <Override PartName="/ppt/tags/tag983.xml" ContentType="application/vnd.openxmlformats-officedocument.presentationml.tags+xml"/>
  <Override PartName="/ppt/tags/tag984.xml" ContentType="application/vnd.openxmlformats-officedocument.presentationml.tags+xml"/>
  <Override PartName="/ppt/tags/tag985.xml" ContentType="application/vnd.openxmlformats-officedocument.presentationml.tags+xml"/>
  <Override PartName="/ppt/tags/tag986.xml" ContentType="application/vnd.openxmlformats-officedocument.presentationml.tags+xml"/>
  <Override PartName="/ppt/tags/tag987.xml" ContentType="application/vnd.openxmlformats-officedocument.presentationml.tags+xml"/>
  <Override PartName="/ppt/tags/tag988.xml" ContentType="application/vnd.openxmlformats-officedocument.presentationml.tags+xml"/>
  <Override PartName="/ppt/tags/tag989.xml" ContentType="application/vnd.openxmlformats-officedocument.presentationml.tags+xml"/>
  <Override PartName="/ppt/tags/tag990.xml" ContentType="application/vnd.openxmlformats-officedocument.presentationml.tags+xml"/>
  <Override PartName="/ppt/notesSlides/notesSlide34.xml" ContentType="application/vnd.openxmlformats-officedocument.presentationml.notesSlide+xml"/>
  <Override PartName="/ppt/tags/tag991.xml" ContentType="application/vnd.openxmlformats-officedocument.presentationml.tags+xml"/>
  <Override PartName="/ppt/tags/tag992.xml" ContentType="application/vnd.openxmlformats-officedocument.presentationml.tags+xml"/>
  <Override PartName="/ppt/tags/tag993.xml" ContentType="application/vnd.openxmlformats-officedocument.presentationml.tags+xml"/>
  <Override PartName="/ppt/tags/tag994.xml" ContentType="application/vnd.openxmlformats-officedocument.presentationml.tags+xml"/>
  <Override PartName="/ppt/tags/tag995.xml" ContentType="application/vnd.openxmlformats-officedocument.presentationml.tags+xml"/>
  <Override PartName="/ppt/tags/tag996.xml" ContentType="application/vnd.openxmlformats-officedocument.presentationml.tags+xml"/>
  <Override PartName="/ppt/tags/tag997.xml" ContentType="application/vnd.openxmlformats-officedocument.presentationml.tags+xml"/>
  <Override PartName="/ppt/tags/tag998.xml" ContentType="application/vnd.openxmlformats-officedocument.presentationml.tags+xml"/>
  <Override PartName="/ppt/tags/tag999.xml" ContentType="application/vnd.openxmlformats-officedocument.presentationml.tags+xml"/>
  <Override PartName="/ppt/notesSlides/notesSlide35.xml" ContentType="application/vnd.openxmlformats-officedocument.presentationml.notesSlide+xml"/>
  <Override PartName="/ppt/tags/tag1000.xml" ContentType="application/vnd.openxmlformats-officedocument.presentationml.tags+xml"/>
  <Override PartName="/ppt/tags/tag1001.xml" ContentType="application/vnd.openxmlformats-officedocument.presentationml.tags+xml"/>
  <Override PartName="/ppt/tags/tag1002.xml" ContentType="application/vnd.openxmlformats-officedocument.presentationml.tags+xml"/>
  <Override PartName="/ppt/tags/tag1003.xml" ContentType="application/vnd.openxmlformats-officedocument.presentationml.tags+xml"/>
  <Override PartName="/ppt/tags/tag1004.xml" ContentType="application/vnd.openxmlformats-officedocument.presentationml.tags+xml"/>
  <Override PartName="/ppt/tags/tag1005.xml" ContentType="application/vnd.openxmlformats-officedocument.presentationml.tags+xml"/>
  <Override PartName="/ppt/tags/tag1006.xml" ContentType="application/vnd.openxmlformats-officedocument.presentationml.tags+xml"/>
  <Override PartName="/ppt/tags/tag1007.xml" ContentType="application/vnd.openxmlformats-officedocument.presentationml.tags+xml"/>
  <Override PartName="/ppt/tags/tag1008.xml" ContentType="application/vnd.openxmlformats-officedocument.presentationml.tags+xml"/>
  <Override PartName="/ppt/tags/tag1009.xml" ContentType="application/vnd.openxmlformats-officedocument.presentationml.tags+xml"/>
  <Override PartName="/ppt/tags/tag1010.xml" ContentType="application/vnd.openxmlformats-officedocument.presentationml.tags+xml"/>
  <Override PartName="/ppt/tags/tag1011.xml" ContentType="application/vnd.openxmlformats-officedocument.presentationml.tags+xml"/>
  <Override PartName="/ppt/tags/tag1012.xml" ContentType="application/vnd.openxmlformats-officedocument.presentationml.tags+xml"/>
  <Override PartName="/ppt/tags/tag1013.xml" ContentType="application/vnd.openxmlformats-officedocument.presentationml.tags+xml"/>
  <Override PartName="/ppt/tags/tag1014.xml" ContentType="application/vnd.openxmlformats-officedocument.presentationml.tags+xml"/>
  <Override PartName="/ppt/tags/tag1015.xml" ContentType="application/vnd.openxmlformats-officedocument.presentationml.tags+xml"/>
  <Override PartName="/ppt/tags/tag1016.xml" ContentType="application/vnd.openxmlformats-officedocument.presentationml.tags+xml"/>
  <Override PartName="/ppt/tags/tag1017.xml" ContentType="application/vnd.openxmlformats-officedocument.presentationml.tags+xml"/>
  <Override PartName="/ppt/tags/tag1018.xml" ContentType="application/vnd.openxmlformats-officedocument.presentationml.tags+xml"/>
  <Override PartName="/ppt/tags/tag1019.xml" ContentType="application/vnd.openxmlformats-officedocument.presentationml.tags+xml"/>
  <Override PartName="/ppt/tags/tag1020.xml" ContentType="application/vnd.openxmlformats-officedocument.presentationml.tags+xml"/>
  <Override PartName="/ppt/tags/tag1021.xml" ContentType="application/vnd.openxmlformats-officedocument.presentationml.tags+xml"/>
  <Override PartName="/ppt/tags/tag1022.xml" ContentType="application/vnd.openxmlformats-officedocument.presentationml.tags+xml"/>
  <Override PartName="/ppt/tags/tag1023.xml" ContentType="application/vnd.openxmlformats-officedocument.presentationml.tags+xml"/>
  <Override PartName="/ppt/tags/tag1024.xml" ContentType="application/vnd.openxmlformats-officedocument.presentationml.tags+xml"/>
  <Override PartName="/ppt/tags/tag1025.xml" ContentType="application/vnd.openxmlformats-officedocument.presentationml.tags+xml"/>
  <Override PartName="/ppt/tags/tag1026.xml" ContentType="application/vnd.openxmlformats-officedocument.presentationml.tags+xml"/>
  <Override PartName="/ppt/tags/tag1027.xml" ContentType="application/vnd.openxmlformats-officedocument.presentationml.tags+xml"/>
  <Override PartName="/ppt/tags/tag1028.xml" ContentType="application/vnd.openxmlformats-officedocument.presentationml.tags+xml"/>
  <Override PartName="/ppt/tags/tag1029.xml" ContentType="application/vnd.openxmlformats-officedocument.presentationml.tags+xml"/>
  <Override PartName="/ppt/tags/tag1030.xml" ContentType="application/vnd.openxmlformats-officedocument.presentationml.tags+xml"/>
  <Override PartName="/ppt/tags/tag1031.xml" ContentType="application/vnd.openxmlformats-officedocument.presentationml.tags+xml"/>
  <Override PartName="/ppt/tags/tag1032.xml" ContentType="application/vnd.openxmlformats-officedocument.presentationml.tags+xml"/>
  <Override PartName="/ppt/tags/tag1033.xml" ContentType="application/vnd.openxmlformats-officedocument.presentationml.tags+xml"/>
  <Override PartName="/ppt/tags/tag1034.xml" ContentType="application/vnd.openxmlformats-officedocument.presentationml.tags+xml"/>
  <Override PartName="/ppt/tags/tag1035.xml" ContentType="application/vnd.openxmlformats-officedocument.presentationml.tags+xml"/>
  <Override PartName="/ppt/tags/tag1036.xml" ContentType="application/vnd.openxmlformats-officedocument.presentationml.tags+xml"/>
  <Override PartName="/ppt/tags/tag1037.xml" ContentType="application/vnd.openxmlformats-officedocument.presentationml.tags+xml"/>
  <Override PartName="/ppt/tags/tag1038.xml" ContentType="application/vnd.openxmlformats-officedocument.presentationml.tags+xml"/>
  <Override PartName="/ppt/tags/tag1039.xml" ContentType="application/vnd.openxmlformats-officedocument.presentationml.tags+xml"/>
  <Override PartName="/ppt/tags/tag1040.xml" ContentType="application/vnd.openxmlformats-officedocument.presentationml.tags+xml"/>
  <Override PartName="/ppt/notesSlides/notesSlide36.xml" ContentType="application/vnd.openxmlformats-officedocument.presentationml.notesSlide+xml"/>
  <Override PartName="/ppt/tags/tag1041.xml" ContentType="application/vnd.openxmlformats-officedocument.presentationml.tags+xml"/>
  <Override PartName="/ppt/tags/tag1042.xml" ContentType="application/vnd.openxmlformats-officedocument.presentationml.tags+xml"/>
  <Override PartName="/ppt/tags/tag1043.xml" ContentType="application/vnd.openxmlformats-officedocument.presentationml.tags+xml"/>
  <Override PartName="/ppt/tags/tag1044.xml" ContentType="application/vnd.openxmlformats-officedocument.presentationml.tags+xml"/>
  <Override PartName="/ppt/tags/tag1045.xml" ContentType="application/vnd.openxmlformats-officedocument.presentationml.tags+xml"/>
  <Override PartName="/ppt/tags/tag1046.xml" ContentType="application/vnd.openxmlformats-officedocument.presentationml.tags+xml"/>
  <Override PartName="/ppt/tags/tag1047.xml" ContentType="application/vnd.openxmlformats-officedocument.presentationml.tags+xml"/>
  <Override PartName="/ppt/tags/tag1048.xml" ContentType="application/vnd.openxmlformats-officedocument.presentationml.tags+xml"/>
  <Override PartName="/ppt/tags/tag1049.xml" ContentType="application/vnd.openxmlformats-officedocument.presentationml.tags+xml"/>
  <Override PartName="/ppt/tags/tag1050.xml" ContentType="application/vnd.openxmlformats-officedocument.presentationml.tags+xml"/>
  <Override PartName="/ppt/tags/tag1051.xml" ContentType="application/vnd.openxmlformats-officedocument.presentationml.tags+xml"/>
  <Override PartName="/ppt/tags/tag1052.xml" ContentType="application/vnd.openxmlformats-officedocument.presentationml.tags+xml"/>
  <Override PartName="/ppt/tags/tag1053.xml" ContentType="application/vnd.openxmlformats-officedocument.presentationml.tags+xml"/>
  <Override PartName="/ppt/tags/tag1054.xml" ContentType="application/vnd.openxmlformats-officedocument.presentationml.tags+xml"/>
  <Override PartName="/ppt/tags/tag1055.xml" ContentType="application/vnd.openxmlformats-officedocument.presentationml.tags+xml"/>
  <Override PartName="/ppt/tags/tag1056.xml" ContentType="application/vnd.openxmlformats-officedocument.presentationml.tags+xml"/>
  <Override PartName="/ppt/tags/tag1057.xml" ContentType="application/vnd.openxmlformats-officedocument.presentationml.tags+xml"/>
  <Override PartName="/ppt/notesSlides/notesSlide37.xml" ContentType="application/vnd.openxmlformats-officedocument.presentationml.notesSlide+xml"/>
  <Override PartName="/ppt/tags/tag1058.xml" ContentType="application/vnd.openxmlformats-officedocument.presentationml.tags+xml"/>
  <Override PartName="/ppt/tags/tag1059.xml" ContentType="application/vnd.openxmlformats-officedocument.presentationml.tags+xml"/>
  <Override PartName="/ppt/tags/tag1060.xml" ContentType="application/vnd.openxmlformats-officedocument.presentationml.tags+xml"/>
  <Override PartName="/ppt/tags/tag1061.xml" ContentType="application/vnd.openxmlformats-officedocument.presentationml.tags+xml"/>
  <Override PartName="/ppt/tags/tag1062.xml" ContentType="application/vnd.openxmlformats-officedocument.presentationml.tags+xml"/>
  <Override PartName="/ppt/tags/tag1063.xml" ContentType="application/vnd.openxmlformats-officedocument.presentationml.tags+xml"/>
  <Override PartName="/ppt/tags/tag1064.xml" ContentType="application/vnd.openxmlformats-officedocument.presentationml.tags+xml"/>
  <Override PartName="/ppt/tags/tag1065.xml" ContentType="application/vnd.openxmlformats-officedocument.presentationml.tags+xml"/>
  <Override PartName="/ppt/tags/tag1066.xml" ContentType="application/vnd.openxmlformats-officedocument.presentationml.tags+xml"/>
  <Override PartName="/ppt/tags/tag1067.xml" ContentType="application/vnd.openxmlformats-officedocument.presentationml.tags+xml"/>
  <Override PartName="/ppt/tags/tag1068.xml" ContentType="application/vnd.openxmlformats-officedocument.presentationml.tags+xml"/>
  <Override PartName="/ppt/tags/tag1069.xml" ContentType="application/vnd.openxmlformats-officedocument.presentationml.tags+xml"/>
  <Override PartName="/ppt/tags/tag1070.xml" ContentType="application/vnd.openxmlformats-officedocument.presentationml.tags+xml"/>
  <Override PartName="/ppt/tags/tag1071.xml" ContentType="application/vnd.openxmlformats-officedocument.presentationml.tags+xml"/>
  <Override PartName="/ppt/tags/tag1072.xml" ContentType="application/vnd.openxmlformats-officedocument.presentationml.tags+xml"/>
  <Override PartName="/ppt/tags/tag1073.xml" ContentType="application/vnd.openxmlformats-officedocument.presentationml.tags+xml"/>
  <Override PartName="/ppt/tags/tag1074.xml" ContentType="application/vnd.openxmlformats-officedocument.presentationml.tags+xml"/>
  <Override PartName="/ppt/tags/tag1075.xml" ContentType="application/vnd.openxmlformats-officedocument.presentationml.tags+xml"/>
  <Override PartName="/ppt/tags/tag1076.xml" ContentType="application/vnd.openxmlformats-officedocument.presentationml.tags+xml"/>
  <Override PartName="/ppt/tags/tag1077.xml" ContentType="application/vnd.openxmlformats-officedocument.presentationml.tags+xml"/>
  <Override PartName="/ppt/tags/tag1078.xml" ContentType="application/vnd.openxmlformats-officedocument.presentationml.tags+xml"/>
  <Override PartName="/ppt/tags/tag1079.xml" ContentType="application/vnd.openxmlformats-officedocument.presentationml.tags+xml"/>
  <Override PartName="/ppt/tags/tag1080.xml" ContentType="application/vnd.openxmlformats-officedocument.presentationml.tags+xml"/>
  <Override PartName="/ppt/tags/tag1081.xml" ContentType="application/vnd.openxmlformats-officedocument.presentationml.tags+xml"/>
  <Override PartName="/ppt/tags/tag1082.xml" ContentType="application/vnd.openxmlformats-officedocument.presentationml.tags+xml"/>
  <Override PartName="/ppt/tags/tag1083.xml" ContentType="application/vnd.openxmlformats-officedocument.presentationml.tags+xml"/>
  <Override PartName="/ppt/tags/tag1084.xml" ContentType="application/vnd.openxmlformats-officedocument.presentationml.tags+xml"/>
  <Override PartName="/ppt/tags/tag1085.xml" ContentType="application/vnd.openxmlformats-officedocument.presentationml.tags+xml"/>
  <Override PartName="/ppt/tags/tag1086.xml" ContentType="application/vnd.openxmlformats-officedocument.presentationml.tags+xml"/>
  <Override PartName="/ppt/notesSlides/notesSlide38.xml" ContentType="application/vnd.openxmlformats-officedocument.presentationml.notesSlide+xml"/>
  <Override PartName="/ppt/tags/tag1087.xml" ContentType="application/vnd.openxmlformats-officedocument.presentationml.tags+xml"/>
  <Override PartName="/ppt/tags/tag1088.xml" ContentType="application/vnd.openxmlformats-officedocument.presentationml.tags+xml"/>
  <Override PartName="/ppt/tags/tag1089.xml" ContentType="application/vnd.openxmlformats-officedocument.presentationml.tags+xml"/>
  <Override PartName="/ppt/tags/tag1090.xml" ContentType="application/vnd.openxmlformats-officedocument.presentationml.tags+xml"/>
  <Override PartName="/ppt/tags/tag1091.xml" ContentType="application/vnd.openxmlformats-officedocument.presentationml.tags+xml"/>
  <Override PartName="/ppt/tags/tag1092.xml" ContentType="application/vnd.openxmlformats-officedocument.presentationml.tags+xml"/>
  <Override PartName="/ppt/tags/tag1093.xml" ContentType="application/vnd.openxmlformats-officedocument.presentationml.tags+xml"/>
  <Override PartName="/ppt/tags/tag1094.xml" ContentType="application/vnd.openxmlformats-officedocument.presentationml.tags+xml"/>
  <Override PartName="/ppt/tags/tag1095.xml" ContentType="application/vnd.openxmlformats-officedocument.presentationml.tags+xml"/>
  <Override PartName="/ppt/tags/tag1096.xml" ContentType="application/vnd.openxmlformats-officedocument.presentationml.tags+xml"/>
  <Override PartName="/ppt/tags/tag1097.xml" ContentType="application/vnd.openxmlformats-officedocument.presentationml.tags+xml"/>
  <Override PartName="/ppt/tags/tag1098.xml" ContentType="application/vnd.openxmlformats-officedocument.presentationml.tags+xml"/>
  <Override PartName="/ppt/tags/tag1099.xml" ContentType="application/vnd.openxmlformats-officedocument.presentationml.tags+xml"/>
  <Override PartName="/ppt/tags/tag1100.xml" ContentType="application/vnd.openxmlformats-officedocument.presentationml.tags+xml"/>
  <Override PartName="/ppt/tags/tag1101.xml" ContentType="application/vnd.openxmlformats-officedocument.presentationml.tags+xml"/>
  <Override PartName="/ppt/tags/tag1102.xml" ContentType="application/vnd.openxmlformats-officedocument.presentationml.tags+xml"/>
  <Override PartName="/ppt/tags/tag1103.xml" ContentType="application/vnd.openxmlformats-officedocument.presentationml.tags+xml"/>
  <Override PartName="/ppt/tags/tag1104.xml" ContentType="application/vnd.openxmlformats-officedocument.presentationml.tags+xml"/>
  <Override PartName="/ppt/tags/tag1105.xml" ContentType="application/vnd.openxmlformats-officedocument.presentationml.tags+xml"/>
  <Override PartName="/ppt/tags/tag1106.xml" ContentType="application/vnd.openxmlformats-officedocument.presentationml.tags+xml"/>
  <Override PartName="/ppt/tags/tag1107.xml" ContentType="application/vnd.openxmlformats-officedocument.presentationml.tags+xml"/>
  <Override PartName="/ppt/tags/tag1108.xml" ContentType="application/vnd.openxmlformats-officedocument.presentationml.tags+xml"/>
  <Override PartName="/ppt/tags/tag1109.xml" ContentType="application/vnd.openxmlformats-officedocument.presentationml.tags+xml"/>
  <Override PartName="/ppt/tags/tag1110.xml" ContentType="application/vnd.openxmlformats-officedocument.presentationml.tags+xml"/>
  <Override PartName="/ppt/tags/tag1111.xml" ContentType="application/vnd.openxmlformats-officedocument.presentationml.tags+xml"/>
  <Override PartName="/ppt/notesSlides/notesSlide39.xml" ContentType="application/vnd.openxmlformats-officedocument.presentationml.notesSlide+xml"/>
  <Override PartName="/ppt/tags/tag1112.xml" ContentType="application/vnd.openxmlformats-officedocument.presentationml.tags+xml"/>
  <Override PartName="/ppt/tags/tag1113.xml" ContentType="application/vnd.openxmlformats-officedocument.presentationml.tags+xml"/>
  <Override PartName="/ppt/tags/tag1114.xml" ContentType="application/vnd.openxmlformats-officedocument.presentationml.tags+xml"/>
  <Override PartName="/ppt/tags/tag1115.xml" ContentType="application/vnd.openxmlformats-officedocument.presentationml.tags+xml"/>
  <Override PartName="/ppt/tags/tag1116.xml" ContentType="application/vnd.openxmlformats-officedocument.presentationml.tags+xml"/>
  <Override PartName="/ppt/tags/tag1117.xml" ContentType="application/vnd.openxmlformats-officedocument.presentationml.tags+xml"/>
  <Override PartName="/ppt/tags/tag1118.xml" ContentType="application/vnd.openxmlformats-officedocument.presentationml.tags+xml"/>
  <Override PartName="/ppt/tags/tag1119.xml" ContentType="application/vnd.openxmlformats-officedocument.presentationml.tags+xml"/>
  <Override PartName="/ppt/tags/tag1120.xml" ContentType="application/vnd.openxmlformats-officedocument.presentationml.tags+xml"/>
  <Override PartName="/ppt/tags/tag1121.xml" ContentType="application/vnd.openxmlformats-officedocument.presentationml.tags+xml"/>
  <Override PartName="/ppt/tags/tag1122.xml" ContentType="application/vnd.openxmlformats-officedocument.presentationml.tags+xml"/>
  <Override PartName="/ppt/tags/tag1123.xml" ContentType="application/vnd.openxmlformats-officedocument.presentationml.tags+xml"/>
  <Override PartName="/ppt/tags/tag1124.xml" ContentType="application/vnd.openxmlformats-officedocument.presentationml.tags+xml"/>
  <Override PartName="/ppt/tags/tag1125.xml" ContentType="application/vnd.openxmlformats-officedocument.presentationml.tags+xml"/>
  <Override PartName="/ppt/tags/tag1126.xml" ContentType="application/vnd.openxmlformats-officedocument.presentationml.tags+xml"/>
  <Override PartName="/ppt/tags/tag1127.xml" ContentType="application/vnd.openxmlformats-officedocument.presentationml.tags+xml"/>
  <Override PartName="/ppt/tags/tag1128.xml" ContentType="application/vnd.openxmlformats-officedocument.presentationml.tags+xml"/>
  <Override PartName="/ppt/tags/tag1129.xml" ContentType="application/vnd.openxmlformats-officedocument.presentationml.tags+xml"/>
  <Override PartName="/ppt/tags/tag1130.xml" ContentType="application/vnd.openxmlformats-officedocument.presentationml.tags+xml"/>
  <Override PartName="/ppt/tags/tag1131.xml" ContentType="application/vnd.openxmlformats-officedocument.presentationml.tags+xml"/>
  <Override PartName="/ppt/tags/tag1132.xml" ContentType="application/vnd.openxmlformats-officedocument.presentationml.tags+xml"/>
  <Override PartName="/ppt/tags/tag1133.xml" ContentType="application/vnd.openxmlformats-officedocument.presentationml.tags+xml"/>
  <Override PartName="/ppt/tags/tag1134.xml" ContentType="application/vnd.openxmlformats-officedocument.presentationml.tags+xml"/>
  <Override PartName="/ppt/notesSlides/notesSlide40.xml" ContentType="application/vnd.openxmlformats-officedocument.presentationml.notesSlide+xml"/>
  <Override PartName="/ppt/tags/tag1135.xml" ContentType="application/vnd.openxmlformats-officedocument.presentationml.tags+xml"/>
  <Override PartName="/ppt/tags/tag1136.xml" ContentType="application/vnd.openxmlformats-officedocument.presentationml.tags+xml"/>
  <Override PartName="/ppt/tags/tag1137.xml" ContentType="application/vnd.openxmlformats-officedocument.presentationml.tags+xml"/>
  <Override PartName="/ppt/tags/tag1138.xml" ContentType="application/vnd.openxmlformats-officedocument.presentationml.tags+xml"/>
  <Override PartName="/ppt/tags/tag1139.xml" ContentType="application/vnd.openxmlformats-officedocument.presentationml.tags+xml"/>
  <Override PartName="/ppt/tags/tag1140.xml" ContentType="application/vnd.openxmlformats-officedocument.presentationml.tags+xml"/>
  <Override PartName="/ppt/tags/tag1141.xml" ContentType="application/vnd.openxmlformats-officedocument.presentationml.tags+xml"/>
  <Override PartName="/ppt/tags/tag1142.xml" ContentType="application/vnd.openxmlformats-officedocument.presentationml.tags+xml"/>
  <Override PartName="/ppt/tags/tag1143.xml" ContentType="application/vnd.openxmlformats-officedocument.presentationml.tags+xml"/>
  <Override PartName="/ppt/tags/tag1144.xml" ContentType="application/vnd.openxmlformats-officedocument.presentationml.tags+xml"/>
  <Override PartName="/ppt/tags/tag1145.xml" ContentType="application/vnd.openxmlformats-officedocument.presentationml.tags+xml"/>
  <Override PartName="/ppt/tags/tag1146.xml" ContentType="application/vnd.openxmlformats-officedocument.presentationml.tags+xml"/>
  <Override PartName="/ppt/tags/tag1147.xml" ContentType="application/vnd.openxmlformats-officedocument.presentationml.tags+xml"/>
  <Override PartName="/ppt/tags/tag1148.xml" ContentType="application/vnd.openxmlformats-officedocument.presentationml.tags+xml"/>
  <Override PartName="/ppt/tags/tag1149.xml" ContentType="application/vnd.openxmlformats-officedocument.presentationml.tags+xml"/>
  <Override PartName="/ppt/tags/tag1150.xml" ContentType="application/vnd.openxmlformats-officedocument.presentationml.tags+xml"/>
  <Override PartName="/ppt/tags/tag1151.xml" ContentType="application/vnd.openxmlformats-officedocument.presentationml.tags+xml"/>
  <Override PartName="/ppt/tags/tag1152.xml" ContentType="application/vnd.openxmlformats-officedocument.presentationml.tags+xml"/>
  <Override PartName="/ppt/tags/tag1153.xml" ContentType="application/vnd.openxmlformats-officedocument.presentationml.tags+xml"/>
  <Override PartName="/ppt/tags/tag1154.xml" ContentType="application/vnd.openxmlformats-officedocument.presentationml.tags+xml"/>
  <Override PartName="/ppt/tags/tag1155.xml" ContentType="application/vnd.openxmlformats-officedocument.presentationml.tags+xml"/>
  <Override PartName="/ppt/tags/tag1156.xml" ContentType="application/vnd.openxmlformats-officedocument.presentationml.tags+xml"/>
  <Override PartName="/ppt/tags/tag1157.xml" ContentType="application/vnd.openxmlformats-officedocument.presentationml.tags+xml"/>
  <Override PartName="/ppt/tags/tag1158.xml" ContentType="application/vnd.openxmlformats-officedocument.presentationml.tags+xml"/>
  <Override PartName="/ppt/tags/tag1159.xml" ContentType="application/vnd.openxmlformats-officedocument.presentationml.tags+xml"/>
  <Override PartName="/ppt/tags/tag1160.xml" ContentType="application/vnd.openxmlformats-officedocument.presentationml.tags+xml"/>
  <Override PartName="/ppt/tags/tag1161.xml" ContentType="application/vnd.openxmlformats-officedocument.presentationml.tags+xml"/>
  <Override PartName="/ppt/tags/tag1162.xml" ContentType="application/vnd.openxmlformats-officedocument.presentationml.tags+xml"/>
  <Override PartName="/ppt/tags/tag1163.xml" ContentType="application/vnd.openxmlformats-officedocument.presentationml.tags+xml"/>
  <Override PartName="/ppt/tags/tag1164.xml" ContentType="application/vnd.openxmlformats-officedocument.presentationml.tags+xml"/>
  <Override PartName="/ppt/tags/tag1165.xml" ContentType="application/vnd.openxmlformats-officedocument.presentationml.tags+xml"/>
  <Override PartName="/ppt/tags/tag1166.xml" ContentType="application/vnd.openxmlformats-officedocument.presentationml.tags+xml"/>
  <Override PartName="/ppt/tags/tag1167.xml" ContentType="application/vnd.openxmlformats-officedocument.presentationml.tags+xml"/>
  <Override PartName="/ppt/notesSlides/notesSlide41.xml" ContentType="application/vnd.openxmlformats-officedocument.presentationml.notesSlide+xml"/>
  <Override PartName="/ppt/tags/tag1168.xml" ContentType="application/vnd.openxmlformats-officedocument.presentationml.tags+xml"/>
  <Override PartName="/ppt/tags/tag1169.xml" ContentType="application/vnd.openxmlformats-officedocument.presentationml.tags+xml"/>
  <Override PartName="/ppt/tags/tag1170.xml" ContentType="application/vnd.openxmlformats-officedocument.presentationml.tags+xml"/>
  <Override PartName="/ppt/tags/tag1171.xml" ContentType="application/vnd.openxmlformats-officedocument.presentationml.tags+xml"/>
  <Override PartName="/ppt/tags/tag1172.xml" ContentType="application/vnd.openxmlformats-officedocument.presentationml.tags+xml"/>
  <Override PartName="/ppt/tags/tag1173.xml" ContentType="application/vnd.openxmlformats-officedocument.presentationml.tags+xml"/>
  <Override PartName="/ppt/tags/tag1174.xml" ContentType="application/vnd.openxmlformats-officedocument.presentationml.tags+xml"/>
  <Override PartName="/ppt/tags/tag1175.xml" ContentType="application/vnd.openxmlformats-officedocument.presentationml.tags+xml"/>
  <Override PartName="/ppt/tags/tag1176.xml" ContentType="application/vnd.openxmlformats-officedocument.presentationml.tags+xml"/>
  <Override PartName="/ppt/tags/tag1177.xml" ContentType="application/vnd.openxmlformats-officedocument.presentationml.tags+xml"/>
  <Override PartName="/ppt/tags/tag1178.xml" ContentType="application/vnd.openxmlformats-officedocument.presentationml.tags+xml"/>
  <Override PartName="/ppt/tags/tag1179.xml" ContentType="application/vnd.openxmlformats-officedocument.presentationml.tags+xml"/>
  <Override PartName="/ppt/tags/tag1180.xml" ContentType="application/vnd.openxmlformats-officedocument.presentationml.tags+xml"/>
  <Override PartName="/ppt/tags/tag1181.xml" ContentType="application/vnd.openxmlformats-officedocument.presentationml.tags+xml"/>
  <Override PartName="/ppt/tags/tag1182.xml" ContentType="application/vnd.openxmlformats-officedocument.presentationml.tags+xml"/>
  <Override PartName="/ppt/tags/tag1183.xml" ContentType="application/vnd.openxmlformats-officedocument.presentationml.tags+xml"/>
  <Override PartName="/ppt/tags/tag1184.xml" ContentType="application/vnd.openxmlformats-officedocument.presentationml.tags+xml"/>
  <Override PartName="/ppt/tags/tag1185.xml" ContentType="application/vnd.openxmlformats-officedocument.presentationml.tags+xml"/>
  <Override PartName="/ppt/tags/tag1186.xml" ContentType="application/vnd.openxmlformats-officedocument.presentationml.tags+xml"/>
  <Override PartName="/ppt/tags/tag1187.xml" ContentType="application/vnd.openxmlformats-officedocument.presentationml.tags+xml"/>
  <Override PartName="/ppt/tags/tag1188.xml" ContentType="application/vnd.openxmlformats-officedocument.presentationml.tags+xml"/>
  <Override PartName="/ppt/tags/tag1189.xml" ContentType="application/vnd.openxmlformats-officedocument.presentationml.tags+xml"/>
  <Override PartName="/ppt/tags/tag1190.xml" ContentType="application/vnd.openxmlformats-officedocument.presentationml.tags+xml"/>
  <Override PartName="/ppt/tags/tag1191.xml" ContentType="application/vnd.openxmlformats-officedocument.presentationml.tags+xml"/>
  <Override PartName="/ppt/tags/tag1192.xml" ContentType="application/vnd.openxmlformats-officedocument.presentationml.tags+xml"/>
  <Override PartName="/ppt/tags/tag1193.xml" ContentType="application/vnd.openxmlformats-officedocument.presentationml.tags+xml"/>
  <Override PartName="/ppt/tags/tag1194.xml" ContentType="application/vnd.openxmlformats-officedocument.presentationml.tags+xml"/>
  <Override PartName="/ppt/tags/tag1195.xml" ContentType="application/vnd.openxmlformats-officedocument.presentationml.tags+xml"/>
  <Override PartName="/ppt/tags/tag1196.xml" ContentType="application/vnd.openxmlformats-officedocument.presentationml.tags+xml"/>
  <Override PartName="/ppt/tags/tag1197.xml" ContentType="application/vnd.openxmlformats-officedocument.presentationml.tags+xml"/>
  <Override PartName="/ppt/tags/tag1198.xml" ContentType="application/vnd.openxmlformats-officedocument.presentationml.tags+xml"/>
  <Override PartName="/ppt/tags/tag1199.xml" ContentType="application/vnd.openxmlformats-officedocument.presentationml.tags+xml"/>
  <Override PartName="/ppt/tags/tag1200.xml" ContentType="application/vnd.openxmlformats-officedocument.presentationml.tags+xml"/>
  <Override PartName="/ppt/tags/tag1201.xml" ContentType="application/vnd.openxmlformats-officedocument.presentationml.tags+xml"/>
  <Override PartName="/ppt/tags/tag1202.xml" ContentType="application/vnd.openxmlformats-officedocument.presentationml.tags+xml"/>
  <Override PartName="/ppt/tags/tag1203.xml" ContentType="application/vnd.openxmlformats-officedocument.presentationml.tags+xml"/>
  <Override PartName="/ppt/tags/tag1204.xml" ContentType="application/vnd.openxmlformats-officedocument.presentationml.tags+xml"/>
  <Override PartName="/ppt/tags/tag1205.xml" ContentType="application/vnd.openxmlformats-officedocument.presentationml.tags+xml"/>
  <Override PartName="/ppt/tags/tag1206.xml" ContentType="application/vnd.openxmlformats-officedocument.presentationml.tags+xml"/>
  <Override PartName="/ppt/notesSlides/notesSlide42.xml" ContentType="application/vnd.openxmlformats-officedocument.presentationml.notesSlide+xml"/>
  <Override PartName="/ppt/tags/tag1207.xml" ContentType="application/vnd.openxmlformats-officedocument.presentationml.tags+xml"/>
  <Override PartName="/ppt/tags/tag1208.xml" ContentType="application/vnd.openxmlformats-officedocument.presentationml.tags+xml"/>
  <Override PartName="/ppt/tags/tag1209.xml" ContentType="application/vnd.openxmlformats-officedocument.presentationml.tags+xml"/>
  <Override PartName="/ppt/tags/tag1210.xml" ContentType="application/vnd.openxmlformats-officedocument.presentationml.tags+xml"/>
  <Override PartName="/ppt/tags/tag1211.xml" ContentType="application/vnd.openxmlformats-officedocument.presentationml.tags+xml"/>
  <Override PartName="/ppt/tags/tag1212.xml" ContentType="application/vnd.openxmlformats-officedocument.presentationml.tags+xml"/>
  <Override PartName="/ppt/tags/tag1213.xml" ContentType="application/vnd.openxmlformats-officedocument.presentationml.tags+xml"/>
  <Override PartName="/ppt/tags/tag1214.xml" ContentType="application/vnd.openxmlformats-officedocument.presentationml.tags+xml"/>
  <Override PartName="/ppt/tags/tag1215.xml" ContentType="application/vnd.openxmlformats-officedocument.presentationml.tags+xml"/>
  <Override PartName="/ppt/tags/tag1216.xml" ContentType="application/vnd.openxmlformats-officedocument.presentationml.tags+xml"/>
  <Override PartName="/ppt/tags/tag1217.xml" ContentType="application/vnd.openxmlformats-officedocument.presentationml.tags+xml"/>
  <Override PartName="/ppt/tags/tag1218.xml" ContentType="application/vnd.openxmlformats-officedocument.presentationml.tags+xml"/>
  <Override PartName="/ppt/tags/tag1219.xml" ContentType="application/vnd.openxmlformats-officedocument.presentationml.tags+xml"/>
  <Override PartName="/ppt/tags/tag1220.xml" ContentType="application/vnd.openxmlformats-officedocument.presentationml.tags+xml"/>
  <Override PartName="/ppt/tags/tag1221.xml" ContentType="application/vnd.openxmlformats-officedocument.presentationml.tags+xml"/>
  <Override PartName="/ppt/tags/tag1222.xml" ContentType="application/vnd.openxmlformats-officedocument.presentationml.tags+xml"/>
  <Override PartName="/ppt/tags/tag1223.xml" ContentType="application/vnd.openxmlformats-officedocument.presentationml.tags+xml"/>
  <Override PartName="/ppt/tags/tag1224.xml" ContentType="application/vnd.openxmlformats-officedocument.presentationml.tags+xml"/>
  <Override PartName="/ppt/tags/tag1225.xml" ContentType="application/vnd.openxmlformats-officedocument.presentationml.tags+xml"/>
  <Override PartName="/ppt/tags/tag1226.xml" ContentType="application/vnd.openxmlformats-officedocument.presentationml.tags+xml"/>
  <Override PartName="/ppt/tags/tag1227.xml" ContentType="application/vnd.openxmlformats-officedocument.presentationml.tags+xml"/>
  <Override PartName="/ppt/tags/tag1228.xml" ContentType="application/vnd.openxmlformats-officedocument.presentationml.tags+xml"/>
  <Override PartName="/ppt/tags/tag1229.xml" ContentType="application/vnd.openxmlformats-officedocument.presentationml.tags+xml"/>
  <Override PartName="/ppt/tags/tag1230.xml" ContentType="application/vnd.openxmlformats-officedocument.presentationml.tags+xml"/>
  <Override PartName="/ppt/tags/tag1231.xml" ContentType="application/vnd.openxmlformats-officedocument.presentationml.tags+xml"/>
  <Override PartName="/ppt/tags/tag1232.xml" ContentType="application/vnd.openxmlformats-officedocument.presentationml.tags+xml"/>
  <Override PartName="/ppt/tags/tag1233.xml" ContentType="application/vnd.openxmlformats-officedocument.presentationml.tags+xml"/>
  <Override PartName="/ppt/tags/tag1234.xml" ContentType="application/vnd.openxmlformats-officedocument.presentationml.tags+xml"/>
  <Override PartName="/ppt/tags/tag1235.xml" ContentType="application/vnd.openxmlformats-officedocument.presentationml.tags+xml"/>
  <Override PartName="/ppt/tags/tag1236.xml" ContentType="application/vnd.openxmlformats-officedocument.presentationml.tags+xml"/>
  <Override PartName="/ppt/tags/tag1237.xml" ContentType="application/vnd.openxmlformats-officedocument.presentationml.tags+xml"/>
  <Override PartName="/ppt/tags/tag1238.xml" ContentType="application/vnd.openxmlformats-officedocument.presentationml.tags+xml"/>
  <Override PartName="/ppt/tags/tag1239.xml" ContentType="application/vnd.openxmlformats-officedocument.presentationml.tags+xml"/>
  <Override PartName="/ppt/tags/tag1240.xml" ContentType="application/vnd.openxmlformats-officedocument.presentationml.tags+xml"/>
  <Override PartName="/ppt/tags/tag1241.xml" ContentType="application/vnd.openxmlformats-officedocument.presentationml.tags+xml"/>
  <Override PartName="/ppt/notesSlides/notesSlide43.xml" ContentType="application/vnd.openxmlformats-officedocument.presentationml.notesSlide+xml"/>
  <Override PartName="/ppt/tags/tag1242.xml" ContentType="application/vnd.openxmlformats-officedocument.presentationml.tags+xml"/>
  <Override PartName="/ppt/tags/tag1243.xml" ContentType="application/vnd.openxmlformats-officedocument.presentationml.tags+xml"/>
  <Override PartName="/ppt/tags/tag1244.xml" ContentType="application/vnd.openxmlformats-officedocument.presentationml.tags+xml"/>
  <Override PartName="/ppt/tags/tag1245.xml" ContentType="application/vnd.openxmlformats-officedocument.presentationml.tags+xml"/>
  <Override PartName="/ppt/tags/tag1246.xml" ContentType="application/vnd.openxmlformats-officedocument.presentationml.tags+xml"/>
  <Override PartName="/ppt/tags/tag1247.xml" ContentType="application/vnd.openxmlformats-officedocument.presentationml.tags+xml"/>
  <Override PartName="/ppt/tags/tag1248.xml" ContentType="application/vnd.openxmlformats-officedocument.presentationml.tags+xml"/>
  <Override PartName="/ppt/tags/tag1249.xml" ContentType="application/vnd.openxmlformats-officedocument.presentationml.tags+xml"/>
  <Override PartName="/ppt/notesSlides/notesSlide44.xml" ContentType="application/vnd.openxmlformats-officedocument.presentationml.notesSlide+xml"/>
  <Override PartName="/ppt/tags/tag1250.xml" ContentType="application/vnd.openxmlformats-officedocument.presentationml.tags+xml"/>
  <Override PartName="/ppt/tags/tag1251.xml" ContentType="application/vnd.openxmlformats-officedocument.presentationml.tags+xml"/>
  <Override PartName="/ppt/tags/tag1252.xml" ContentType="application/vnd.openxmlformats-officedocument.presentationml.tags+xml"/>
  <Override PartName="/ppt/tags/tag1253.xml" ContentType="application/vnd.openxmlformats-officedocument.presentationml.tags+xml"/>
  <Override PartName="/ppt/tags/tag1254.xml" ContentType="application/vnd.openxmlformats-officedocument.presentationml.tags+xml"/>
  <Override PartName="/ppt/tags/tag1255.xml" ContentType="application/vnd.openxmlformats-officedocument.presentationml.tags+xml"/>
  <Override PartName="/ppt/tags/tag1256.xml" ContentType="application/vnd.openxmlformats-officedocument.presentationml.tags+xml"/>
  <Override PartName="/ppt/tags/tag1257.xml" ContentType="application/vnd.openxmlformats-officedocument.presentationml.tags+xml"/>
  <Override PartName="/ppt/tags/tag1258.xml" ContentType="application/vnd.openxmlformats-officedocument.presentationml.tags+xml"/>
  <Override PartName="/ppt/tags/tag1259.xml" ContentType="application/vnd.openxmlformats-officedocument.presentationml.tags+xml"/>
  <Override PartName="/ppt/tags/tag1260.xml" ContentType="application/vnd.openxmlformats-officedocument.presentationml.tags+xml"/>
  <Override PartName="/ppt/tags/tag1261.xml" ContentType="application/vnd.openxmlformats-officedocument.presentationml.tags+xml"/>
  <Override PartName="/ppt/tags/tag1262.xml" ContentType="application/vnd.openxmlformats-officedocument.presentationml.tags+xml"/>
  <Override PartName="/ppt/tags/tag1263.xml" ContentType="application/vnd.openxmlformats-officedocument.presentationml.tags+xml"/>
  <Override PartName="/ppt/tags/tag1264.xml" ContentType="application/vnd.openxmlformats-officedocument.presentationml.tags+xml"/>
  <Override PartName="/ppt/tags/tag1265.xml" ContentType="application/vnd.openxmlformats-officedocument.presentationml.tags+xml"/>
  <Override PartName="/ppt/tags/tag1266.xml" ContentType="application/vnd.openxmlformats-officedocument.presentationml.tags+xml"/>
  <Override PartName="/ppt/tags/tag1267.xml" ContentType="application/vnd.openxmlformats-officedocument.presentationml.tags+xml"/>
  <Override PartName="/ppt/tags/tag1268.xml" ContentType="application/vnd.openxmlformats-officedocument.presentationml.tags+xml"/>
  <Override PartName="/ppt/tags/tag1269.xml" ContentType="application/vnd.openxmlformats-officedocument.presentationml.tags+xml"/>
  <Override PartName="/ppt/tags/tag1270.xml" ContentType="application/vnd.openxmlformats-officedocument.presentationml.tags+xml"/>
  <Override PartName="/ppt/tags/tag1271.xml" ContentType="application/vnd.openxmlformats-officedocument.presentationml.tags+xml"/>
  <Override PartName="/ppt/tags/tag1272.xml" ContentType="application/vnd.openxmlformats-officedocument.presentationml.tags+xml"/>
  <Override PartName="/ppt/tags/tag1273.xml" ContentType="application/vnd.openxmlformats-officedocument.presentationml.tags+xml"/>
  <Override PartName="/ppt/tags/tag1274.xml" ContentType="application/vnd.openxmlformats-officedocument.presentationml.tags+xml"/>
  <Override PartName="/ppt/tags/tag1275.xml" ContentType="application/vnd.openxmlformats-officedocument.presentationml.tags+xml"/>
  <Override PartName="/ppt/tags/tag1276.xml" ContentType="application/vnd.openxmlformats-officedocument.presentationml.tags+xml"/>
  <Override PartName="/ppt/tags/tag1277.xml" ContentType="application/vnd.openxmlformats-officedocument.presentationml.tags+xml"/>
  <Override PartName="/ppt/tags/tag1278.xml" ContentType="application/vnd.openxmlformats-officedocument.presentationml.tags+xml"/>
  <Override PartName="/ppt/tags/tag1279.xml" ContentType="application/vnd.openxmlformats-officedocument.presentationml.tags+xml"/>
  <Override PartName="/ppt/tags/tag1280.xml" ContentType="application/vnd.openxmlformats-officedocument.presentationml.tags+xml"/>
  <Override PartName="/ppt/tags/tag1281.xml" ContentType="application/vnd.openxmlformats-officedocument.presentationml.tags+xml"/>
  <Override PartName="/ppt/tags/tag1282.xml" ContentType="application/vnd.openxmlformats-officedocument.presentationml.tags+xml"/>
  <Override PartName="/ppt/tags/tag1283.xml" ContentType="application/vnd.openxmlformats-officedocument.presentationml.tags+xml"/>
  <Override PartName="/ppt/tags/tag1284.xml" ContentType="application/vnd.openxmlformats-officedocument.presentationml.tags+xml"/>
  <Override PartName="/ppt/tags/tag1285.xml" ContentType="application/vnd.openxmlformats-officedocument.presentationml.tags+xml"/>
  <Override PartName="/ppt/tags/tag1286.xml" ContentType="application/vnd.openxmlformats-officedocument.presentationml.tags+xml"/>
  <Override PartName="/ppt/tags/tag1287.xml" ContentType="application/vnd.openxmlformats-officedocument.presentationml.tags+xml"/>
  <Override PartName="/ppt/tags/tag1288.xml" ContentType="application/vnd.openxmlformats-officedocument.presentationml.tags+xml"/>
  <Override PartName="/ppt/notesSlides/notesSlide4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47"/>
  </p:notesMasterIdLst>
  <p:sldIdLst>
    <p:sldId id="256" r:id="rId2"/>
    <p:sldId id="300" r:id="rId3"/>
    <p:sldId id="257" r:id="rId4"/>
    <p:sldId id="258" r:id="rId5"/>
    <p:sldId id="259" r:id="rId6"/>
    <p:sldId id="260" r:id="rId7"/>
    <p:sldId id="262" r:id="rId8"/>
    <p:sldId id="309" r:id="rId9"/>
    <p:sldId id="265" r:id="rId10"/>
    <p:sldId id="263" r:id="rId11"/>
    <p:sldId id="285" r:id="rId12"/>
    <p:sldId id="264" r:id="rId13"/>
    <p:sldId id="266" r:id="rId14"/>
    <p:sldId id="267" r:id="rId15"/>
    <p:sldId id="310" r:id="rId16"/>
    <p:sldId id="268" r:id="rId17"/>
    <p:sldId id="269" r:id="rId18"/>
    <p:sldId id="270" r:id="rId19"/>
    <p:sldId id="271" r:id="rId20"/>
    <p:sldId id="272" r:id="rId21"/>
    <p:sldId id="275" r:id="rId22"/>
    <p:sldId id="276" r:id="rId23"/>
    <p:sldId id="278" r:id="rId24"/>
    <p:sldId id="279" r:id="rId25"/>
    <p:sldId id="313" r:id="rId26"/>
    <p:sldId id="280" r:id="rId27"/>
    <p:sldId id="311" r:id="rId28"/>
    <p:sldId id="281" r:id="rId29"/>
    <p:sldId id="282" r:id="rId30"/>
    <p:sldId id="283" r:id="rId31"/>
    <p:sldId id="287" r:id="rId32"/>
    <p:sldId id="288" r:id="rId33"/>
    <p:sldId id="289" r:id="rId34"/>
    <p:sldId id="290" r:id="rId35"/>
    <p:sldId id="315" r:id="rId36"/>
    <p:sldId id="292" r:id="rId37"/>
    <p:sldId id="293" r:id="rId38"/>
    <p:sldId id="291" r:id="rId39"/>
    <p:sldId id="294" r:id="rId40"/>
    <p:sldId id="295" r:id="rId41"/>
    <p:sldId id="298" r:id="rId42"/>
    <p:sldId id="299" r:id="rId43"/>
    <p:sldId id="296" r:id="rId44"/>
    <p:sldId id="307" r:id="rId45"/>
    <p:sldId id="314" r:id="rId4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7C8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1" autoAdjust="0"/>
    <p:restoredTop sz="83212" autoAdjust="0"/>
  </p:normalViewPr>
  <p:slideViewPr>
    <p:cSldViewPr snapToGrid="0" snapToObjects="1">
      <p:cViewPr varScale="1">
        <p:scale>
          <a:sx n="62" d="100"/>
          <a:sy n="62" d="100"/>
        </p:scale>
        <p:origin x="828" y="36"/>
      </p:cViewPr>
      <p:guideLst/>
    </p:cSldViewPr>
  </p:slideViewPr>
  <p:notesTextViewPr>
    <p:cViewPr>
      <p:scale>
        <a:sx n="1" d="1"/>
        <a:sy n="1" d="1"/>
      </p:scale>
      <p:origin x="0" y="0"/>
    </p:cViewPr>
  </p:notesTextViewPr>
  <p:notesViewPr>
    <p:cSldViewPr snapToGrid="0" snapToObjects="1">
      <p:cViewPr varScale="1">
        <p:scale>
          <a:sx n="42" d="100"/>
          <a:sy n="42" d="100"/>
        </p:scale>
        <p:origin x="2888" y="56"/>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mers Real" userId="faf31a43-5513-4cc6-abd3-b43fc8e821b1" providerId="ADAL" clId="{7FC66AA7-CAD9-431F-BEAD-6F4ACAA6D751}"/>
    <pc:docChg chg="custSel modSld">
      <pc:chgData name="Demers Real" userId="faf31a43-5513-4cc6-abd3-b43fc8e821b1" providerId="ADAL" clId="{7FC66AA7-CAD9-431F-BEAD-6F4ACAA6D751}" dt="2026-10-09T14:36:17.064" v="73" actId="20577"/>
      <pc:docMkLst>
        <pc:docMk/>
      </pc:docMkLst>
      <pc:sldChg chg="modSp mod">
        <pc:chgData name="Demers Real" userId="faf31a43-5513-4cc6-abd3-b43fc8e821b1" providerId="ADAL" clId="{7FC66AA7-CAD9-431F-BEAD-6F4ACAA6D751}" dt="2026-10-09T14:34:21.460" v="12" actId="20577"/>
        <pc:sldMkLst>
          <pc:docMk/>
          <pc:sldMk cId="0" sldId="296"/>
        </pc:sldMkLst>
        <pc:spChg chg="mod">
          <ac:chgData name="Demers Real" userId="faf31a43-5513-4cc6-abd3-b43fc8e821b1" providerId="ADAL" clId="{7FC66AA7-CAD9-431F-BEAD-6F4ACAA6D751}" dt="2026-10-09T14:34:21.460" v="12" actId="20577"/>
          <ac:spMkLst>
            <pc:docMk/>
            <pc:sldMk cId="0" sldId="296"/>
            <ac:spMk id="30" creationId="{00000000-0000-0000-0000-000000000000}"/>
          </ac:spMkLst>
        </pc:spChg>
      </pc:sldChg>
      <pc:sldChg chg="addSp modSp mod">
        <pc:chgData name="Demers Real" userId="faf31a43-5513-4cc6-abd3-b43fc8e821b1" providerId="ADAL" clId="{7FC66AA7-CAD9-431F-BEAD-6F4ACAA6D751}" dt="2026-10-09T14:36:17.064" v="73" actId="20577"/>
        <pc:sldMkLst>
          <pc:docMk/>
          <pc:sldMk cId="0" sldId="299"/>
        </pc:sldMkLst>
        <pc:spChg chg="add mod">
          <ac:chgData name="Demers Real" userId="faf31a43-5513-4cc6-abd3-b43fc8e821b1" providerId="ADAL" clId="{7FC66AA7-CAD9-431F-BEAD-6F4ACAA6D751}" dt="2026-10-09T14:35:04.878" v="14" actId="1076"/>
          <ac:spMkLst>
            <pc:docMk/>
            <pc:sldMk cId="0" sldId="299"/>
            <ac:spMk id="38" creationId="{13C04AD8-9457-B2B2-7903-0765A30936E8}"/>
          </ac:spMkLst>
        </pc:spChg>
        <pc:spChg chg="add mod">
          <ac:chgData name="Demers Real" userId="faf31a43-5513-4cc6-abd3-b43fc8e821b1" providerId="ADAL" clId="{7FC66AA7-CAD9-431F-BEAD-6F4ACAA6D751}" dt="2026-10-09T14:35:48.644" v="50" actId="20577"/>
          <ac:spMkLst>
            <pc:docMk/>
            <pc:sldMk cId="0" sldId="299"/>
            <ac:spMk id="41" creationId="{B77AC82B-299C-D2F6-0A58-2C43A5640A1C}"/>
          </ac:spMkLst>
        </pc:spChg>
        <pc:spChg chg="add mod">
          <ac:chgData name="Demers Real" userId="faf31a43-5513-4cc6-abd3-b43fc8e821b1" providerId="ADAL" clId="{7FC66AA7-CAD9-431F-BEAD-6F4ACAA6D751}" dt="2026-10-09T14:36:17.064" v="73" actId="20577"/>
          <ac:spMkLst>
            <pc:docMk/>
            <pc:sldMk cId="0" sldId="299"/>
            <ac:spMk id="43" creationId="{0DDBB869-0D63-752A-902E-6536D4F0F114}"/>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5B23848-777D-4051-8A4A-57866139E707}" type="doc">
      <dgm:prSet loTypeId="urn:microsoft.com/office/officeart/2005/8/layout/gear1" loCatId="process" qsTypeId="urn:microsoft.com/office/officeart/2005/8/quickstyle/3d1#1" qsCatId="3D" csTypeId="urn:microsoft.com/office/officeart/2005/8/colors/accent1_2#1" csCatId="accent1" phldr="1"/>
      <dgm:spPr/>
      <dgm:t>
        <a:bodyPr/>
        <a:lstStyle/>
        <a:p>
          <a:endParaRPr lang="en-CA"/>
        </a:p>
      </dgm:t>
    </dgm:pt>
    <dgm:pt modelId="{63032316-455E-45E5-9D4C-06E5B76BB3BE}">
      <dgm:prSet phldrT="[Texte]" phldr="0"/>
      <dgm:spPr>
        <a:solidFill>
          <a:srgbClr val="C00000"/>
        </a:solidFill>
      </dgm:spPr>
      <dgm:t>
        <a:bodyPr/>
        <a:lstStyle/>
        <a:p>
          <a:r>
            <a:rPr lang="en-CA" b="1" cap="none" spc="0" dirty="0">
              <a:ln w="6600">
                <a:solidFill>
                  <a:schemeClr val="accent2"/>
                </a:solidFill>
                <a:prstDash val="solid"/>
              </a:ln>
              <a:solidFill>
                <a:srgbClr val="FFFFFF"/>
              </a:solidFill>
              <a:effectLst>
                <a:outerShdw dist="38100" dir="2700000" algn="tl" rotWithShape="0">
                  <a:schemeClr val="accent2"/>
                </a:outerShdw>
              </a:effectLst>
            </a:rPr>
            <a:t>SOA</a:t>
          </a:r>
        </a:p>
      </dgm:t>
    </dgm:pt>
    <dgm:pt modelId="{C8B5F895-1A6B-47F0-838E-7D7855184473}" type="parTrans" cxnId="{152DBD24-4BD5-4E75-82A6-47D1E92BFA41}">
      <dgm:prSet/>
      <dgm:spPr/>
      <dgm:t>
        <a:bodyPr/>
        <a:lstStyle/>
        <a:p>
          <a:endParaRPr lang="en-CA"/>
        </a:p>
      </dgm:t>
    </dgm:pt>
    <dgm:pt modelId="{67F79FA9-AE82-4DD8-83A5-067470176EDD}" type="sibTrans" cxnId="{152DBD24-4BD5-4E75-82A6-47D1E92BFA41}">
      <dgm:prSet/>
      <dgm:spPr/>
      <dgm:t>
        <a:bodyPr/>
        <a:lstStyle/>
        <a:p>
          <a:endParaRPr lang="en-CA"/>
        </a:p>
      </dgm:t>
    </dgm:pt>
    <dgm:pt modelId="{3BCA8A5B-B40E-4EEC-9D6E-B8165A520F82}">
      <dgm:prSet phldrT="[Texte]" phldr="0"/>
      <dgm:spPr>
        <a:solidFill>
          <a:srgbClr val="C00000"/>
        </a:solidFill>
      </dgm:spPr>
      <dgm:t>
        <a:bodyPr/>
        <a:lstStyle/>
        <a:p>
          <a:r>
            <a:rPr lang="en-CA" b="1" cap="none" spc="0" dirty="0">
              <a:ln w="6600">
                <a:solidFill>
                  <a:schemeClr val="accent2"/>
                </a:solidFill>
                <a:prstDash val="solid"/>
              </a:ln>
              <a:solidFill>
                <a:srgbClr val="FFFFFF"/>
              </a:solidFill>
              <a:effectLst>
                <a:outerShdw dist="38100" dir="2700000" algn="tl" rotWithShape="0">
                  <a:schemeClr val="accent2"/>
                </a:outerShdw>
              </a:effectLst>
            </a:rPr>
            <a:t>ETC</a:t>
          </a:r>
        </a:p>
      </dgm:t>
    </dgm:pt>
    <dgm:pt modelId="{9E05D729-EA4F-44D8-A46D-AC3F3B4CD96E}" type="parTrans" cxnId="{4AB65630-7175-421D-8F8F-83A76143DE89}">
      <dgm:prSet/>
      <dgm:spPr/>
      <dgm:t>
        <a:bodyPr/>
        <a:lstStyle/>
        <a:p>
          <a:endParaRPr lang="en-CA"/>
        </a:p>
      </dgm:t>
    </dgm:pt>
    <dgm:pt modelId="{F7D6C9D8-146F-4576-B71B-B9D4F59295A2}" type="sibTrans" cxnId="{4AB65630-7175-421D-8F8F-83A76143DE89}">
      <dgm:prSet/>
      <dgm:spPr/>
      <dgm:t>
        <a:bodyPr/>
        <a:lstStyle/>
        <a:p>
          <a:endParaRPr lang="en-CA"/>
        </a:p>
      </dgm:t>
    </dgm:pt>
    <dgm:pt modelId="{ED1AA609-1517-491C-A2C0-E2750A818986}">
      <dgm:prSet phldrT="[Texte]" phldr="0"/>
      <dgm:spPr>
        <a:solidFill>
          <a:srgbClr val="C00000"/>
        </a:solidFill>
      </dgm:spPr>
      <dgm:t>
        <a:bodyPr/>
        <a:lstStyle/>
        <a:p>
          <a:r>
            <a:rPr lang="en-CA" b="1" cap="none" spc="0" dirty="0">
              <a:ln w="6600">
                <a:solidFill>
                  <a:schemeClr val="accent2"/>
                </a:solidFill>
                <a:prstDash val="solid"/>
              </a:ln>
              <a:solidFill>
                <a:srgbClr val="FFFFFF"/>
              </a:solidFill>
              <a:effectLst>
                <a:outerShdw dist="38100" dir="2700000" algn="tl" rotWithShape="0">
                  <a:schemeClr val="accent2"/>
                </a:outerShdw>
              </a:effectLst>
            </a:rPr>
            <a:t>DB</a:t>
          </a:r>
        </a:p>
      </dgm:t>
    </dgm:pt>
    <dgm:pt modelId="{39A49417-0E99-4702-80E6-A593E7B0F12F}" type="parTrans" cxnId="{4F6DE277-A601-4CBE-B591-232C416D76DD}">
      <dgm:prSet/>
      <dgm:spPr/>
      <dgm:t>
        <a:bodyPr/>
        <a:lstStyle/>
        <a:p>
          <a:endParaRPr lang="en-CA"/>
        </a:p>
      </dgm:t>
    </dgm:pt>
    <dgm:pt modelId="{2B866F48-0267-4483-A65C-A4FB7E554B5C}" type="sibTrans" cxnId="{4F6DE277-A601-4CBE-B591-232C416D76DD}">
      <dgm:prSet/>
      <dgm:spPr/>
      <dgm:t>
        <a:bodyPr/>
        <a:lstStyle/>
        <a:p>
          <a:endParaRPr lang="en-CA"/>
        </a:p>
      </dgm:t>
    </dgm:pt>
    <dgm:pt modelId="{9360CCF7-7AFB-456F-B425-A57DCD4FD6EA}" type="pres">
      <dgm:prSet presAssocID="{B5B23848-777D-4051-8A4A-57866139E707}" presName="composite" presStyleCnt="0">
        <dgm:presLayoutVars>
          <dgm:chMax val="3"/>
          <dgm:animLvl val="lvl"/>
          <dgm:resizeHandles val="exact"/>
        </dgm:presLayoutVars>
      </dgm:prSet>
      <dgm:spPr/>
    </dgm:pt>
    <dgm:pt modelId="{385DDE7B-1A59-4F50-AFDF-6923029D5993}" type="pres">
      <dgm:prSet presAssocID="{63032316-455E-45E5-9D4C-06E5B76BB3BE}" presName="gear1" presStyleLbl="node1" presStyleIdx="0" presStyleCnt="3">
        <dgm:presLayoutVars>
          <dgm:chMax val="1"/>
          <dgm:bulletEnabled val="1"/>
        </dgm:presLayoutVars>
      </dgm:prSet>
      <dgm:spPr/>
    </dgm:pt>
    <dgm:pt modelId="{5C66F447-692E-44A8-B0C8-10A22A1871BF}" type="pres">
      <dgm:prSet presAssocID="{63032316-455E-45E5-9D4C-06E5B76BB3BE}" presName="gear1srcNode" presStyleLbl="node1" presStyleIdx="0" presStyleCnt="3"/>
      <dgm:spPr/>
    </dgm:pt>
    <dgm:pt modelId="{F1759E51-F73F-4F58-903F-2E8E70B719F3}" type="pres">
      <dgm:prSet presAssocID="{63032316-455E-45E5-9D4C-06E5B76BB3BE}" presName="gear1dstNode" presStyleLbl="node1" presStyleIdx="0" presStyleCnt="3"/>
      <dgm:spPr/>
    </dgm:pt>
    <dgm:pt modelId="{F2D8EFAD-912C-41C3-9EFD-ABEACC1BAE03}" type="pres">
      <dgm:prSet presAssocID="{3BCA8A5B-B40E-4EEC-9D6E-B8165A520F82}" presName="gear2" presStyleLbl="node1" presStyleIdx="1" presStyleCnt="3">
        <dgm:presLayoutVars>
          <dgm:chMax val="1"/>
          <dgm:bulletEnabled val="1"/>
        </dgm:presLayoutVars>
      </dgm:prSet>
      <dgm:spPr/>
    </dgm:pt>
    <dgm:pt modelId="{1E2FC847-2695-4C0B-B5E2-AEF6EDD26CA7}" type="pres">
      <dgm:prSet presAssocID="{3BCA8A5B-B40E-4EEC-9D6E-B8165A520F82}" presName="gear2srcNode" presStyleLbl="node1" presStyleIdx="1" presStyleCnt="3"/>
      <dgm:spPr/>
    </dgm:pt>
    <dgm:pt modelId="{2730A732-9397-400D-A861-11F6AB5C6196}" type="pres">
      <dgm:prSet presAssocID="{3BCA8A5B-B40E-4EEC-9D6E-B8165A520F82}" presName="gear2dstNode" presStyleLbl="node1" presStyleIdx="1" presStyleCnt="3"/>
      <dgm:spPr/>
    </dgm:pt>
    <dgm:pt modelId="{2BB60AAA-B4D2-4FD9-A1AE-E320FD4AD941}" type="pres">
      <dgm:prSet presAssocID="{ED1AA609-1517-491C-A2C0-E2750A818986}" presName="gear3" presStyleLbl="node1" presStyleIdx="2" presStyleCnt="3"/>
      <dgm:spPr/>
    </dgm:pt>
    <dgm:pt modelId="{DA2E746B-88D5-44F4-B789-37433A122DF3}" type="pres">
      <dgm:prSet presAssocID="{ED1AA609-1517-491C-A2C0-E2750A818986}" presName="gear3tx" presStyleLbl="node1" presStyleIdx="2" presStyleCnt="3">
        <dgm:presLayoutVars>
          <dgm:chMax val="1"/>
          <dgm:bulletEnabled val="1"/>
        </dgm:presLayoutVars>
      </dgm:prSet>
      <dgm:spPr/>
    </dgm:pt>
    <dgm:pt modelId="{27DF7CBA-CE1F-4237-9010-76CFAA6F843C}" type="pres">
      <dgm:prSet presAssocID="{ED1AA609-1517-491C-A2C0-E2750A818986}" presName="gear3srcNode" presStyleLbl="node1" presStyleIdx="2" presStyleCnt="3"/>
      <dgm:spPr/>
    </dgm:pt>
    <dgm:pt modelId="{DC74D7D4-2563-41DD-AF96-2D1FE3A66459}" type="pres">
      <dgm:prSet presAssocID="{ED1AA609-1517-491C-A2C0-E2750A818986}" presName="gear3dstNode" presStyleLbl="node1" presStyleIdx="2" presStyleCnt="3"/>
      <dgm:spPr/>
    </dgm:pt>
    <dgm:pt modelId="{8B81B803-9BC1-4C86-9BE4-B3C3BBE3DB83}" type="pres">
      <dgm:prSet presAssocID="{67F79FA9-AE82-4DD8-83A5-067470176EDD}" presName="connector1" presStyleLbl="sibTrans2D1" presStyleIdx="0" presStyleCnt="3"/>
      <dgm:spPr/>
    </dgm:pt>
    <dgm:pt modelId="{38D079CF-7350-4BA4-99A6-3705D63D5ED9}" type="pres">
      <dgm:prSet presAssocID="{F7D6C9D8-146F-4576-B71B-B9D4F59295A2}" presName="connector2" presStyleLbl="sibTrans2D1" presStyleIdx="1" presStyleCnt="3"/>
      <dgm:spPr/>
    </dgm:pt>
    <dgm:pt modelId="{1660F1F0-8473-4013-82AD-0F3DB7A9D379}" type="pres">
      <dgm:prSet presAssocID="{2B866F48-0267-4483-A65C-A4FB7E554B5C}" presName="connector3" presStyleLbl="sibTrans2D1" presStyleIdx="2" presStyleCnt="3"/>
      <dgm:spPr/>
    </dgm:pt>
  </dgm:ptLst>
  <dgm:cxnLst>
    <dgm:cxn modelId="{E8465916-A132-47D6-87D9-B5DB59BB3F75}" type="presOf" srcId="{67F79FA9-AE82-4DD8-83A5-067470176EDD}" destId="{8B81B803-9BC1-4C86-9BE4-B3C3BBE3DB83}" srcOrd="0" destOrd="0" presId="urn:microsoft.com/office/officeart/2005/8/layout/gear1"/>
    <dgm:cxn modelId="{E29E151A-C8C3-44BD-AD56-40949DC2F32B}" type="presOf" srcId="{3BCA8A5B-B40E-4EEC-9D6E-B8165A520F82}" destId="{F2D8EFAD-912C-41C3-9EFD-ABEACC1BAE03}" srcOrd="0" destOrd="0" presId="urn:microsoft.com/office/officeart/2005/8/layout/gear1"/>
    <dgm:cxn modelId="{43ED0A21-FE58-49A4-8FAE-41D2507644ED}" type="presOf" srcId="{63032316-455E-45E5-9D4C-06E5B76BB3BE}" destId="{F1759E51-F73F-4F58-903F-2E8E70B719F3}" srcOrd="2" destOrd="0" presId="urn:microsoft.com/office/officeart/2005/8/layout/gear1"/>
    <dgm:cxn modelId="{152DBD24-4BD5-4E75-82A6-47D1E92BFA41}" srcId="{B5B23848-777D-4051-8A4A-57866139E707}" destId="{63032316-455E-45E5-9D4C-06E5B76BB3BE}" srcOrd="0" destOrd="0" parTransId="{C8B5F895-1A6B-47F0-838E-7D7855184473}" sibTransId="{67F79FA9-AE82-4DD8-83A5-067470176EDD}"/>
    <dgm:cxn modelId="{4AB65630-7175-421D-8F8F-83A76143DE89}" srcId="{B5B23848-777D-4051-8A4A-57866139E707}" destId="{3BCA8A5B-B40E-4EEC-9D6E-B8165A520F82}" srcOrd="1" destOrd="0" parTransId="{9E05D729-EA4F-44D8-A46D-AC3F3B4CD96E}" sibTransId="{F7D6C9D8-146F-4576-B71B-B9D4F59295A2}"/>
    <dgm:cxn modelId="{A90C5243-3579-461D-B872-04C1B211C7B8}" type="presOf" srcId="{2B866F48-0267-4483-A65C-A4FB7E554B5C}" destId="{1660F1F0-8473-4013-82AD-0F3DB7A9D379}" srcOrd="0" destOrd="0" presId="urn:microsoft.com/office/officeart/2005/8/layout/gear1"/>
    <dgm:cxn modelId="{4F6DE277-A601-4CBE-B591-232C416D76DD}" srcId="{B5B23848-777D-4051-8A4A-57866139E707}" destId="{ED1AA609-1517-491C-A2C0-E2750A818986}" srcOrd="2" destOrd="0" parTransId="{39A49417-0E99-4702-80E6-A593E7B0F12F}" sibTransId="{2B866F48-0267-4483-A65C-A4FB7E554B5C}"/>
    <dgm:cxn modelId="{8922087D-3459-4E91-AF46-B770F122C774}" type="presOf" srcId="{63032316-455E-45E5-9D4C-06E5B76BB3BE}" destId="{5C66F447-692E-44A8-B0C8-10A22A1871BF}" srcOrd="1" destOrd="0" presId="urn:microsoft.com/office/officeart/2005/8/layout/gear1"/>
    <dgm:cxn modelId="{FB8F647F-0EB5-4C04-8F48-8EB9E4A920CE}" type="presOf" srcId="{ED1AA609-1517-491C-A2C0-E2750A818986}" destId="{27DF7CBA-CE1F-4237-9010-76CFAA6F843C}" srcOrd="2" destOrd="0" presId="urn:microsoft.com/office/officeart/2005/8/layout/gear1"/>
    <dgm:cxn modelId="{9BA9D39A-CEA3-470E-BB2E-F54BD9B59FAD}" type="presOf" srcId="{3BCA8A5B-B40E-4EEC-9D6E-B8165A520F82}" destId="{1E2FC847-2695-4C0B-B5E2-AEF6EDD26CA7}" srcOrd="1" destOrd="0" presId="urn:microsoft.com/office/officeart/2005/8/layout/gear1"/>
    <dgm:cxn modelId="{937916AC-E233-4E55-9DA6-BE752A4DB6E8}" type="presOf" srcId="{F7D6C9D8-146F-4576-B71B-B9D4F59295A2}" destId="{38D079CF-7350-4BA4-99A6-3705D63D5ED9}" srcOrd="0" destOrd="0" presId="urn:microsoft.com/office/officeart/2005/8/layout/gear1"/>
    <dgm:cxn modelId="{575280AE-80C5-4DE2-A0D4-1B9888B64E68}" type="presOf" srcId="{ED1AA609-1517-491C-A2C0-E2750A818986}" destId="{2BB60AAA-B4D2-4FD9-A1AE-E320FD4AD941}" srcOrd="0" destOrd="0" presId="urn:microsoft.com/office/officeart/2005/8/layout/gear1"/>
    <dgm:cxn modelId="{C08EF3AF-F6D1-4F03-A602-20360C058847}" type="presOf" srcId="{3BCA8A5B-B40E-4EEC-9D6E-B8165A520F82}" destId="{2730A732-9397-400D-A861-11F6AB5C6196}" srcOrd="2" destOrd="0" presId="urn:microsoft.com/office/officeart/2005/8/layout/gear1"/>
    <dgm:cxn modelId="{2E6D72BE-C4FD-4A53-9100-B1980E6D2936}" type="presOf" srcId="{ED1AA609-1517-491C-A2C0-E2750A818986}" destId="{DC74D7D4-2563-41DD-AF96-2D1FE3A66459}" srcOrd="3" destOrd="0" presId="urn:microsoft.com/office/officeart/2005/8/layout/gear1"/>
    <dgm:cxn modelId="{BE290FDB-B46D-4579-B1A6-C1C223E52A59}" type="presOf" srcId="{ED1AA609-1517-491C-A2C0-E2750A818986}" destId="{DA2E746B-88D5-44F4-B789-37433A122DF3}" srcOrd="1" destOrd="0" presId="urn:microsoft.com/office/officeart/2005/8/layout/gear1"/>
    <dgm:cxn modelId="{C98841FC-5A69-4D02-BAC4-C21039B74A99}" type="presOf" srcId="{63032316-455E-45E5-9D4C-06E5B76BB3BE}" destId="{385DDE7B-1A59-4F50-AFDF-6923029D5993}" srcOrd="0" destOrd="0" presId="urn:microsoft.com/office/officeart/2005/8/layout/gear1"/>
    <dgm:cxn modelId="{D0E5A6FE-3A13-463C-95F4-8C8CA8628711}" type="presOf" srcId="{B5B23848-777D-4051-8A4A-57866139E707}" destId="{9360CCF7-7AFB-456F-B425-A57DCD4FD6EA}" srcOrd="0" destOrd="0" presId="urn:microsoft.com/office/officeart/2005/8/layout/gear1"/>
    <dgm:cxn modelId="{AEB55810-46BF-4D8B-98B8-D4E27460770C}" type="presParOf" srcId="{9360CCF7-7AFB-456F-B425-A57DCD4FD6EA}" destId="{385DDE7B-1A59-4F50-AFDF-6923029D5993}" srcOrd="0" destOrd="0" presId="urn:microsoft.com/office/officeart/2005/8/layout/gear1"/>
    <dgm:cxn modelId="{9146A083-F8A0-4FA3-9161-AA6570170955}" type="presParOf" srcId="{9360CCF7-7AFB-456F-B425-A57DCD4FD6EA}" destId="{5C66F447-692E-44A8-B0C8-10A22A1871BF}" srcOrd="1" destOrd="0" presId="urn:microsoft.com/office/officeart/2005/8/layout/gear1"/>
    <dgm:cxn modelId="{599B3FC4-38DB-49AA-8478-F7F7AEEA5A15}" type="presParOf" srcId="{9360CCF7-7AFB-456F-B425-A57DCD4FD6EA}" destId="{F1759E51-F73F-4F58-903F-2E8E70B719F3}" srcOrd="2" destOrd="0" presId="urn:microsoft.com/office/officeart/2005/8/layout/gear1"/>
    <dgm:cxn modelId="{D3AFA60E-8AA4-47E2-9494-94B55BEA7B4E}" type="presParOf" srcId="{9360CCF7-7AFB-456F-B425-A57DCD4FD6EA}" destId="{F2D8EFAD-912C-41C3-9EFD-ABEACC1BAE03}" srcOrd="3" destOrd="0" presId="urn:microsoft.com/office/officeart/2005/8/layout/gear1"/>
    <dgm:cxn modelId="{5CBDD588-3665-4AA1-9F8B-F3FA0E61D997}" type="presParOf" srcId="{9360CCF7-7AFB-456F-B425-A57DCD4FD6EA}" destId="{1E2FC847-2695-4C0B-B5E2-AEF6EDD26CA7}" srcOrd="4" destOrd="0" presId="urn:microsoft.com/office/officeart/2005/8/layout/gear1"/>
    <dgm:cxn modelId="{8ACD092F-BE38-4CCF-B951-6EA5866AFCC7}" type="presParOf" srcId="{9360CCF7-7AFB-456F-B425-A57DCD4FD6EA}" destId="{2730A732-9397-400D-A861-11F6AB5C6196}" srcOrd="5" destOrd="0" presId="urn:microsoft.com/office/officeart/2005/8/layout/gear1"/>
    <dgm:cxn modelId="{6915A161-6F38-4D80-93D6-2DFCB209116D}" type="presParOf" srcId="{9360CCF7-7AFB-456F-B425-A57DCD4FD6EA}" destId="{2BB60AAA-B4D2-4FD9-A1AE-E320FD4AD941}" srcOrd="6" destOrd="0" presId="urn:microsoft.com/office/officeart/2005/8/layout/gear1"/>
    <dgm:cxn modelId="{49A42E19-44D3-4018-B167-D1CD51F48E59}" type="presParOf" srcId="{9360CCF7-7AFB-456F-B425-A57DCD4FD6EA}" destId="{DA2E746B-88D5-44F4-B789-37433A122DF3}" srcOrd="7" destOrd="0" presId="urn:microsoft.com/office/officeart/2005/8/layout/gear1"/>
    <dgm:cxn modelId="{09CDCE2E-B012-4538-A94D-F58AE6ACA7D6}" type="presParOf" srcId="{9360CCF7-7AFB-456F-B425-A57DCD4FD6EA}" destId="{27DF7CBA-CE1F-4237-9010-76CFAA6F843C}" srcOrd="8" destOrd="0" presId="urn:microsoft.com/office/officeart/2005/8/layout/gear1"/>
    <dgm:cxn modelId="{A807EBCF-079E-41D3-BA26-4983600EFF09}" type="presParOf" srcId="{9360CCF7-7AFB-456F-B425-A57DCD4FD6EA}" destId="{DC74D7D4-2563-41DD-AF96-2D1FE3A66459}" srcOrd="9" destOrd="0" presId="urn:microsoft.com/office/officeart/2005/8/layout/gear1"/>
    <dgm:cxn modelId="{CF6ECAA6-6427-487F-90CC-488A08F672B3}" type="presParOf" srcId="{9360CCF7-7AFB-456F-B425-A57DCD4FD6EA}" destId="{8B81B803-9BC1-4C86-9BE4-B3C3BBE3DB83}" srcOrd="10" destOrd="0" presId="urn:microsoft.com/office/officeart/2005/8/layout/gear1"/>
    <dgm:cxn modelId="{8AE4AC6D-BB40-4475-9093-95F9D7E9552F}" type="presParOf" srcId="{9360CCF7-7AFB-456F-B425-A57DCD4FD6EA}" destId="{38D079CF-7350-4BA4-99A6-3705D63D5ED9}" srcOrd="11" destOrd="0" presId="urn:microsoft.com/office/officeart/2005/8/layout/gear1"/>
    <dgm:cxn modelId="{848ACFC7-B404-4516-92D2-80F83999F357}" type="presParOf" srcId="{9360CCF7-7AFB-456F-B425-A57DCD4FD6EA}" destId="{1660F1F0-8473-4013-82AD-0F3DB7A9D379}" srcOrd="12" destOrd="0" presId="urn:microsoft.com/office/officeart/2005/8/layout/gear1"/>
  </dgm:cxnLst>
  <dgm:bg/>
  <dgm:whole/>
  <dgm:extLst>
    <a:ext uri="http://schemas.microsoft.com/office/drawing/2008/diagram">
      <dsp:dataModelExt xmlns:dsp="http://schemas.microsoft.com/office/drawing/2008/diagram" relId="rId6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85DDE7B-1A59-4F50-AFDF-6923029D5993}">
      <dsp:nvSpPr>
        <dsp:cNvPr id="0" name=""/>
        <dsp:cNvSpPr/>
      </dsp:nvSpPr>
      <dsp:spPr>
        <a:xfrm>
          <a:off x="1132221" y="877481"/>
          <a:ext cx="1072476" cy="1072476"/>
        </a:xfrm>
        <a:prstGeom prst="gear9">
          <a:avLst/>
        </a:prstGeom>
        <a:solidFill>
          <a:srgbClr val="C00000"/>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CA" sz="1800" b="1" kern="1200" cap="none" spc="0" dirty="0">
              <a:ln w="6600">
                <a:solidFill>
                  <a:schemeClr val="accent2"/>
                </a:solidFill>
                <a:prstDash val="solid"/>
              </a:ln>
              <a:solidFill>
                <a:srgbClr val="FFFFFF"/>
              </a:solidFill>
              <a:effectLst>
                <a:outerShdw dist="38100" dir="2700000" algn="tl" rotWithShape="0">
                  <a:schemeClr val="accent2"/>
                </a:outerShdw>
              </a:effectLst>
            </a:rPr>
            <a:t>SOA</a:t>
          </a:r>
        </a:p>
      </dsp:txBody>
      <dsp:txXfrm>
        <a:off x="1347836" y="1128703"/>
        <a:ext cx="641246" cy="551275"/>
      </dsp:txXfrm>
    </dsp:sp>
    <dsp:sp modelId="{F2D8EFAD-912C-41C3-9EFD-ABEACC1BAE03}">
      <dsp:nvSpPr>
        <dsp:cNvPr id="0" name=""/>
        <dsp:cNvSpPr/>
      </dsp:nvSpPr>
      <dsp:spPr>
        <a:xfrm>
          <a:off x="508234" y="623986"/>
          <a:ext cx="779983" cy="779983"/>
        </a:xfrm>
        <a:prstGeom prst="gear6">
          <a:avLst/>
        </a:prstGeom>
        <a:solidFill>
          <a:srgbClr val="C00000"/>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CA" sz="1800" b="1" kern="1200" cap="none" spc="0" dirty="0">
              <a:ln w="6600">
                <a:solidFill>
                  <a:schemeClr val="accent2"/>
                </a:solidFill>
                <a:prstDash val="solid"/>
              </a:ln>
              <a:solidFill>
                <a:srgbClr val="FFFFFF"/>
              </a:solidFill>
              <a:effectLst>
                <a:outerShdw dist="38100" dir="2700000" algn="tl" rotWithShape="0">
                  <a:schemeClr val="accent2"/>
                </a:outerShdw>
              </a:effectLst>
            </a:rPr>
            <a:t>ETC</a:t>
          </a:r>
        </a:p>
      </dsp:txBody>
      <dsp:txXfrm>
        <a:off x="704597" y="821536"/>
        <a:ext cx="387257" cy="384883"/>
      </dsp:txXfrm>
    </dsp:sp>
    <dsp:sp modelId="{2BB60AAA-B4D2-4FD9-A1AE-E320FD4AD941}">
      <dsp:nvSpPr>
        <dsp:cNvPr id="0" name=""/>
        <dsp:cNvSpPr/>
      </dsp:nvSpPr>
      <dsp:spPr>
        <a:xfrm rot="20700000">
          <a:off x="945104" y="85877"/>
          <a:ext cx="764224" cy="764224"/>
        </a:xfrm>
        <a:prstGeom prst="gear6">
          <a:avLst/>
        </a:prstGeom>
        <a:solidFill>
          <a:srgbClr val="C00000"/>
        </a:solidFill>
        <a:ln>
          <a:noFill/>
        </a:ln>
        <a:effectLst/>
        <a:scene3d>
          <a:camera prst="orthographicFront"/>
          <a:lightRig rig="flat" dir="t"/>
        </a:scene3d>
        <a:sp3d prstMaterial="plastic">
          <a:bevelT w="120900" h="88900"/>
          <a:bevelB w="88900" h="31750" prst="angle"/>
        </a:sp3d>
      </dsp:spPr>
      <dsp:style>
        <a:lnRef idx="0">
          <a:scrgbClr r="0" g="0" b="0"/>
        </a:lnRef>
        <a:fillRef idx="3">
          <a:scrgbClr r="0" g="0" b="0"/>
        </a:fillRef>
        <a:effectRef idx="2">
          <a:scrgbClr r="0" g="0" b="0"/>
        </a:effectRef>
        <a:fontRef idx="minor">
          <a:schemeClr val="lt1"/>
        </a:fontRef>
      </dsp:style>
      <dsp:txBody>
        <a:bodyPr spcFirstLastPara="0" vert="horz" wrap="square" lIns="22860" tIns="22860" rIns="22860" bIns="22860" numCol="1" spcCol="1270" anchor="ctr" anchorCtr="0">
          <a:noAutofit/>
        </a:bodyPr>
        <a:lstStyle/>
        <a:p>
          <a:pPr marL="0" lvl="0" indent="0" algn="ctr" defTabSz="800100">
            <a:lnSpc>
              <a:spcPct val="90000"/>
            </a:lnSpc>
            <a:spcBef>
              <a:spcPct val="0"/>
            </a:spcBef>
            <a:spcAft>
              <a:spcPct val="35000"/>
            </a:spcAft>
            <a:buNone/>
          </a:pPr>
          <a:r>
            <a:rPr lang="en-CA" sz="1800" b="1" kern="1200" cap="none" spc="0" dirty="0">
              <a:ln w="6600">
                <a:solidFill>
                  <a:schemeClr val="accent2"/>
                </a:solidFill>
                <a:prstDash val="solid"/>
              </a:ln>
              <a:solidFill>
                <a:srgbClr val="FFFFFF"/>
              </a:solidFill>
              <a:effectLst>
                <a:outerShdw dist="38100" dir="2700000" algn="tl" rotWithShape="0">
                  <a:schemeClr val="accent2"/>
                </a:outerShdw>
              </a:effectLst>
            </a:rPr>
            <a:t>DB</a:t>
          </a:r>
        </a:p>
      </dsp:txBody>
      <dsp:txXfrm rot="-20700000">
        <a:off x="1112721" y="253494"/>
        <a:ext cx="428990" cy="428990"/>
      </dsp:txXfrm>
    </dsp:sp>
    <dsp:sp modelId="{8B81B803-9BC1-4C86-9BE4-B3C3BBE3DB83}">
      <dsp:nvSpPr>
        <dsp:cNvPr id="0" name=""/>
        <dsp:cNvSpPr/>
      </dsp:nvSpPr>
      <dsp:spPr>
        <a:xfrm>
          <a:off x="1027309" y="727979"/>
          <a:ext cx="1372770" cy="1372770"/>
        </a:xfrm>
        <a:prstGeom prst="circularArrow">
          <a:avLst>
            <a:gd name="adj1" fmla="val 4687"/>
            <a:gd name="adj2" fmla="val 299029"/>
            <a:gd name="adj3" fmla="val 2417096"/>
            <a:gd name="adj4" fmla="val 16094151"/>
            <a:gd name="adj5" fmla="val 5469"/>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38D079CF-7350-4BA4-99A6-3705D63D5ED9}">
      <dsp:nvSpPr>
        <dsp:cNvPr id="0" name=""/>
        <dsp:cNvSpPr/>
      </dsp:nvSpPr>
      <dsp:spPr>
        <a:xfrm>
          <a:off x="370101" y="461037"/>
          <a:ext cx="997403" cy="997403"/>
        </a:xfrm>
        <a:prstGeom prst="leftCircularArrow">
          <a:avLst>
            <a:gd name="adj1" fmla="val 6452"/>
            <a:gd name="adj2" fmla="val 429999"/>
            <a:gd name="adj3" fmla="val 10489124"/>
            <a:gd name="adj4" fmla="val 14837806"/>
            <a:gd name="adj5" fmla="val 7527"/>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 modelId="{1660F1F0-8473-4013-82AD-0F3DB7A9D379}">
      <dsp:nvSpPr>
        <dsp:cNvPr id="0" name=""/>
        <dsp:cNvSpPr/>
      </dsp:nvSpPr>
      <dsp:spPr>
        <a:xfrm>
          <a:off x="768331" y="-71884"/>
          <a:ext cx="1075401" cy="1075401"/>
        </a:xfrm>
        <a:prstGeom prst="circularArrow">
          <a:avLst>
            <a:gd name="adj1" fmla="val 5984"/>
            <a:gd name="adj2" fmla="val 394124"/>
            <a:gd name="adj3" fmla="val 13313824"/>
            <a:gd name="adj4" fmla="val 10508221"/>
            <a:gd name="adj5" fmla="val 6981"/>
          </a:avLst>
        </a:prstGeom>
        <a:gradFill rotWithShape="0">
          <a:gsLst>
            <a:gs pos="0">
              <a:schemeClr val="accent1">
                <a:tint val="60000"/>
                <a:hueOff val="0"/>
                <a:satOff val="0"/>
                <a:lumOff val="0"/>
                <a:alphaOff val="0"/>
                <a:satMod val="103000"/>
                <a:lumMod val="102000"/>
                <a:tint val="94000"/>
              </a:schemeClr>
            </a:gs>
            <a:gs pos="50000">
              <a:schemeClr val="accent1">
                <a:tint val="60000"/>
                <a:hueOff val="0"/>
                <a:satOff val="0"/>
                <a:lumOff val="0"/>
                <a:alphaOff val="0"/>
                <a:satMod val="110000"/>
                <a:lumMod val="100000"/>
                <a:shade val="100000"/>
              </a:schemeClr>
            </a:gs>
            <a:gs pos="100000">
              <a:schemeClr val="accent1">
                <a:tint val="60000"/>
                <a:hueOff val="0"/>
                <a:satOff val="0"/>
                <a:lumOff val="0"/>
                <a:alphaOff val="0"/>
                <a:lumMod val="99000"/>
                <a:satMod val="120000"/>
                <a:shade val="78000"/>
              </a:schemeClr>
            </a:gs>
          </a:gsLst>
          <a:lin ang="5400000" scaled="0"/>
        </a:gradFill>
        <a:ln>
          <a:noFill/>
        </a:ln>
        <a:effectLst/>
        <a:scene3d>
          <a:camera prst="orthographicFront"/>
          <a:lightRig rig="flat" dir="t"/>
        </a:scene3d>
        <a:sp3d z="-80000" prstMaterial="plastic">
          <a:bevelT w="50800" h="50800"/>
          <a:bevelB w="25400" h="25400" prst="angle"/>
        </a:sp3d>
      </dsp:spPr>
      <dsp:style>
        <a:lnRef idx="0">
          <a:scrgbClr r="0" g="0" b="0"/>
        </a:lnRef>
        <a:fillRef idx="3">
          <a:scrgbClr r="0" g="0" b="0"/>
        </a:fillRef>
        <a:effectRef idx="2">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gear1">
  <dgm:title val=""/>
  <dgm:desc val=""/>
  <dgm:catLst>
    <dgm:cat type="relationship" pri="3000"/>
    <dgm:cat type="process" pri="28000"/>
    <dgm:cat type="cycle" pri="1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useDef="1">
    <dgm:dataModel>
      <dgm:ptLst/>
      <dgm:bg/>
      <dgm:whole/>
    </dgm:dataModel>
  </dgm:clrData>
  <dgm:layoutNode name="composite">
    <dgm:varLst>
      <dgm:chMax val="3"/>
      <dgm:animLvl val="lvl"/>
      <dgm:resizeHandles val="exact"/>
    </dgm:varLst>
    <dgm:alg type="composite">
      <dgm:param type="ar" val="1"/>
    </dgm:alg>
    <dgm:shape xmlns:r="http://schemas.openxmlformats.org/officeDocument/2006/relationships" r:blip="">
      <dgm:adjLst/>
    </dgm:shape>
    <dgm:presOf/>
    <dgm:choose name="Name0">
      <dgm:if name="Name1" axis="ch" ptType="node" func="cnt" op="lte" val="1">
        <dgm:constrLst>
          <dgm:constr type="primFontSz" for="ch" ptType="node" op="equ" val="65"/>
          <dgm:constr type="w" for="ch" forName="gear1" refType="w" fact="0.55"/>
          <dgm:constr type="h" for="ch" forName="gear1" refType="w" fact="0.55"/>
          <dgm:constr type="l" for="ch" forName="gear1" refType="w" fact="0.05"/>
          <dgm:constr type="t" for="ch" forName="gear1" refType="w" fact="0.05"/>
          <dgm:constr type="w" for="ch" forName="gear1srcNode" val="1"/>
          <dgm:constr type="h" for="ch" forName="gear1srcNode" val="1"/>
          <dgm:constr type="l" for="ch" forName="gear1srcNode" refType="w" fact="0.32"/>
          <dgm:constr type="t" for="ch" forName="gear1srcNode"/>
          <dgm:constr type="w" for="ch" forName="gear1dstNode" val="1"/>
          <dgm:constr type="h" for="ch" forName="gear1dstNode" val="1"/>
          <dgm:constr type="r" for="ch" forName="gear1dstNode" refType="w" fact="0.58"/>
          <dgm:constr type="t" for="ch" forName="gear1dstNode" refType="h" fact="0.5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dgm:constr type="b" for="ch" forName="gear1ch" refType="h" fact="0.6"/>
        </dgm:constrLst>
      </dgm:if>
      <dgm:if name="Name2" axis="ch" ptType="node" func="cnt" op="equ" val="2">
        <dgm:constrLst>
          <dgm:constr type="primFontSz" for="ch" ptType="node" op="equ" val="65"/>
          <dgm:constr type="w" for="ch" forName="gear1" refType="w" fact="0.55"/>
          <dgm:constr type="h" for="ch" forName="gear1" refType="w" fact="0.55"/>
          <dgm:constr type="l" for="ch" forName="gear1" refType="w" fact="0.45"/>
          <dgm:constr type="t" for="ch" forName="gear1" refType="w" fact="0.25"/>
          <dgm:constr type="w" for="ch" forName="gear1srcNode" val="1"/>
          <dgm:constr type="h" for="ch" forName="gear1srcNode" val="1"/>
          <dgm:constr type="l" for="ch" forName="gear1srcNode" refType="w" fact="0.72"/>
          <dgm:constr type="t" for="ch" forName="gear1srcNode" refType="w" fact="0.2"/>
          <dgm:constr type="w" for="ch" forName="gear1dstNode" val="1"/>
          <dgm:constr type="h" for="ch" forName="gear1dstNode" val="1"/>
          <dgm:constr type="r" for="ch" forName="gear1dstNode" refType="w" fact="0.98"/>
          <dgm:constr type="t" for="ch" forName="gear1dstNode" refType="h" fact="0.75"/>
          <dgm:constr type="diam" for="des" forName="connector1" refType="w" refFor="ch" refForName="gear1" op="equ" fact="1.1"/>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w" fact="0.8"/>
          <dgm:constr type="w" for="ch" forName="gear2" refType="w" fact="0.4"/>
          <dgm:constr type="h" for="ch" forName="gear2" refType="w" fact="0.4"/>
          <dgm:constr type="l" for="ch" forName="gear2" refType="w" fact="0.13"/>
          <dgm:constr type="t" for="ch" forName="gear2" refType="w" fact="0.12"/>
          <dgm:constr type="w" for="ch" forName="gear2srcNode" val="1"/>
          <dgm:constr type="h" for="ch" forName="gear2srcNode" val="1"/>
          <dgm:constr type="l" for="ch" forName="gear2srcNode" refType="w" fact="0.23"/>
          <dgm:constr type="t" for="ch" forName="gear2srcNode" refType="w" fact="0.08"/>
          <dgm:constr type="w" for="ch" forName="gear2dstNode" val="1"/>
          <dgm:constr type="h" for="ch" forName="gear2dstNode" val="1"/>
          <dgm:constr type="l" for="ch" forName="gear2dstNode" refType="w" fact="0.1"/>
          <dgm:constr type="t" for="ch" forName="gear2dstNode" refType="h" fact="0.3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refType="w" fact="0.34"/>
          <dgm:constr type="t" for="ch" forName="gear2ch" refType="w" fact="0.04"/>
        </dgm:constrLst>
      </dgm:if>
      <dgm:else name="Name3">
        <dgm:constrLst>
          <dgm:constr type="primFontSz" for="ch" ptType="node" op="equ" val="65"/>
          <dgm:constr type="w" for="ch" forName="gear1" refType="w" fact="0.55"/>
          <dgm:constr type="h" for="ch" forName="gear1" refType="w" fact="0.55"/>
          <dgm:constr type="l" for="ch" forName="gear1" refType="w" fact="0.45"/>
          <dgm:constr type="t" for="ch" forName="gear1" refType="w" fact="0.45"/>
          <dgm:constr type="w" for="ch" forName="gear1srcNode" val="1"/>
          <dgm:constr type="h" for="ch" forName="gear1srcNode" val="1"/>
          <dgm:constr type="l" for="ch" forName="gear1srcNode" refType="w" fact="0.72"/>
          <dgm:constr type="t" for="ch" forName="gear1srcNode" refType="w" fact="0.4"/>
          <dgm:constr type="w" for="ch" forName="gear1dstNode" val="1"/>
          <dgm:constr type="h" for="ch" forName="gear1dstNode" val="1"/>
          <dgm:constr type="r" for="ch" forName="gear1dstNode" refType="w" fact="0.98"/>
          <dgm:constr type="t" for="ch" forName="gear1dstNode" refType="h" fact="0.95"/>
          <dgm:constr type="diam" for="des" forName="connector1" refType="w" refFor="ch" refForName="gear1" op="equ" fact="1.15"/>
          <dgm:constr type="h" for="des" forName="connector1" refType="w" refFor="ch" refForName="gear1" op="equ" fact="0.1"/>
          <dgm:constr type="w" for="ch" forName="gear1ch" refType="w" fact="0.35"/>
          <dgm:constr type="h" for="ch" forName="gear1ch" refType="w" refFor="ch" refForName="gear1ch" fact="0.6"/>
          <dgm:constr type="l" for="ch" forName="gear1ch" refType="w" fact="0.38"/>
          <dgm:constr type="b" for="ch" forName="gear1ch" refType="h"/>
          <dgm:constr type="w" for="ch" forName="gear2" refType="w" fact="0.4"/>
          <dgm:constr type="h" for="ch" forName="gear2" refType="w" fact="0.4"/>
          <dgm:constr type="l" for="ch" forName="gear2" refType="w" fact="0.13"/>
          <dgm:constr type="t" for="ch" forName="gear2" refType="w" fact="0.32"/>
          <dgm:constr type="w" for="ch" forName="gear2srcNode" val="1"/>
          <dgm:constr type="h" for="ch" forName="gear2srcNode" val="1"/>
          <dgm:constr type="l" for="ch" forName="gear2srcNode" refType="w" fact="0.23"/>
          <dgm:constr type="t" for="ch" forName="gear2srcNode" refType="w" fact="0.28"/>
          <dgm:constr type="w" for="ch" forName="gear2dstNode" val="1"/>
          <dgm:constr type="h" for="ch" forName="gear2dstNode" val="1"/>
          <dgm:constr type="l" for="ch" forName="gear2dstNode" refType="w" fact="0.1"/>
          <dgm:constr type="t" for="ch" forName="gear2dstNode" refType="h" fact="0.53"/>
          <dgm:constr type="diam" for="des" forName="connector2" refType="w" refFor="ch" refForName="gear2" op="equ" fact="-1.1"/>
          <dgm:constr type="h" for="des" forName="connector2" refType="w" refFor="ch" refForName="gear1" op="equ" fact="0.1"/>
          <dgm:constr type="w" for="ch" forName="gear2ch" refType="w" fact="0.35"/>
          <dgm:constr type="h" for="ch" forName="gear2ch" refType="w" refFor="ch" refForName="gear2ch" fact="0.6"/>
          <dgm:constr type="l" for="ch" forName="gear2ch"/>
          <dgm:constr type="t" for="ch" forName="gear2ch" refType="w" fact="0.58"/>
          <dgm:constr type="w" for="ch" forName="gear3" refType="w" fact="0.48"/>
          <dgm:constr type="h" for="ch" forName="gear3" refType="w" fact="0.48"/>
          <dgm:constr type="l" for="ch" forName="gear3" refType="w" fact="0.31"/>
          <dgm:constr type="t" for="ch" forName="gear3"/>
          <dgm:constr type="w" for="ch" forName="gear3tx" refType="w" fact="0.22"/>
          <dgm:constr type="h" for="ch" forName="gear3tx" refType="w" fact="0.22"/>
          <dgm:constr type="ctrX" for="ch" forName="gear3tx" refType="ctrX" refFor="ch" refForName="gear3"/>
          <dgm:constr type="ctrY" for="ch" forName="gear3tx" refType="ctrY" refFor="ch" refForName="gear3"/>
          <dgm:constr type="w" for="ch" forName="gear3srcNode" val="1"/>
          <dgm:constr type="h" for="ch" forName="gear3srcNode" val="1"/>
          <dgm:constr type="l" for="ch" forName="gear3srcNode" refType="w" fact="0.3"/>
          <dgm:constr type="t" for="ch" forName="gear3srcNode" refType="w" fact="0.25"/>
          <dgm:constr type="w" for="ch" forName="gear3dstNode" val="1"/>
          <dgm:constr type="h" for="ch" forName="gear3dstNode" val="1"/>
          <dgm:constr type="l" for="ch" forName="gear3dstNode" refType="w" fact="0.38"/>
          <dgm:constr type="t" for="ch" forName="gear3dstNode" refType="h" fact="0.05"/>
          <dgm:constr type="diam" for="des" forName="connector3" refType="w" refFor="ch" refForName="gear3" op="equ"/>
          <dgm:constr type="h" for="des" forName="connector3" refType="w" refFor="ch" refForName="gear1" op="equ" fact="0.1"/>
          <dgm:constr type="w" for="ch" forName="gear3ch" refType="w" fact="0.35"/>
          <dgm:constr type="h" for="ch" forName="gear3ch" refType="w" refFor="ch" refForName="gear3ch" fact="0.6"/>
          <dgm:constr type="l" for="ch" forName="gear3ch" refType="w" fact="0.65"/>
          <dgm:constr type="t" for="ch" forName="gear3ch" refType="h" fact="0.13"/>
        </dgm:constrLst>
      </dgm:else>
    </dgm:choose>
    <dgm:ruleLst/>
    <dgm:forEach name="Name4" axis="ch" ptType="node" cnt="1">
      <dgm:layoutNode name="gear1" styleLbl="node1">
        <dgm:varLst>
          <dgm:chMax val="1"/>
          <dgm:bulletEnabled val="1"/>
        </dgm:varLst>
        <dgm:alg type="tx">
          <dgm:param type="txAnchorVertCh" val="mid"/>
        </dgm:alg>
        <dgm:shape xmlns:r="http://schemas.openxmlformats.org/officeDocument/2006/relationships" type="gear9"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1srcNode">
        <dgm:alg type="sp"/>
        <dgm:shape xmlns:r="http://schemas.openxmlformats.org/officeDocument/2006/relationships" type="rect" r:blip="" hideGeom="1">
          <dgm:adjLst/>
        </dgm:shape>
        <dgm:presOf axis="self"/>
        <dgm:constrLst/>
        <dgm:ruleLst/>
      </dgm:layoutNode>
      <dgm:layoutNode name="gear1dstNode">
        <dgm:alg type="sp"/>
        <dgm:shape xmlns:r="http://schemas.openxmlformats.org/officeDocument/2006/relationships" type="rect" r:blip="" hideGeom="1">
          <dgm:adjLst/>
        </dgm:shape>
        <dgm:presOf axis="self"/>
        <dgm:constrLst/>
        <dgm:ruleLst/>
      </dgm:layoutNode>
      <dgm:choose name="Name5">
        <dgm:if name="Name6" axis="ch" ptType="node" func="cnt" op="gte" val="1">
          <dgm:layoutNode name="gear1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7"/>
      </dgm:choose>
    </dgm:forEach>
    <dgm:forEach name="Name8" axis="ch" ptType="node" st="2" cnt="1">
      <dgm:layoutNode name="gear2" styleLbl="node1">
        <dgm:varLst>
          <dgm:chMax val="1"/>
          <dgm:bulletEnabled val="1"/>
        </dgm:varLst>
        <dgm:alg type="tx">
          <dgm:param type="txAnchorVertCh" val="mid"/>
        </dgm:alg>
        <dgm:shape xmlns:r="http://schemas.openxmlformats.org/officeDocument/2006/relationships" type="gear6" r:blip="">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2srcNode">
        <dgm:alg type="sp"/>
        <dgm:shape xmlns:r="http://schemas.openxmlformats.org/officeDocument/2006/relationships" type="rect" r:blip="" hideGeom="1">
          <dgm:adjLst/>
        </dgm:shape>
        <dgm:presOf axis="self"/>
        <dgm:constrLst/>
        <dgm:ruleLst/>
      </dgm:layoutNode>
      <dgm:layoutNode name="gear2dstNode">
        <dgm:alg type="sp"/>
        <dgm:shape xmlns:r="http://schemas.openxmlformats.org/officeDocument/2006/relationships" type="rect" r:blip="" hideGeom="1">
          <dgm:adjLst/>
        </dgm:shape>
        <dgm:presOf axis="self"/>
        <dgm:constrLst/>
        <dgm:ruleLst/>
      </dgm:layoutNode>
      <dgm:choose name="Name9">
        <dgm:if name="Name10" axis="ch" ptType="node" func="cnt" op="gte" val="1">
          <dgm:layoutNode name="gear2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1"/>
      </dgm:choose>
    </dgm:forEach>
    <dgm:forEach name="Name12" axis="ch" ptType="node" st="3" cnt="1">
      <dgm:layoutNode name="gear3" styleLbl="node1">
        <dgm:alg type="sp"/>
        <dgm:shape xmlns:r="http://schemas.openxmlformats.org/officeDocument/2006/relationships" rot="-15" type="gear6" r:blip="">
          <dgm:adjLst/>
        </dgm:shape>
        <dgm:presOf axis="self"/>
        <dgm:constrLst/>
        <dgm:ruleLst/>
      </dgm:layoutNode>
      <dgm:layoutNode name="gear3tx" styleLbl="node1">
        <dgm:varLst>
          <dgm:chMax val="1"/>
          <dgm:bulletEnabled val="1"/>
        </dgm:varLst>
        <dgm:alg type="tx">
          <dgm:param type="txAnchorVertCh" val="mid"/>
        </dgm:alg>
        <dgm:shape xmlns:r="http://schemas.openxmlformats.org/officeDocument/2006/relationships" type="rect" r:blip="" hideGeom="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name="gear3srcNode">
        <dgm:alg type="sp"/>
        <dgm:shape xmlns:r="http://schemas.openxmlformats.org/officeDocument/2006/relationships" type="rect" r:blip="" hideGeom="1">
          <dgm:adjLst/>
        </dgm:shape>
        <dgm:presOf axis="self"/>
        <dgm:constrLst/>
        <dgm:ruleLst/>
      </dgm:layoutNode>
      <dgm:layoutNode name="gear3dstNode">
        <dgm:alg type="sp"/>
        <dgm:shape xmlns:r="http://schemas.openxmlformats.org/officeDocument/2006/relationships" type="rect" r:blip="" hideGeom="1">
          <dgm:adjLst/>
        </dgm:shape>
        <dgm:presOf axis="self"/>
        <dgm:constrLst/>
        <dgm:ruleLst/>
      </dgm:layoutNode>
      <dgm:choose name="Name13">
        <dgm:if name="Name14" axis="ch" ptType="node" func="cnt" op="gte" val="1">
          <dgm:layoutNode name="gear3ch" styleLbl="fgAcc1">
            <dgm:varLst>
              <dgm:chMax val="0"/>
              <dgm:bulletEnabled val="1"/>
            </dgm:varLst>
            <dgm:alg type="tx">
              <dgm:param type="stBulletLvl" val="1"/>
            </dgm:alg>
            <dgm:shape xmlns:r="http://schemas.openxmlformats.org/officeDocument/2006/relationships" type="roundRect" r:blip="">
              <dgm:adjLst>
                <dgm:adj idx="1" val="0.1"/>
              </dgm:adjLst>
            </dgm:shape>
            <dgm:presOf axis="des"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if>
        <dgm:else name="Name15"/>
      </dgm:choose>
    </dgm:forEach>
    <dgm:forEach name="Name16" axis="ch" ptType="sibTrans" hideLastTrans="0" cnt="1">
      <dgm:layoutNode name="connector1" styleLbl="sibTrans2D1">
        <dgm:alg type="conn">
          <dgm:param type="connRout" val="curve"/>
          <dgm:param type="srcNode" val="gear1srcNode"/>
          <dgm:param type="dstNode" val="gear1dstNode"/>
          <dgm:param type="begPts" val="midR"/>
          <dgm:param type="endPts" val="tCtr"/>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7" axis="ch" ptType="sibTrans" hideLastTrans="0" st="2" cnt="1">
      <dgm:layoutNode name="connector2" styleLbl="sibTrans2D1">
        <dgm:alg type="conn">
          <dgm:param type="connRout" val="curve"/>
          <dgm:param type="srcNode" val="gear2srcNode"/>
          <dgm:param type="dstNode" val="gear2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forEach name="Name18" axis="ch" ptType="sibTrans" hideLastTrans="0" st="3" cnt="1">
      <dgm:layoutNode name="connector3" styleLbl="sibTrans2D1">
        <dgm:alg type="conn">
          <dgm:param type="connRout" val="curve"/>
          <dgm:param type="srcNode" val="gear3srcNode"/>
          <dgm:param type="dstNode" val="gear3dstNode"/>
          <dgm:param type="begPts" val="midL"/>
          <dgm:param type="endPts" val="midL"/>
        </dgm:alg>
        <dgm:shape xmlns:r="http://schemas.openxmlformats.org/officeDocument/2006/relationships" type="conn" r:blip="">
          <dgm:adjLst/>
        </dgm:shape>
        <dgm:presOf axis="self"/>
        <dgm:constrLst>
          <dgm:constr type="w" val="10"/>
          <dgm:constr type="h" val="10"/>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1#1">
  <dgm:title val=""/>
  <dgm:desc val=""/>
  <dgm:catLst>
    <dgm:cat type="3D" pri="11100"/>
  </dgm:catLst>
  <dgm:scene3d>
    <a:camera prst="orthographicFront"/>
    <a:lightRig rig="threePt" dir="t"/>
  </dgm:scene3d>
  <dgm:styleLbl name="node0">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vennNode1">
    <dgm:scene3d>
      <a:camera prst="orthographicFront"/>
      <a:lightRig rig="flat" dir="t"/>
    </dgm:scene3d>
    <dgm:sp3d prstMaterial="plastic">
      <a:bevelT w="120900" h="88900"/>
      <a:bevelB w="88900" h="31750" prst="angle"/>
    </dgm:sp3d>
    <dgm:txPr/>
    <dgm:style>
      <a:lnRef idx="0">
        <a:scrgbClr r="0" g="0" b="0"/>
      </a:lnRef>
      <a:fillRef idx="1">
        <a:scrgbClr r="0" g="0" b="0"/>
      </a:fillRef>
      <a:effectRef idx="1">
        <a:scrgbClr r="0" g="0" b="0"/>
      </a:effectRef>
      <a:fontRef idx="minor">
        <a:schemeClr val="tx1"/>
      </a:fontRef>
    </dgm:style>
  </dgm:styleLbl>
  <dgm:styleLbl name="alignNode1">
    <dgm:scene3d>
      <a:camera prst="orthographicFront"/>
      <a:lightRig rig="flat" dir="t"/>
    </dgm:scene3d>
    <dgm:sp3d prstMaterial="plastic">
      <a:bevelT w="120900" h="88900"/>
      <a:bevelB w="88900" h="31750" prst="angle"/>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flat" dir="t"/>
    </dgm:scene3d>
    <dgm:sp3d prstMaterial="plastic">
      <a:bevelT w="120900" h="88900"/>
      <a:bevelB w="88900" h="31750" prst="angle"/>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node4">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fgImgPlace1">
    <dgm:scene3d>
      <a:camera prst="orthographicFront"/>
      <a:lightRig rig="flat" dir="t"/>
    </dgm:scene3d>
    <dgm:sp3d z="1270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alignImgPlace1">
    <dgm:scene3d>
      <a:camera prst="orthographicFront"/>
      <a:lightRig rig="flat" dir="t"/>
    </dgm:scene3d>
    <dgm:sp3d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bgImgPlace1">
    <dgm:scene3d>
      <a:camera prst="orthographicFront"/>
      <a:lightRig rig="flat" dir="t"/>
    </dgm:scene3d>
    <dgm:sp3d z="-190500" prstMaterial="plastic">
      <a:bevelT w="88900" h="88900"/>
      <a:bevelB w="88900" h="31750" prst="angle"/>
    </dgm:sp3d>
    <dgm:txPr/>
    <dgm:style>
      <a:lnRef idx="0">
        <a:scrgbClr r="0" g="0" b="0"/>
      </a:lnRef>
      <a:fillRef idx="3">
        <a:scrgbClr r="0" g="0" b="0"/>
      </a:fillRef>
      <a:effectRef idx="2">
        <a:scrgbClr r="0" g="0" b="0"/>
      </a:effectRef>
      <a:fontRef idx="minor"/>
    </dgm:style>
  </dgm:styleLbl>
  <dgm:styleLbl name="sibTrans2D1">
    <dgm:scene3d>
      <a:camera prst="orthographicFront"/>
      <a:lightRig rig="flat" dir="t"/>
    </dgm:scene3d>
    <dgm:sp3d z="-80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flat" dir="t"/>
    </dgm:scene3d>
    <dgm:sp3d z="1270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flat" dir="t"/>
    </dgm:scene3d>
    <dgm:sp3d z="-190500" prstMaterial="plastic">
      <a:bevelT w="50800" h="50800"/>
      <a:bevelB w="25400" h="25400" prst="angle"/>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flat" dir="t"/>
    </dgm:scene3d>
    <dgm:sp3d z="-40000" prstMaterial="matte"/>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27000" prstMaterial="matte"/>
    <dgm:txPr/>
    <dgm:style>
      <a:lnRef idx="2">
        <a:scrgbClr r="0" g="0" b="0"/>
      </a:lnRef>
      <a:fillRef idx="1">
        <a:scrgbClr r="0" g="0" b="0"/>
      </a:fillRef>
      <a:effectRef idx="0">
        <a:scrgbClr r="0" g="0" b="0"/>
      </a:effectRef>
      <a:fontRef idx="minor"/>
    </dgm:style>
  </dgm:styleLbl>
  <dgm:styleLbl name="asst0">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1">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2">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asst3">
    <dgm:scene3d>
      <a:camera prst="orthographicFront"/>
      <a:lightRig rig="flat" dir="t"/>
    </dgm:scene3d>
    <dgm:sp3d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1">
    <dgm:scene3d>
      <a:camera prst="orthographicFront"/>
      <a:lightRig rig="flat" dir="t"/>
    </dgm:scene3d>
    <dgm:sp3d z="-10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2">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3">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2D4">
    <dgm:scene3d>
      <a:camera prst="orthographicFront"/>
      <a:lightRig rig="flat" dir="t"/>
    </dgm:scene3d>
    <dgm:sp3d z="-60000" prstMaterial="plastic">
      <a:bevelT w="120900" h="88900"/>
      <a:bevelB w="88900" h="31750" prst="angle"/>
    </dgm:sp3d>
    <dgm:txPr/>
    <dgm:style>
      <a:lnRef idx="0">
        <a:scrgbClr r="0" g="0" b="0"/>
      </a:lnRef>
      <a:fillRef idx="3">
        <a:scrgbClr r="0" g="0" b="0"/>
      </a:fillRef>
      <a:effectRef idx="1">
        <a:scrgbClr r="0" g="0" b="0"/>
      </a:effectRef>
      <a:fontRef idx="minor">
        <a:schemeClr val="lt1"/>
      </a:fontRef>
    </dgm:style>
  </dgm:styleLbl>
  <dgm:styleLbl name="parChTrans1D1">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2">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3">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parChTrans1D4">
    <dgm:scene3d>
      <a:camera prst="orthographicFront"/>
      <a:lightRig rig="flat" dir="t"/>
    </dgm:scene3d>
    <dgm:sp3d prstMaterial="matte"/>
    <dgm:txPr/>
    <dgm:style>
      <a:lnRef idx="2">
        <a:scrgbClr r="0" g="0" b="0"/>
      </a:lnRef>
      <a:fillRef idx="0">
        <a:scrgbClr r="0" g="0" b="0"/>
      </a:fillRef>
      <a:effectRef idx="0">
        <a:scrgbClr r="0" g="0" b="0"/>
      </a:effectRef>
      <a:fontRef idx="minor"/>
    </dgm:style>
  </dgm:styleLbl>
  <dgm:styleLbl name="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con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tr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F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solidAlignAcc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solidBgAcc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flat" dir="t"/>
    </dgm:scene3d>
    <dgm:sp3d extrusionH="12700" prstMaterial="plastic">
      <a:bevelT w="50800" h="50800"/>
    </dgm:sp3d>
    <dgm:txPr/>
    <dgm:style>
      <a:lnRef idx="1">
        <a:scrgbClr r="0" g="0" b="0"/>
      </a:lnRef>
      <a:fillRef idx="1">
        <a:scrgbClr r="0" g="0" b="0"/>
      </a:fillRef>
      <a:effectRef idx="2">
        <a:scrgbClr r="0" g="0" b="0"/>
      </a:effectRef>
      <a:fontRef idx="minor"/>
    </dgm:style>
  </dgm:styleLbl>
  <dgm:styleLbl name="bgAccFollowNode1">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0">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2">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3">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fgAcc4">
    <dgm:scene3d>
      <a:camera prst="orthographicFront"/>
      <a:lightRig rig="flat" dir="t"/>
    </dgm:scene3d>
    <dgm:sp3d z="190500" extrusionH="12700" prstMaterial="plastic">
      <a:bevelT w="50800" h="50800"/>
    </dgm:sp3d>
    <dgm:txPr/>
    <dgm:style>
      <a:lnRef idx="1">
        <a:scrgbClr r="0" g="0" b="0"/>
      </a:lnRef>
      <a:fillRef idx="1">
        <a:scrgbClr r="0" g="0" b="0"/>
      </a:fillRef>
      <a:effectRef idx="2">
        <a:scrgbClr r="0" g="0" b="0"/>
      </a:effectRef>
      <a:fontRef idx="minor"/>
    </dgm:style>
  </dgm:styleLbl>
  <dgm:styleLbl name="bgShp">
    <dgm:scene3d>
      <a:camera prst="orthographicFront"/>
      <a:lightRig rig="flat" dir="t"/>
    </dgm:scene3d>
    <dgm:sp3d z="-190500" extrusionH="12700" prstMaterial="plastic">
      <a:bevelT w="50800" h="50800"/>
    </dgm:sp3d>
    <dgm:txPr/>
    <dgm:style>
      <a:lnRef idx="0">
        <a:scrgbClr r="0" g="0" b="0"/>
      </a:lnRef>
      <a:fillRef idx="3">
        <a:scrgbClr r="0" g="0" b="0"/>
      </a:fillRef>
      <a:effectRef idx="0">
        <a:scrgbClr r="0" g="0" b="0"/>
      </a:effectRef>
      <a:fontRef idx="minor"/>
    </dgm:style>
  </dgm:styleLbl>
  <dgm:styleLbl name="dkBgShp">
    <dgm:scene3d>
      <a:camera prst="orthographicFront"/>
      <a:lightRig rig="flat" dir="t"/>
    </dgm:scene3d>
    <dgm:sp3d z="-190500" extrusionH="12700" prstMaterial="plastic">
      <a:bevelT w="50800" h="50800"/>
    </dgm:sp3d>
    <dgm:txPr/>
    <dgm:style>
      <a:lnRef idx="0">
        <a:scrgbClr r="0" g="0" b="0"/>
      </a:lnRef>
      <a:fillRef idx="2">
        <a:scrgbClr r="0" g="0" b="0"/>
      </a:fillRef>
      <a:effectRef idx="0">
        <a:scrgbClr r="0" g="0" b="0"/>
      </a:effectRef>
      <a:fontRef idx="minor"/>
    </dgm:style>
  </dgm:styleLbl>
  <dgm:styleLbl name="trBgShp">
    <dgm:scene3d>
      <a:camera prst="orthographicFront"/>
      <a:lightRig rig="flat" dir="t"/>
    </dgm:scene3d>
    <dgm:sp3d z="-190500" extrusionH="12700" prstMaterial="matte"/>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z="190500" prstMaterial="plastic">
      <a:bevelT w="120900" h="88900"/>
      <a:bevelB w="88900" h="31750" prst="angle"/>
    </dgm:sp3d>
    <dgm:txPr/>
    <dgm:style>
      <a:lnRef idx="0">
        <a:scrgbClr r="0" g="0" b="0"/>
      </a:lnRef>
      <a:fillRef idx="1">
        <a:scrgbClr r="0" g="0" b="0"/>
      </a:fillRef>
      <a:effectRef idx="3">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9720978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Introduce the principles and technical concepts of building an EDA architecture.</a:t>
            </a:r>
          </a:p>
          <a:p>
            <a:r>
              <a:rPr lang="en-US" dirty="0"/>
              <a:t>This presentation follows the project's English documentation.</a:t>
            </a:r>
          </a:p>
          <a:p>
            <a:r>
              <a:rPr lang="en-US" dirty="0"/>
              <a:t>The appendices serve as reference material without interrupting the main journey.</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Espace réservé des notes 2"/>
          <p:cNvSpPr>
            <a:spLocks noGrp="1"/>
          </p:cNvSpPr>
          <p:nvPr>
            <p:ph type="body" idx="1"/>
          </p:nvPr>
        </p:nvSpPr>
        <p:spPr>
          <a:xfrm>
            <a:off x="685800" y="5867400"/>
            <a:ext cx="5486400" cy="4800600"/>
          </a:xfrm>
          <a:prstGeom prst="rect">
            <a:avLst/>
          </a:prstGeom>
        </p:spPr>
        <p:txBody>
          <a:bodyPr/>
          <a:lstStyle/>
          <a:p>
            <a:r>
              <a:rPr lang="en-US" dirty="0"/>
              <a:t>Note:</a:t>
            </a:r>
          </a:p>
          <a:p>
            <a:endParaRPr lang="en-US" dirty="0"/>
          </a:p>
          <a:p>
            <a:pPr marL="171450" indent="-171450">
              <a:buFont typeface="Arial" panose="020B0604020202020204" pitchFamily="34" charset="0"/>
              <a:buChar char="•"/>
            </a:pPr>
            <a:r>
              <a:rPr lang="en-US" dirty="0"/>
              <a:t>Underestimates the complexity of EDA.</a:t>
            </a:r>
          </a:p>
          <a:p>
            <a:pPr marL="171450" indent="-171450">
              <a:buFont typeface="Arial" panose="020B0604020202020204" pitchFamily="34" charset="0"/>
              <a:buChar char="•"/>
            </a:pPr>
            <a:r>
              <a:rPr lang="en-US" dirty="0"/>
              <a:t>We want to rely on external partners (they don't have the expertise).</a:t>
            </a:r>
          </a:p>
          <a:p>
            <a:pPr marL="171450" indent="-171450">
              <a:buFont typeface="Arial" panose="020B0604020202020204" pitchFamily="34" charset="0"/>
              <a:buChar char="•"/>
            </a:pPr>
            <a:r>
              <a:rPr lang="en-US" dirty="0"/>
              <a:t>Transfer/communicate/share the expertise of resources who have actually implemented resilient systems.</a:t>
            </a:r>
          </a:p>
          <a:p>
            <a:endParaRPr lang="en-US" dirty="0"/>
          </a:p>
        </p:txBody>
      </p:sp>
    </p:spTree>
    <p:extLst>
      <p:ext uri="{BB962C8B-B14F-4D97-AF65-F5344CB8AC3E}">
        <p14:creationId xmlns:p14="http://schemas.microsoft.com/office/powerpoint/2010/main" val="22913913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This presentation outline is a progression through continuous learning.</a:t>
            </a:r>
          </a:p>
          <a:p>
            <a:pPr marL="171450" indent="-171450">
              <a:buFont typeface="Arial" panose="020B0604020202020204" pitchFamily="34" charset="0"/>
              <a:buChar char="•"/>
            </a:pPr>
            <a:r>
              <a:rPr lang="en-US" dirty="0"/>
              <a:t>We start with the application and the data.</a:t>
            </a:r>
          </a:p>
          <a:p>
            <a:pPr marL="171450" indent="-171450">
              <a:buFont typeface="Arial" panose="020B0604020202020204" pitchFamily="34" charset="0"/>
              <a:buChar char="•"/>
            </a:pPr>
            <a:r>
              <a:rPr lang="en-US" dirty="0"/>
              <a:t>Kafka comes next, to understand where messages travel.</a:t>
            </a:r>
          </a:p>
          <a:p>
            <a:pPr marL="171450" indent="-171450">
              <a:buFont typeface="Arial" panose="020B0604020202020204" pitchFamily="34" charset="0"/>
              <a:buChar char="•"/>
            </a:pPr>
            <a:r>
              <a:rPr lang="en-US" dirty="0"/>
              <a:t>Failures justify transactions, idempotence, and persistence patterns.</a:t>
            </a:r>
          </a:p>
          <a:p>
            <a:pPr marL="171450" indent="-171450">
              <a:buFont typeface="Arial" panose="020B0604020202020204" pitchFamily="34" charset="0"/>
              <a:buChar char="•"/>
            </a:pPr>
            <a:r>
              <a:rPr lang="en-US" dirty="0"/>
              <a:t>Flink becomes another execution model to compare.</a:t>
            </a:r>
          </a:p>
          <a:p>
            <a:pPr marL="171450" indent="-171450">
              <a:buFont typeface="Arial" panose="020B0604020202020204" pitchFamily="34" charset="0"/>
              <a:buChar char="•"/>
            </a:pPr>
            <a:r>
              <a:rPr lang="en-US" dirty="0"/>
              <a:t>Distribution leads to operations and elasticity.</a:t>
            </a:r>
          </a:p>
          <a:p>
            <a:pPr marL="171450" indent="-171450">
              <a:buFont typeface="Arial" panose="020B0604020202020204" pitchFamily="34" charset="0"/>
              <a:buChar char="•"/>
            </a:pPr>
            <a:r>
              <a:rPr lang="en-US" dirty="0"/>
              <a:t>Finally, observability, governance, corroboration, and the ETL/SOA/EDA choice close the loop.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Use the iceberg provided in the guide as a metaphor for complexity. The visible part is publishing and consuming. The less visible part includes ordering, partial failures, duplicates, transactions, operations, and data verification.</a:t>
            </a:r>
          </a:p>
          <a:p>
            <a:endParaRPr lang="en-US" dirty="0"/>
          </a:p>
          <a:p>
            <a:r>
              <a:rPr lang="en-US" dirty="0"/>
              <a:t>Do not present this image as a measure of cost or volume. It introduces the central idea of the conclusion: complexity does not disappear, it moves. Opening question: what lets you say that a sale has actually been applied?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pPr marL="171450" indent="-171450">
              <a:buFont typeface="Arial" panose="020B0604020202020204" pitchFamily="34" charset="0"/>
              <a:buChar char="•"/>
            </a:pPr>
            <a:r>
              <a:rPr lang="en-US" dirty="0"/>
              <a:t>Nuxt provides the interface and Spring Boot exposes the BFF services while also serving the static resources.</a:t>
            </a:r>
          </a:p>
          <a:p>
            <a:pPr marL="171450" indent="-171450">
              <a:buFont typeface="Arial" panose="020B0604020202020204" pitchFamily="34" charset="0"/>
              <a:buChar char="•"/>
            </a:pPr>
            <a:r>
              <a:rPr lang="en-US" dirty="0"/>
              <a:t>Kafka, Flink, and Hazelcast are embedded to make experimentation easier; the database is HSQLDB.</a:t>
            </a:r>
          </a:p>
          <a:p>
            <a:pPr marL="171450" indent="-171450">
              <a:buFont typeface="Arial" panose="020B0604020202020204" pitchFamily="34" charset="0"/>
              <a:buChar char="•"/>
            </a:pPr>
            <a:r>
              <a:rPr lang="en-US" dirty="0"/>
              <a:t>The documentation explicitly states that this project is educational.</a:t>
            </a:r>
          </a:p>
          <a:p>
            <a:pPr marL="171450" indent="-171450">
              <a:buFont typeface="Arial" panose="020B0604020202020204" pitchFamily="34" charset="0"/>
              <a:buChar char="•"/>
            </a:pPr>
            <a:r>
              <a:rPr lang="en-US" dirty="0"/>
              <a:t>Unified packaging is not a universal recommendation: here it serves a goal of local simplicity.</a:t>
            </a:r>
          </a:p>
          <a:p>
            <a:pPr marL="171450" indent="-171450">
              <a:buFont typeface="Arial" panose="020B0604020202020204" pitchFamily="34" charset="0"/>
              <a:buChar char="•"/>
            </a:pPr>
            <a:r>
              <a:rPr lang="en-US" dirty="0"/>
              <a:t>Infrastructure components should generally become external services in production.</a:t>
            </a:r>
          </a:p>
          <a:p>
            <a:pPr marL="171450" indent="-171450">
              <a:buFont typeface="Arial" panose="020B0604020202020204" pitchFamily="34" charset="0"/>
              <a:buChar char="•"/>
            </a:pPr>
            <a:r>
              <a:rPr lang="en-US" dirty="0"/>
              <a:t>This separation will be revisited later.</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Keep the project's terminology:</a:t>
            </a:r>
          </a:p>
          <a:p>
            <a:pPr marL="171450" indent="-171450">
              <a:buFont typeface="Arial" panose="020B0604020202020204" pitchFamily="34" charset="0"/>
              <a:buChar char="•"/>
            </a:pPr>
            <a:r>
              <a:rPr lang="en-US" dirty="0"/>
              <a:t>CREDIT corresponds to a sale and removes inventory;</a:t>
            </a:r>
          </a:p>
          <a:p>
            <a:pPr marL="171450" indent="-171450">
              <a:buFont typeface="Arial" panose="020B0604020202020204" pitchFamily="34" charset="0"/>
              <a:buChar char="•"/>
            </a:pPr>
            <a:r>
              <a:rPr lang="en-US" dirty="0"/>
              <a:t>DEBIT adds inventory and credits the customer back.</a:t>
            </a:r>
          </a:p>
          <a:p>
            <a:endParaRPr lang="en-US" dirty="0"/>
          </a:p>
          <a:p>
            <a:r>
              <a:rPr lang="en-US" dirty="0"/>
              <a:t>The meaning can seem counter-intuitive (we take the inventory's perspective), hence the need to clarify it.</a:t>
            </a:r>
          </a:p>
          <a:p>
            <a:r>
              <a:rPr lang="en-US" dirty="0"/>
              <a:t>REQUEST is the request to process, PERSON holds the balance, PRODUCT the price, and INVENTORY the available quantity. The PENDING, BACK_ORDER, EXECUTED, and ERROR results will be reused in the idempotence and corroboration explanations. The non-negative inventory invariant is a business goal, not a guarantee already enforced in every Sandbox mode. The options: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Key activation,</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Artificial latency,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Replay,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Flink alternative,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Pause</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Startup and reset actions.</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To compare two runs, keep the same dataset and change only one variable. The expected effects are those described in the guide, not a new measurement. Do not reset a batch that is still in progress during the demonstration. Prepare and verify the version used before class.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In order:</a:t>
            </a:r>
          </a:p>
          <a:p>
            <a:pPr marL="171450" indent="-171450">
              <a:buFont typeface="Arial" panose="020B0604020202020204" pitchFamily="34" charset="0"/>
              <a:buChar char="•"/>
            </a:pPr>
            <a:r>
              <a:rPr lang="en-US" dirty="0"/>
              <a:t>The interface submits the action;</a:t>
            </a:r>
          </a:p>
          <a:p>
            <a:pPr marL="171450" indent="-171450">
              <a:buFont typeface="Arial" panose="020B0604020202020204" pitchFamily="34" charset="0"/>
              <a:buChar char="•"/>
            </a:pPr>
            <a:r>
              <a:rPr lang="en-US" dirty="0"/>
              <a:t>PipelineSrv publishes the requests to the direct path's topic;</a:t>
            </a:r>
          </a:p>
          <a:p>
            <a:pPr marL="171450" indent="-171450">
              <a:buFont typeface="Arial" panose="020B0604020202020204" pitchFamily="34" charset="0"/>
              <a:buChar char="•"/>
            </a:pPr>
            <a:r>
              <a:rPr lang="en-US" dirty="0"/>
              <a:t>the listener receives each record;</a:t>
            </a:r>
          </a:p>
          <a:p>
            <a:pPr marL="171450" indent="-171450">
              <a:buFont typeface="Arial" panose="020B0604020202020204" pitchFamily="34" charset="0"/>
              <a:buChar char="•"/>
            </a:pPr>
            <a:r>
              <a:rPr lang="en-US" dirty="0"/>
              <a:t>PipelineSrv.handle coordinates, then ProcessorSrv.process applies the business work.</a:t>
            </a:r>
          </a:p>
          <a:p>
            <a:endParaRPr lang="en-US" dirty="0"/>
          </a:p>
          <a:p>
            <a:r>
              <a:rPr lang="en-US" dirty="0"/>
              <a:t>The listener acknowledges after the transactional processing returns. Both the Kafka and Flink modes will share this business core. Ask the audience where a failure could occur: each arrow opens a question that the next sections will address.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Espace réservé des notes 2"/>
          <p:cNvSpPr>
            <a:spLocks noGrp="1"/>
          </p:cNvSpPr>
          <p:nvPr>
            <p:ph type="body" idx="1"/>
          </p:nvPr>
        </p:nvSpPr>
        <p:spPr>
          <a:xfrm>
            <a:off x="685800" y="5867400"/>
            <a:ext cx="5486400" cy="4800600"/>
          </a:xfrm>
          <a:prstGeom prst="rect">
            <a:avLst/>
          </a:prstGeom>
        </p:spPr>
        <p:txBody>
          <a:bodyPr/>
          <a:lstStyle/>
          <a:p>
            <a:r>
              <a:rPr lang="en-US" dirty="0"/>
              <a:t>Note:</a:t>
            </a:r>
          </a:p>
          <a:p>
            <a:endParaRPr lang="en-US" dirty="0"/>
          </a:p>
          <a:p>
            <a:r>
              <a:rPr lang="en-US" dirty="0"/>
              <a:t>Normalizing the information to be transported is essential.</a:t>
            </a:r>
          </a:p>
          <a:p>
            <a:r>
              <a:rPr lang="en-US" dirty="0"/>
              <a:t>This activity helps determine:</a:t>
            </a:r>
          </a:p>
          <a:p>
            <a:pPr marL="171450" indent="-171450">
              <a:buFont typeface="Arial" panose="020B0604020202020204" pitchFamily="34" charset="0"/>
              <a:buChar char="•"/>
            </a:pPr>
            <a:r>
              <a:rPr lang="en-US" dirty="0"/>
              <a:t>the best partition key.</a:t>
            </a:r>
          </a:p>
          <a:p>
            <a:pPr marL="171450" indent="-171450">
              <a:buFont typeface="Arial" panose="020B0604020202020204" pitchFamily="34" charset="0"/>
              <a:buChar char="•"/>
            </a:pPr>
            <a:r>
              <a:rPr lang="en-US" dirty="0"/>
              <a:t>The number of partitions.</a:t>
            </a:r>
          </a:p>
        </p:txBody>
      </p:sp>
    </p:spTree>
    <p:extLst>
      <p:ext uri="{BB962C8B-B14F-4D97-AF65-F5344CB8AC3E}">
        <p14:creationId xmlns:p14="http://schemas.microsoft.com/office/powerpoint/2010/main" val="42023627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Present the two extremes, then the possible trade-off.</a:t>
            </a:r>
          </a:p>
          <a:p>
            <a:pPr marL="171450" indent="-171450">
              <a:buFont typeface="Arial" panose="020B0604020202020204" pitchFamily="34" charset="0"/>
              <a:buChar char="•"/>
            </a:pPr>
            <a:r>
              <a:rPr lang="en-US" dirty="0"/>
              <a:t>A Fat pipe mixes events together and complicates responsibility, filtering, schemas, and key choice.</a:t>
            </a:r>
          </a:p>
          <a:p>
            <a:pPr marL="171450" indent="-171450">
              <a:buFont typeface="Arial" panose="020B0604020202020204" pitchFamily="34" charset="0"/>
              <a:buChar char="•"/>
            </a:pPr>
            <a:r>
              <a:rPr lang="en-US" dirty="0"/>
              <a:t>Specialized Thin pipes clarify contracts, but fragment sequences across topics and increase operational surface.</a:t>
            </a:r>
          </a:p>
          <a:p>
            <a:pPr marL="171450" indent="-171450">
              <a:buFont typeface="Arial" panose="020B0604020202020204" pitchFamily="34" charset="0"/>
              <a:buChar char="•"/>
            </a:pPr>
            <a:r>
              <a:rPr lang="en-US" dirty="0"/>
              <a:t>The proposed orientation is to group events from the same entity or aggregate when their order matters, while isolating data when its requirements demand it.</a:t>
            </a:r>
          </a:p>
          <a:p>
            <a:endParaRPr lang="en-US" dirty="0"/>
          </a:p>
          <a:p>
            <a:r>
              <a:rPr lang="en-US" dirty="0"/>
              <a:t>Important:</a:t>
            </a:r>
          </a:p>
          <a:p>
            <a:r>
              <a:rPr lang="en-US" dirty="0"/>
              <a:t>The Sandbox's topics focus on request processing and its DLT; the project does not model an entire enterprise catalog.
Note:</a:t>
            </a:r>
          </a:p>
          <a:p>
            <a:r>
              <a:rPr lang="en-US" dirty="0"/>
              <a:t>The chosen orientation also serves to determine:</a:t>
            </a:r>
          </a:p>
          <a:p>
            <a:pPr marL="171450" indent="-171450">
              <a:buFont typeface="Arial" panose="020B0604020202020204" pitchFamily="34" charset="0"/>
              <a:buChar char="•"/>
            </a:pPr>
            <a:r>
              <a:rPr lang="en-US" dirty="0"/>
              <a:t>the best partition key.</a:t>
            </a:r>
          </a:p>
          <a:p>
            <a:pPr marL="171450" indent="-171450">
              <a:buFont typeface="Arial" panose="020B0604020202020204" pitchFamily="34" charset="0"/>
              <a:buChar char="•"/>
            </a:pPr>
            <a:r>
              <a:rPr lang="en-US" dirty="0"/>
              <a:t>The number of partitions.</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A topic contains partitions. Each partition is an ordered log. The offset is a record's position within that partition; the group's committed offset marks its recovery point.</a:t>
            </a:r>
          </a:p>
          <a:p>
            <a:endParaRPr lang="en-US" dirty="0"/>
          </a:p>
          <a:p>
            <a:r>
              <a:rPr lang="en-US" dirty="0"/>
              <a:t>Within a group, a partition is assigned to only one active consumer at a time. The diagram deliberately simplifies the number of partitions and consumers; it does not represent the archive's actual configuration values.</a:t>
            </a:r>
          </a:p>
          <a:p>
            <a:endParaRPr lang="en-US" dirty="0"/>
          </a:p>
          <a:p>
            <a:r>
              <a:rPr lang="en-US" dirty="0"/>
              <a:t>Do not talk about an exactly-once guarantee yet: ordering and position tracking are not a guarantee on SQL effects.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The diagram illustrates an imbalance.</a:t>
            </a:r>
          </a:p>
          <a:p>
            <a:r>
              <a:rPr lang="en-US" dirty="0"/>
              <a:t>A very dominant key concentrates traffic on one partition (or a few partitions).</a:t>
            </a:r>
          </a:p>
          <a:p>
            <a:endParaRPr lang="en-US" dirty="0"/>
          </a:p>
          <a:p>
            <a:r>
              <a:rPr lang="en-US" dirty="0"/>
              <a:t>Increasing the number of consumers does not split that partition's work.</a:t>
            </a:r>
          </a:p>
          <a:p>
            <a:r>
              <a:rPr lang="en-US" dirty="0"/>
              <a:t>Before changing the partitioning, go back to the per-entity ordering requirement.</a:t>
            </a:r>
          </a:p>
          <a:p>
            <a:endParaRPr lang="en-US" dirty="0"/>
          </a:p>
          <a:p>
            <a:r>
              <a:rPr lang="en-US" dirty="0"/>
              <a:t>Distribution, locks, the SQL database, and external calls must be considered together.</a:t>
            </a:r>
          </a:p>
          <a:p>
            <a:r>
              <a:rPr lang="en-US" dirty="0"/>
              <a:t>Several mitigations are possible, but the deck does not turn them into a universal recipe: the trade-off between ordering and throughput must be made explicit.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The Sandbox uses productId as the partition key.</a:t>
            </a:r>
          </a:p>
          <a:p>
            <a:r>
              <a:rPr lang="en-US" dirty="0"/>
              <a:t>With an unchanged number of partitions, requests for the same product land on the same partition.</a:t>
            </a:r>
          </a:p>
          <a:p>
            <a:r>
              <a:rPr lang="en-US" dirty="0"/>
              <a:t>In the direct path shown, they are processed sequentially by the consumer that owns that partition.</a:t>
            </a:r>
          </a:p>
          <a:p>
            <a:r>
              <a:rPr lang="en-US" dirty="0"/>
              <a:t>Without a key, they can end up on several partitions and run in parallel. Do not turn this local guarantee into global ordering.</a:t>
            </a:r>
          </a:p>
          <a:p>
            <a:endParaRPr lang="en-US" dirty="0"/>
          </a:p>
          <a:p>
            <a:r>
              <a:rPr lang="en-US" dirty="0"/>
              <a:t>The Sandbox documentation also notes that changing the number of partitions remaps keys and requires planning.</a:t>
            </a:r>
          </a:p>
          <a:p>
            <a:r>
              <a:rPr lang="en-US" dirty="0"/>
              <a:t>The question of key choice therefore comes before the question of the number of pods.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This slide presents the reports included in the Sandbox project.</a:t>
            </a:r>
          </a:p>
          <a:p>
            <a:r>
              <a:rPr lang="en-US" dirty="0"/>
              <a:t>It is not a new run, nor a prediction of the figure obtained on every attempt.</a:t>
            </a:r>
          </a:p>
          <a:p>
            <a:endParaRPr lang="en-US" dirty="0"/>
          </a:p>
          <a:p>
            <a:r>
              <a:rPr lang="en-US" dirty="0"/>
              <a:t>With the key, the report documents non-negative quantities and BACK_ORDER requests when inventory is insufficient.</a:t>
            </a:r>
          </a:p>
          <a:p>
            <a:r>
              <a:rPr lang="en-US" dirty="0"/>
              <a:t>Without the key, Banana sits at -10.</a:t>
            </a:r>
          </a:p>
          <a:p>
            <a:endParaRPr lang="en-US" dirty="0"/>
          </a:p>
          <a:p>
            <a:r>
              <a:rPr lang="en-US" dirty="0"/>
              <a:t>Question:</a:t>
            </a:r>
          </a:p>
          <a:p>
            <a:r>
              <a:rPr lang="en-US" dirty="0"/>
              <a:t>Would a dashboard showing that messages were consumed be enough to detect this business anomaly?</a:t>
            </a:r>
          </a:p>
          <a:p>
            <a:pPr marL="171450" indent="-171450">
              <a:buFont typeface="Arial" panose="020B0604020202020204" pitchFamily="34" charset="0"/>
              <a:buChar char="•"/>
            </a:pPr>
            <a:r>
              <a:rPr lang="en-US" dirty="0"/>
              <a:t>Expected answer: no, you have to observe the state and its invariants.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The “check-then-act” race as documented: two requests targeting the same person will read the same balance.</a:t>
            </a:r>
          </a:p>
          <a:p>
            <a:r>
              <a:rPr lang="en-US" dirty="0"/>
              <a:t>Both read the same person's balance, pass the check, and then each applies its own balance adjustment.</a:t>
            </a:r>
          </a:p>
          <a:p>
            <a:endParaRPr lang="en-US" dirty="0"/>
          </a:p>
          <a:p>
            <a:r>
              <a:rPr lang="en-US" dirty="0"/>
              <a:t>The per-person in-memory “Datagrid” lock is the solution.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Espace réservé des notes 2"/>
          <p:cNvSpPr>
            <a:spLocks noGrp="1"/>
          </p:cNvSpPr>
          <p:nvPr>
            <p:ph type="body" idx="1"/>
          </p:nvPr>
        </p:nvSpPr>
        <p:spPr>
          <a:xfrm>
            <a:off x="685800" y="5867400"/>
            <a:ext cx="5486400" cy="4800600"/>
          </a:xfrm>
          <a:prstGeom prst="rect">
            <a:avLst/>
          </a:prstGeom>
        </p:spPr>
        <p:txBody>
          <a:bodyPr/>
          <a:lstStyle/>
          <a:p>
            <a:r>
              <a:rPr lang="en-US" dirty="0"/>
              <a:t>Note:</a:t>
            </a:r>
          </a:p>
          <a:p>
            <a:endParaRPr lang="en-US" dirty="0"/>
          </a:p>
          <a:p>
            <a:r>
              <a:rPr lang="en-US" dirty="0"/>
              <a:t>The traditional “SQL” approach is not the right one: pessimistic locking, optimistic locking, or a conditional UPDATE (where clause).</a:t>
            </a:r>
          </a:p>
          <a:p>
            <a:pPr marL="171450" indent="-171450">
              <a:buFont typeface="Arial" panose="020B0604020202020204" pitchFamily="34" charset="0"/>
              <a:buChar char="•"/>
            </a:pPr>
            <a:r>
              <a:rPr lang="en-US" dirty="0"/>
              <a:t>Breaks horizontal elasticity.</a:t>
            </a:r>
          </a:p>
          <a:p>
            <a:pPr marL="171450" indent="-171450">
              <a:buFont typeface="Arial" panose="020B0604020202020204" pitchFamily="34" charset="0"/>
              <a:buChar char="•"/>
            </a:pPr>
            <a:r>
              <a:rPr lang="en-US" dirty="0"/>
              <a:t>Generates DLT.</a:t>
            </a:r>
          </a:p>
          <a:p>
            <a:pPr marL="171450" indent="-171450">
              <a:buFont typeface="Arial" panose="020B0604020202020204" pitchFamily="34" charset="0"/>
              <a:buChar char="•"/>
            </a:pPr>
            <a:r>
              <a:rPr lang="en-US" dirty="0"/>
              <a:t>Consumes resources. Causes rebalance storms.</a:t>
            </a:r>
          </a:p>
          <a:p>
            <a:endParaRPr lang="en-US" dirty="0"/>
          </a:p>
        </p:txBody>
      </p:sp>
    </p:spTree>
    <p:extLst>
      <p:ext uri="{BB962C8B-B14F-4D97-AF65-F5344CB8AC3E}">
        <p14:creationId xmlns:p14="http://schemas.microsoft.com/office/powerpoint/2010/main" val="166243789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There are three possible guarantees:</a:t>
            </a:r>
          </a:p>
          <a:p>
            <a:pPr marL="171450" indent="-171450">
              <a:buFont typeface="Arial" panose="020B0604020202020204" pitchFamily="34" charset="0"/>
              <a:buChar char="•"/>
            </a:pPr>
            <a:r>
              <a:rPr lang="en-US" dirty="0"/>
              <a:t>At-most-once accepts a possible loss when the position is committed before the work.</a:t>
            </a:r>
          </a:p>
          <a:p>
            <a:pPr marL="171450" indent="-171450">
              <a:buFont typeface="Arial" panose="020B0604020202020204" pitchFamily="34" charset="0"/>
              <a:buChar char="•"/>
            </a:pPr>
            <a:r>
              <a:rPr lang="en-US" dirty="0"/>
              <a:t>At-least-once accepts redelivery when the work is committed before the offset.</a:t>
            </a:r>
          </a:p>
          <a:p>
            <a:pPr marL="171450" indent="-171450">
              <a:buFont typeface="Arial" panose="020B0604020202020204" pitchFamily="34" charset="0"/>
              <a:buChar char="•"/>
            </a:pPr>
            <a:r>
              <a:rPr lang="en-US" dirty="0"/>
              <a:t>Kafka EOS makes the Kafka results and source offsets atomic within a read-process-write loop, but does not automatically cover the SQL database or a remote call.</a:t>
            </a:r>
          </a:p>
          <a:p>
            <a:endParaRPr lang="en-US" dirty="0"/>
          </a:p>
          <a:p>
            <a:r>
              <a:rPr lang="en-US" dirty="0"/>
              <a:t>The Sandbox project's choice: at-least-once plus idempotent processing. Publication durability also depends on producer configuration and replication; no wording here should become an absolute promise of no loss.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A few facts:</a:t>
            </a:r>
          </a:p>
          <a:p>
            <a:pPr marL="171450" indent="-171450">
              <a:buFont typeface="Arial" panose="020B0604020202020204" pitchFamily="34" charset="0"/>
              <a:buChar char="•"/>
            </a:pPr>
            <a:r>
              <a:rPr lang="en-US" dirty="0"/>
              <a:t>Producer idempotence protects against duplicates from its own retries, not against two application-level publications of the same fact.</a:t>
            </a:r>
          </a:p>
          <a:p>
            <a:pPr marL="171450" indent="-171450">
              <a:buFont typeface="Arial" panose="020B0604020202020204" pitchFamily="34" charset="0"/>
              <a:buChar char="•"/>
            </a:pPr>
            <a:r>
              <a:rPr lang="en-US" dirty="0"/>
              <a:t>A Kafka transaction defines a set of publications that is committed or aborted as a whole.</a:t>
            </a:r>
          </a:p>
          <a:p>
            <a:pPr marL="171450" indent="-171450">
              <a:buFont typeface="Arial" panose="020B0604020202020204" pitchFamily="34" charset="0"/>
              <a:buChar char="•"/>
            </a:pPr>
            <a:r>
              <a:rPr lang="en-US" dirty="0"/>
              <a:t>read_committed prevents the consumer from returning messages from aborted transactions, and waits for their outcome.</a:t>
            </a:r>
          </a:p>
          <a:p>
            <a:endParaRPr lang="en-US" dirty="0"/>
          </a:p>
          <a:p>
            <a:r>
              <a:rPr lang="en-US" dirty="0"/>
              <a:t>The guide documents this combination for the direct path. Do not infer a SQL commit from it, nor assume that every Kafka client built separately inherits the same configuration.</a:t>
            </a:r>
          </a:p>
          <a:p>
            <a:r>
              <a:rPr lang="en-US" dirty="0"/>
              <a:t>Each source/consumer must be examined within its own scope.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Do not confuse flush, method return, and commit!!!</a:t>
            </a:r>
          </a:p>
          <a:p>
            <a:r>
              <a:rPr lang="en-US" dirty="0"/>
              <a:t>The processing is invoked through its transactional proxy; the listener acknowledges after that processing returns.</a:t>
            </a:r>
          </a:p>
          <a:p>
            <a:r>
              <a:rPr lang="en-US" dirty="0"/>
              <a:t>If the SQL commit succeeded but the process stops before the acknowledgement, the message will come back.</a:t>
            </a:r>
          </a:p>
          <a:p>
            <a:endParaRPr lang="en-US" dirty="0"/>
          </a:p>
          <a:p>
            <a:r>
              <a:rPr lang="en-US" dirty="0"/>
              <a:t>An acknowledgement placed before a SQL commit that is ultimately rolled back could, conversely, lose the expected effect.</a:t>
            </a:r>
          </a:p>
          <a:p>
            <a:r>
              <a:rPr lang="en-US" dirty="0"/>
              <a:t>The afterCommit callback makes the order explicit, but does not remove the failure window.</a:t>
            </a:r>
          </a:p>
          <a:p>
            <a:endParaRPr lang="en-US" dirty="0"/>
          </a:p>
          <a:p>
            <a:r>
              <a:rPr lang="en-US" dirty="0"/>
              <a:t>Question:</a:t>
            </a:r>
          </a:p>
          <a:p>
            <a:pPr marL="171450" indent="-171450">
              <a:buFont typeface="Arial" panose="020B0604020202020204" pitchFamily="34" charset="0"/>
              <a:buChar char="•"/>
            </a:pPr>
            <a:r>
              <a:rPr lang="en-US" dirty="0"/>
              <a:t>Should every redelivery be prevented, or should its effects be made safe? Answer: design the processing to be idempotent.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The business result indicates whether the request is still PENDING or BACK_ORDER, or already settled.</a:t>
            </a:r>
          </a:p>
          <a:p>
            <a:r>
              <a:rPr lang="en-US" dirty="0"/>
              <a:t>When a header is present, the journal is looked up on the composite key CONSUMER_ID, EVENT_ID.</a:t>
            </a:r>
          </a:p>
          <a:p>
            <a:endParaRPr lang="en-US" dirty="0"/>
          </a:p>
          <a:p>
            <a:r>
              <a:rPr lang="en-US" dirty="0"/>
              <a:t>Inserting or updating this marker and the business effects belong to the same SQL transaction.</a:t>
            </a:r>
          </a:p>
          <a:p>
            <a:endParaRPr lang="en-US" dirty="0"/>
          </a:p>
          <a:p>
            <a:r>
              <a:rPr lang="en-US" dirty="0"/>
              <a:t>A uniqueness constraint remains the deduplication authority under concurrency.</a:t>
            </a:r>
          </a:p>
          <a:p>
            <a:r>
              <a:rPr lang="en-US" dirty="0"/>
              <a:t>It is not the commit. Keep identity, processing type, and its result distinct.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DLT stands for Dead Letter Topic:</a:t>
            </a:r>
          </a:p>
          <a:p>
            <a:pPr marL="171450" indent="-171450">
              <a:buFont typeface="Arial" panose="020B0604020202020204" pitchFamily="34" charset="0"/>
              <a:buChar char="•"/>
            </a:pPr>
            <a:r>
              <a:rPr lang="en-US" dirty="0"/>
              <a:t>A topic dedicated to failures that need analysis.</a:t>
            </a:r>
          </a:p>
          <a:p>
            <a:pPr marL="171450" indent="-171450">
              <a:buFont typeface="Arial" panose="020B0604020202020204" pitchFamily="34" charset="0"/>
              <a:buChar char="•"/>
            </a:pPr>
            <a:r>
              <a:rPr lang="en-US" dirty="0"/>
              <a:t>A retry processes a failure again, under a bounded policy.</a:t>
            </a:r>
          </a:p>
          <a:p>
            <a:pPr marL="171450" indent="-171450">
              <a:buFont typeface="Arial" panose="020B0604020202020204" pitchFamily="34" charset="0"/>
              <a:buChar char="•"/>
            </a:pPr>
            <a:r>
              <a:rPr lang="en-US" dirty="0"/>
              <a:t>A redelivery can occur after a failure and an offset recovery.</a:t>
            </a:r>
          </a:p>
          <a:p>
            <a:pPr marL="171450" indent="-171450">
              <a:buFont typeface="Arial" panose="020B0604020202020204" pitchFamily="34" charset="0"/>
              <a:buChar char="•"/>
            </a:pPr>
            <a:r>
              <a:rPr lang="en-US" dirty="0"/>
              <a:t>A replay is a reprocessing decision and must respect business rules and idempotence.</a:t>
            </a:r>
          </a:p>
          <a:p>
            <a:pPr marL="171450" indent="-171450">
              <a:buFont typeface="Arial" panose="020B0604020202020204" pitchFamily="34" charset="0"/>
              <a:buChar char="•"/>
            </a:pPr>
            <a:r>
              <a:rPr lang="en-US" dirty="0"/>
              <a:t>Both the Kafka and Flink paths have DLTs.</a:t>
            </a:r>
          </a:p>
          <a:p>
            <a:endParaRPr lang="en-US" dirty="0"/>
          </a:p>
          <a:p>
            <a:r>
              <a:rPr lang="en-US" dirty="0"/>
              <a:t>A durable failure must retain enough context for analysis.</a:t>
            </a:r>
          </a:p>
          <a:p>
            <a:r>
              <a:rPr lang="en-US" dirty="0"/>
              <a:t>Do not turn the DLT into a way to forget about errors:</a:t>
            </a:r>
          </a:p>
          <a:p>
            <a:pPr marL="171450" indent="-171450">
              <a:buFont typeface="Arial" panose="020B0604020202020204" pitchFamily="34" charset="0"/>
              <a:buChar char="•"/>
            </a:pPr>
            <a:r>
              <a:rPr lang="en-US" dirty="0"/>
              <a:t>Governance and operations must define who analyzes, fixes, and relaunches.</a:t>
            </a:r>
          </a:p>
          <a:p>
            <a:pPr marL="171450" indent="-171450">
              <a:buFont typeface="Arial" panose="020B0604020202020204" pitchFamily="34" charset="0"/>
              <a:buChar char="•"/>
            </a:pPr>
            <a:r>
              <a:rPr lang="en-US" dirty="0"/>
              <a:t>Do not present here a universal guarantee about non-retryable exceptions; their classification must be verified in the version being used.</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The direct mode uses APP-Kafka-Requests, then KafkaPipelineListener. The Flink mode uses APP-Flink-requests, a Flink job, and ProcessorSink.</a:t>
            </a:r>
          </a:p>
          <a:p>
            <a:r>
              <a:rPr lang="en-US" dirty="0"/>
              <a:t>Both then delegate to the PipelineSrv.handle core and the transactional processor.</a:t>
            </a:r>
          </a:p>
          <a:p>
            <a:endParaRPr lang="en-US" dirty="0"/>
          </a:p>
          <a:p>
            <a:r>
              <a:rPr lang="en-US" dirty="0"/>
              <a:t>The documentation describes the sandbox's job as a source and a sink, with no intermediate transformation. This simplicity makes it possible to compare the progress and recovery model.</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A checkpoint keeps a recovery point, including the source's offsets, within its state.</a:t>
            </a:r>
          </a:p>
          <a:p>
            <a:r>
              <a:rPr lang="en-US" dirty="0"/>
              <a:t>The essential point is the recovery boundary:</a:t>
            </a:r>
          </a:p>
          <a:p>
            <a:pPr marL="171450" indent="-171450">
              <a:buFont typeface="Arial" panose="020B0604020202020204" pitchFamily="34" charset="0"/>
              <a:buChar char="•"/>
            </a:pPr>
            <a:r>
              <a:rPr lang="en-US" dirty="0"/>
              <a:t>The last completed checkpoint.</a:t>
            </a:r>
          </a:p>
          <a:p>
            <a:pPr marL="171450" indent="-171450">
              <a:buFont typeface="Arial" panose="020B0604020202020204" pitchFamily="34" charset="0"/>
              <a:buChar char="•"/>
            </a:pPr>
            <a:r>
              <a:rPr lang="en-US" dirty="0"/>
              <a:t>The sink's SQL commits happen per record, independently of that boundary.</a:t>
            </a:r>
          </a:p>
          <a:p>
            <a:endParaRPr lang="en-US" dirty="0"/>
          </a:p>
          <a:p>
            <a:r>
              <a:rPr lang="en-US" dirty="0"/>
              <a:t>After a failure, some SQL effects that were already committed can therefore be requested again. Idempotence protects the business state; it does not automatically make every counter idempotent. The guide explicitly flags this limitation for completion statistics.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The bridge between the sink and the Spring service is an educational shortcut that is valid within the MiniCluster's JVM.</a:t>
            </a:r>
          </a:p>
          <a:p>
            <a:r>
              <a:rPr lang="en-US" dirty="0"/>
              <a:t>It cannot be carried over as-is to remote TaskManagers.</a:t>
            </a:r>
          </a:p>
          <a:p>
            <a:endParaRPr lang="en-US" dirty="0"/>
          </a:p>
          <a:p>
            <a:r>
              <a:rPr lang="en-US" dirty="0"/>
              <a:t>The documented options include emitting to Kafka followed by a Spring consumer, a supported native sink, or a service call.</a:t>
            </a:r>
          </a:p>
          <a:p>
            <a:r>
              <a:rPr lang="en-US" dirty="0"/>
              <a:t>Another documented limitation of the value-only path: the Kafka key and headers do not cross the Flink boundary as-is.</a:t>
            </a:r>
          </a:p>
          <a:p>
            <a:endParaRPr lang="en-US" dirty="0"/>
          </a:p>
          <a:p>
            <a:r>
              <a:rPr lang="en-US" dirty="0"/>
              <a:t>These differences must remain visible in the comparison.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The pod, the consumer thread, and the partition.</a:t>
            </a:r>
          </a:p>
          <a:p>
            <a:r>
              <a:rPr lang="en-US" dirty="0"/>
              <a:t>Useful parallelism is the minimum between the number of partitions and pods multiplied by threads per pod.</a:t>
            </a:r>
          </a:p>
          <a:p>
            <a:endParaRPr lang="en-US" dirty="0"/>
          </a:p>
          <a:p>
            <a:r>
              <a:rPr lang="en-US" dirty="0"/>
              <a:t>The table is a sizing example with eight partitions.</a:t>
            </a:r>
          </a:p>
          <a:p>
            <a:r>
              <a:rPr lang="en-US" dirty="0"/>
              <a:t>It does not certify the actual configuration values of every version of the project.</a:t>
            </a:r>
          </a:p>
          <a:p>
            <a:endParaRPr lang="en-US" dirty="0"/>
          </a:p>
          <a:p>
            <a:r>
              <a:rPr lang="en-US" dirty="0"/>
              <a:t>Ask how many threads are useful with five pods and two threads each:</a:t>
            </a:r>
          </a:p>
          <a:p>
            <a:pPr marL="171450" indent="-171450">
              <a:buFont typeface="Arial" panose="020B0604020202020204" pitchFamily="34" charset="0"/>
              <a:buChar char="•"/>
            </a:pPr>
            <a:r>
              <a:rPr lang="en-US" dirty="0"/>
              <a:t>Eight out of ten, at most.</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Espace réservé des notes 2"/>
          <p:cNvSpPr>
            <a:spLocks noGrp="1"/>
          </p:cNvSpPr>
          <p:nvPr>
            <p:ph type="body" idx="1"/>
          </p:nvPr>
        </p:nvSpPr>
        <p:spPr>
          <a:xfrm>
            <a:off x="685800" y="5867400"/>
            <a:ext cx="5486400" cy="4800600"/>
          </a:xfrm>
          <a:prstGeom prst="rect">
            <a:avLst/>
          </a:prstGeom>
        </p:spPr>
        <p:txBody>
          <a:bodyPr/>
          <a:lstStyle/>
          <a:p>
            <a:r>
              <a:rPr lang="en-US" dirty="0"/>
              <a:t>Note:</a:t>
            </a:r>
          </a:p>
          <a:p>
            <a:endParaRPr lang="en-US" dirty="0"/>
          </a:p>
          <a:p>
            <a:r>
              <a:rPr lang="en-US" dirty="0"/>
              <a:t>The two concepts are related but different. In an EDA architecture — particularly with Kafka — lag can be an indirect indicator of latency, but it is not latency itself.</a:t>
            </a:r>
          </a:p>
          <a:p>
            <a:endParaRPr lang="en-US" dirty="0"/>
          </a:p>
          <a:p>
            <a:r>
              <a:rPr lang="en-US" dirty="0"/>
              <a:t>Lag</a:t>
            </a:r>
          </a:p>
          <a:p>
            <a:endParaRPr lang="en-US" dirty="0"/>
          </a:p>
          <a:p>
            <a:r>
              <a:rPr lang="en-US" dirty="0"/>
              <a:t>Consumer lag generally measures a position gap.</a:t>
            </a:r>
          </a:p>
          <a:p>
            <a:r>
              <a:rPr lang="en-US" dirty="0"/>
              <a:t>Kafka holds messages up to offset `10,000`, while the consumer is at `9,500` → lag = 500 messages.</a:t>
            </a:r>
          </a:p>
          <a:p>
            <a:r>
              <a:rPr lang="en-US" dirty="0"/>
              <a:t>Lag answers the question: how many messages is the consumer behind by?</a:t>
            </a:r>
          </a:p>
          <a:p>
            <a:endParaRPr lang="en-US" dirty="0"/>
          </a:p>
          <a:p>
            <a:r>
              <a:rPr lang="en-US" dirty="0"/>
              <a:t>Latency</a:t>
            </a:r>
          </a:p>
          <a:p>
            <a:endParaRPr lang="en-US" dirty="0"/>
          </a:p>
          <a:p>
            <a:r>
              <a:rPr lang="en-US" dirty="0"/>
              <a:t>Latency measures a duration.</a:t>
            </a:r>
          </a:p>
          <a:p>
            <a:r>
              <a:rPr lang="en-US" dirty="0"/>
              <a:t>How long does it take for an event to be processed end to end?</a:t>
            </a:r>
          </a:p>
          <a:p>
            <a:endParaRPr lang="en-US" dirty="0"/>
          </a:p>
          <a:p>
            <a:r>
              <a:rPr lang="en-US" dirty="0"/>
              <a:t>The relationship between the two</a:t>
            </a:r>
          </a:p>
          <a:p>
            <a:endParaRPr lang="en-US" dirty="0"/>
          </a:p>
          <a:p>
            <a:r>
              <a:rPr lang="en-US" dirty="0"/>
              <a:t>High lag can cause high latency, but the relationship is not direct:</a:t>
            </a:r>
          </a:p>
          <a:p>
            <a:r>
              <a:rPr lang="en-US" dirty="0"/>
              <a:t>Conversely, a consumer can have a lag of just 1 message but high latency if processing that message takes 30 seconds.</a:t>
            </a:r>
          </a:p>
          <a:p>
            <a:endParaRPr lang="en-US" dirty="0"/>
          </a:p>
          <a:p>
            <a:r>
              <a:rPr lang="en-US" dirty="0"/>
              <a:t>Lag is not a latency measure in the strict sense. It measures a consumer's processing backlog. However, its increase is often an indicator of degraded processing capacity and can lead to higher end-to-end latency.</a:t>
            </a:r>
          </a:p>
          <a:p>
            <a:endParaRPr lang="en-US" dirty="0"/>
          </a:p>
          <a:p>
            <a:r>
              <a:rPr lang="en-US" dirty="0"/>
              <a:t>For EDA observability, lag and latency are complementary: lag shows the accumulation of backlog, while latency shows the actual time impact on events.</a:t>
            </a:r>
          </a:p>
        </p:txBody>
      </p:sp>
    </p:spTree>
    <p:extLst>
      <p:ext uri="{BB962C8B-B14F-4D97-AF65-F5344CB8AC3E}">
        <p14:creationId xmlns:p14="http://schemas.microsoft.com/office/powerpoint/2010/main" val="90616678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Rebalancing redistributes partitions when the group's composition changes. It can cause an interruption and the redelivery of unacknowledged records; its impact depends on the protocol and strategy. Batch and timeout tuning must reflect the work's duration. Cooperative mechanisms, stable identity, and scaling stabilization reduce some of this churn, without removing the need for idempotence. Do not state a universal rebalancing duration.</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Espace réservé des notes 2"/>
          <p:cNvSpPr>
            <a:spLocks noGrp="1"/>
          </p:cNvSpPr>
          <p:nvPr>
            <p:ph type="body" idx="1"/>
          </p:nvPr>
        </p:nvSpPr>
        <p:spPr>
          <a:xfrm>
            <a:off x="685800" y="5867400"/>
            <a:ext cx="5486400" cy="4800600"/>
          </a:xfrm>
          <a:prstGeom prst="rect">
            <a:avLst/>
          </a:prstGeom>
        </p:spPr>
        <p:txBody>
          <a:bodyPr/>
          <a:lstStyle/>
          <a:p>
            <a:r>
              <a:rPr lang="en-US" dirty="0"/>
              <a:t>Note:</a:t>
            </a:r>
          </a:p>
          <a:p>
            <a:endParaRPr lang="en-US" dirty="0"/>
          </a:p>
          <a:p>
            <a:r>
              <a:rPr lang="en-US" dirty="0"/>
              <a:t>Horizontal elasticity</a:t>
            </a:r>
          </a:p>
          <a:p>
            <a:pPr rtl="0"/>
            <a:r>
              <a:rPr lang="en-US" dirty="0"/>
              <a:t>The trap with an EDA/Kafka architecture: CPU is not a good load signal for a Kafka consumer. A consumer can build up a huge lag (processing backlog) while CPU stays low, because it spends its time waiting on the broker, a distributed lock, or a DB commit — I/O, not compute. Result: HPA/CPU doesn't scale at the right time, and can even scale for the wrong reasons (unnecessary rebalances, pods sitting idle beyond the number of partitions, since a group can only have one active consumer per partition).</a:t>
            </a:r>
          </a:p>
          <a:p>
            <a:pPr rtl="0"/>
            <a:endParaRPr lang="en-US" dirty="0"/>
          </a:p>
          <a:p>
            <a:pPr rtl="0"/>
            <a:r>
              <a:rPr lang="en-US" dirty="0"/>
              <a:t>This is where KEDA comes in: it adds a scaler able to drive the number of replicas from an external business metric — here, the Kafka consumer group's lag — instead of CPU. Under the hood, KEDA still generates an HPA, but one fed by this external metric.</a:t>
            </a:r>
          </a:p>
          <a:p>
            <a:pPr rtl="0"/>
            <a:endParaRPr lang="en-US" dirty="0"/>
          </a:p>
          <a:p>
            <a:pPr rtl="0"/>
            <a:r>
              <a:rPr lang="en-US" dirty="0"/>
              <a:t>Why Karpenter alone is not enough</a:t>
            </a:r>
          </a:p>
          <a:p>
            <a:pPr rtl="0"/>
            <a:r>
              <a:rPr lang="en-US" dirty="0"/>
              <a:t>Karpenter never creates pods itself — it reacts to scheduling pressure already created by something else (HPA, KEDA, or a manual deployment). Without KEDA (or an HPA), nothing tells Kubernetes how many consumer replicas are needed; Karpenter then has no signal to observe. And a classic CPU-based HPA would be a poor proxy for lag, as explained above, on top of ignoring the hard ceiling imposed by the number of Kafka partitions.</a:t>
            </a:r>
          </a:p>
          <a:p>
            <a:endParaRPr lang="en-US" dirty="0"/>
          </a:p>
        </p:txBody>
      </p:sp>
    </p:spTree>
    <p:extLst>
      <p:ext uri="{BB962C8B-B14F-4D97-AF65-F5344CB8AC3E}">
        <p14:creationId xmlns:p14="http://schemas.microsoft.com/office/powerpoint/2010/main" val="113254953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A distinction specific to the Spring Kafka container. pause suspends requesting new records while keeping the consumer alive in the group. stop stops the container and causes a change in group composition.</a:t>
            </a:r>
          </a:p>
          <a:p>
            <a:endParaRPr lang="en-US" dirty="0"/>
          </a:p>
          <a:p>
            <a:r>
              <a:rPr lang="en-US" dirty="0"/>
              <a:t>This does not mean pause can guarantee the absence of any rebalance caused elsewhere in the cluster; it means that, by itself, it does not require leaving the group. In the sandbox, pause events decouple the pipeline's core from the transport components. Have the audience compare this with Flink's savepoint-based pause to consolidate both mental models.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Follow the operational sequence without promising that it covers a machine failure. The platform removes the pod from traffic, optionally runs preStop, sends SIGTERM, then forces SIGKILL if the deadline expires.</a:t>
            </a:r>
          </a:p>
          <a:p>
            <a:endParaRPr lang="en-US" dirty="0"/>
          </a:p>
          <a:p>
            <a:r>
              <a:rPr lang="en-US" dirty="0"/>
              <a:t>The application must stop accepting new work, let in-flight work finish, commit the effects and then the corresponding offsets, and close producers/consumers. The overall deadline includes preStop and the application's shutdown phases.</a:t>
            </a:r>
          </a:p>
          <a:p>
            <a:endParaRPr lang="en-US" dirty="0"/>
          </a:p>
          <a:p>
            <a:r>
              <a:rPr lang="en-US" dirty="0"/>
              <a:t>An abrupt stop can prevent any cleanup; recovery semantics and idempotence therefore remain necessary.</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Startup, liveness, and readiness must be distinguished.</a:t>
            </a:r>
          </a:p>
          <a:p>
            <a:pPr marL="171450" indent="-171450">
              <a:buFont typeface="Arial" panose="020B0604020202020204" pitchFamily="34" charset="0"/>
              <a:buChar char="•"/>
            </a:pPr>
            <a:r>
              <a:rPr lang="en-US" dirty="0"/>
              <a:t>Startup protects the startup phase.</a:t>
            </a:r>
          </a:p>
          <a:p>
            <a:pPr marL="171450" indent="-171450">
              <a:buFont typeface="Arial" panose="020B0604020202020204" pitchFamily="34" charset="0"/>
              <a:buChar char="•"/>
            </a:pPr>
            <a:r>
              <a:rPr lang="en-US" dirty="0"/>
              <a:t>Liveness concerns the process's health and can lead to its restart.</a:t>
            </a:r>
          </a:p>
          <a:p>
            <a:pPr marL="171450" indent="-171450">
              <a:buFont typeface="Arial" panose="020B0604020202020204" pitchFamily="34" charset="0"/>
              <a:buChar char="•"/>
            </a:pPr>
            <a:r>
              <a:rPr lang="en-US" dirty="0"/>
              <a:t>Readiness concerns its ability to receive service traffic, and removes the pod from the endpoints without stopping it.</a:t>
            </a:r>
          </a:p>
          <a:p>
            <a:endParaRPr lang="en-US" dirty="0"/>
          </a:p>
          <a:p>
            <a:r>
              <a:rPr lang="en-US" dirty="0"/>
              <a:t>Health indicators must be fast; durations, counters, and gauges belong to metrics. The project provides commands to toggle liveness/readiness and observe Actuator. Stress that HTTP readiness does not replace explicit control over Kafka consumption.</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Present this sheet as a governance template drawn from the guide, not as the inventory of an already-deployed catalog.</a:t>
            </a:r>
          </a:p>
          <a:p>
            <a:r>
              <a:rPr lang="en-US" dirty="0"/>
              <a:t>Document the meaning, the owner, the schema, producers/consumers, service objectives, and access/retention rules.</a:t>
            </a:r>
          </a:p>
          <a:p>
            <a:r>
              <a:rPr lang="en-US" dirty="0"/>
              <a:t>Schema compatibility and the contract's lifecycle must be explicit.</a:t>
            </a:r>
          </a:p>
          <a:p>
            <a:endParaRPr lang="en-US" dirty="0"/>
          </a:p>
          <a:p>
            <a:r>
              <a:rPr lang="en-US" dirty="0"/>
              <a:t>The Data Mesh/Data Fabric documentation notes that the sandbox's Java types form an implicit contract; an enterprise platform must externalize discovery, metadata, and governance.</a:t>
            </a:r>
          </a:p>
          <a:p>
            <a:endParaRPr lang="en-US" dirty="0"/>
          </a:p>
          <a:p>
            <a:r>
              <a:rPr lang="en-US" dirty="0"/>
              <a:t>Question: who is responsible if a message stays stuck in the DLT? That owner belongs to the operational contract.</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Data Mesh is about the operating model: domain ownership, data as a product, a self-service platform, and federated governance.</a:t>
            </a:r>
          </a:p>
          <a:p>
            <a:r>
              <a:rPr lang="en-US" dirty="0"/>
              <a:t>Data Fabric is about the shared capabilities that connect distributed data: integration, metadata, quality, access, and observability.</a:t>
            </a:r>
          </a:p>
          <a:p>
            <a:endParaRPr lang="en-US" dirty="0"/>
          </a:p>
          <a:p>
            <a:r>
              <a:rPr lang="en-US" dirty="0"/>
              <a:t>The documentation explains that a hybrid model can combine both, and that Kafka is not mandatory for every data product.</a:t>
            </a:r>
          </a:p>
          <a:p>
            <a:endParaRPr lang="en-US" dirty="0"/>
          </a:p>
          <a:p>
            <a:r>
              <a:rPr lang="en-US" dirty="0"/>
              <a:t>A topic does not automatically become a product, and a Kafka cluster alone does not make a Fabric. The sandbox remains an educational application; it is neither one nor the other at enterprise scale.</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Go back to Banana: a pipeline can consume all its messages while still committing an incorrect quantity.</a:t>
            </a:r>
          </a:p>
          <a:p>
            <a:r>
              <a:rPr lang="en-US" dirty="0"/>
              <a:t>Corroboration complements idempotence and delivery guarantees.</a:t>
            </a:r>
          </a:p>
          <a:p>
            <a:endParaRPr lang="en-US" dirty="0"/>
          </a:p>
          <a:p>
            <a:r>
              <a:rPr lang="en-US" dirty="0"/>
              <a:t>In this database-centric project, the relational tables are the system of record; Kafka triggers their mutations.</a:t>
            </a:r>
          </a:p>
          <a:p>
            <a:r>
              <a:rPr lang="en-US" dirty="0"/>
              <a:t>The sandbox should therefore not be presented as an event-sourcing implementation.</a:t>
            </a:r>
          </a:p>
          <a:p>
            <a:endParaRPr lang="en-US" dirty="0"/>
          </a:p>
          <a:p>
            <a:r>
              <a:rPr lang="en-US" dirty="0"/>
              <a:t>Compare executed requests, their quantities and operations, with the expected inventory movements.</a:t>
            </a:r>
          </a:p>
          <a:p>
            <a:r>
              <a:rPr lang="en-US" dirty="0"/>
              <a:t>Counts by result are a first signal; they are not enough to prove every invariant.</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There is no single miracle check.</a:t>
            </a:r>
          </a:p>
          <a:p>
            <a:r>
              <a:rPr lang="en-US" dirty="0"/>
              <a:t>Counts and checksums quickly flag a discrepancy.</a:t>
            </a:r>
          </a:p>
          <a:p>
            <a:r>
              <a:rPr lang="en-US" dirty="0"/>
              <a:t>Snapshots and invariants provide periodic checkpoints.</a:t>
            </a:r>
          </a:p>
          <a:p>
            <a:r>
              <a:rPr lang="en-US" dirty="0"/>
              <a:t>Replay and ghost consumers allow a deeper comparison, in particular for a migration.</a:t>
            </a:r>
          </a:p>
          <a:p>
            <a:r>
              <a:rPr lang="en-US" dirty="0"/>
              <a:t>Hashes require state that is represented deterministically.</a:t>
            </a:r>
          </a:p>
          <a:p>
            <a:r>
              <a:rPr lang="en-US" dirty="0"/>
              <a:t>A discrepancy must be located, classified, repaired, and then logged.</a:t>
            </a:r>
          </a:p>
          <a:p>
            <a:endParaRPr lang="en-US" dirty="0"/>
          </a:p>
          <a:p>
            <a:pPr marL="228600" indent="-228600">
              <a:spcAft>
                <a:spcPts val="1200"/>
              </a:spcAft>
              <a:buSzPct val="100000"/>
              <a:buChar char="▪"/>
            </a:pPr>
            <a:r>
              <a:rPr lang="en-US" dirty="0"/>
              <a:t>Eventual consistency: rebalances, crashes, and network failures create silent discrepancies</a:t>
            </a:r>
          </a:p>
          <a:p>
            <a:pPr marL="228600" indent="-228600">
              <a:spcAft>
                <a:spcPts val="1200"/>
              </a:spcAft>
              <a:buSzPct val="100000"/>
              <a:buChar char="▪"/>
            </a:pPr>
            <a:r>
              <a:rPr lang="en-US" dirty="0"/>
              <a:t>Layered techniques: checksums, snapshots, event replay, ghost consumers</a:t>
            </a:r>
          </a:p>
          <a:p>
            <a:pPr marL="228600" indent="-228600">
              <a:spcAft>
                <a:spcPts val="1200"/>
              </a:spcAft>
              <a:buSzPct val="100000"/>
              <a:buChar char="▪"/>
            </a:pPr>
            <a:r>
              <a:rPr lang="en-US" dirty="0"/>
              <a:t>Business invariants (inventory never negative) as the first visible symptom of drift</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sp>
      <p:sp>
        <p:nvSpPr>
          <p:cNvPr id="3" name="Espace réservé des notes 2"/>
          <p:cNvSpPr>
            <a:spLocks noGrp="1"/>
          </p:cNvSpPr>
          <p:nvPr>
            <p:ph type="body" idx="1"/>
          </p:nvPr>
        </p:nvSpPr>
        <p:spPr>
          <a:xfrm>
            <a:off x="685800" y="5867400"/>
            <a:ext cx="5486400" cy="4800600"/>
          </a:xfrm>
          <a:prstGeom prst="rect">
            <a:avLst/>
          </a:prstGeom>
        </p:spPr>
        <p:txBody>
          <a:bodyPr/>
          <a:lstStyle/>
          <a:p>
            <a:r>
              <a:rPr lang="en-CA" dirty="0"/>
              <a:t>Note:</a:t>
            </a:r>
          </a:p>
          <a:p>
            <a:endParaRPr lang="en-CA" dirty="0"/>
          </a:p>
          <a:p>
            <a:r>
              <a:rPr lang="en-US" dirty="0"/>
              <a:t>In an event-driven architecture (EDA), no single mechanism guarantees that every consumer and downstream store ends up with the same view of reality. Message delivery semantics, consumer crashes, partition rebalances, and transient network faults can all produce **divergence** between systems that are supposed to agree.</a:t>
            </a:r>
            <a:endParaRPr lang="en-CA" dirty="0"/>
          </a:p>
        </p:txBody>
      </p:sp>
    </p:spTree>
    <p:extLst>
      <p:ext uri="{BB962C8B-B14F-4D97-AF65-F5344CB8AC3E}">
        <p14:creationId xmlns:p14="http://schemas.microsoft.com/office/powerpoint/2010/main" val="196467192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Keep the conclusion chapter's framing: here, ETL mainly means batch integration, and SOA mainly means synchronous interactions through services/APIs.</a:t>
            </a:r>
          </a:p>
          <a:p>
            <a:r>
              <a:rPr lang="en-US" dirty="0"/>
              <a:t>These definitions set the scope of the comparison; they are not exhaustive definitions.</a:t>
            </a:r>
          </a:p>
          <a:p>
            <a:endParaRPr lang="en-US" dirty="0"/>
          </a:p>
          <a:p>
            <a:r>
              <a:rPr lang="en-US" dirty="0"/>
              <a:t>ETL organizes schedules, transformations, and quality controls. SOA organizes interfaces, calls, and availability dependencies. EDA organizes events, contracts, recovery, and asynchronous effects.</a:t>
            </a:r>
          </a:p>
          <a:p>
            <a:endParaRPr lang="en-US" dirty="0"/>
          </a:p>
          <a:p>
            <a:r>
              <a:rPr lang="en-US" dirty="0"/>
              <a:t>EDA reduces some coupling, but keeps semantic and platform coupling. The guide recommends choosing a mechanism that is sufficient for each interaction, and considers a hybrid model.</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The TCO/ROI chapter does not provide a costed business case for this project; it provides a decision framework.</a:t>
            </a:r>
          </a:p>
          <a:p>
            <a:r>
              <a:rPr lang="en-US" dirty="0"/>
              <a:t>Costs include the platform, engineering, operations, accuracy, and governance — not just Kafka.</a:t>
            </a:r>
          </a:p>
          <a:p>
            <a:endParaRPr lang="en-US" dirty="0"/>
          </a:p>
          <a:p>
            <a:r>
              <a:rPr lang="en-US" dirty="0"/>
              <a:t>Benefits can come from event reuse, responsiveness, decoupling, and replay. They must be tied to measurable outcomes and compared against a simpler option.</a:t>
            </a:r>
          </a:p>
          <a:p>
            <a:endParaRPr lang="en-US" dirty="0"/>
          </a:p>
          <a:p>
            <a:r>
              <a:rPr lang="en-US" dirty="0"/>
              <a:t>The ADR records the need, the guarantees, the assumptions, the responsibilities, and the criteria for re-evaluation.</a:t>
            </a:r>
          </a:p>
          <a:p>
            <a:r>
              <a:rPr lang="en-US" dirty="0"/>
              <a:t>Do not invent an ROI percentage or financial gains.</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This slide summarizes the limitations the documentation explicitly acknowledges.</a:t>
            </a:r>
          </a:p>
          <a:p>
            <a:r>
              <a:rPr lang="en-US" dirty="0"/>
              <a:t>The engines and the database are embedded for learning purposes. Configuration values and in-JVM shortcuts are not production contracts.</a:t>
            </a:r>
          </a:p>
          <a:p>
            <a:endParaRPr lang="en-US" dirty="0"/>
          </a:p>
          <a:p>
            <a:r>
              <a:rPr lang="en-US" dirty="0"/>
              <a:t>The Outbox, the catalog, state sharing, security hardening, and elasticity all require design and validation specific to the target environment.</a:t>
            </a:r>
          </a:p>
          <a:p>
            <a:endParaRPr lang="en-US" dirty="0"/>
          </a:p>
          <a:p>
            <a:r>
              <a:rPr lang="en-US" dirty="0"/>
              <a:t>Do not turn this list into an audit report: the findings and fixes from the earlier code review are not the subject of this deck. The goal is for students to be able to distinguish a reproducible experiment from a complete operational architecture.</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An educational proposal built from the documentation's experiments, not a test procedure already carried out.</a:t>
            </a:r>
          </a:p>
          <a:p>
            <a:endParaRPr lang="en-US" dirty="0"/>
          </a:p>
          <a:p>
            <a:pPr marL="228600" indent="-228600">
              <a:buAutoNum type="arabicPeriod"/>
            </a:pPr>
            <a:r>
              <a:rPr lang="en-US" dirty="0"/>
              <a:t>Compare with and without the key on the same dataset: observe ordering and quantities, then explain the race.</a:t>
            </a:r>
          </a:p>
          <a:p>
            <a:pPr marL="228600" indent="-228600">
              <a:buAutoNum type="arabicPeriod"/>
            </a:pPr>
            <a:r>
              <a:rPr lang="en-US" dirty="0"/>
              <a:t>Test an authorized replay and observe the statuses and the journal: identify what must not be applied twice.</a:t>
            </a:r>
          </a:p>
          <a:p>
            <a:pPr marL="228600" indent="-228600">
              <a:buAutoNum type="arabicPeriod"/>
            </a:pPr>
            <a:r>
              <a:rPr lang="en-US" dirty="0"/>
              <a:t>Compare the direct pause with the Flink pause: distinguish group membership from a savepoint.</a:t>
            </a:r>
          </a:p>
          <a:p>
            <a:pPr marL="228600" indent="-228600">
              <a:buAutoNum type="arabicPeriod"/>
            </a:pPr>
            <a:r>
              <a:rPr lang="en-US" dirty="0"/>
              <a:t>Examine the processed requests and the inventory: show why transport alone does not prove correctness.</a:t>
            </a:r>
          </a:p>
          <a:p>
            <a:pPr marL="228600" indent="-228600">
              <a:buAutoNum type="arabicPeriod"/>
            </a:pPr>
            <a:endParaRPr lang="en-US" dirty="0"/>
          </a:p>
          <a:p>
            <a:pPr marL="0" indent="0">
              <a:buNone/>
            </a:pPr>
            <a:r>
              <a:rPr lang="en-US" dirty="0"/>
              <a:t>Prepare the corrected version and the scenarios before the session; do not trigger a reset while a batch is still active.</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Revisit the six takeaways without adding any new guarantee.</a:t>
            </a:r>
          </a:p>
          <a:p>
            <a:r>
              <a:rPr lang="en-US" dirty="0"/>
              <a:t>The key expresses business ordering.</a:t>
            </a:r>
          </a:p>
          <a:p>
            <a:r>
              <a:rPr lang="en-US" dirty="0"/>
              <a:t>The transactional boundary defines what is atomic.</a:t>
            </a:r>
          </a:p>
          <a:p>
            <a:r>
              <a:rPr lang="en-US" dirty="0"/>
              <a:t>Idempotence makes it possible to tolerate redelivery.</a:t>
            </a:r>
          </a:p>
          <a:p>
            <a:r>
              <a:rPr lang="en-US" dirty="0"/>
              <a:t>The runtime and the partitions bound parallelism and recovery.</a:t>
            </a:r>
          </a:p>
          <a:p>
            <a:r>
              <a:rPr lang="en-US" dirty="0"/>
              <a:t>Observability and corroboration distinguish functioning from correctness.</a:t>
            </a:r>
          </a:p>
          <a:p>
            <a:endParaRPr lang="en-US" dirty="0"/>
          </a:p>
          <a:p>
            <a:r>
              <a:rPr lang="en-US" dirty="0"/>
              <a:t>Finally, governance and TCO/ROI bring the technology choice back to the actual need.</a:t>
            </a:r>
          </a:p>
          <a:p>
            <a:endParaRPr lang="en-US" dirty="0"/>
          </a:p>
          <a:p>
            <a:r>
              <a:rPr lang="en-US" dirty="0"/>
              <a:t>Closing question: for a new integration, what evidence would you ask for before calling its processing reliable?</a:t>
            </a:r>
          </a:p>
          <a:p>
            <a:r>
              <a:rPr lang="en-US" dirty="0"/>
              <a:t>The appendices provide reference points for further reading and for preparing technical discussions.</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This reading map makes it possible to return to the original documentation after the presentation.</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This reading map makes it possible to return to the original documentation after the presentation.</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CA"/>
          </a:p>
        </p:txBody>
      </p:sp>
      <p:sp>
        <p:nvSpPr>
          <p:cNvPr id="3" name="Notes Placeholder 2"/>
          <p:cNvSpPr>
            <a:spLocks noGrp="1"/>
          </p:cNvSpPr>
          <p:nvPr>
            <p:ph type="body" idx="1"/>
          </p:nvPr>
        </p:nvSpPr>
        <p:spPr/>
        <p:txBody>
          <a:bodyPr/>
          <a:lstStyle/>
          <a:p>
            <a:r>
              <a:rPr lang="en-US" dirty="0"/>
              <a:t>Note:</a:t>
            </a:r>
          </a:p>
          <a:p>
            <a:endParaRPr lang="en-US" dirty="0"/>
          </a:p>
          <a:p>
            <a:r>
              <a:rPr lang="en-US" dirty="0"/>
              <a:t>This appendix relies on the JRN_EVENT schema, not on a new interpretation of the replay headers.</a:t>
            </a:r>
          </a:p>
          <a:p>
            <a:r>
              <a:rPr lang="en-US" dirty="0"/>
              <a:t>CONSUMER_ID and EVENT_ID form the business key (UNIQUE constraint), used for lookups.</a:t>
            </a:r>
          </a:p>
          <a:p>
            <a:r>
              <a:rPr lang="en-US" dirty="0"/>
              <a:t>JRN_EVENT_ID is the technical primary key (identity), distinct from that business key.</a:t>
            </a:r>
          </a:p>
          <a:p>
            <a:r>
              <a:rPr lang="en-US" dirty="0"/>
              <a:t>BATCH_ID correlates a publication.</a:t>
            </a:r>
          </a:p>
          <a:p>
            <a:r>
              <a:rPr lang="en-US" dirty="0"/>
              <a:t>EVENT_TYPE indicates a first delivery or a replay.</a:t>
            </a:r>
          </a:p>
          <a:p>
            <a:r>
              <a:rPr lang="en-US" dirty="0"/>
              <a:t>RESULT indicates the outcome.</a:t>
            </a:r>
          </a:p>
          <a:p>
            <a:r>
              <a:rPr lang="en-US" dirty="0"/>
              <a:t>PAYLOAD_HASH and the dates enrich traceability.</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Espace réservé des notes 2"/>
          <p:cNvSpPr>
            <a:spLocks noGrp="1"/>
          </p:cNvSpPr>
          <p:nvPr>
            <p:ph type="body" idx="1"/>
          </p:nvPr>
        </p:nvSpPr>
        <p:spPr>
          <a:xfrm>
            <a:off x="685800" y="5867400"/>
            <a:ext cx="5486400" cy="4800600"/>
          </a:xfrm>
          <a:prstGeom prst="rect">
            <a:avLst/>
          </a:prstGeom>
        </p:spPr>
        <p:txBody>
          <a:bodyPr/>
          <a:lstStyle/>
          <a:p>
            <a:r>
              <a:rPr lang="en-US" dirty="0"/>
              <a:t>Note:</a:t>
            </a:r>
          </a:p>
          <a:p>
            <a:endParaRPr lang="en-US" dirty="0"/>
          </a:p>
          <a:p>
            <a:r>
              <a:rPr lang="en-US" dirty="0"/>
              <a:t>A Sandbox remains an educational tool.</a:t>
            </a:r>
          </a:p>
        </p:txBody>
      </p:sp>
    </p:spTree>
    <p:extLst>
      <p:ext uri="{BB962C8B-B14F-4D97-AF65-F5344CB8AC3E}">
        <p14:creationId xmlns:p14="http://schemas.microsoft.com/office/powerpoint/2010/main" val="7857487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a:xfrm>
            <a:off x="-228600" y="1524000"/>
            <a:ext cx="7315200" cy="4114800"/>
          </a:xfrm>
          <a:prstGeom prst="rect">
            <a:avLst/>
          </a:prstGeom>
          <a:noFill/>
          <a:ln w="12700">
            <a:solidFill>
              <a:prstClr val="black"/>
            </a:solidFill>
          </a:ln>
        </p:spPr>
        <p:txBody>
          <a:bodyPr/>
          <a:lstStyle/>
          <a:p>
            <a:endParaRPr lang="en-CA"/>
          </a:p>
        </p:txBody>
      </p:sp>
      <p:sp>
        <p:nvSpPr>
          <p:cNvPr id="3" name="Espace réservé des notes 2"/>
          <p:cNvSpPr>
            <a:spLocks noGrp="1"/>
          </p:cNvSpPr>
          <p:nvPr>
            <p:ph type="body" idx="1"/>
          </p:nvPr>
        </p:nvSpPr>
        <p:spPr>
          <a:xfrm>
            <a:off x="685800" y="5867400"/>
            <a:ext cx="5486400" cy="4800600"/>
          </a:xfrm>
          <a:prstGeom prst="rect">
            <a:avLst/>
          </a:prstGeom>
        </p:spPr>
        <p:txBody>
          <a:bodyPr/>
          <a:lstStyle/>
          <a:p>
            <a:r>
              <a:rPr lang="en-US" dirty="0"/>
              <a:t>Note:</a:t>
            </a:r>
          </a:p>
          <a:p>
            <a:endParaRPr lang="en-US" dirty="0"/>
          </a:p>
          <a:p>
            <a:r>
              <a:rPr lang="en-US" dirty="0"/>
              <a:t>A Sandbox remains an educational tool.</a:t>
            </a:r>
          </a:p>
        </p:txBody>
      </p:sp>
    </p:spTree>
    <p:extLst>
      <p:ext uri="{BB962C8B-B14F-4D97-AF65-F5344CB8AC3E}">
        <p14:creationId xmlns:p14="http://schemas.microsoft.com/office/powerpoint/2010/main" val="30979251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Layout" Target="../slideLayouts/slideLayout1.xml"/><Relationship Id="rId3" Type="http://schemas.openxmlformats.org/officeDocument/2006/relationships/tags" Target="../tags/tag3.xml"/><Relationship Id="rId7" Type="http://schemas.openxmlformats.org/officeDocument/2006/relationships/tags" Target="../tags/tag7.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5" Type="http://schemas.openxmlformats.org/officeDocument/2006/relationships/tags" Target="../tags/tag5.xml"/><Relationship Id="rId10" Type="http://schemas.openxmlformats.org/officeDocument/2006/relationships/image" Target="../media/image1.png"/><Relationship Id="rId4" Type="http://schemas.openxmlformats.org/officeDocument/2006/relationships/tags" Target="../tags/tag4.xml"/><Relationship Id="rId9"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8" Type="http://schemas.openxmlformats.org/officeDocument/2006/relationships/tags" Target="../tags/tag15.xml"/><Relationship Id="rId13" Type="http://schemas.openxmlformats.org/officeDocument/2006/relationships/tags" Target="../tags/tag20.xml"/><Relationship Id="rId18" Type="http://schemas.openxmlformats.org/officeDocument/2006/relationships/tags" Target="../tags/tag25.xml"/><Relationship Id="rId26" Type="http://schemas.openxmlformats.org/officeDocument/2006/relationships/tags" Target="../tags/tag33.xml"/><Relationship Id="rId3" Type="http://schemas.openxmlformats.org/officeDocument/2006/relationships/tags" Target="../tags/tag10.xml"/><Relationship Id="rId21" Type="http://schemas.openxmlformats.org/officeDocument/2006/relationships/tags" Target="../tags/tag28.xml"/><Relationship Id="rId7" Type="http://schemas.openxmlformats.org/officeDocument/2006/relationships/tags" Target="../tags/tag14.xml"/><Relationship Id="rId12" Type="http://schemas.openxmlformats.org/officeDocument/2006/relationships/tags" Target="../tags/tag19.xml"/><Relationship Id="rId17" Type="http://schemas.openxmlformats.org/officeDocument/2006/relationships/tags" Target="../tags/tag24.xml"/><Relationship Id="rId25" Type="http://schemas.openxmlformats.org/officeDocument/2006/relationships/tags" Target="../tags/tag32.xml"/><Relationship Id="rId2" Type="http://schemas.openxmlformats.org/officeDocument/2006/relationships/tags" Target="../tags/tag9.xml"/><Relationship Id="rId16" Type="http://schemas.openxmlformats.org/officeDocument/2006/relationships/tags" Target="../tags/tag23.xml"/><Relationship Id="rId20" Type="http://schemas.openxmlformats.org/officeDocument/2006/relationships/tags" Target="../tags/tag27.xml"/><Relationship Id="rId29" Type="http://schemas.openxmlformats.org/officeDocument/2006/relationships/tags" Target="../tags/tag36.xml"/><Relationship Id="rId1" Type="http://schemas.openxmlformats.org/officeDocument/2006/relationships/tags" Target="../tags/tag8.xml"/><Relationship Id="rId6" Type="http://schemas.openxmlformats.org/officeDocument/2006/relationships/tags" Target="../tags/tag13.xml"/><Relationship Id="rId11" Type="http://schemas.openxmlformats.org/officeDocument/2006/relationships/tags" Target="../tags/tag18.xml"/><Relationship Id="rId24" Type="http://schemas.openxmlformats.org/officeDocument/2006/relationships/tags" Target="../tags/tag31.xml"/><Relationship Id="rId5" Type="http://schemas.openxmlformats.org/officeDocument/2006/relationships/tags" Target="../tags/tag12.xml"/><Relationship Id="rId15" Type="http://schemas.openxmlformats.org/officeDocument/2006/relationships/tags" Target="../tags/tag22.xml"/><Relationship Id="rId23" Type="http://schemas.openxmlformats.org/officeDocument/2006/relationships/tags" Target="../tags/tag30.xml"/><Relationship Id="rId28" Type="http://schemas.openxmlformats.org/officeDocument/2006/relationships/tags" Target="../tags/tag35.xml"/><Relationship Id="rId10" Type="http://schemas.openxmlformats.org/officeDocument/2006/relationships/tags" Target="../tags/tag17.xml"/><Relationship Id="rId19" Type="http://schemas.openxmlformats.org/officeDocument/2006/relationships/tags" Target="../tags/tag26.xml"/><Relationship Id="rId31" Type="http://schemas.openxmlformats.org/officeDocument/2006/relationships/notesSlide" Target="../notesSlides/notesSlide2.xml"/><Relationship Id="rId4" Type="http://schemas.openxmlformats.org/officeDocument/2006/relationships/tags" Target="../tags/tag11.xml"/><Relationship Id="rId9" Type="http://schemas.openxmlformats.org/officeDocument/2006/relationships/tags" Target="../tags/tag16.xml"/><Relationship Id="rId14" Type="http://schemas.openxmlformats.org/officeDocument/2006/relationships/tags" Target="../tags/tag21.xml"/><Relationship Id="rId22" Type="http://schemas.openxmlformats.org/officeDocument/2006/relationships/tags" Target="../tags/tag29.xml"/><Relationship Id="rId27" Type="http://schemas.openxmlformats.org/officeDocument/2006/relationships/tags" Target="../tags/tag34.xml"/><Relationship Id="rId30"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tags" Target="../tags/tag44.xml"/><Relationship Id="rId13" Type="http://schemas.openxmlformats.org/officeDocument/2006/relationships/tags" Target="../tags/tag49.xml"/><Relationship Id="rId18" Type="http://schemas.openxmlformats.org/officeDocument/2006/relationships/tags" Target="../tags/tag54.xml"/><Relationship Id="rId26" Type="http://schemas.openxmlformats.org/officeDocument/2006/relationships/tags" Target="../tags/tag62.xml"/><Relationship Id="rId3" Type="http://schemas.openxmlformats.org/officeDocument/2006/relationships/tags" Target="../tags/tag39.xml"/><Relationship Id="rId21" Type="http://schemas.openxmlformats.org/officeDocument/2006/relationships/tags" Target="../tags/tag57.xml"/><Relationship Id="rId34" Type="http://schemas.openxmlformats.org/officeDocument/2006/relationships/slideLayout" Target="../slideLayouts/slideLayout1.xml"/><Relationship Id="rId7" Type="http://schemas.openxmlformats.org/officeDocument/2006/relationships/tags" Target="../tags/tag43.xml"/><Relationship Id="rId12" Type="http://schemas.openxmlformats.org/officeDocument/2006/relationships/tags" Target="../tags/tag48.xml"/><Relationship Id="rId17" Type="http://schemas.openxmlformats.org/officeDocument/2006/relationships/tags" Target="../tags/tag53.xml"/><Relationship Id="rId25" Type="http://schemas.openxmlformats.org/officeDocument/2006/relationships/tags" Target="../tags/tag61.xml"/><Relationship Id="rId33" Type="http://schemas.openxmlformats.org/officeDocument/2006/relationships/tags" Target="../tags/tag69.xml"/><Relationship Id="rId2" Type="http://schemas.openxmlformats.org/officeDocument/2006/relationships/tags" Target="../tags/tag38.xml"/><Relationship Id="rId16" Type="http://schemas.openxmlformats.org/officeDocument/2006/relationships/tags" Target="../tags/tag52.xml"/><Relationship Id="rId20" Type="http://schemas.openxmlformats.org/officeDocument/2006/relationships/tags" Target="../tags/tag56.xml"/><Relationship Id="rId29" Type="http://schemas.openxmlformats.org/officeDocument/2006/relationships/tags" Target="../tags/tag65.xml"/><Relationship Id="rId1" Type="http://schemas.openxmlformats.org/officeDocument/2006/relationships/tags" Target="../tags/tag37.xml"/><Relationship Id="rId6" Type="http://schemas.openxmlformats.org/officeDocument/2006/relationships/tags" Target="../tags/tag42.xml"/><Relationship Id="rId11" Type="http://schemas.openxmlformats.org/officeDocument/2006/relationships/tags" Target="../tags/tag47.xml"/><Relationship Id="rId24" Type="http://schemas.openxmlformats.org/officeDocument/2006/relationships/tags" Target="../tags/tag60.xml"/><Relationship Id="rId32" Type="http://schemas.openxmlformats.org/officeDocument/2006/relationships/tags" Target="../tags/tag68.xml"/><Relationship Id="rId5" Type="http://schemas.openxmlformats.org/officeDocument/2006/relationships/tags" Target="../tags/tag41.xml"/><Relationship Id="rId15" Type="http://schemas.openxmlformats.org/officeDocument/2006/relationships/tags" Target="../tags/tag51.xml"/><Relationship Id="rId23" Type="http://schemas.openxmlformats.org/officeDocument/2006/relationships/tags" Target="../tags/tag59.xml"/><Relationship Id="rId28" Type="http://schemas.openxmlformats.org/officeDocument/2006/relationships/tags" Target="../tags/tag64.xml"/><Relationship Id="rId10" Type="http://schemas.openxmlformats.org/officeDocument/2006/relationships/tags" Target="../tags/tag46.xml"/><Relationship Id="rId19" Type="http://schemas.openxmlformats.org/officeDocument/2006/relationships/tags" Target="../tags/tag55.xml"/><Relationship Id="rId31" Type="http://schemas.openxmlformats.org/officeDocument/2006/relationships/tags" Target="../tags/tag67.xml"/><Relationship Id="rId4" Type="http://schemas.openxmlformats.org/officeDocument/2006/relationships/tags" Target="../tags/tag40.xml"/><Relationship Id="rId9" Type="http://schemas.openxmlformats.org/officeDocument/2006/relationships/tags" Target="../tags/tag45.xml"/><Relationship Id="rId14" Type="http://schemas.openxmlformats.org/officeDocument/2006/relationships/tags" Target="../tags/tag50.xml"/><Relationship Id="rId22" Type="http://schemas.openxmlformats.org/officeDocument/2006/relationships/tags" Target="../tags/tag58.xml"/><Relationship Id="rId27" Type="http://schemas.openxmlformats.org/officeDocument/2006/relationships/tags" Target="../tags/tag63.xml"/><Relationship Id="rId30" Type="http://schemas.openxmlformats.org/officeDocument/2006/relationships/tags" Target="../tags/tag66.xml"/><Relationship Id="rId3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8" Type="http://schemas.openxmlformats.org/officeDocument/2006/relationships/tags" Target="../tags/tag77.xml"/><Relationship Id="rId13" Type="http://schemas.openxmlformats.org/officeDocument/2006/relationships/tags" Target="../tags/tag82.xml"/><Relationship Id="rId18" Type="http://schemas.openxmlformats.org/officeDocument/2006/relationships/tags" Target="../tags/tag87.xml"/><Relationship Id="rId3" Type="http://schemas.openxmlformats.org/officeDocument/2006/relationships/tags" Target="../tags/tag72.xml"/><Relationship Id="rId21" Type="http://schemas.openxmlformats.org/officeDocument/2006/relationships/notesSlide" Target="../notesSlides/notesSlide4.xml"/><Relationship Id="rId7" Type="http://schemas.openxmlformats.org/officeDocument/2006/relationships/tags" Target="../tags/tag76.xml"/><Relationship Id="rId12" Type="http://schemas.openxmlformats.org/officeDocument/2006/relationships/tags" Target="../tags/tag81.xml"/><Relationship Id="rId17" Type="http://schemas.openxmlformats.org/officeDocument/2006/relationships/tags" Target="../tags/tag86.xml"/><Relationship Id="rId2" Type="http://schemas.openxmlformats.org/officeDocument/2006/relationships/tags" Target="../tags/tag71.xml"/><Relationship Id="rId16" Type="http://schemas.openxmlformats.org/officeDocument/2006/relationships/tags" Target="../tags/tag85.xml"/><Relationship Id="rId20" Type="http://schemas.openxmlformats.org/officeDocument/2006/relationships/slideLayout" Target="../slideLayouts/slideLayout1.xml"/><Relationship Id="rId1" Type="http://schemas.openxmlformats.org/officeDocument/2006/relationships/tags" Target="../tags/tag70.xml"/><Relationship Id="rId6" Type="http://schemas.openxmlformats.org/officeDocument/2006/relationships/tags" Target="../tags/tag75.xml"/><Relationship Id="rId11" Type="http://schemas.openxmlformats.org/officeDocument/2006/relationships/tags" Target="../tags/tag80.xml"/><Relationship Id="rId5" Type="http://schemas.openxmlformats.org/officeDocument/2006/relationships/tags" Target="../tags/tag74.xml"/><Relationship Id="rId15" Type="http://schemas.openxmlformats.org/officeDocument/2006/relationships/tags" Target="../tags/tag84.xml"/><Relationship Id="rId10" Type="http://schemas.openxmlformats.org/officeDocument/2006/relationships/tags" Target="../tags/tag79.xml"/><Relationship Id="rId19" Type="http://schemas.openxmlformats.org/officeDocument/2006/relationships/tags" Target="../tags/tag88.xml"/><Relationship Id="rId4" Type="http://schemas.openxmlformats.org/officeDocument/2006/relationships/tags" Target="../tags/tag73.xml"/><Relationship Id="rId9" Type="http://schemas.openxmlformats.org/officeDocument/2006/relationships/tags" Target="../tags/tag78.xml"/><Relationship Id="rId14" Type="http://schemas.openxmlformats.org/officeDocument/2006/relationships/tags" Target="../tags/tag83.xml"/><Relationship Id="rId22" Type="http://schemas.openxmlformats.org/officeDocument/2006/relationships/image" Target="../media/image2.png"/></Relationships>
</file>

<file path=ppt/slides/_rels/slide5.xml.rels><?xml version="1.0" encoding="UTF-8" standalone="yes"?>
<Relationships xmlns="http://schemas.openxmlformats.org/package/2006/relationships"><Relationship Id="rId8" Type="http://schemas.openxmlformats.org/officeDocument/2006/relationships/tags" Target="../tags/tag96.xml"/><Relationship Id="rId13" Type="http://schemas.openxmlformats.org/officeDocument/2006/relationships/tags" Target="../tags/tag101.xml"/><Relationship Id="rId18" Type="http://schemas.openxmlformats.org/officeDocument/2006/relationships/tags" Target="../tags/tag106.xml"/><Relationship Id="rId26" Type="http://schemas.openxmlformats.org/officeDocument/2006/relationships/tags" Target="../tags/tag114.xml"/><Relationship Id="rId3" Type="http://schemas.openxmlformats.org/officeDocument/2006/relationships/tags" Target="../tags/tag91.xml"/><Relationship Id="rId21" Type="http://schemas.openxmlformats.org/officeDocument/2006/relationships/tags" Target="../tags/tag109.xml"/><Relationship Id="rId7" Type="http://schemas.openxmlformats.org/officeDocument/2006/relationships/tags" Target="../tags/tag95.xml"/><Relationship Id="rId12" Type="http://schemas.openxmlformats.org/officeDocument/2006/relationships/tags" Target="../tags/tag100.xml"/><Relationship Id="rId17" Type="http://schemas.openxmlformats.org/officeDocument/2006/relationships/tags" Target="../tags/tag105.xml"/><Relationship Id="rId25" Type="http://schemas.openxmlformats.org/officeDocument/2006/relationships/tags" Target="../tags/tag113.xml"/><Relationship Id="rId2" Type="http://schemas.openxmlformats.org/officeDocument/2006/relationships/tags" Target="../tags/tag90.xml"/><Relationship Id="rId16" Type="http://schemas.openxmlformats.org/officeDocument/2006/relationships/tags" Target="../tags/tag104.xml"/><Relationship Id="rId20" Type="http://schemas.openxmlformats.org/officeDocument/2006/relationships/tags" Target="../tags/tag108.xml"/><Relationship Id="rId29" Type="http://schemas.openxmlformats.org/officeDocument/2006/relationships/slideLayout" Target="../slideLayouts/slideLayout1.xml"/><Relationship Id="rId1" Type="http://schemas.openxmlformats.org/officeDocument/2006/relationships/tags" Target="../tags/tag89.xml"/><Relationship Id="rId6" Type="http://schemas.openxmlformats.org/officeDocument/2006/relationships/tags" Target="../tags/tag94.xml"/><Relationship Id="rId11" Type="http://schemas.openxmlformats.org/officeDocument/2006/relationships/tags" Target="../tags/tag99.xml"/><Relationship Id="rId24" Type="http://schemas.openxmlformats.org/officeDocument/2006/relationships/tags" Target="../tags/tag112.xml"/><Relationship Id="rId5" Type="http://schemas.openxmlformats.org/officeDocument/2006/relationships/tags" Target="../tags/tag93.xml"/><Relationship Id="rId15" Type="http://schemas.openxmlformats.org/officeDocument/2006/relationships/tags" Target="../tags/tag103.xml"/><Relationship Id="rId23" Type="http://schemas.openxmlformats.org/officeDocument/2006/relationships/tags" Target="../tags/tag111.xml"/><Relationship Id="rId28" Type="http://schemas.openxmlformats.org/officeDocument/2006/relationships/tags" Target="../tags/tag116.xml"/><Relationship Id="rId10" Type="http://schemas.openxmlformats.org/officeDocument/2006/relationships/tags" Target="../tags/tag98.xml"/><Relationship Id="rId19" Type="http://schemas.openxmlformats.org/officeDocument/2006/relationships/tags" Target="../tags/tag107.xml"/><Relationship Id="rId31" Type="http://schemas.openxmlformats.org/officeDocument/2006/relationships/image" Target="../media/image3.gif"/><Relationship Id="rId4" Type="http://schemas.openxmlformats.org/officeDocument/2006/relationships/tags" Target="../tags/tag92.xml"/><Relationship Id="rId9" Type="http://schemas.openxmlformats.org/officeDocument/2006/relationships/tags" Target="../tags/tag97.xml"/><Relationship Id="rId14" Type="http://schemas.openxmlformats.org/officeDocument/2006/relationships/tags" Target="../tags/tag102.xml"/><Relationship Id="rId22" Type="http://schemas.openxmlformats.org/officeDocument/2006/relationships/tags" Target="../tags/tag110.xml"/><Relationship Id="rId27" Type="http://schemas.openxmlformats.org/officeDocument/2006/relationships/tags" Target="../tags/tag115.xml"/><Relationship Id="rId3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8" Type="http://schemas.openxmlformats.org/officeDocument/2006/relationships/tags" Target="../tags/tag124.xml"/><Relationship Id="rId13" Type="http://schemas.openxmlformats.org/officeDocument/2006/relationships/tags" Target="../tags/tag129.xml"/><Relationship Id="rId18" Type="http://schemas.openxmlformats.org/officeDocument/2006/relationships/tags" Target="../tags/tag134.xml"/><Relationship Id="rId26" Type="http://schemas.openxmlformats.org/officeDocument/2006/relationships/tags" Target="../tags/tag142.xml"/><Relationship Id="rId3" Type="http://schemas.openxmlformats.org/officeDocument/2006/relationships/tags" Target="../tags/tag119.xml"/><Relationship Id="rId21" Type="http://schemas.openxmlformats.org/officeDocument/2006/relationships/tags" Target="../tags/tag137.xml"/><Relationship Id="rId34" Type="http://schemas.openxmlformats.org/officeDocument/2006/relationships/slideLayout" Target="../slideLayouts/slideLayout1.xml"/><Relationship Id="rId7" Type="http://schemas.openxmlformats.org/officeDocument/2006/relationships/tags" Target="../tags/tag123.xml"/><Relationship Id="rId12" Type="http://schemas.openxmlformats.org/officeDocument/2006/relationships/tags" Target="../tags/tag128.xml"/><Relationship Id="rId17" Type="http://schemas.openxmlformats.org/officeDocument/2006/relationships/tags" Target="../tags/tag133.xml"/><Relationship Id="rId25" Type="http://schemas.openxmlformats.org/officeDocument/2006/relationships/tags" Target="../tags/tag141.xml"/><Relationship Id="rId33" Type="http://schemas.openxmlformats.org/officeDocument/2006/relationships/tags" Target="../tags/tag149.xml"/><Relationship Id="rId2" Type="http://schemas.openxmlformats.org/officeDocument/2006/relationships/tags" Target="../tags/tag118.xml"/><Relationship Id="rId16" Type="http://schemas.openxmlformats.org/officeDocument/2006/relationships/tags" Target="../tags/tag132.xml"/><Relationship Id="rId20" Type="http://schemas.openxmlformats.org/officeDocument/2006/relationships/tags" Target="../tags/tag136.xml"/><Relationship Id="rId29" Type="http://schemas.openxmlformats.org/officeDocument/2006/relationships/tags" Target="../tags/tag145.xml"/><Relationship Id="rId1" Type="http://schemas.openxmlformats.org/officeDocument/2006/relationships/tags" Target="../tags/tag117.xml"/><Relationship Id="rId6" Type="http://schemas.openxmlformats.org/officeDocument/2006/relationships/tags" Target="../tags/tag122.xml"/><Relationship Id="rId11" Type="http://schemas.openxmlformats.org/officeDocument/2006/relationships/tags" Target="../tags/tag127.xml"/><Relationship Id="rId24" Type="http://schemas.openxmlformats.org/officeDocument/2006/relationships/tags" Target="../tags/tag140.xml"/><Relationship Id="rId32" Type="http://schemas.openxmlformats.org/officeDocument/2006/relationships/tags" Target="../tags/tag148.xml"/><Relationship Id="rId5" Type="http://schemas.openxmlformats.org/officeDocument/2006/relationships/tags" Target="../tags/tag121.xml"/><Relationship Id="rId15" Type="http://schemas.openxmlformats.org/officeDocument/2006/relationships/tags" Target="../tags/tag131.xml"/><Relationship Id="rId23" Type="http://schemas.openxmlformats.org/officeDocument/2006/relationships/tags" Target="../tags/tag139.xml"/><Relationship Id="rId28" Type="http://schemas.openxmlformats.org/officeDocument/2006/relationships/tags" Target="../tags/tag144.xml"/><Relationship Id="rId36" Type="http://schemas.openxmlformats.org/officeDocument/2006/relationships/image" Target="../media/image4.png"/><Relationship Id="rId10" Type="http://schemas.openxmlformats.org/officeDocument/2006/relationships/tags" Target="../tags/tag126.xml"/><Relationship Id="rId19" Type="http://schemas.openxmlformats.org/officeDocument/2006/relationships/tags" Target="../tags/tag135.xml"/><Relationship Id="rId31" Type="http://schemas.openxmlformats.org/officeDocument/2006/relationships/tags" Target="../tags/tag147.xml"/><Relationship Id="rId4" Type="http://schemas.openxmlformats.org/officeDocument/2006/relationships/tags" Target="../tags/tag120.xml"/><Relationship Id="rId9" Type="http://schemas.openxmlformats.org/officeDocument/2006/relationships/tags" Target="../tags/tag125.xml"/><Relationship Id="rId14" Type="http://schemas.openxmlformats.org/officeDocument/2006/relationships/tags" Target="../tags/tag130.xml"/><Relationship Id="rId22" Type="http://schemas.openxmlformats.org/officeDocument/2006/relationships/tags" Target="../tags/tag138.xml"/><Relationship Id="rId27" Type="http://schemas.openxmlformats.org/officeDocument/2006/relationships/tags" Target="../tags/tag143.xml"/><Relationship Id="rId30" Type="http://schemas.openxmlformats.org/officeDocument/2006/relationships/tags" Target="../tags/tag146.xml"/><Relationship Id="rId3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8" Type="http://schemas.openxmlformats.org/officeDocument/2006/relationships/tags" Target="../tags/tag157.xml"/><Relationship Id="rId13" Type="http://schemas.openxmlformats.org/officeDocument/2006/relationships/tags" Target="../tags/tag162.xml"/><Relationship Id="rId18" Type="http://schemas.openxmlformats.org/officeDocument/2006/relationships/tags" Target="../tags/tag167.xml"/><Relationship Id="rId26" Type="http://schemas.openxmlformats.org/officeDocument/2006/relationships/tags" Target="../tags/tag175.xml"/><Relationship Id="rId39" Type="http://schemas.openxmlformats.org/officeDocument/2006/relationships/slideLayout" Target="../slideLayouts/slideLayout1.xml"/><Relationship Id="rId3" Type="http://schemas.openxmlformats.org/officeDocument/2006/relationships/tags" Target="../tags/tag152.xml"/><Relationship Id="rId21" Type="http://schemas.openxmlformats.org/officeDocument/2006/relationships/tags" Target="../tags/tag170.xml"/><Relationship Id="rId34" Type="http://schemas.openxmlformats.org/officeDocument/2006/relationships/tags" Target="../tags/tag183.xml"/><Relationship Id="rId7" Type="http://schemas.openxmlformats.org/officeDocument/2006/relationships/tags" Target="../tags/tag156.xml"/><Relationship Id="rId12" Type="http://schemas.openxmlformats.org/officeDocument/2006/relationships/tags" Target="../tags/tag161.xml"/><Relationship Id="rId17" Type="http://schemas.openxmlformats.org/officeDocument/2006/relationships/tags" Target="../tags/tag166.xml"/><Relationship Id="rId25" Type="http://schemas.openxmlformats.org/officeDocument/2006/relationships/tags" Target="../tags/tag174.xml"/><Relationship Id="rId33" Type="http://schemas.openxmlformats.org/officeDocument/2006/relationships/tags" Target="../tags/tag182.xml"/><Relationship Id="rId38" Type="http://schemas.openxmlformats.org/officeDocument/2006/relationships/tags" Target="../tags/tag187.xml"/><Relationship Id="rId2" Type="http://schemas.openxmlformats.org/officeDocument/2006/relationships/tags" Target="../tags/tag151.xml"/><Relationship Id="rId16" Type="http://schemas.openxmlformats.org/officeDocument/2006/relationships/tags" Target="../tags/tag165.xml"/><Relationship Id="rId20" Type="http://schemas.openxmlformats.org/officeDocument/2006/relationships/tags" Target="../tags/tag169.xml"/><Relationship Id="rId29" Type="http://schemas.openxmlformats.org/officeDocument/2006/relationships/tags" Target="../tags/tag178.xml"/><Relationship Id="rId1" Type="http://schemas.openxmlformats.org/officeDocument/2006/relationships/tags" Target="../tags/tag150.xml"/><Relationship Id="rId6" Type="http://schemas.openxmlformats.org/officeDocument/2006/relationships/tags" Target="../tags/tag155.xml"/><Relationship Id="rId11" Type="http://schemas.openxmlformats.org/officeDocument/2006/relationships/tags" Target="../tags/tag160.xml"/><Relationship Id="rId24" Type="http://schemas.openxmlformats.org/officeDocument/2006/relationships/tags" Target="../tags/tag173.xml"/><Relationship Id="rId32" Type="http://schemas.openxmlformats.org/officeDocument/2006/relationships/tags" Target="../tags/tag181.xml"/><Relationship Id="rId37" Type="http://schemas.openxmlformats.org/officeDocument/2006/relationships/tags" Target="../tags/tag186.xml"/><Relationship Id="rId40" Type="http://schemas.openxmlformats.org/officeDocument/2006/relationships/notesSlide" Target="../notesSlides/notesSlide7.xml"/><Relationship Id="rId5" Type="http://schemas.openxmlformats.org/officeDocument/2006/relationships/tags" Target="../tags/tag154.xml"/><Relationship Id="rId15" Type="http://schemas.openxmlformats.org/officeDocument/2006/relationships/tags" Target="../tags/tag164.xml"/><Relationship Id="rId23" Type="http://schemas.openxmlformats.org/officeDocument/2006/relationships/tags" Target="../tags/tag172.xml"/><Relationship Id="rId28" Type="http://schemas.openxmlformats.org/officeDocument/2006/relationships/tags" Target="../tags/tag177.xml"/><Relationship Id="rId36" Type="http://schemas.openxmlformats.org/officeDocument/2006/relationships/tags" Target="../tags/tag185.xml"/><Relationship Id="rId10" Type="http://schemas.openxmlformats.org/officeDocument/2006/relationships/tags" Target="../tags/tag159.xml"/><Relationship Id="rId19" Type="http://schemas.openxmlformats.org/officeDocument/2006/relationships/tags" Target="../tags/tag168.xml"/><Relationship Id="rId31" Type="http://schemas.openxmlformats.org/officeDocument/2006/relationships/tags" Target="../tags/tag180.xml"/><Relationship Id="rId4" Type="http://schemas.openxmlformats.org/officeDocument/2006/relationships/tags" Target="../tags/tag153.xml"/><Relationship Id="rId9" Type="http://schemas.openxmlformats.org/officeDocument/2006/relationships/tags" Target="../tags/tag158.xml"/><Relationship Id="rId14" Type="http://schemas.openxmlformats.org/officeDocument/2006/relationships/tags" Target="../tags/tag163.xml"/><Relationship Id="rId22" Type="http://schemas.openxmlformats.org/officeDocument/2006/relationships/tags" Target="../tags/tag171.xml"/><Relationship Id="rId27" Type="http://schemas.openxmlformats.org/officeDocument/2006/relationships/tags" Target="../tags/tag176.xml"/><Relationship Id="rId30" Type="http://schemas.openxmlformats.org/officeDocument/2006/relationships/tags" Target="../tags/tag179.xml"/><Relationship Id="rId35" Type="http://schemas.openxmlformats.org/officeDocument/2006/relationships/tags" Target="../tags/tag184.xml"/></Relationships>
</file>

<file path=ppt/slides/_rels/slide8.xml.rels><?xml version="1.0" encoding="UTF-8" standalone="yes"?>
<Relationships xmlns="http://schemas.openxmlformats.org/package/2006/relationships"><Relationship Id="rId8" Type="http://schemas.openxmlformats.org/officeDocument/2006/relationships/tags" Target="../tags/tag195.xml"/><Relationship Id="rId13" Type="http://schemas.openxmlformats.org/officeDocument/2006/relationships/tags" Target="../tags/tag200.xml"/><Relationship Id="rId18" Type="http://schemas.openxmlformats.org/officeDocument/2006/relationships/tags" Target="../tags/tag205.xml"/><Relationship Id="rId26" Type="http://schemas.openxmlformats.org/officeDocument/2006/relationships/image" Target="../media/image5.png"/><Relationship Id="rId3" Type="http://schemas.openxmlformats.org/officeDocument/2006/relationships/tags" Target="../tags/tag190.xml"/><Relationship Id="rId21" Type="http://schemas.openxmlformats.org/officeDocument/2006/relationships/tags" Target="../tags/tag208.xml"/><Relationship Id="rId7" Type="http://schemas.openxmlformats.org/officeDocument/2006/relationships/tags" Target="../tags/tag194.xml"/><Relationship Id="rId12" Type="http://schemas.openxmlformats.org/officeDocument/2006/relationships/tags" Target="../tags/tag199.xml"/><Relationship Id="rId17" Type="http://schemas.openxmlformats.org/officeDocument/2006/relationships/tags" Target="../tags/tag204.xml"/><Relationship Id="rId25" Type="http://schemas.openxmlformats.org/officeDocument/2006/relationships/notesSlide" Target="../notesSlides/notesSlide8.xml"/><Relationship Id="rId2" Type="http://schemas.openxmlformats.org/officeDocument/2006/relationships/tags" Target="../tags/tag189.xml"/><Relationship Id="rId16" Type="http://schemas.openxmlformats.org/officeDocument/2006/relationships/tags" Target="../tags/tag203.xml"/><Relationship Id="rId20" Type="http://schemas.openxmlformats.org/officeDocument/2006/relationships/tags" Target="../tags/tag207.xml"/><Relationship Id="rId1" Type="http://schemas.openxmlformats.org/officeDocument/2006/relationships/tags" Target="../tags/tag188.xml"/><Relationship Id="rId6" Type="http://schemas.openxmlformats.org/officeDocument/2006/relationships/tags" Target="../tags/tag193.xml"/><Relationship Id="rId11" Type="http://schemas.openxmlformats.org/officeDocument/2006/relationships/tags" Target="../tags/tag198.xml"/><Relationship Id="rId24" Type="http://schemas.openxmlformats.org/officeDocument/2006/relationships/slideLayout" Target="../slideLayouts/slideLayout1.xml"/><Relationship Id="rId5" Type="http://schemas.openxmlformats.org/officeDocument/2006/relationships/tags" Target="../tags/tag192.xml"/><Relationship Id="rId15" Type="http://schemas.openxmlformats.org/officeDocument/2006/relationships/tags" Target="../tags/tag202.xml"/><Relationship Id="rId23" Type="http://schemas.openxmlformats.org/officeDocument/2006/relationships/tags" Target="../tags/tag210.xml"/><Relationship Id="rId10" Type="http://schemas.openxmlformats.org/officeDocument/2006/relationships/tags" Target="../tags/tag197.xml"/><Relationship Id="rId19" Type="http://schemas.openxmlformats.org/officeDocument/2006/relationships/tags" Target="../tags/tag206.xml"/><Relationship Id="rId4" Type="http://schemas.openxmlformats.org/officeDocument/2006/relationships/tags" Target="../tags/tag191.xml"/><Relationship Id="rId9" Type="http://schemas.openxmlformats.org/officeDocument/2006/relationships/tags" Target="../tags/tag196.xml"/><Relationship Id="rId14" Type="http://schemas.openxmlformats.org/officeDocument/2006/relationships/tags" Target="../tags/tag201.xml"/><Relationship Id="rId22" Type="http://schemas.openxmlformats.org/officeDocument/2006/relationships/tags" Target="../tags/tag209.xml"/></Relationships>
</file>

<file path=ppt/slides/_rels/slide9.xml.rels><?xml version="1.0" encoding="UTF-8" standalone="yes"?>
<Relationships xmlns="http://schemas.openxmlformats.org/package/2006/relationships"><Relationship Id="rId8" Type="http://schemas.openxmlformats.org/officeDocument/2006/relationships/tags" Target="../tags/tag218.xml"/><Relationship Id="rId13" Type="http://schemas.openxmlformats.org/officeDocument/2006/relationships/tags" Target="../tags/tag223.xml"/><Relationship Id="rId18" Type="http://schemas.openxmlformats.org/officeDocument/2006/relationships/tags" Target="../tags/tag228.xml"/><Relationship Id="rId26" Type="http://schemas.openxmlformats.org/officeDocument/2006/relationships/image" Target="../media/image6.png"/><Relationship Id="rId3" Type="http://schemas.openxmlformats.org/officeDocument/2006/relationships/tags" Target="../tags/tag213.xml"/><Relationship Id="rId21" Type="http://schemas.openxmlformats.org/officeDocument/2006/relationships/tags" Target="../tags/tag231.xml"/><Relationship Id="rId7" Type="http://schemas.openxmlformats.org/officeDocument/2006/relationships/tags" Target="../tags/tag217.xml"/><Relationship Id="rId12" Type="http://schemas.openxmlformats.org/officeDocument/2006/relationships/tags" Target="../tags/tag222.xml"/><Relationship Id="rId17" Type="http://schemas.openxmlformats.org/officeDocument/2006/relationships/tags" Target="../tags/tag227.xml"/><Relationship Id="rId25" Type="http://schemas.openxmlformats.org/officeDocument/2006/relationships/notesSlide" Target="../notesSlides/notesSlide9.xml"/><Relationship Id="rId2" Type="http://schemas.openxmlformats.org/officeDocument/2006/relationships/tags" Target="../tags/tag212.xml"/><Relationship Id="rId16" Type="http://schemas.openxmlformats.org/officeDocument/2006/relationships/tags" Target="../tags/tag226.xml"/><Relationship Id="rId20" Type="http://schemas.openxmlformats.org/officeDocument/2006/relationships/tags" Target="../tags/tag230.xml"/><Relationship Id="rId1" Type="http://schemas.openxmlformats.org/officeDocument/2006/relationships/tags" Target="../tags/tag211.xml"/><Relationship Id="rId6" Type="http://schemas.openxmlformats.org/officeDocument/2006/relationships/tags" Target="../tags/tag216.xml"/><Relationship Id="rId11" Type="http://schemas.openxmlformats.org/officeDocument/2006/relationships/tags" Target="../tags/tag221.xml"/><Relationship Id="rId24" Type="http://schemas.openxmlformats.org/officeDocument/2006/relationships/slideLayout" Target="../slideLayouts/slideLayout1.xml"/><Relationship Id="rId5" Type="http://schemas.openxmlformats.org/officeDocument/2006/relationships/tags" Target="../tags/tag215.xml"/><Relationship Id="rId15" Type="http://schemas.openxmlformats.org/officeDocument/2006/relationships/tags" Target="../tags/tag225.xml"/><Relationship Id="rId23" Type="http://schemas.openxmlformats.org/officeDocument/2006/relationships/tags" Target="../tags/tag233.xml"/><Relationship Id="rId10" Type="http://schemas.openxmlformats.org/officeDocument/2006/relationships/tags" Target="../tags/tag220.xml"/><Relationship Id="rId19" Type="http://schemas.openxmlformats.org/officeDocument/2006/relationships/tags" Target="../tags/tag229.xml"/><Relationship Id="rId4" Type="http://schemas.openxmlformats.org/officeDocument/2006/relationships/tags" Target="../tags/tag214.xml"/><Relationship Id="rId9" Type="http://schemas.openxmlformats.org/officeDocument/2006/relationships/tags" Target="../tags/tag219.xml"/><Relationship Id="rId14" Type="http://schemas.openxmlformats.org/officeDocument/2006/relationships/tags" Target="../tags/tag224.xml"/><Relationship Id="rId22" Type="http://schemas.openxmlformats.org/officeDocument/2006/relationships/tags" Target="../tags/tag232.xml"/><Relationship Id="rId27" Type="http://schemas.openxmlformats.org/officeDocument/2006/relationships/image" Target="../media/image7.png"/></Relationships>
</file>

<file path=ppt/slides/_rels/slide10.xml.rels><?xml version="1.0" encoding="UTF-8" standalone="yes"?>
<Relationships xmlns="http://schemas.openxmlformats.org/package/2006/relationships"><Relationship Id="rId13" Type="http://schemas.openxmlformats.org/officeDocument/2006/relationships/tags" Target="../tags/tag246.xml"/><Relationship Id="rId18" Type="http://schemas.openxmlformats.org/officeDocument/2006/relationships/tags" Target="../tags/tag251.xml"/><Relationship Id="rId26" Type="http://schemas.openxmlformats.org/officeDocument/2006/relationships/tags" Target="../tags/tag259.xml"/><Relationship Id="rId39" Type="http://schemas.openxmlformats.org/officeDocument/2006/relationships/tags" Target="../tags/tag272.xml"/><Relationship Id="rId21" Type="http://schemas.openxmlformats.org/officeDocument/2006/relationships/tags" Target="../tags/tag254.xml"/><Relationship Id="rId34" Type="http://schemas.openxmlformats.org/officeDocument/2006/relationships/tags" Target="../tags/tag267.xml"/><Relationship Id="rId42" Type="http://schemas.openxmlformats.org/officeDocument/2006/relationships/tags" Target="../tags/tag275.xml"/><Relationship Id="rId47" Type="http://schemas.openxmlformats.org/officeDocument/2006/relationships/tags" Target="../tags/tag280.xml"/><Relationship Id="rId50" Type="http://schemas.openxmlformats.org/officeDocument/2006/relationships/tags" Target="../tags/tag283.xml"/><Relationship Id="rId55" Type="http://schemas.openxmlformats.org/officeDocument/2006/relationships/tags" Target="../tags/tag288.xml"/><Relationship Id="rId7" Type="http://schemas.openxmlformats.org/officeDocument/2006/relationships/tags" Target="../tags/tag240.xml"/><Relationship Id="rId12" Type="http://schemas.openxmlformats.org/officeDocument/2006/relationships/tags" Target="../tags/tag245.xml"/><Relationship Id="rId17" Type="http://schemas.openxmlformats.org/officeDocument/2006/relationships/tags" Target="../tags/tag250.xml"/><Relationship Id="rId25" Type="http://schemas.openxmlformats.org/officeDocument/2006/relationships/tags" Target="../tags/tag258.xml"/><Relationship Id="rId33" Type="http://schemas.openxmlformats.org/officeDocument/2006/relationships/tags" Target="../tags/tag266.xml"/><Relationship Id="rId38" Type="http://schemas.openxmlformats.org/officeDocument/2006/relationships/tags" Target="../tags/tag271.xml"/><Relationship Id="rId46" Type="http://schemas.openxmlformats.org/officeDocument/2006/relationships/tags" Target="../tags/tag279.xml"/><Relationship Id="rId2" Type="http://schemas.openxmlformats.org/officeDocument/2006/relationships/tags" Target="../tags/tag235.xml"/><Relationship Id="rId16" Type="http://schemas.openxmlformats.org/officeDocument/2006/relationships/tags" Target="../tags/tag249.xml"/><Relationship Id="rId20" Type="http://schemas.openxmlformats.org/officeDocument/2006/relationships/tags" Target="../tags/tag253.xml"/><Relationship Id="rId29" Type="http://schemas.openxmlformats.org/officeDocument/2006/relationships/tags" Target="../tags/tag262.xml"/><Relationship Id="rId41" Type="http://schemas.openxmlformats.org/officeDocument/2006/relationships/tags" Target="../tags/tag274.xml"/><Relationship Id="rId54" Type="http://schemas.openxmlformats.org/officeDocument/2006/relationships/tags" Target="../tags/tag287.xml"/><Relationship Id="rId1" Type="http://schemas.openxmlformats.org/officeDocument/2006/relationships/tags" Target="../tags/tag234.xml"/><Relationship Id="rId6" Type="http://schemas.openxmlformats.org/officeDocument/2006/relationships/tags" Target="../tags/tag239.xml"/><Relationship Id="rId11" Type="http://schemas.openxmlformats.org/officeDocument/2006/relationships/tags" Target="../tags/tag244.xml"/><Relationship Id="rId24" Type="http://schemas.openxmlformats.org/officeDocument/2006/relationships/tags" Target="../tags/tag257.xml"/><Relationship Id="rId32" Type="http://schemas.openxmlformats.org/officeDocument/2006/relationships/tags" Target="../tags/tag265.xml"/><Relationship Id="rId37" Type="http://schemas.openxmlformats.org/officeDocument/2006/relationships/tags" Target="../tags/tag270.xml"/><Relationship Id="rId40" Type="http://schemas.openxmlformats.org/officeDocument/2006/relationships/tags" Target="../tags/tag273.xml"/><Relationship Id="rId45" Type="http://schemas.openxmlformats.org/officeDocument/2006/relationships/tags" Target="../tags/tag278.xml"/><Relationship Id="rId53" Type="http://schemas.openxmlformats.org/officeDocument/2006/relationships/tags" Target="../tags/tag286.xml"/><Relationship Id="rId58" Type="http://schemas.openxmlformats.org/officeDocument/2006/relationships/notesSlide" Target="../notesSlides/notesSlide10.xml"/><Relationship Id="rId5" Type="http://schemas.openxmlformats.org/officeDocument/2006/relationships/tags" Target="../tags/tag238.xml"/><Relationship Id="rId15" Type="http://schemas.openxmlformats.org/officeDocument/2006/relationships/tags" Target="../tags/tag248.xml"/><Relationship Id="rId23" Type="http://schemas.openxmlformats.org/officeDocument/2006/relationships/tags" Target="../tags/tag256.xml"/><Relationship Id="rId28" Type="http://schemas.openxmlformats.org/officeDocument/2006/relationships/tags" Target="../tags/tag261.xml"/><Relationship Id="rId36" Type="http://schemas.openxmlformats.org/officeDocument/2006/relationships/tags" Target="../tags/tag269.xml"/><Relationship Id="rId49" Type="http://schemas.openxmlformats.org/officeDocument/2006/relationships/tags" Target="../tags/tag282.xml"/><Relationship Id="rId57" Type="http://schemas.openxmlformats.org/officeDocument/2006/relationships/slideLayout" Target="../slideLayouts/slideLayout1.xml"/><Relationship Id="rId10" Type="http://schemas.openxmlformats.org/officeDocument/2006/relationships/tags" Target="../tags/tag243.xml"/><Relationship Id="rId19" Type="http://schemas.openxmlformats.org/officeDocument/2006/relationships/tags" Target="../tags/tag252.xml"/><Relationship Id="rId31" Type="http://schemas.openxmlformats.org/officeDocument/2006/relationships/tags" Target="../tags/tag264.xml"/><Relationship Id="rId44" Type="http://schemas.openxmlformats.org/officeDocument/2006/relationships/tags" Target="../tags/tag277.xml"/><Relationship Id="rId52" Type="http://schemas.openxmlformats.org/officeDocument/2006/relationships/tags" Target="../tags/tag285.xml"/><Relationship Id="rId4" Type="http://schemas.openxmlformats.org/officeDocument/2006/relationships/tags" Target="../tags/tag237.xml"/><Relationship Id="rId9" Type="http://schemas.openxmlformats.org/officeDocument/2006/relationships/tags" Target="../tags/tag242.xml"/><Relationship Id="rId14" Type="http://schemas.openxmlformats.org/officeDocument/2006/relationships/tags" Target="../tags/tag247.xml"/><Relationship Id="rId22" Type="http://schemas.openxmlformats.org/officeDocument/2006/relationships/tags" Target="../tags/tag255.xml"/><Relationship Id="rId27" Type="http://schemas.openxmlformats.org/officeDocument/2006/relationships/tags" Target="../tags/tag260.xml"/><Relationship Id="rId30" Type="http://schemas.openxmlformats.org/officeDocument/2006/relationships/tags" Target="../tags/tag263.xml"/><Relationship Id="rId35" Type="http://schemas.openxmlformats.org/officeDocument/2006/relationships/tags" Target="../tags/tag268.xml"/><Relationship Id="rId43" Type="http://schemas.openxmlformats.org/officeDocument/2006/relationships/tags" Target="../tags/tag276.xml"/><Relationship Id="rId48" Type="http://schemas.openxmlformats.org/officeDocument/2006/relationships/tags" Target="../tags/tag281.xml"/><Relationship Id="rId56" Type="http://schemas.openxmlformats.org/officeDocument/2006/relationships/tags" Target="../tags/tag289.xml"/><Relationship Id="rId8" Type="http://schemas.openxmlformats.org/officeDocument/2006/relationships/tags" Target="../tags/tag241.xml"/><Relationship Id="rId51" Type="http://schemas.openxmlformats.org/officeDocument/2006/relationships/tags" Target="../tags/tag284.xml"/><Relationship Id="rId3" Type="http://schemas.openxmlformats.org/officeDocument/2006/relationships/tags" Target="../tags/tag236.xml"/></Relationships>
</file>

<file path=ppt/slides/_rels/slide11.xml.rels><?xml version="1.0" encoding="UTF-8" standalone="yes"?>
<Relationships xmlns="http://schemas.openxmlformats.org/package/2006/relationships"><Relationship Id="rId8" Type="http://schemas.openxmlformats.org/officeDocument/2006/relationships/tags" Target="../tags/tag297.xml"/><Relationship Id="rId13" Type="http://schemas.openxmlformats.org/officeDocument/2006/relationships/tags" Target="../tags/tag302.xml"/><Relationship Id="rId18" Type="http://schemas.openxmlformats.org/officeDocument/2006/relationships/tags" Target="../tags/tag307.xml"/><Relationship Id="rId26" Type="http://schemas.openxmlformats.org/officeDocument/2006/relationships/tags" Target="../tags/tag315.xml"/><Relationship Id="rId3" Type="http://schemas.openxmlformats.org/officeDocument/2006/relationships/tags" Target="../tags/tag292.xml"/><Relationship Id="rId21" Type="http://schemas.openxmlformats.org/officeDocument/2006/relationships/tags" Target="../tags/tag310.xml"/><Relationship Id="rId34" Type="http://schemas.openxmlformats.org/officeDocument/2006/relationships/tags" Target="../tags/tag323.xml"/><Relationship Id="rId7" Type="http://schemas.openxmlformats.org/officeDocument/2006/relationships/tags" Target="../tags/tag296.xml"/><Relationship Id="rId12" Type="http://schemas.openxmlformats.org/officeDocument/2006/relationships/tags" Target="../tags/tag301.xml"/><Relationship Id="rId17" Type="http://schemas.openxmlformats.org/officeDocument/2006/relationships/tags" Target="../tags/tag306.xml"/><Relationship Id="rId25" Type="http://schemas.openxmlformats.org/officeDocument/2006/relationships/tags" Target="../tags/tag314.xml"/><Relationship Id="rId33" Type="http://schemas.openxmlformats.org/officeDocument/2006/relationships/tags" Target="../tags/tag322.xml"/><Relationship Id="rId2" Type="http://schemas.openxmlformats.org/officeDocument/2006/relationships/tags" Target="../tags/tag291.xml"/><Relationship Id="rId16" Type="http://schemas.openxmlformats.org/officeDocument/2006/relationships/tags" Target="../tags/tag305.xml"/><Relationship Id="rId20" Type="http://schemas.openxmlformats.org/officeDocument/2006/relationships/tags" Target="../tags/tag309.xml"/><Relationship Id="rId29" Type="http://schemas.openxmlformats.org/officeDocument/2006/relationships/tags" Target="../tags/tag318.xml"/><Relationship Id="rId1" Type="http://schemas.openxmlformats.org/officeDocument/2006/relationships/tags" Target="../tags/tag290.xml"/><Relationship Id="rId6" Type="http://schemas.openxmlformats.org/officeDocument/2006/relationships/tags" Target="../tags/tag295.xml"/><Relationship Id="rId11" Type="http://schemas.openxmlformats.org/officeDocument/2006/relationships/tags" Target="../tags/tag300.xml"/><Relationship Id="rId24" Type="http://schemas.openxmlformats.org/officeDocument/2006/relationships/tags" Target="../tags/tag313.xml"/><Relationship Id="rId32" Type="http://schemas.openxmlformats.org/officeDocument/2006/relationships/tags" Target="../tags/tag321.xml"/><Relationship Id="rId37" Type="http://schemas.openxmlformats.org/officeDocument/2006/relationships/notesSlide" Target="../notesSlides/notesSlide11.xml"/><Relationship Id="rId5" Type="http://schemas.openxmlformats.org/officeDocument/2006/relationships/tags" Target="../tags/tag294.xml"/><Relationship Id="rId15" Type="http://schemas.openxmlformats.org/officeDocument/2006/relationships/tags" Target="../tags/tag304.xml"/><Relationship Id="rId23" Type="http://schemas.openxmlformats.org/officeDocument/2006/relationships/tags" Target="../tags/tag312.xml"/><Relationship Id="rId28" Type="http://schemas.openxmlformats.org/officeDocument/2006/relationships/tags" Target="../tags/tag317.xml"/><Relationship Id="rId36" Type="http://schemas.openxmlformats.org/officeDocument/2006/relationships/slideLayout" Target="../slideLayouts/slideLayout1.xml"/><Relationship Id="rId10" Type="http://schemas.openxmlformats.org/officeDocument/2006/relationships/tags" Target="../tags/tag299.xml"/><Relationship Id="rId19" Type="http://schemas.openxmlformats.org/officeDocument/2006/relationships/tags" Target="../tags/tag308.xml"/><Relationship Id="rId31" Type="http://schemas.openxmlformats.org/officeDocument/2006/relationships/tags" Target="../tags/tag320.xml"/><Relationship Id="rId4" Type="http://schemas.openxmlformats.org/officeDocument/2006/relationships/tags" Target="../tags/tag293.xml"/><Relationship Id="rId9" Type="http://schemas.openxmlformats.org/officeDocument/2006/relationships/tags" Target="../tags/tag298.xml"/><Relationship Id="rId14" Type="http://schemas.openxmlformats.org/officeDocument/2006/relationships/tags" Target="../tags/tag303.xml"/><Relationship Id="rId22" Type="http://schemas.openxmlformats.org/officeDocument/2006/relationships/tags" Target="../tags/tag311.xml"/><Relationship Id="rId27" Type="http://schemas.openxmlformats.org/officeDocument/2006/relationships/tags" Target="../tags/tag316.xml"/><Relationship Id="rId30" Type="http://schemas.openxmlformats.org/officeDocument/2006/relationships/tags" Target="../tags/tag319.xml"/><Relationship Id="rId35" Type="http://schemas.openxmlformats.org/officeDocument/2006/relationships/tags" Target="../tags/tag324.xml"/></Relationships>
</file>

<file path=ppt/slides/_rels/slide12.xml.rels><?xml version="1.0" encoding="UTF-8" standalone="yes"?>
<Relationships xmlns="http://schemas.openxmlformats.org/package/2006/relationships"><Relationship Id="rId8" Type="http://schemas.openxmlformats.org/officeDocument/2006/relationships/tags" Target="../tags/tag332.xml"/><Relationship Id="rId13" Type="http://schemas.openxmlformats.org/officeDocument/2006/relationships/tags" Target="../tags/tag337.xml"/><Relationship Id="rId18" Type="http://schemas.openxmlformats.org/officeDocument/2006/relationships/slideLayout" Target="../slideLayouts/slideLayout1.xml"/><Relationship Id="rId3" Type="http://schemas.openxmlformats.org/officeDocument/2006/relationships/tags" Target="../tags/tag327.xml"/><Relationship Id="rId7" Type="http://schemas.openxmlformats.org/officeDocument/2006/relationships/tags" Target="../tags/tag331.xml"/><Relationship Id="rId12" Type="http://schemas.openxmlformats.org/officeDocument/2006/relationships/tags" Target="../tags/tag336.xml"/><Relationship Id="rId17" Type="http://schemas.openxmlformats.org/officeDocument/2006/relationships/tags" Target="../tags/tag341.xml"/><Relationship Id="rId2" Type="http://schemas.openxmlformats.org/officeDocument/2006/relationships/tags" Target="../tags/tag326.xml"/><Relationship Id="rId16" Type="http://schemas.openxmlformats.org/officeDocument/2006/relationships/tags" Target="../tags/tag340.xml"/><Relationship Id="rId1" Type="http://schemas.openxmlformats.org/officeDocument/2006/relationships/tags" Target="../tags/tag325.xml"/><Relationship Id="rId6" Type="http://schemas.openxmlformats.org/officeDocument/2006/relationships/tags" Target="../tags/tag330.xml"/><Relationship Id="rId11" Type="http://schemas.openxmlformats.org/officeDocument/2006/relationships/tags" Target="../tags/tag335.xml"/><Relationship Id="rId5" Type="http://schemas.openxmlformats.org/officeDocument/2006/relationships/tags" Target="../tags/tag329.xml"/><Relationship Id="rId15" Type="http://schemas.openxmlformats.org/officeDocument/2006/relationships/tags" Target="../tags/tag339.xml"/><Relationship Id="rId10" Type="http://schemas.openxmlformats.org/officeDocument/2006/relationships/tags" Target="../tags/tag334.xml"/><Relationship Id="rId19" Type="http://schemas.openxmlformats.org/officeDocument/2006/relationships/notesSlide" Target="../notesSlides/notesSlide12.xml"/><Relationship Id="rId4" Type="http://schemas.openxmlformats.org/officeDocument/2006/relationships/tags" Target="../tags/tag328.xml"/><Relationship Id="rId9" Type="http://schemas.openxmlformats.org/officeDocument/2006/relationships/tags" Target="../tags/tag333.xml"/><Relationship Id="rId14" Type="http://schemas.openxmlformats.org/officeDocument/2006/relationships/tags" Target="../tags/tag338.xml"/></Relationships>
</file>

<file path=ppt/slides/_rels/slide13.xml.rels><?xml version="1.0" encoding="UTF-8" standalone="yes"?>
<Relationships xmlns="http://schemas.openxmlformats.org/package/2006/relationships"><Relationship Id="rId8" Type="http://schemas.openxmlformats.org/officeDocument/2006/relationships/tags" Target="../tags/tag349.xml"/><Relationship Id="rId13" Type="http://schemas.openxmlformats.org/officeDocument/2006/relationships/tags" Target="../tags/tag354.xml"/><Relationship Id="rId18" Type="http://schemas.openxmlformats.org/officeDocument/2006/relationships/tags" Target="../tags/tag359.xml"/><Relationship Id="rId3" Type="http://schemas.openxmlformats.org/officeDocument/2006/relationships/tags" Target="../tags/tag344.xml"/><Relationship Id="rId21" Type="http://schemas.openxmlformats.org/officeDocument/2006/relationships/notesSlide" Target="../notesSlides/notesSlide13.xml"/><Relationship Id="rId7" Type="http://schemas.openxmlformats.org/officeDocument/2006/relationships/tags" Target="../tags/tag348.xml"/><Relationship Id="rId12" Type="http://schemas.openxmlformats.org/officeDocument/2006/relationships/tags" Target="../tags/tag353.xml"/><Relationship Id="rId17" Type="http://schemas.openxmlformats.org/officeDocument/2006/relationships/tags" Target="../tags/tag358.xml"/><Relationship Id="rId2" Type="http://schemas.openxmlformats.org/officeDocument/2006/relationships/tags" Target="../tags/tag343.xml"/><Relationship Id="rId16" Type="http://schemas.openxmlformats.org/officeDocument/2006/relationships/tags" Target="../tags/tag357.xml"/><Relationship Id="rId20" Type="http://schemas.openxmlformats.org/officeDocument/2006/relationships/slideLayout" Target="../slideLayouts/slideLayout1.xml"/><Relationship Id="rId1" Type="http://schemas.openxmlformats.org/officeDocument/2006/relationships/tags" Target="../tags/tag342.xml"/><Relationship Id="rId6" Type="http://schemas.openxmlformats.org/officeDocument/2006/relationships/tags" Target="../tags/tag347.xml"/><Relationship Id="rId11" Type="http://schemas.openxmlformats.org/officeDocument/2006/relationships/tags" Target="../tags/tag352.xml"/><Relationship Id="rId5" Type="http://schemas.openxmlformats.org/officeDocument/2006/relationships/tags" Target="../tags/tag346.xml"/><Relationship Id="rId15" Type="http://schemas.openxmlformats.org/officeDocument/2006/relationships/tags" Target="../tags/tag356.xml"/><Relationship Id="rId23" Type="http://schemas.openxmlformats.org/officeDocument/2006/relationships/image" Target="../media/image9.png"/><Relationship Id="rId10" Type="http://schemas.openxmlformats.org/officeDocument/2006/relationships/tags" Target="../tags/tag351.xml"/><Relationship Id="rId19" Type="http://schemas.openxmlformats.org/officeDocument/2006/relationships/tags" Target="../tags/tag360.xml"/><Relationship Id="rId4" Type="http://schemas.openxmlformats.org/officeDocument/2006/relationships/tags" Target="../tags/tag345.xml"/><Relationship Id="rId9" Type="http://schemas.openxmlformats.org/officeDocument/2006/relationships/tags" Target="../tags/tag350.xml"/><Relationship Id="rId14" Type="http://schemas.openxmlformats.org/officeDocument/2006/relationships/tags" Target="../tags/tag355.xml"/><Relationship Id="rId22" Type="http://schemas.openxmlformats.org/officeDocument/2006/relationships/image" Target="../media/image8.png"/></Relationships>
</file>

<file path=ppt/slides/_rels/slide14.xml.rels><?xml version="1.0" encoding="UTF-8" standalone="yes"?>
<Relationships xmlns="http://schemas.openxmlformats.org/package/2006/relationships"><Relationship Id="rId8" Type="http://schemas.openxmlformats.org/officeDocument/2006/relationships/tags" Target="../tags/tag368.xml"/><Relationship Id="rId13" Type="http://schemas.openxmlformats.org/officeDocument/2006/relationships/tags" Target="../tags/tag373.xml"/><Relationship Id="rId18" Type="http://schemas.openxmlformats.org/officeDocument/2006/relationships/tags" Target="../tags/tag378.xml"/><Relationship Id="rId26" Type="http://schemas.openxmlformats.org/officeDocument/2006/relationships/notesSlide" Target="../notesSlides/notesSlide14.xml"/><Relationship Id="rId3" Type="http://schemas.openxmlformats.org/officeDocument/2006/relationships/tags" Target="../tags/tag363.xml"/><Relationship Id="rId21" Type="http://schemas.openxmlformats.org/officeDocument/2006/relationships/tags" Target="../tags/tag381.xml"/><Relationship Id="rId7" Type="http://schemas.openxmlformats.org/officeDocument/2006/relationships/tags" Target="../tags/tag367.xml"/><Relationship Id="rId12" Type="http://schemas.openxmlformats.org/officeDocument/2006/relationships/tags" Target="../tags/tag372.xml"/><Relationship Id="rId17" Type="http://schemas.openxmlformats.org/officeDocument/2006/relationships/tags" Target="../tags/tag377.xml"/><Relationship Id="rId25" Type="http://schemas.openxmlformats.org/officeDocument/2006/relationships/slideLayout" Target="../slideLayouts/slideLayout1.xml"/><Relationship Id="rId2" Type="http://schemas.openxmlformats.org/officeDocument/2006/relationships/tags" Target="../tags/tag362.xml"/><Relationship Id="rId16" Type="http://schemas.openxmlformats.org/officeDocument/2006/relationships/tags" Target="../tags/tag376.xml"/><Relationship Id="rId20" Type="http://schemas.openxmlformats.org/officeDocument/2006/relationships/tags" Target="../tags/tag380.xml"/><Relationship Id="rId1" Type="http://schemas.openxmlformats.org/officeDocument/2006/relationships/tags" Target="../tags/tag361.xml"/><Relationship Id="rId6" Type="http://schemas.openxmlformats.org/officeDocument/2006/relationships/tags" Target="../tags/tag366.xml"/><Relationship Id="rId11" Type="http://schemas.openxmlformats.org/officeDocument/2006/relationships/tags" Target="../tags/tag371.xml"/><Relationship Id="rId24" Type="http://schemas.openxmlformats.org/officeDocument/2006/relationships/tags" Target="../tags/tag384.xml"/><Relationship Id="rId5" Type="http://schemas.openxmlformats.org/officeDocument/2006/relationships/tags" Target="../tags/tag365.xml"/><Relationship Id="rId15" Type="http://schemas.openxmlformats.org/officeDocument/2006/relationships/tags" Target="../tags/tag375.xml"/><Relationship Id="rId23" Type="http://schemas.openxmlformats.org/officeDocument/2006/relationships/tags" Target="../tags/tag383.xml"/><Relationship Id="rId10" Type="http://schemas.openxmlformats.org/officeDocument/2006/relationships/tags" Target="../tags/tag370.xml"/><Relationship Id="rId19" Type="http://schemas.openxmlformats.org/officeDocument/2006/relationships/tags" Target="../tags/tag379.xml"/><Relationship Id="rId4" Type="http://schemas.openxmlformats.org/officeDocument/2006/relationships/tags" Target="../tags/tag364.xml"/><Relationship Id="rId9" Type="http://schemas.openxmlformats.org/officeDocument/2006/relationships/tags" Target="../tags/tag369.xml"/><Relationship Id="rId14" Type="http://schemas.openxmlformats.org/officeDocument/2006/relationships/tags" Target="../tags/tag374.xml"/><Relationship Id="rId22" Type="http://schemas.openxmlformats.org/officeDocument/2006/relationships/tags" Target="../tags/tag382.xml"/></Relationships>
</file>

<file path=ppt/slides/_rels/slide15.xml.rels><?xml version="1.0" encoding="UTF-8" standalone="yes"?>
<Relationships xmlns="http://schemas.openxmlformats.org/package/2006/relationships"><Relationship Id="rId8" Type="http://schemas.openxmlformats.org/officeDocument/2006/relationships/tags" Target="../tags/tag392.xml"/><Relationship Id="rId13" Type="http://schemas.openxmlformats.org/officeDocument/2006/relationships/tags" Target="../tags/tag397.xml"/><Relationship Id="rId18" Type="http://schemas.openxmlformats.org/officeDocument/2006/relationships/tags" Target="../tags/tag402.xml"/><Relationship Id="rId3" Type="http://schemas.openxmlformats.org/officeDocument/2006/relationships/tags" Target="../tags/tag387.xml"/><Relationship Id="rId21" Type="http://schemas.openxmlformats.org/officeDocument/2006/relationships/tags" Target="../tags/tag405.xml"/><Relationship Id="rId7" Type="http://schemas.openxmlformats.org/officeDocument/2006/relationships/tags" Target="../tags/tag391.xml"/><Relationship Id="rId12" Type="http://schemas.openxmlformats.org/officeDocument/2006/relationships/tags" Target="../tags/tag396.xml"/><Relationship Id="rId17" Type="http://schemas.openxmlformats.org/officeDocument/2006/relationships/tags" Target="../tags/tag401.xml"/><Relationship Id="rId25" Type="http://schemas.openxmlformats.org/officeDocument/2006/relationships/image" Target="../media/image7.png"/><Relationship Id="rId2" Type="http://schemas.openxmlformats.org/officeDocument/2006/relationships/tags" Target="../tags/tag386.xml"/><Relationship Id="rId16" Type="http://schemas.openxmlformats.org/officeDocument/2006/relationships/tags" Target="../tags/tag400.xml"/><Relationship Id="rId20" Type="http://schemas.openxmlformats.org/officeDocument/2006/relationships/tags" Target="../tags/tag404.xml"/><Relationship Id="rId1" Type="http://schemas.openxmlformats.org/officeDocument/2006/relationships/tags" Target="../tags/tag385.xml"/><Relationship Id="rId6" Type="http://schemas.openxmlformats.org/officeDocument/2006/relationships/tags" Target="../tags/tag390.xml"/><Relationship Id="rId11" Type="http://schemas.openxmlformats.org/officeDocument/2006/relationships/tags" Target="../tags/tag395.xml"/><Relationship Id="rId24" Type="http://schemas.openxmlformats.org/officeDocument/2006/relationships/notesSlide" Target="../notesSlides/notesSlide15.xml"/><Relationship Id="rId5" Type="http://schemas.openxmlformats.org/officeDocument/2006/relationships/tags" Target="../tags/tag389.xml"/><Relationship Id="rId15" Type="http://schemas.openxmlformats.org/officeDocument/2006/relationships/tags" Target="../tags/tag399.xml"/><Relationship Id="rId23" Type="http://schemas.openxmlformats.org/officeDocument/2006/relationships/slideLayout" Target="../slideLayouts/slideLayout1.xml"/><Relationship Id="rId10" Type="http://schemas.openxmlformats.org/officeDocument/2006/relationships/tags" Target="../tags/tag394.xml"/><Relationship Id="rId19" Type="http://schemas.openxmlformats.org/officeDocument/2006/relationships/tags" Target="../tags/tag403.xml"/><Relationship Id="rId4" Type="http://schemas.openxmlformats.org/officeDocument/2006/relationships/tags" Target="../tags/tag388.xml"/><Relationship Id="rId9" Type="http://schemas.openxmlformats.org/officeDocument/2006/relationships/tags" Target="../tags/tag393.xml"/><Relationship Id="rId14" Type="http://schemas.openxmlformats.org/officeDocument/2006/relationships/tags" Target="../tags/tag398.xml"/><Relationship Id="rId22" Type="http://schemas.openxmlformats.org/officeDocument/2006/relationships/tags" Target="../tags/tag406.xml"/></Relationships>
</file>

<file path=ppt/slides/_rels/slide16.xml.rels><?xml version="1.0" encoding="UTF-8" standalone="yes"?>
<Relationships xmlns="http://schemas.openxmlformats.org/package/2006/relationships"><Relationship Id="rId8" Type="http://schemas.openxmlformats.org/officeDocument/2006/relationships/tags" Target="../tags/tag414.xml"/><Relationship Id="rId13" Type="http://schemas.openxmlformats.org/officeDocument/2006/relationships/tags" Target="../tags/tag419.xml"/><Relationship Id="rId18" Type="http://schemas.openxmlformats.org/officeDocument/2006/relationships/tags" Target="../tags/tag424.xml"/><Relationship Id="rId26" Type="http://schemas.openxmlformats.org/officeDocument/2006/relationships/tags" Target="../tags/tag432.xml"/><Relationship Id="rId39" Type="http://schemas.openxmlformats.org/officeDocument/2006/relationships/slideLayout" Target="../slideLayouts/slideLayout1.xml"/><Relationship Id="rId3" Type="http://schemas.openxmlformats.org/officeDocument/2006/relationships/tags" Target="../tags/tag409.xml"/><Relationship Id="rId21" Type="http://schemas.openxmlformats.org/officeDocument/2006/relationships/tags" Target="../tags/tag427.xml"/><Relationship Id="rId34" Type="http://schemas.openxmlformats.org/officeDocument/2006/relationships/tags" Target="../tags/tag440.xml"/><Relationship Id="rId42" Type="http://schemas.openxmlformats.org/officeDocument/2006/relationships/image" Target="../media/image7.png"/><Relationship Id="rId7" Type="http://schemas.openxmlformats.org/officeDocument/2006/relationships/tags" Target="../tags/tag413.xml"/><Relationship Id="rId12" Type="http://schemas.openxmlformats.org/officeDocument/2006/relationships/tags" Target="../tags/tag418.xml"/><Relationship Id="rId17" Type="http://schemas.openxmlformats.org/officeDocument/2006/relationships/tags" Target="../tags/tag423.xml"/><Relationship Id="rId25" Type="http://schemas.openxmlformats.org/officeDocument/2006/relationships/tags" Target="../tags/tag431.xml"/><Relationship Id="rId33" Type="http://schemas.openxmlformats.org/officeDocument/2006/relationships/tags" Target="../tags/tag439.xml"/><Relationship Id="rId38" Type="http://schemas.openxmlformats.org/officeDocument/2006/relationships/tags" Target="../tags/tag444.xml"/><Relationship Id="rId2" Type="http://schemas.openxmlformats.org/officeDocument/2006/relationships/tags" Target="../tags/tag408.xml"/><Relationship Id="rId16" Type="http://schemas.openxmlformats.org/officeDocument/2006/relationships/tags" Target="../tags/tag422.xml"/><Relationship Id="rId20" Type="http://schemas.openxmlformats.org/officeDocument/2006/relationships/tags" Target="../tags/tag426.xml"/><Relationship Id="rId29" Type="http://schemas.openxmlformats.org/officeDocument/2006/relationships/tags" Target="../tags/tag435.xml"/><Relationship Id="rId41" Type="http://schemas.openxmlformats.org/officeDocument/2006/relationships/image" Target="../media/image10.png"/><Relationship Id="rId1" Type="http://schemas.openxmlformats.org/officeDocument/2006/relationships/tags" Target="../tags/tag407.xml"/><Relationship Id="rId6" Type="http://schemas.openxmlformats.org/officeDocument/2006/relationships/tags" Target="../tags/tag412.xml"/><Relationship Id="rId11" Type="http://schemas.openxmlformats.org/officeDocument/2006/relationships/tags" Target="../tags/tag417.xml"/><Relationship Id="rId24" Type="http://schemas.openxmlformats.org/officeDocument/2006/relationships/tags" Target="../tags/tag430.xml"/><Relationship Id="rId32" Type="http://schemas.openxmlformats.org/officeDocument/2006/relationships/tags" Target="../tags/tag438.xml"/><Relationship Id="rId37" Type="http://schemas.openxmlformats.org/officeDocument/2006/relationships/tags" Target="../tags/tag443.xml"/><Relationship Id="rId40" Type="http://schemas.openxmlformats.org/officeDocument/2006/relationships/notesSlide" Target="../notesSlides/notesSlide16.xml"/><Relationship Id="rId5" Type="http://schemas.openxmlformats.org/officeDocument/2006/relationships/tags" Target="../tags/tag411.xml"/><Relationship Id="rId15" Type="http://schemas.openxmlformats.org/officeDocument/2006/relationships/tags" Target="../tags/tag421.xml"/><Relationship Id="rId23" Type="http://schemas.openxmlformats.org/officeDocument/2006/relationships/tags" Target="../tags/tag429.xml"/><Relationship Id="rId28" Type="http://schemas.openxmlformats.org/officeDocument/2006/relationships/tags" Target="../tags/tag434.xml"/><Relationship Id="rId36" Type="http://schemas.openxmlformats.org/officeDocument/2006/relationships/tags" Target="../tags/tag442.xml"/><Relationship Id="rId10" Type="http://schemas.openxmlformats.org/officeDocument/2006/relationships/tags" Target="../tags/tag416.xml"/><Relationship Id="rId19" Type="http://schemas.openxmlformats.org/officeDocument/2006/relationships/tags" Target="../tags/tag425.xml"/><Relationship Id="rId31" Type="http://schemas.openxmlformats.org/officeDocument/2006/relationships/tags" Target="../tags/tag437.xml"/><Relationship Id="rId4" Type="http://schemas.openxmlformats.org/officeDocument/2006/relationships/tags" Target="../tags/tag410.xml"/><Relationship Id="rId9" Type="http://schemas.openxmlformats.org/officeDocument/2006/relationships/tags" Target="../tags/tag415.xml"/><Relationship Id="rId14" Type="http://schemas.openxmlformats.org/officeDocument/2006/relationships/tags" Target="../tags/tag420.xml"/><Relationship Id="rId22" Type="http://schemas.openxmlformats.org/officeDocument/2006/relationships/tags" Target="../tags/tag428.xml"/><Relationship Id="rId27" Type="http://schemas.openxmlformats.org/officeDocument/2006/relationships/tags" Target="../tags/tag433.xml"/><Relationship Id="rId30" Type="http://schemas.openxmlformats.org/officeDocument/2006/relationships/tags" Target="../tags/tag436.xml"/><Relationship Id="rId35" Type="http://schemas.openxmlformats.org/officeDocument/2006/relationships/tags" Target="../tags/tag441.xml"/><Relationship Id="rId43" Type="http://schemas.openxmlformats.org/officeDocument/2006/relationships/image" Target="../media/image11.png"/></Relationships>
</file>

<file path=ppt/slides/_rels/slide17.xml.rels><?xml version="1.0" encoding="UTF-8" standalone="yes"?>
<Relationships xmlns="http://schemas.openxmlformats.org/package/2006/relationships"><Relationship Id="rId8" Type="http://schemas.openxmlformats.org/officeDocument/2006/relationships/tags" Target="../tags/tag452.xml"/><Relationship Id="rId13" Type="http://schemas.openxmlformats.org/officeDocument/2006/relationships/tags" Target="../tags/tag457.xml"/><Relationship Id="rId18" Type="http://schemas.openxmlformats.org/officeDocument/2006/relationships/tags" Target="../tags/tag462.xml"/><Relationship Id="rId3" Type="http://schemas.openxmlformats.org/officeDocument/2006/relationships/tags" Target="../tags/tag447.xml"/><Relationship Id="rId21" Type="http://schemas.openxmlformats.org/officeDocument/2006/relationships/tags" Target="../tags/tag465.xml"/><Relationship Id="rId7" Type="http://schemas.openxmlformats.org/officeDocument/2006/relationships/tags" Target="../tags/tag451.xml"/><Relationship Id="rId12" Type="http://schemas.openxmlformats.org/officeDocument/2006/relationships/tags" Target="../tags/tag456.xml"/><Relationship Id="rId17" Type="http://schemas.openxmlformats.org/officeDocument/2006/relationships/tags" Target="../tags/tag461.xml"/><Relationship Id="rId2" Type="http://schemas.openxmlformats.org/officeDocument/2006/relationships/tags" Target="../tags/tag446.xml"/><Relationship Id="rId16" Type="http://schemas.openxmlformats.org/officeDocument/2006/relationships/tags" Target="../tags/tag460.xml"/><Relationship Id="rId20" Type="http://schemas.openxmlformats.org/officeDocument/2006/relationships/tags" Target="../tags/tag464.xml"/><Relationship Id="rId1" Type="http://schemas.openxmlformats.org/officeDocument/2006/relationships/tags" Target="../tags/tag445.xml"/><Relationship Id="rId6" Type="http://schemas.openxmlformats.org/officeDocument/2006/relationships/tags" Target="../tags/tag450.xml"/><Relationship Id="rId11" Type="http://schemas.openxmlformats.org/officeDocument/2006/relationships/tags" Target="../tags/tag455.xml"/><Relationship Id="rId5" Type="http://schemas.openxmlformats.org/officeDocument/2006/relationships/tags" Target="../tags/tag449.xml"/><Relationship Id="rId15" Type="http://schemas.openxmlformats.org/officeDocument/2006/relationships/tags" Target="../tags/tag459.xml"/><Relationship Id="rId23" Type="http://schemas.openxmlformats.org/officeDocument/2006/relationships/notesSlide" Target="../notesSlides/notesSlide17.xml"/><Relationship Id="rId10" Type="http://schemas.openxmlformats.org/officeDocument/2006/relationships/tags" Target="../tags/tag454.xml"/><Relationship Id="rId19" Type="http://schemas.openxmlformats.org/officeDocument/2006/relationships/tags" Target="../tags/tag463.xml"/><Relationship Id="rId4" Type="http://schemas.openxmlformats.org/officeDocument/2006/relationships/tags" Target="../tags/tag448.xml"/><Relationship Id="rId9" Type="http://schemas.openxmlformats.org/officeDocument/2006/relationships/tags" Target="../tags/tag453.xml"/><Relationship Id="rId14" Type="http://schemas.openxmlformats.org/officeDocument/2006/relationships/tags" Target="../tags/tag458.xml"/><Relationship Id="rId22"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8" Type="http://schemas.openxmlformats.org/officeDocument/2006/relationships/tags" Target="../tags/tag473.xml"/><Relationship Id="rId13" Type="http://schemas.openxmlformats.org/officeDocument/2006/relationships/tags" Target="../tags/tag478.xml"/><Relationship Id="rId18" Type="http://schemas.openxmlformats.org/officeDocument/2006/relationships/tags" Target="../tags/tag483.xml"/><Relationship Id="rId26" Type="http://schemas.openxmlformats.org/officeDocument/2006/relationships/tags" Target="../tags/tag491.xml"/><Relationship Id="rId3" Type="http://schemas.openxmlformats.org/officeDocument/2006/relationships/tags" Target="../tags/tag468.xml"/><Relationship Id="rId21" Type="http://schemas.openxmlformats.org/officeDocument/2006/relationships/tags" Target="../tags/tag486.xml"/><Relationship Id="rId7" Type="http://schemas.openxmlformats.org/officeDocument/2006/relationships/tags" Target="../tags/tag472.xml"/><Relationship Id="rId12" Type="http://schemas.openxmlformats.org/officeDocument/2006/relationships/tags" Target="../tags/tag477.xml"/><Relationship Id="rId17" Type="http://schemas.openxmlformats.org/officeDocument/2006/relationships/tags" Target="../tags/tag482.xml"/><Relationship Id="rId25" Type="http://schemas.openxmlformats.org/officeDocument/2006/relationships/tags" Target="../tags/tag490.xml"/><Relationship Id="rId2" Type="http://schemas.openxmlformats.org/officeDocument/2006/relationships/tags" Target="../tags/tag467.xml"/><Relationship Id="rId16" Type="http://schemas.openxmlformats.org/officeDocument/2006/relationships/tags" Target="../tags/tag481.xml"/><Relationship Id="rId20" Type="http://schemas.openxmlformats.org/officeDocument/2006/relationships/tags" Target="../tags/tag485.xml"/><Relationship Id="rId29" Type="http://schemas.openxmlformats.org/officeDocument/2006/relationships/tags" Target="../tags/tag494.xml"/><Relationship Id="rId1" Type="http://schemas.openxmlformats.org/officeDocument/2006/relationships/tags" Target="../tags/tag466.xml"/><Relationship Id="rId6" Type="http://schemas.openxmlformats.org/officeDocument/2006/relationships/tags" Target="../tags/tag471.xml"/><Relationship Id="rId11" Type="http://schemas.openxmlformats.org/officeDocument/2006/relationships/tags" Target="../tags/tag476.xml"/><Relationship Id="rId24" Type="http://schemas.openxmlformats.org/officeDocument/2006/relationships/tags" Target="../tags/tag489.xml"/><Relationship Id="rId32" Type="http://schemas.openxmlformats.org/officeDocument/2006/relationships/notesSlide" Target="../notesSlides/notesSlide18.xml"/><Relationship Id="rId5" Type="http://schemas.openxmlformats.org/officeDocument/2006/relationships/tags" Target="../tags/tag470.xml"/><Relationship Id="rId15" Type="http://schemas.openxmlformats.org/officeDocument/2006/relationships/tags" Target="../tags/tag480.xml"/><Relationship Id="rId23" Type="http://schemas.openxmlformats.org/officeDocument/2006/relationships/tags" Target="../tags/tag488.xml"/><Relationship Id="rId28" Type="http://schemas.openxmlformats.org/officeDocument/2006/relationships/tags" Target="../tags/tag493.xml"/><Relationship Id="rId10" Type="http://schemas.openxmlformats.org/officeDocument/2006/relationships/tags" Target="../tags/tag475.xml"/><Relationship Id="rId19" Type="http://schemas.openxmlformats.org/officeDocument/2006/relationships/tags" Target="../tags/tag484.xml"/><Relationship Id="rId31" Type="http://schemas.openxmlformats.org/officeDocument/2006/relationships/slideLayout" Target="../slideLayouts/slideLayout1.xml"/><Relationship Id="rId4" Type="http://schemas.openxmlformats.org/officeDocument/2006/relationships/tags" Target="../tags/tag469.xml"/><Relationship Id="rId9" Type="http://schemas.openxmlformats.org/officeDocument/2006/relationships/tags" Target="../tags/tag474.xml"/><Relationship Id="rId14" Type="http://schemas.openxmlformats.org/officeDocument/2006/relationships/tags" Target="../tags/tag479.xml"/><Relationship Id="rId22" Type="http://schemas.openxmlformats.org/officeDocument/2006/relationships/tags" Target="../tags/tag487.xml"/><Relationship Id="rId27" Type="http://schemas.openxmlformats.org/officeDocument/2006/relationships/tags" Target="../tags/tag492.xml"/><Relationship Id="rId30" Type="http://schemas.openxmlformats.org/officeDocument/2006/relationships/tags" Target="../tags/tag495.xml"/></Relationships>
</file>

<file path=ppt/slides/_rels/slide19.xml.rels><?xml version="1.0" encoding="UTF-8" standalone="yes"?>
<Relationships xmlns="http://schemas.openxmlformats.org/package/2006/relationships"><Relationship Id="rId8" Type="http://schemas.openxmlformats.org/officeDocument/2006/relationships/tags" Target="../tags/tag503.xml"/><Relationship Id="rId13" Type="http://schemas.openxmlformats.org/officeDocument/2006/relationships/tags" Target="../tags/tag508.xml"/><Relationship Id="rId18" Type="http://schemas.openxmlformats.org/officeDocument/2006/relationships/tags" Target="../tags/tag513.xml"/><Relationship Id="rId26" Type="http://schemas.openxmlformats.org/officeDocument/2006/relationships/tags" Target="../tags/tag521.xml"/><Relationship Id="rId3" Type="http://schemas.openxmlformats.org/officeDocument/2006/relationships/tags" Target="../tags/tag498.xml"/><Relationship Id="rId21" Type="http://schemas.openxmlformats.org/officeDocument/2006/relationships/tags" Target="../tags/tag516.xml"/><Relationship Id="rId7" Type="http://schemas.openxmlformats.org/officeDocument/2006/relationships/tags" Target="../tags/tag502.xml"/><Relationship Id="rId12" Type="http://schemas.openxmlformats.org/officeDocument/2006/relationships/tags" Target="../tags/tag507.xml"/><Relationship Id="rId17" Type="http://schemas.openxmlformats.org/officeDocument/2006/relationships/tags" Target="../tags/tag512.xml"/><Relationship Id="rId25" Type="http://schemas.openxmlformats.org/officeDocument/2006/relationships/tags" Target="../tags/tag520.xml"/><Relationship Id="rId2" Type="http://schemas.openxmlformats.org/officeDocument/2006/relationships/tags" Target="../tags/tag497.xml"/><Relationship Id="rId16" Type="http://schemas.openxmlformats.org/officeDocument/2006/relationships/tags" Target="../tags/tag511.xml"/><Relationship Id="rId20" Type="http://schemas.openxmlformats.org/officeDocument/2006/relationships/tags" Target="../tags/tag515.xml"/><Relationship Id="rId29" Type="http://schemas.openxmlformats.org/officeDocument/2006/relationships/notesSlide" Target="../notesSlides/notesSlide19.xml"/><Relationship Id="rId1" Type="http://schemas.openxmlformats.org/officeDocument/2006/relationships/tags" Target="../tags/tag496.xml"/><Relationship Id="rId6" Type="http://schemas.openxmlformats.org/officeDocument/2006/relationships/tags" Target="../tags/tag501.xml"/><Relationship Id="rId11" Type="http://schemas.openxmlformats.org/officeDocument/2006/relationships/tags" Target="../tags/tag506.xml"/><Relationship Id="rId24" Type="http://schemas.openxmlformats.org/officeDocument/2006/relationships/tags" Target="../tags/tag519.xml"/><Relationship Id="rId5" Type="http://schemas.openxmlformats.org/officeDocument/2006/relationships/tags" Target="../tags/tag500.xml"/><Relationship Id="rId15" Type="http://schemas.openxmlformats.org/officeDocument/2006/relationships/tags" Target="../tags/tag510.xml"/><Relationship Id="rId23" Type="http://schemas.openxmlformats.org/officeDocument/2006/relationships/tags" Target="../tags/tag518.xml"/><Relationship Id="rId28" Type="http://schemas.openxmlformats.org/officeDocument/2006/relationships/slideLayout" Target="../slideLayouts/slideLayout1.xml"/><Relationship Id="rId10" Type="http://schemas.openxmlformats.org/officeDocument/2006/relationships/tags" Target="../tags/tag505.xml"/><Relationship Id="rId19" Type="http://schemas.openxmlformats.org/officeDocument/2006/relationships/tags" Target="../tags/tag514.xml"/><Relationship Id="rId4" Type="http://schemas.openxmlformats.org/officeDocument/2006/relationships/tags" Target="../tags/tag499.xml"/><Relationship Id="rId9" Type="http://schemas.openxmlformats.org/officeDocument/2006/relationships/tags" Target="../tags/tag504.xml"/><Relationship Id="rId14" Type="http://schemas.openxmlformats.org/officeDocument/2006/relationships/tags" Target="../tags/tag509.xml"/><Relationship Id="rId22" Type="http://schemas.openxmlformats.org/officeDocument/2006/relationships/tags" Target="../tags/tag517.xml"/><Relationship Id="rId27" Type="http://schemas.openxmlformats.org/officeDocument/2006/relationships/tags" Target="../tags/tag522.xml"/><Relationship Id="rId30" Type="http://schemas.openxmlformats.org/officeDocument/2006/relationships/image" Target="../media/image12.png"/></Relationships>
</file>

<file path=ppt/slides/_rels/slide20.xml.rels><?xml version="1.0" encoding="UTF-8" standalone="yes"?>
<Relationships xmlns="http://schemas.openxmlformats.org/package/2006/relationships"><Relationship Id="rId8" Type="http://schemas.openxmlformats.org/officeDocument/2006/relationships/tags" Target="../tags/tag530.xml"/><Relationship Id="rId13" Type="http://schemas.openxmlformats.org/officeDocument/2006/relationships/tags" Target="../tags/tag535.xml"/><Relationship Id="rId18" Type="http://schemas.openxmlformats.org/officeDocument/2006/relationships/tags" Target="../tags/tag540.xml"/><Relationship Id="rId26" Type="http://schemas.openxmlformats.org/officeDocument/2006/relationships/tags" Target="../tags/tag548.xml"/><Relationship Id="rId3" Type="http://schemas.openxmlformats.org/officeDocument/2006/relationships/tags" Target="../tags/tag525.xml"/><Relationship Id="rId21" Type="http://schemas.openxmlformats.org/officeDocument/2006/relationships/tags" Target="../tags/tag543.xml"/><Relationship Id="rId7" Type="http://schemas.openxmlformats.org/officeDocument/2006/relationships/tags" Target="../tags/tag529.xml"/><Relationship Id="rId12" Type="http://schemas.openxmlformats.org/officeDocument/2006/relationships/tags" Target="../tags/tag534.xml"/><Relationship Id="rId17" Type="http://schemas.openxmlformats.org/officeDocument/2006/relationships/tags" Target="../tags/tag539.xml"/><Relationship Id="rId25" Type="http://schemas.openxmlformats.org/officeDocument/2006/relationships/tags" Target="../tags/tag547.xml"/><Relationship Id="rId2" Type="http://schemas.openxmlformats.org/officeDocument/2006/relationships/tags" Target="../tags/tag524.xml"/><Relationship Id="rId16" Type="http://schemas.openxmlformats.org/officeDocument/2006/relationships/tags" Target="../tags/tag538.xml"/><Relationship Id="rId20" Type="http://schemas.openxmlformats.org/officeDocument/2006/relationships/tags" Target="../tags/tag542.xml"/><Relationship Id="rId1" Type="http://schemas.openxmlformats.org/officeDocument/2006/relationships/tags" Target="../tags/tag523.xml"/><Relationship Id="rId6" Type="http://schemas.openxmlformats.org/officeDocument/2006/relationships/tags" Target="../tags/tag528.xml"/><Relationship Id="rId11" Type="http://schemas.openxmlformats.org/officeDocument/2006/relationships/tags" Target="../tags/tag533.xml"/><Relationship Id="rId24" Type="http://schemas.openxmlformats.org/officeDocument/2006/relationships/tags" Target="../tags/tag546.xml"/><Relationship Id="rId5" Type="http://schemas.openxmlformats.org/officeDocument/2006/relationships/tags" Target="../tags/tag527.xml"/><Relationship Id="rId15" Type="http://schemas.openxmlformats.org/officeDocument/2006/relationships/tags" Target="../tags/tag537.xml"/><Relationship Id="rId23" Type="http://schemas.openxmlformats.org/officeDocument/2006/relationships/tags" Target="../tags/tag545.xml"/><Relationship Id="rId28" Type="http://schemas.openxmlformats.org/officeDocument/2006/relationships/notesSlide" Target="../notesSlides/notesSlide20.xml"/><Relationship Id="rId10" Type="http://schemas.openxmlformats.org/officeDocument/2006/relationships/tags" Target="../tags/tag532.xml"/><Relationship Id="rId19" Type="http://schemas.openxmlformats.org/officeDocument/2006/relationships/tags" Target="../tags/tag541.xml"/><Relationship Id="rId4" Type="http://schemas.openxmlformats.org/officeDocument/2006/relationships/tags" Target="../tags/tag526.xml"/><Relationship Id="rId9" Type="http://schemas.openxmlformats.org/officeDocument/2006/relationships/tags" Target="../tags/tag531.xml"/><Relationship Id="rId14" Type="http://schemas.openxmlformats.org/officeDocument/2006/relationships/tags" Target="../tags/tag536.xml"/><Relationship Id="rId22" Type="http://schemas.openxmlformats.org/officeDocument/2006/relationships/tags" Target="../tags/tag544.xml"/><Relationship Id="rId27"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8" Type="http://schemas.openxmlformats.org/officeDocument/2006/relationships/tags" Target="../tags/tag556.xml"/><Relationship Id="rId13" Type="http://schemas.openxmlformats.org/officeDocument/2006/relationships/tags" Target="../tags/tag561.xml"/><Relationship Id="rId18" Type="http://schemas.openxmlformats.org/officeDocument/2006/relationships/tags" Target="../tags/tag566.xml"/><Relationship Id="rId26" Type="http://schemas.openxmlformats.org/officeDocument/2006/relationships/tags" Target="../tags/tag574.xml"/><Relationship Id="rId3" Type="http://schemas.openxmlformats.org/officeDocument/2006/relationships/tags" Target="../tags/tag551.xml"/><Relationship Id="rId21" Type="http://schemas.openxmlformats.org/officeDocument/2006/relationships/tags" Target="../tags/tag569.xml"/><Relationship Id="rId34" Type="http://schemas.openxmlformats.org/officeDocument/2006/relationships/slideLayout" Target="../slideLayouts/slideLayout1.xml"/><Relationship Id="rId7" Type="http://schemas.openxmlformats.org/officeDocument/2006/relationships/tags" Target="../tags/tag555.xml"/><Relationship Id="rId12" Type="http://schemas.openxmlformats.org/officeDocument/2006/relationships/tags" Target="../tags/tag560.xml"/><Relationship Id="rId17" Type="http://schemas.openxmlformats.org/officeDocument/2006/relationships/tags" Target="../tags/tag565.xml"/><Relationship Id="rId25" Type="http://schemas.openxmlformats.org/officeDocument/2006/relationships/tags" Target="../tags/tag573.xml"/><Relationship Id="rId33" Type="http://schemas.openxmlformats.org/officeDocument/2006/relationships/tags" Target="../tags/tag581.xml"/><Relationship Id="rId2" Type="http://schemas.openxmlformats.org/officeDocument/2006/relationships/tags" Target="../tags/tag550.xml"/><Relationship Id="rId16" Type="http://schemas.openxmlformats.org/officeDocument/2006/relationships/tags" Target="../tags/tag564.xml"/><Relationship Id="rId20" Type="http://schemas.openxmlformats.org/officeDocument/2006/relationships/tags" Target="../tags/tag568.xml"/><Relationship Id="rId29" Type="http://schemas.openxmlformats.org/officeDocument/2006/relationships/tags" Target="../tags/tag577.xml"/><Relationship Id="rId1" Type="http://schemas.openxmlformats.org/officeDocument/2006/relationships/tags" Target="../tags/tag549.xml"/><Relationship Id="rId6" Type="http://schemas.openxmlformats.org/officeDocument/2006/relationships/tags" Target="../tags/tag554.xml"/><Relationship Id="rId11" Type="http://schemas.openxmlformats.org/officeDocument/2006/relationships/tags" Target="../tags/tag559.xml"/><Relationship Id="rId24" Type="http://schemas.openxmlformats.org/officeDocument/2006/relationships/tags" Target="../tags/tag572.xml"/><Relationship Id="rId32" Type="http://schemas.openxmlformats.org/officeDocument/2006/relationships/tags" Target="../tags/tag580.xml"/><Relationship Id="rId5" Type="http://schemas.openxmlformats.org/officeDocument/2006/relationships/tags" Target="../tags/tag553.xml"/><Relationship Id="rId15" Type="http://schemas.openxmlformats.org/officeDocument/2006/relationships/tags" Target="../tags/tag563.xml"/><Relationship Id="rId23" Type="http://schemas.openxmlformats.org/officeDocument/2006/relationships/tags" Target="../tags/tag571.xml"/><Relationship Id="rId28" Type="http://schemas.openxmlformats.org/officeDocument/2006/relationships/tags" Target="../tags/tag576.xml"/><Relationship Id="rId10" Type="http://schemas.openxmlformats.org/officeDocument/2006/relationships/tags" Target="../tags/tag558.xml"/><Relationship Id="rId19" Type="http://schemas.openxmlformats.org/officeDocument/2006/relationships/tags" Target="../tags/tag567.xml"/><Relationship Id="rId31" Type="http://schemas.openxmlformats.org/officeDocument/2006/relationships/tags" Target="../tags/tag579.xml"/><Relationship Id="rId4" Type="http://schemas.openxmlformats.org/officeDocument/2006/relationships/tags" Target="../tags/tag552.xml"/><Relationship Id="rId9" Type="http://schemas.openxmlformats.org/officeDocument/2006/relationships/tags" Target="../tags/tag557.xml"/><Relationship Id="rId14" Type="http://schemas.openxmlformats.org/officeDocument/2006/relationships/tags" Target="../tags/tag562.xml"/><Relationship Id="rId22" Type="http://schemas.openxmlformats.org/officeDocument/2006/relationships/tags" Target="../tags/tag570.xml"/><Relationship Id="rId27" Type="http://schemas.openxmlformats.org/officeDocument/2006/relationships/tags" Target="../tags/tag575.xml"/><Relationship Id="rId30" Type="http://schemas.openxmlformats.org/officeDocument/2006/relationships/tags" Target="../tags/tag578.xml"/><Relationship Id="rId3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8" Type="http://schemas.openxmlformats.org/officeDocument/2006/relationships/tags" Target="../tags/tag589.xml"/><Relationship Id="rId13" Type="http://schemas.openxmlformats.org/officeDocument/2006/relationships/tags" Target="../tags/tag594.xml"/><Relationship Id="rId18" Type="http://schemas.openxmlformats.org/officeDocument/2006/relationships/tags" Target="../tags/tag599.xml"/><Relationship Id="rId26" Type="http://schemas.openxmlformats.org/officeDocument/2006/relationships/tags" Target="../tags/tag607.xml"/><Relationship Id="rId3" Type="http://schemas.openxmlformats.org/officeDocument/2006/relationships/tags" Target="../tags/tag584.xml"/><Relationship Id="rId21" Type="http://schemas.openxmlformats.org/officeDocument/2006/relationships/tags" Target="../tags/tag602.xml"/><Relationship Id="rId7" Type="http://schemas.openxmlformats.org/officeDocument/2006/relationships/tags" Target="../tags/tag588.xml"/><Relationship Id="rId12" Type="http://schemas.openxmlformats.org/officeDocument/2006/relationships/tags" Target="../tags/tag593.xml"/><Relationship Id="rId17" Type="http://schemas.openxmlformats.org/officeDocument/2006/relationships/tags" Target="../tags/tag598.xml"/><Relationship Id="rId25" Type="http://schemas.openxmlformats.org/officeDocument/2006/relationships/tags" Target="../tags/tag606.xml"/><Relationship Id="rId33" Type="http://schemas.openxmlformats.org/officeDocument/2006/relationships/notesSlide" Target="../notesSlides/notesSlide22.xml"/><Relationship Id="rId2" Type="http://schemas.openxmlformats.org/officeDocument/2006/relationships/tags" Target="../tags/tag583.xml"/><Relationship Id="rId16" Type="http://schemas.openxmlformats.org/officeDocument/2006/relationships/tags" Target="../tags/tag597.xml"/><Relationship Id="rId20" Type="http://schemas.openxmlformats.org/officeDocument/2006/relationships/tags" Target="../tags/tag601.xml"/><Relationship Id="rId29" Type="http://schemas.openxmlformats.org/officeDocument/2006/relationships/tags" Target="../tags/tag610.xml"/><Relationship Id="rId1" Type="http://schemas.openxmlformats.org/officeDocument/2006/relationships/tags" Target="../tags/tag582.xml"/><Relationship Id="rId6" Type="http://schemas.openxmlformats.org/officeDocument/2006/relationships/tags" Target="../tags/tag587.xml"/><Relationship Id="rId11" Type="http://schemas.openxmlformats.org/officeDocument/2006/relationships/tags" Target="../tags/tag592.xml"/><Relationship Id="rId24" Type="http://schemas.openxmlformats.org/officeDocument/2006/relationships/tags" Target="../tags/tag605.xml"/><Relationship Id="rId32" Type="http://schemas.openxmlformats.org/officeDocument/2006/relationships/slideLayout" Target="../slideLayouts/slideLayout1.xml"/><Relationship Id="rId5" Type="http://schemas.openxmlformats.org/officeDocument/2006/relationships/tags" Target="../tags/tag586.xml"/><Relationship Id="rId15" Type="http://schemas.openxmlformats.org/officeDocument/2006/relationships/tags" Target="../tags/tag596.xml"/><Relationship Id="rId23" Type="http://schemas.openxmlformats.org/officeDocument/2006/relationships/tags" Target="../tags/tag604.xml"/><Relationship Id="rId28" Type="http://schemas.openxmlformats.org/officeDocument/2006/relationships/tags" Target="../tags/tag609.xml"/><Relationship Id="rId10" Type="http://schemas.openxmlformats.org/officeDocument/2006/relationships/tags" Target="../tags/tag591.xml"/><Relationship Id="rId19" Type="http://schemas.openxmlformats.org/officeDocument/2006/relationships/tags" Target="../tags/tag600.xml"/><Relationship Id="rId31" Type="http://schemas.openxmlformats.org/officeDocument/2006/relationships/tags" Target="../tags/tag612.xml"/><Relationship Id="rId4" Type="http://schemas.openxmlformats.org/officeDocument/2006/relationships/tags" Target="../tags/tag585.xml"/><Relationship Id="rId9" Type="http://schemas.openxmlformats.org/officeDocument/2006/relationships/tags" Target="../tags/tag590.xml"/><Relationship Id="rId14" Type="http://schemas.openxmlformats.org/officeDocument/2006/relationships/tags" Target="../tags/tag595.xml"/><Relationship Id="rId22" Type="http://schemas.openxmlformats.org/officeDocument/2006/relationships/tags" Target="../tags/tag603.xml"/><Relationship Id="rId27" Type="http://schemas.openxmlformats.org/officeDocument/2006/relationships/tags" Target="../tags/tag608.xml"/><Relationship Id="rId30" Type="http://schemas.openxmlformats.org/officeDocument/2006/relationships/tags" Target="../tags/tag611.xml"/></Relationships>
</file>

<file path=ppt/slides/_rels/slide23.xml.rels><?xml version="1.0" encoding="UTF-8" standalone="yes"?>
<Relationships xmlns="http://schemas.openxmlformats.org/package/2006/relationships"><Relationship Id="rId8" Type="http://schemas.openxmlformats.org/officeDocument/2006/relationships/tags" Target="../tags/tag620.xml"/><Relationship Id="rId13" Type="http://schemas.openxmlformats.org/officeDocument/2006/relationships/tags" Target="../tags/tag625.xml"/><Relationship Id="rId18" Type="http://schemas.openxmlformats.org/officeDocument/2006/relationships/slideLayout" Target="../slideLayouts/slideLayout1.xml"/><Relationship Id="rId3" Type="http://schemas.openxmlformats.org/officeDocument/2006/relationships/tags" Target="../tags/tag615.xml"/><Relationship Id="rId7" Type="http://schemas.openxmlformats.org/officeDocument/2006/relationships/tags" Target="../tags/tag619.xml"/><Relationship Id="rId12" Type="http://schemas.openxmlformats.org/officeDocument/2006/relationships/tags" Target="../tags/tag624.xml"/><Relationship Id="rId17" Type="http://schemas.openxmlformats.org/officeDocument/2006/relationships/tags" Target="../tags/tag629.xml"/><Relationship Id="rId2" Type="http://schemas.openxmlformats.org/officeDocument/2006/relationships/tags" Target="../tags/tag614.xml"/><Relationship Id="rId16" Type="http://schemas.openxmlformats.org/officeDocument/2006/relationships/tags" Target="../tags/tag628.xml"/><Relationship Id="rId1" Type="http://schemas.openxmlformats.org/officeDocument/2006/relationships/tags" Target="../tags/tag613.xml"/><Relationship Id="rId6" Type="http://schemas.openxmlformats.org/officeDocument/2006/relationships/tags" Target="../tags/tag618.xml"/><Relationship Id="rId11" Type="http://schemas.openxmlformats.org/officeDocument/2006/relationships/tags" Target="../tags/tag623.xml"/><Relationship Id="rId5" Type="http://schemas.openxmlformats.org/officeDocument/2006/relationships/tags" Target="../tags/tag617.xml"/><Relationship Id="rId15" Type="http://schemas.openxmlformats.org/officeDocument/2006/relationships/tags" Target="../tags/tag627.xml"/><Relationship Id="rId10" Type="http://schemas.openxmlformats.org/officeDocument/2006/relationships/tags" Target="../tags/tag622.xml"/><Relationship Id="rId19" Type="http://schemas.openxmlformats.org/officeDocument/2006/relationships/notesSlide" Target="../notesSlides/notesSlide23.xml"/><Relationship Id="rId4" Type="http://schemas.openxmlformats.org/officeDocument/2006/relationships/tags" Target="../tags/tag616.xml"/><Relationship Id="rId9" Type="http://schemas.openxmlformats.org/officeDocument/2006/relationships/tags" Target="../tags/tag621.xml"/><Relationship Id="rId14" Type="http://schemas.openxmlformats.org/officeDocument/2006/relationships/tags" Target="../tags/tag626.xml"/></Relationships>
</file>

<file path=ppt/slides/_rels/slide24.xml.rels><?xml version="1.0" encoding="UTF-8" standalone="yes"?>
<Relationships xmlns="http://schemas.openxmlformats.org/package/2006/relationships"><Relationship Id="rId8" Type="http://schemas.openxmlformats.org/officeDocument/2006/relationships/tags" Target="../tags/tag637.xml"/><Relationship Id="rId13" Type="http://schemas.openxmlformats.org/officeDocument/2006/relationships/tags" Target="../tags/tag642.xml"/><Relationship Id="rId18" Type="http://schemas.openxmlformats.org/officeDocument/2006/relationships/tags" Target="../tags/tag647.xml"/><Relationship Id="rId26" Type="http://schemas.openxmlformats.org/officeDocument/2006/relationships/tags" Target="../tags/tag655.xml"/><Relationship Id="rId3" Type="http://schemas.openxmlformats.org/officeDocument/2006/relationships/tags" Target="../tags/tag632.xml"/><Relationship Id="rId21" Type="http://schemas.openxmlformats.org/officeDocument/2006/relationships/tags" Target="../tags/tag650.xml"/><Relationship Id="rId34" Type="http://schemas.openxmlformats.org/officeDocument/2006/relationships/tags" Target="../tags/tag663.xml"/><Relationship Id="rId7" Type="http://schemas.openxmlformats.org/officeDocument/2006/relationships/tags" Target="../tags/tag636.xml"/><Relationship Id="rId12" Type="http://schemas.openxmlformats.org/officeDocument/2006/relationships/tags" Target="../tags/tag641.xml"/><Relationship Id="rId17" Type="http://schemas.openxmlformats.org/officeDocument/2006/relationships/tags" Target="../tags/tag646.xml"/><Relationship Id="rId25" Type="http://schemas.openxmlformats.org/officeDocument/2006/relationships/tags" Target="../tags/tag654.xml"/><Relationship Id="rId33" Type="http://schemas.openxmlformats.org/officeDocument/2006/relationships/tags" Target="../tags/tag662.xml"/><Relationship Id="rId2" Type="http://schemas.openxmlformats.org/officeDocument/2006/relationships/tags" Target="../tags/tag631.xml"/><Relationship Id="rId16" Type="http://schemas.openxmlformats.org/officeDocument/2006/relationships/tags" Target="../tags/tag645.xml"/><Relationship Id="rId20" Type="http://schemas.openxmlformats.org/officeDocument/2006/relationships/tags" Target="../tags/tag649.xml"/><Relationship Id="rId29" Type="http://schemas.openxmlformats.org/officeDocument/2006/relationships/tags" Target="../tags/tag658.xml"/><Relationship Id="rId1" Type="http://schemas.openxmlformats.org/officeDocument/2006/relationships/tags" Target="../tags/tag630.xml"/><Relationship Id="rId6" Type="http://schemas.openxmlformats.org/officeDocument/2006/relationships/tags" Target="../tags/tag635.xml"/><Relationship Id="rId11" Type="http://schemas.openxmlformats.org/officeDocument/2006/relationships/tags" Target="../tags/tag640.xml"/><Relationship Id="rId24" Type="http://schemas.openxmlformats.org/officeDocument/2006/relationships/tags" Target="../tags/tag653.xml"/><Relationship Id="rId32" Type="http://schemas.openxmlformats.org/officeDocument/2006/relationships/tags" Target="../tags/tag661.xml"/><Relationship Id="rId37" Type="http://schemas.openxmlformats.org/officeDocument/2006/relationships/notesSlide" Target="../notesSlides/notesSlide24.xml"/><Relationship Id="rId5" Type="http://schemas.openxmlformats.org/officeDocument/2006/relationships/tags" Target="../tags/tag634.xml"/><Relationship Id="rId15" Type="http://schemas.openxmlformats.org/officeDocument/2006/relationships/tags" Target="../tags/tag644.xml"/><Relationship Id="rId23" Type="http://schemas.openxmlformats.org/officeDocument/2006/relationships/tags" Target="../tags/tag652.xml"/><Relationship Id="rId28" Type="http://schemas.openxmlformats.org/officeDocument/2006/relationships/tags" Target="../tags/tag657.xml"/><Relationship Id="rId36" Type="http://schemas.openxmlformats.org/officeDocument/2006/relationships/slideLayout" Target="../slideLayouts/slideLayout1.xml"/><Relationship Id="rId10" Type="http://schemas.openxmlformats.org/officeDocument/2006/relationships/tags" Target="../tags/tag639.xml"/><Relationship Id="rId19" Type="http://schemas.openxmlformats.org/officeDocument/2006/relationships/tags" Target="../tags/tag648.xml"/><Relationship Id="rId31" Type="http://schemas.openxmlformats.org/officeDocument/2006/relationships/tags" Target="../tags/tag660.xml"/><Relationship Id="rId4" Type="http://schemas.openxmlformats.org/officeDocument/2006/relationships/tags" Target="../tags/tag633.xml"/><Relationship Id="rId9" Type="http://schemas.openxmlformats.org/officeDocument/2006/relationships/tags" Target="../tags/tag638.xml"/><Relationship Id="rId14" Type="http://schemas.openxmlformats.org/officeDocument/2006/relationships/tags" Target="../tags/tag643.xml"/><Relationship Id="rId22" Type="http://schemas.openxmlformats.org/officeDocument/2006/relationships/tags" Target="../tags/tag651.xml"/><Relationship Id="rId27" Type="http://schemas.openxmlformats.org/officeDocument/2006/relationships/tags" Target="../tags/tag656.xml"/><Relationship Id="rId30" Type="http://schemas.openxmlformats.org/officeDocument/2006/relationships/tags" Target="../tags/tag659.xml"/><Relationship Id="rId35" Type="http://schemas.openxmlformats.org/officeDocument/2006/relationships/tags" Target="../tags/tag664.xml"/></Relationships>
</file>

<file path=ppt/slides/_rels/slide25.xml.rels><?xml version="1.0" encoding="UTF-8" standalone="yes"?>
<Relationships xmlns="http://schemas.openxmlformats.org/package/2006/relationships"><Relationship Id="rId13" Type="http://schemas.openxmlformats.org/officeDocument/2006/relationships/tags" Target="../tags/tag677.xml"/><Relationship Id="rId18" Type="http://schemas.openxmlformats.org/officeDocument/2006/relationships/tags" Target="../tags/tag682.xml"/><Relationship Id="rId26" Type="http://schemas.openxmlformats.org/officeDocument/2006/relationships/tags" Target="../tags/tag690.xml"/><Relationship Id="rId39" Type="http://schemas.openxmlformats.org/officeDocument/2006/relationships/tags" Target="../tags/tag703.xml"/><Relationship Id="rId3" Type="http://schemas.openxmlformats.org/officeDocument/2006/relationships/tags" Target="../tags/tag667.xml"/><Relationship Id="rId21" Type="http://schemas.openxmlformats.org/officeDocument/2006/relationships/tags" Target="../tags/tag685.xml"/><Relationship Id="rId34" Type="http://schemas.openxmlformats.org/officeDocument/2006/relationships/tags" Target="../tags/tag698.xml"/><Relationship Id="rId42" Type="http://schemas.openxmlformats.org/officeDocument/2006/relationships/tags" Target="../tags/tag706.xml"/><Relationship Id="rId47" Type="http://schemas.openxmlformats.org/officeDocument/2006/relationships/tags" Target="../tags/tag711.xml"/><Relationship Id="rId7" Type="http://schemas.openxmlformats.org/officeDocument/2006/relationships/tags" Target="../tags/tag671.xml"/><Relationship Id="rId12" Type="http://schemas.openxmlformats.org/officeDocument/2006/relationships/tags" Target="../tags/tag676.xml"/><Relationship Id="rId17" Type="http://schemas.openxmlformats.org/officeDocument/2006/relationships/tags" Target="../tags/tag681.xml"/><Relationship Id="rId25" Type="http://schemas.openxmlformats.org/officeDocument/2006/relationships/tags" Target="../tags/tag689.xml"/><Relationship Id="rId33" Type="http://schemas.openxmlformats.org/officeDocument/2006/relationships/tags" Target="../tags/tag697.xml"/><Relationship Id="rId38" Type="http://schemas.openxmlformats.org/officeDocument/2006/relationships/tags" Target="../tags/tag702.xml"/><Relationship Id="rId46" Type="http://schemas.openxmlformats.org/officeDocument/2006/relationships/tags" Target="../tags/tag710.xml"/><Relationship Id="rId2" Type="http://schemas.openxmlformats.org/officeDocument/2006/relationships/tags" Target="../tags/tag666.xml"/><Relationship Id="rId16" Type="http://schemas.openxmlformats.org/officeDocument/2006/relationships/tags" Target="../tags/tag680.xml"/><Relationship Id="rId20" Type="http://schemas.openxmlformats.org/officeDocument/2006/relationships/tags" Target="../tags/tag684.xml"/><Relationship Id="rId29" Type="http://schemas.openxmlformats.org/officeDocument/2006/relationships/tags" Target="../tags/tag693.xml"/><Relationship Id="rId41" Type="http://schemas.openxmlformats.org/officeDocument/2006/relationships/tags" Target="../tags/tag705.xml"/><Relationship Id="rId1" Type="http://schemas.openxmlformats.org/officeDocument/2006/relationships/tags" Target="../tags/tag665.xml"/><Relationship Id="rId6" Type="http://schemas.openxmlformats.org/officeDocument/2006/relationships/tags" Target="../tags/tag670.xml"/><Relationship Id="rId11" Type="http://schemas.openxmlformats.org/officeDocument/2006/relationships/tags" Target="../tags/tag675.xml"/><Relationship Id="rId24" Type="http://schemas.openxmlformats.org/officeDocument/2006/relationships/tags" Target="../tags/tag688.xml"/><Relationship Id="rId32" Type="http://schemas.openxmlformats.org/officeDocument/2006/relationships/tags" Target="../tags/tag696.xml"/><Relationship Id="rId37" Type="http://schemas.openxmlformats.org/officeDocument/2006/relationships/tags" Target="../tags/tag701.xml"/><Relationship Id="rId40" Type="http://schemas.openxmlformats.org/officeDocument/2006/relationships/tags" Target="../tags/tag704.xml"/><Relationship Id="rId45" Type="http://schemas.openxmlformats.org/officeDocument/2006/relationships/tags" Target="../tags/tag709.xml"/><Relationship Id="rId5" Type="http://schemas.openxmlformats.org/officeDocument/2006/relationships/tags" Target="../tags/tag669.xml"/><Relationship Id="rId15" Type="http://schemas.openxmlformats.org/officeDocument/2006/relationships/tags" Target="../tags/tag679.xml"/><Relationship Id="rId23" Type="http://schemas.openxmlformats.org/officeDocument/2006/relationships/tags" Target="../tags/tag687.xml"/><Relationship Id="rId28" Type="http://schemas.openxmlformats.org/officeDocument/2006/relationships/tags" Target="../tags/tag692.xml"/><Relationship Id="rId36" Type="http://schemas.openxmlformats.org/officeDocument/2006/relationships/tags" Target="../tags/tag700.xml"/><Relationship Id="rId49" Type="http://schemas.openxmlformats.org/officeDocument/2006/relationships/notesSlide" Target="../notesSlides/notesSlide25.xml"/><Relationship Id="rId10" Type="http://schemas.openxmlformats.org/officeDocument/2006/relationships/tags" Target="../tags/tag674.xml"/><Relationship Id="rId19" Type="http://schemas.openxmlformats.org/officeDocument/2006/relationships/tags" Target="../tags/tag683.xml"/><Relationship Id="rId31" Type="http://schemas.openxmlformats.org/officeDocument/2006/relationships/tags" Target="../tags/tag695.xml"/><Relationship Id="rId44" Type="http://schemas.openxmlformats.org/officeDocument/2006/relationships/tags" Target="../tags/tag708.xml"/><Relationship Id="rId4" Type="http://schemas.openxmlformats.org/officeDocument/2006/relationships/tags" Target="../tags/tag668.xml"/><Relationship Id="rId9" Type="http://schemas.openxmlformats.org/officeDocument/2006/relationships/tags" Target="../tags/tag673.xml"/><Relationship Id="rId14" Type="http://schemas.openxmlformats.org/officeDocument/2006/relationships/tags" Target="../tags/tag678.xml"/><Relationship Id="rId22" Type="http://schemas.openxmlformats.org/officeDocument/2006/relationships/tags" Target="../tags/tag686.xml"/><Relationship Id="rId27" Type="http://schemas.openxmlformats.org/officeDocument/2006/relationships/tags" Target="../tags/tag691.xml"/><Relationship Id="rId30" Type="http://schemas.openxmlformats.org/officeDocument/2006/relationships/tags" Target="../tags/tag694.xml"/><Relationship Id="rId35" Type="http://schemas.openxmlformats.org/officeDocument/2006/relationships/tags" Target="../tags/tag699.xml"/><Relationship Id="rId43" Type="http://schemas.openxmlformats.org/officeDocument/2006/relationships/tags" Target="../tags/tag707.xml"/><Relationship Id="rId48" Type="http://schemas.openxmlformats.org/officeDocument/2006/relationships/slideLayout" Target="../slideLayouts/slideLayout1.xml"/><Relationship Id="rId8" Type="http://schemas.openxmlformats.org/officeDocument/2006/relationships/tags" Target="../tags/tag672.xml"/></Relationships>
</file>

<file path=ppt/slides/_rels/slide26.xml.rels><?xml version="1.0" encoding="UTF-8" standalone="yes"?>
<Relationships xmlns="http://schemas.openxmlformats.org/package/2006/relationships"><Relationship Id="rId8" Type="http://schemas.openxmlformats.org/officeDocument/2006/relationships/tags" Target="../tags/tag719.xml"/><Relationship Id="rId13" Type="http://schemas.openxmlformats.org/officeDocument/2006/relationships/tags" Target="../tags/tag724.xml"/><Relationship Id="rId18" Type="http://schemas.openxmlformats.org/officeDocument/2006/relationships/tags" Target="../tags/tag729.xml"/><Relationship Id="rId3" Type="http://schemas.openxmlformats.org/officeDocument/2006/relationships/tags" Target="../tags/tag714.xml"/><Relationship Id="rId21" Type="http://schemas.openxmlformats.org/officeDocument/2006/relationships/tags" Target="../tags/tag732.xml"/><Relationship Id="rId7" Type="http://schemas.openxmlformats.org/officeDocument/2006/relationships/tags" Target="../tags/tag718.xml"/><Relationship Id="rId12" Type="http://schemas.openxmlformats.org/officeDocument/2006/relationships/tags" Target="../tags/tag723.xml"/><Relationship Id="rId17" Type="http://schemas.openxmlformats.org/officeDocument/2006/relationships/tags" Target="../tags/tag728.xml"/><Relationship Id="rId2" Type="http://schemas.openxmlformats.org/officeDocument/2006/relationships/tags" Target="../tags/tag713.xml"/><Relationship Id="rId16" Type="http://schemas.openxmlformats.org/officeDocument/2006/relationships/tags" Target="../tags/tag727.xml"/><Relationship Id="rId20" Type="http://schemas.openxmlformats.org/officeDocument/2006/relationships/tags" Target="../tags/tag731.xml"/><Relationship Id="rId1" Type="http://schemas.openxmlformats.org/officeDocument/2006/relationships/tags" Target="../tags/tag712.xml"/><Relationship Id="rId6" Type="http://schemas.openxmlformats.org/officeDocument/2006/relationships/tags" Target="../tags/tag717.xml"/><Relationship Id="rId11" Type="http://schemas.openxmlformats.org/officeDocument/2006/relationships/tags" Target="../tags/tag722.xml"/><Relationship Id="rId24" Type="http://schemas.openxmlformats.org/officeDocument/2006/relationships/notesSlide" Target="../notesSlides/notesSlide26.xml"/><Relationship Id="rId5" Type="http://schemas.openxmlformats.org/officeDocument/2006/relationships/tags" Target="../tags/tag716.xml"/><Relationship Id="rId15" Type="http://schemas.openxmlformats.org/officeDocument/2006/relationships/tags" Target="../tags/tag726.xml"/><Relationship Id="rId23" Type="http://schemas.openxmlformats.org/officeDocument/2006/relationships/slideLayout" Target="../slideLayouts/slideLayout1.xml"/><Relationship Id="rId10" Type="http://schemas.openxmlformats.org/officeDocument/2006/relationships/tags" Target="../tags/tag721.xml"/><Relationship Id="rId19" Type="http://schemas.openxmlformats.org/officeDocument/2006/relationships/tags" Target="../tags/tag730.xml"/><Relationship Id="rId4" Type="http://schemas.openxmlformats.org/officeDocument/2006/relationships/tags" Target="../tags/tag715.xml"/><Relationship Id="rId9" Type="http://schemas.openxmlformats.org/officeDocument/2006/relationships/tags" Target="../tags/tag720.xml"/><Relationship Id="rId14" Type="http://schemas.openxmlformats.org/officeDocument/2006/relationships/tags" Target="../tags/tag725.xml"/><Relationship Id="rId22" Type="http://schemas.openxmlformats.org/officeDocument/2006/relationships/tags" Target="../tags/tag733.xml"/></Relationships>
</file>

<file path=ppt/slides/_rels/slide27.xml.rels><?xml version="1.0" encoding="UTF-8" standalone="yes"?>
<Relationships xmlns="http://schemas.openxmlformats.org/package/2006/relationships"><Relationship Id="rId13" Type="http://schemas.openxmlformats.org/officeDocument/2006/relationships/tags" Target="../tags/tag746.xml"/><Relationship Id="rId18" Type="http://schemas.openxmlformats.org/officeDocument/2006/relationships/tags" Target="../tags/tag751.xml"/><Relationship Id="rId26" Type="http://schemas.openxmlformats.org/officeDocument/2006/relationships/tags" Target="../tags/tag759.xml"/><Relationship Id="rId39" Type="http://schemas.openxmlformats.org/officeDocument/2006/relationships/tags" Target="../tags/tag772.xml"/><Relationship Id="rId21" Type="http://schemas.openxmlformats.org/officeDocument/2006/relationships/tags" Target="../tags/tag754.xml"/><Relationship Id="rId34" Type="http://schemas.openxmlformats.org/officeDocument/2006/relationships/tags" Target="../tags/tag767.xml"/><Relationship Id="rId42" Type="http://schemas.openxmlformats.org/officeDocument/2006/relationships/tags" Target="../tags/tag775.xml"/><Relationship Id="rId47" Type="http://schemas.openxmlformats.org/officeDocument/2006/relationships/tags" Target="../tags/tag780.xml"/><Relationship Id="rId50" Type="http://schemas.openxmlformats.org/officeDocument/2006/relationships/tags" Target="../tags/tag783.xml"/><Relationship Id="rId55" Type="http://schemas.openxmlformats.org/officeDocument/2006/relationships/tags" Target="../tags/tag788.xml"/><Relationship Id="rId63" Type="http://schemas.openxmlformats.org/officeDocument/2006/relationships/diagramLayout" Target="../diagrams/layout1.xml"/><Relationship Id="rId7" Type="http://schemas.openxmlformats.org/officeDocument/2006/relationships/tags" Target="../tags/tag740.xml"/><Relationship Id="rId2" Type="http://schemas.openxmlformats.org/officeDocument/2006/relationships/tags" Target="../tags/tag735.xml"/><Relationship Id="rId16" Type="http://schemas.openxmlformats.org/officeDocument/2006/relationships/tags" Target="../tags/tag749.xml"/><Relationship Id="rId20" Type="http://schemas.openxmlformats.org/officeDocument/2006/relationships/tags" Target="../tags/tag753.xml"/><Relationship Id="rId29" Type="http://schemas.openxmlformats.org/officeDocument/2006/relationships/tags" Target="../tags/tag762.xml"/><Relationship Id="rId41" Type="http://schemas.openxmlformats.org/officeDocument/2006/relationships/tags" Target="../tags/tag774.xml"/><Relationship Id="rId54" Type="http://schemas.openxmlformats.org/officeDocument/2006/relationships/tags" Target="../tags/tag787.xml"/><Relationship Id="rId62" Type="http://schemas.openxmlformats.org/officeDocument/2006/relationships/diagramData" Target="../diagrams/data1.xml"/><Relationship Id="rId1" Type="http://schemas.openxmlformats.org/officeDocument/2006/relationships/tags" Target="../tags/tag734.xml"/><Relationship Id="rId6" Type="http://schemas.openxmlformats.org/officeDocument/2006/relationships/tags" Target="../tags/tag739.xml"/><Relationship Id="rId11" Type="http://schemas.openxmlformats.org/officeDocument/2006/relationships/tags" Target="../tags/tag744.xml"/><Relationship Id="rId24" Type="http://schemas.openxmlformats.org/officeDocument/2006/relationships/tags" Target="../tags/tag757.xml"/><Relationship Id="rId32" Type="http://schemas.openxmlformats.org/officeDocument/2006/relationships/tags" Target="../tags/tag765.xml"/><Relationship Id="rId37" Type="http://schemas.openxmlformats.org/officeDocument/2006/relationships/tags" Target="../tags/tag770.xml"/><Relationship Id="rId40" Type="http://schemas.openxmlformats.org/officeDocument/2006/relationships/tags" Target="../tags/tag773.xml"/><Relationship Id="rId45" Type="http://schemas.openxmlformats.org/officeDocument/2006/relationships/tags" Target="../tags/tag778.xml"/><Relationship Id="rId53" Type="http://schemas.openxmlformats.org/officeDocument/2006/relationships/tags" Target="../tags/tag786.xml"/><Relationship Id="rId58" Type="http://schemas.openxmlformats.org/officeDocument/2006/relationships/tags" Target="../tags/tag791.xml"/><Relationship Id="rId66" Type="http://schemas.microsoft.com/office/2007/relationships/diagramDrawing" Target="../diagrams/drawing1.xml"/><Relationship Id="rId5" Type="http://schemas.openxmlformats.org/officeDocument/2006/relationships/tags" Target="../tags/tag738.xml"/><Relationship Id="rId15" Type="http://schemas.openxmlformats.org/officeDocument/2006/relationships/tags" Target="../tags/tag748.xml"/><Relationship Id="rId23" Type="http://schemas.openxmlformats.org/officeDocument/2006/relationships/tags" Target="../tags/tag756.xml"/><Relationship Id="rId28" Type="http://schemas.openxmlformats.org/officeDocument/2006/relationships/tags" Target="../tags/tag761.xml"/><Relationship Id="rId36" Type="http://schemas.openxmlformats.org/officeDocument/2006/relationships/tags" Target="../tags/tag769.xml"/><Relationship Id="rId49" Type="http://schemas.openxmlformats.org/officeDocument/2006/relationships/tags" Target="../tags/tag782.xml"/><Relationship Id="rId57" Type="http://schemas.openxmlformats.org/officeDocument/2006/relationships/tags" Target="../tags/tag790.xml"/><Relationship Id="rId61" Type="http://schemas.openxmlformats.org/officeDocument/2006/relationships/notesSlide" Target="../notesSlides/notesSlide27.xml"/><Relationship Id="rId10" Type="http://schemas.openxmlformats.org/officeDocument/2006/relationships/tags" Target="../tags/tag743.xml"/><Relationship Id="rId19" Type="http://schemas.openxmlformats.org/officeDocument/2006/relationships/tags" Target="../tags/tag752.xml"/><Relationship Id="rId31" Type="http://schemas.openxmlformats.org/officeDocument/2006/relationships/tags" Target="../tags/tag764.xml"/><Relationship Id="rId44" Type="http://schemas.openxmlformats.org/officeDocument/2006/relationships/tags" Target="../tags/tag777.xml"/><Relationship Id="rId52" Type="http://schemas.openxmlformats.org/officeDocument/2006/relationships/tags" Target="../tags/tag785.xml"/><Relationship Id="rId60" Type="http://schemas.openxmlformats.org/officeDocument/2006/relationships/slideLayout" Target="../slideLayouts/slideLayout1.xml"/><Relationship Id="rId65" Type="http://schemas.openxmlformats.org/officeDocument/2006/relationships/diagramColors" Target="../diagrams/colors1.xml"/><Relationship Id="rId4" Type="http://schemas.openxmlformats.org/officeDocument/2006/relationships/tags" Target="../tags/tag737.xml"/><Relationship Id="rId9" Type="http://schemas.openxmlformats.org/officeDocument/2006/relationships/tags" Target="../tags/tag742.xml"/><Relationship Id="rId14" Type="http://schemas.openxmlformats.org/officeDocument/2006/relationships/tags" Target="../tags/tag747.xml"/><Relationship Id="rId22" Type="http://schemas.openxmlformats.org/officeDocument/2006/relationships/tags" Target="../tags/tag755.xml"/><Relationship Id="rId27" Type="http://schemas.openxmlformats.org/officeDocument/2006/relationships/tags" Target="../tags/tag760.xml"/><Relationship Id="rId30" Type="http://schemas.openxmlformats.org/officeDocument/2006/relationships/tags" Target="../tags/tag763.xml"/><Relationship Id="rId35" Type="http://schemas.openxmlformats.org/officeDocument/2006/relationships/tags" Target="../tags/tag768.xml"/><Relationship Id="rId43" Type="http://schemas.openxmlformats.org/officeDocument/2006/relationships/tags" Target="../tags/tag776.xml"/><Relationship Id="rId48" Type="http://schemas.openxmlformats.org/officeDocument/2006/relationships/tags" Target="../tags/tag781.xml"/><Relationship Id="rId56" Type="http://schemas.openxmlformats.org/officeDocument/2006/relationships/tags" Target="../tags/tag789.xml"/><Relationship Id="rId64" Type="http://schemas.openxmlformats.org/officeDocument/2006/relationships/diagramQuickStyle" Target="../diagrams/quickStyle1.xml"/><Relationship Id="rId8" Type="http://schemas.openxmlformats.org/officeDocument/2006/relationships/tags" Target="../tags/tag741.xml"/><Relationship Id="rId51" Type="http://schemas.openxmlformats.org/officeDocument/2006/relationships/tags" Target="../tags/tag784.xml"/><Relationship Id="rId3" Type="http://schemas.openxmlformats.org/officeDocument/2006/relationships/tags" Target="../tags/tag736.xml"/><Relationship Id="rId12" Type="http://schemas.openxmlformats.org/officeDocument/2006/relationships/tags" Target="../tags/tag745.xml"/><Relationship Id="rId17" Type="http://schemas.openxmlformats.org/officeDocument/2006/relationships/tags" Target="../tags/tag750.xml"/><Relationship Id="rId25" Type="http://schemas.openxmlformats.org/officeDocument/2006/relationships/tags" Target="../tags/tag758.xml"/><Relationship Id="rId33" Type="http://schemas.openxmlformats.org/officeDocument/2006/relationships/tags" Target="../tags/tag766.xml"/><Relationship Id="rId38" Type="http://schemas.openxmlformats.org/officeDocument/2006/relationships/tags" Target="../tags/tag771.xml"/><Relationship Id="rId46" Type="http://schemas.openxmlformats.org/officeDocument/2006/relationships/tags" Target="../tags/tag779.xml"/><Relationship Id="rId59" Type="http://schemas.openxmlformats.org/officeDocument/2006/relationships/tags" Target="../tags/tag792.xml"/></Relationships>
</file>

<file path=ppt/slides/_rels/slide28.xml.rels><?xml version="1.0" encoding="UTF-8" standalone="yes"?>
<Relationships xmlns="http://schemas.openxmlformats.org/package/2006/relationships"><Relationship Id="rId8" Type="http://schemas.openxmlformats.org/officeDocument/2006/relationships/tags" Target="../tags/tag800.xml"/><Relationship Id="rId13" Type="http://schemas.openxmlformats.org/officeDocument/2006/relationships/tags" Target="../tags/tag805.xml"/><Relationship Id="rId18" Type="http://schemas.openxmlformats.org/officeDocument/2006/relationships/tags" Target="../tags/tag810.xml"/><Relationship Id="rId26" Type="http://schemas.openxmlformats.org/officeDocument/2006/relationships/tags" Target="../tags/tag818.xml"/><Relationship Id="rId39" Type="http://schemas.openxmlformats.org/officeDocument/2006/relationships/tags" Target="../tags/tag831.xml"/><Relationship Id="rId3" Type="http://schemas.openxmlformats.org/officeDocument/2006/relationships/tags" Target="../tags/tag795.xml"/><Relationship Id="rId21" Type="http://schemas.openxmlformats.org/officeDocument/2006/relationships/tags" Target="../tags/tag813.xml"/><Relationship Id="rId34" Type="http://schemas.openxmlformats.org/officeDocument/2006/relationships/tags" Target="../tags/tag826.xml"/><Relationship Id="rId42" Type="http://schemas.openxmlformats.org/officeDocument/2006/relationships/slideLayout" Target="../slideLayouts/slideLayout1.xml"/><Relationship Id="rId7" Type="http://schemas.openxmlformats.org/officeDocument/2006/relationships/tags" Target="../tags/tag799.xml"/><Relationship Id="rId12" Type="http://schemas.openxmlformats.org/officeDocument/2006/relationships/tags" Target="../tags/tag804.xml"/><Relationship Id="rId17" Type="http://schemas.openxmlformats.org/officeDocument/2006/relationships/tags" Target="../tags/tag809.xml"/><Relationship Id="rId25" Type="http://schemas.openxmlformats.org/officeDocument/2006/relationships/tags" Target="../tags/tag817.xml"/><Relationship Id="rId33" Type="http://schemas.openxmlformats.org/officeDocument/2006/relationships/tags" Target="../tags/tag825.xml"/><Relationship Id="rId38" Type="http://schemas.openxmlformats.org/officeDocument/2006/relationships/tags" Target="../tags/tag830.xml"/><Relationship Id="rId2" Type="http://schemas.openxmlformats.org/officeDocument/2006/relationships/tags" Target="../tags/tag794.xml"/><Relationship Id="rId16" Type="http://schemas.openxmlformats.org/officeDocument/2006/relationships/tags" Target="../tags/tag808.xml"/><Relationship Id="rId20" Type="http://schemas.openxmlformats.org/officeDocument/2006/relationships/tags" Target="../tags/tag812.xml"/><Relationship Id="rId29" Type="http://schemas.openxmlformats.org/officeDocument/2006/relationships/tags" Target="../tags/tag821.xml"/><Relationship Id="rId41" Type="http://schemas.openxmlformats.org/officeDocument/2006/relationships/tags" Target="../tags/tag833.xml"/><Relationship Id="rId1" Type="http://schemas.openxmlformats.org/officeDocument/2006/relationships/tags" Target="../tags/tag793.xml"/><Relationship Id="rId6" Type="http://schemas.openxmlformats.org/officeDocument/2006/relationships/tags" Target="../tags/tag798.xml"/><Relationship Id="rId11" Type="http://schemas.openxmlformats.org/officeDocument/2006/relationships/tags" Target="../tags/tag803.xml"/><Relationship Id="rId24" Type="http://schemas.openxmlformats.org/officeDocument/2006/relationships/tags" Target="../tags/tag816.xml"/><Relationship Id="rId32" Type="http://schemas.openxmlformats.org/officeDocument/2006/relationships/tags" Target="../tags/tag824.xml"/><Relationship Id="rId37" Type="http://schemas.openxmlformats.org/officeDocument/2006/relationships/tags" Target="../tags/tag829.xml"/><Relationship Id="rId40" Type="http://schemas.openxmlformats.org/officeDocument/2006/relationships/tags" Target="../tags/tag832.xml"/><Relationship Id="rId5" Type="http://schemas.openxmlformats.org/officeDocument/2006/relationships/tags" Target="../tags/tag797.xml"/><Relationship Id="rId15" Type="http://schemas.openxmlformats.org/officeDocument/2006/relationships/tags" Target="../tags/tag807.xml"/><Relationship Id="rId23" Type="http://schemas.openxmlformats.org/officeDocument/2006/relationships/tags" Target="../tags/tag815.xml"/><Relationship Id="rId28" Type="http://schemas.openxmlformats.org/officeDocument/2006/relationships/tags" Target="../tags/tag820.xml"/><Relationship Id="rId36" Type="http://schemas.openxmlformats.org/officeDocument/2006/relationships/tags" Target="../tags/tag828.xml"/><Relationship Id="rId10" Type="http://schemas.openxmlformats.org/officeDocument/2006/relationships/tags" Target="../tags/tag802.xml"/><Relationship Id="rId19" Type="http://schemas.openxmlformats.org/officeDocument/2006/relationships/tags" Target="../tags/tag811.xml"/><Relationship Id="rId31" Type="http://schemas.openxmlformats.org/officeDocument/2006/relationships/tags" Target="../tags/tag823.xml"/><Relationship Id="rId4" Type="http://schemas.openxmlformats.org/officeDocument/2006/relationships/tags" Target="../tags/tag796.xml"/><Relationship Id="rId9" Type="http://schemas.openxmlformats.org/officeDocument/2006/relationships/tags" Target="../tags/tag801.xml"/><Relationship Id="rId14" Type="http://schemas.openxmlformats.org/officeDocument/2006/relationships/tags" Target="../tags/tag806.xml"/><Relationship Id="rId22" Type="http://schemas.openxmlformats.org/officeDocument/2006/relationships/tags" Target="../tags/tag814.xml"/><Relationship Id="rId27" Type="http://schemas.openxmlformats.org/officeDocument/2006/relationships/tags" Target="../tags/tag819.xml"/><Relationship Id="rId30" Type="http://schemas.openxmlformats.org/officeDocument/2006/relationships/tags" Target="../tags/tag822.xml"/><Relationship Id="rId35" Type="http://schemas.openxmlformats.org/officeDocument/2006/relationships/tags" Target="../tags/tag827.xml"/><Relationship Id="rId4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8" Type="http://schemas.openxmlformats.org/officeDocument/2006/relationships/tags" Target="../tags/tag841.xml"/><Relationship Id="rId13" Type="http://schemas.openxmlformats.org/officeDocument/2006/relationships/tags" Target="../tags/tag846.xml"/><Relationship Id="rId18" Type="http://schemas.openxmlformats.org/officeDocument/2006/relationships/tags" Target="../tags/tag851.xml"/><Relationship Id="rId26" Type="http://schemas.openxmlformats.org/officeDocument/2006/relationships/tags" Target="../tags/tag859.xml"/><Relationship Id="rId3" Type="http://schemas.openxmlformats.org/officeDocument/2006/relationships/tags" Target="../tags/tag836.xml"/><Relationship Id="rId21" Type="http://schemas.openxmlformats.org/officeDocument/2006/relationships/tags" Target="../tags/tag854.xml"/><Relationship Id="rId34" Type="http://schemas.openxmlformats.org/officeDocument/2006/relationships/tags" Target="../tags/tag867.xml"/><Relationship Id="rId7" Type="http://schemas.openxmlformats.org/officeDocument/2006/relationships/tags" Target="../tags/tag840.xml"/><Relationship Id="rId12" Type="http://schemas.openxmlformats.org/officeDocument/2006/relationships/tags" Target="../tags/tag845.xml"/><Relationship Id="rId17" Type="http://schemas.openxmlformats.org/officeDocument/2006/relationships/tags" Target="../tags/tag850.xml"/><Relationship Id="rId25" Type="http://schemas.openxmlformats.org/officeDocument/2006/relationships/tags" Target="../tags/tag858.xml"/><Relationship Id="rId33" Type="http://schemas.openxmlformats.org/officeDocument/2006/relationships/tags" Target="../tags/tag866.xml"/><Relationship Id="rId2" Type="http://schemas.openxmlformats.org/officeDocument/2006/relationships/tags" Target="../tags/tag835.xml"/><Relationship Id="rId16" Type="http://schemas.openxmlformats.org/officeDocument/2006/relationships/tags" Target="../tags/tag849.xml"/><Relationship Id="rId20" Type="http://schemas.openxmlformats.org/officeDocument/2006/relationships/tags" Target="../tags/tag853.xml"/><Relationship Id="rId29" Type="http://schemas.openxmlformats.org/officeDocument/2006/relationships/tags" Target="../tags/tag862.xml"/><Relationship Id="rId1" Type="http://schemas.openxmlformats.org/officeDocument/2006/relationships/tags" Target="../tags/tag834.xml"/><Relationship Id="rId6" Type="http://schemas.openxmlformats.org/officeDocument/2006/relationships/tags" Target="../tags/tag839.xml"/><Relationship Id="rId11" Type="http://schemas.openxmlformats.org/officeDocument/2006/relationships/tags" Target="../tags/tag844.xml"/><Relationship Id="rId24" Type="http://schemas.openxmlformats.org/officeDocument/2006/relationships/tags" Target="../tags/tag857.xml"/><Relationship Id="rId32" Type="http://schemas.openxmlformats.org/officeDocument/2006/relationships/tags" Target="../tags/tag865.xml"/><Relationship Id="rId37" Type="http://schemas.openxmlformats.org/officeDocument/2006/relationships/image" Target="../media/image13.png"/><Relationship Id="rId5" Type="http://schemas.openxmlformats.org/officeDocument/2006/relationships/tags" Target="../tags/tag838.xml"/><Relationship Id="rId15" Type="http://schemas.openxmlformats.org/officeDocument/2006/relationships/tags" Target="../tags/tag848.xml"/><Relationship Id="rId23" Type="http://schemas.openxmlformats.org/officeDocument/2006/relationships/tags" Target="../tags/tag856.xml"/><Relationship Id="rId28" Type="http://schemas.openxmlformats.org/officeDocument/2006/relationships/tags" Target="../tags/tag861.xml"/><Relationship Id="rId36" Type="http://schemas.openxmlformats.org/officeDocument/2006/relationships/notesSlide" Target="../notesSlides/notesSlide29.xml"/><Relationship Id="rId10" Type="http://schemas.openxmlformats.org/officeDocument/2006/relationships/tags" Target="../tags/tag843.xml"/><Relationship Id="rId19" Type="http://schemas.openxmlformats.org/officeDocument/2006/relationships/tags" Target="../tags/tag852.xml"/><Relationship Id="rId31" Type="http://schemas.openxmlformats.org/officeDocument/2006/relationships/tags" Target="../tags/tag864.xml"/><Relationship Id="rId4" Type="http://schemas.openxmlformats.org/officeDocument/2006/relationships/tags" Target="../tags/tag837.xml"/><Relationship Id="rId9" Type="http://schemas.openxmlformats.org/officeDocument/2006/relationships/tags" Target="../tags/tag842.xml"/><Relationship Id="rId14" Type="http://schemas.openxmlformats.org/officeDocument/2006/relationships/tags" Target="../tags/tag847.xml"/><Relationship Id="rId22" Type="http://schemas.openxmlformats.org/officeDocument/2006/relationships/tags" Target="../tags/tag855.xml"/><Relationship Id="rId27" Type="http://schemas.openxmlformats.org/officeDocument/2006/relationships/tags" Target="../tags/tag860.xml"/><Relationship Id="rId30" Type="http://schemas.openxmlformats.org/officeDocument/2006/relationships/tags" Target="../tags/tag863.xml"/><Relationship Id="rId35"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8" Type="http://schemas.openxmlformats.org/officeDocument/2006/relationships/tags" Target="../tags/tag875.xml"/><Relationship Id="rId13" Type="http://schemas.openxmlformats.org/officeDocument/2006/relationships/tags" Target="../tags/tag880.xml"/><Relationship Id="rId18" Type="http://schemas.openxmlformats.org/officeDocument/2006/relationships/tags" Target="../tags/tag885.xml"/><Relationship Id="rId26" Type="http://schemas.openxmlformats.org/officeDocument/2006/relationships/notesSlide" Target="../notesSlides/notesSlide30.xml"/><Relationship Id="rId3" Type="http://schemas.openxmlformats.org/officeDocument/2006/relationships/tags" Target="../tags/tag870.xml"/><Relationship Id="rId21" Type="http://schemas.openxmlformats.org/officeDocument/2006/relationships/tags" Target="../tags/tag888.xml"/><Relationship Id="rId7" Type="http://schemas.openxmlformats.org/officeDocument/2006/relationships/tags" Target="../tags/tag874.xml"/><Relationship Id="rId12" Type="http://schemas.openxmlformats.org/officeDocument/2006/relationships/tags" Target="../tags/tag879.xml"/><Relationship Id="rId17" Type="http://schemas.openxmlformats.org/officeDocument/2006/relationships/tags" Target="../tags/tag884.xml"/><Relationship Id="rId25" Type="http://schemas.openxmlformats.org/officeDocument/2006/relationships/slideLayout" Target="../slideLayouts/slideLayout1.xml"/><Relationship Id="rId2" Type="http://schemas.openxmlformats.org/officeDocument/2006/relationships/tags" Target="../tags/tag869.xml"/><Relationship Id="rId16" Type="http://schemas.openxmlformats.org/officeDocument/2006/relationships/tags" Target="../tags/tag883.xml"/><Relationship Id="rId20" Type="http://schemas.openxmlformats.org/officeDocument/2006/relationships/tags" Target="../tags/tag887.xml"/><Relationship Id="rId1" Type="http://schemas.openxmlformats.org/officeDocument/2006/relationships/tags" Target="../tags/tag868.xml"/><Relationship Id="rId6" Type="http://schemas.openxmlformats.org/officeDocument/2006/relationships/tags" Target="../tags/tag873.xml"/><Relationship Id="rId11" Type="http://schemas.openxmlformats.org/officeDocument/2006/relationships/tags" Target="../tags/tag878.xml"/><Relationship Id="rId24" Type="http://schemas.openxmlformats.org/officeDocument/2006/relationships/tags" Target="../tags/tag891.xml"/><Relationship Id="rId5" Type="http://schemas.openxmlformats.org/officeDocument/2006/relationships/tags" Target="../tags/tag872.xml"/><Relationship Id="rId15" Type="http://schemas.openxmlformats.org/officeDocument/2006/relationships/tags" Target="../tags/tag882.xml"/><Relationship Id="rId23" Type="http://schemas.openxmlformats.org/officeDocument/2006/relationships/tags" Target="../tags/tag890.xml"/><Relationship Id="rId10" Type="http://schemas.openxmlformats.org/officeDocument/2006/relationships/tags" Target="../tags/tag877.xml"/><Relationship Id="rId19" Type="http://schemas.openxmlformats.org/officeDocument/2006/relationships/tags" Target="../tags/tag886.xml"/><Relationship Id="rId4" Type="http://schemas.openxmlformats.org/officeDocument/2006/relationships/tags" Target="../tags/tag871.xml"/><Relationship Id="rId9" Type="http://schemas.openxmlformats.org/officeDocument/2006/relationships/tags" Target="../tags/tag876.xml"/><Relationship Id="rId14" Type="http://schemas.openxmlformats.org/officeDocument/2006/relationships/tags" Target="../tags/tag881.xml"/><Relationship Id="rId22" Type="http://schemas.openxmlformats.org/officeDocument/2006/relationships/tags" Target="../tags/tag889.xml"/><Relationship Id="rId27" Type="http://schemas.openxmlformats.org/officeDocument/2006/relationships/image" Target="../media/image14.png"/></Relationships>
</file>

<file path=ppt/slides/_rels/slide31.xml.rels><?xml version="1.0" encoding="UTF-8" standalone="yes"?>
<Relationships xmlns="http://schemas.openxmlformats.org/package/2006/relationships"><Relationship Id="rId8" Type="http://schemas.openxmlformats.org/officeDocument/2006/relationships/tags" Target="../tags/tag899.xml"/><Relationship Id="rId13" Type="http://schemas.openxmlformats.org/officeDocument/2006/relationships/tags" Target="../tags/tag904.xml"/><Relationship Id="rId18" Type="http://schemas.openxmlformats.org/officeDocument/2006/relationships/tags" Target="../tags/tag909.xml"/><Relationship Id="rId26" Type="http://schemas.openxmlformats.org/officeDocument/2006/relationships/tags" Target="../tags/tag917.xml"/><Relationship Id="rId3" Type="http://schemas.openxmlformats.org/officeDocument/2006/relationships/tags" Target="../tags/tag894.xml"/><Relationship Id="rId21" Type="http://schemas.openxmlformats.org/officeDocument/2006/relationships/tags" Target="../tags/tag912.xml"/><Relationship Id="rId34" Type="http://schemas.openxmlformats.org/officeDocument/2006/relationships/slideLayout" Target="../slideLayouts/slideLayout1.xml"/><Relationship Id="rId7" Type="http://schemas.openxmlformats.org/officeDocument/2006/relationships/tags" Target="../tags/tag898.xml"/><Relationship Id="rId12" Type="http://schemas.openxmlformats.org/officeDocument/2006/relationships/tags" Target="../tags/tag903.xml"/><Relationship Id="rId17" Type="http://schemas.openxmlformats.org/officeDocument/2006/relationships/tags" Target="../tags/tag908.xml"/><Relationship Id="rId25" Type="http://schemas.openxmlformats.org/officeDocument/2006/relationships/tags" Target="../tags/tag916.xml"/><Relationship Id="rId33" Type="http://schemas.openxmlformats.org/officeDocument/2006/relationships/tags" Target="../tags/tag924.xml"/><Relationship Id="rId2" Type="http://schemas.openxmlformats.org/officeDocument/2006/relationships/tags" Target="../tags/tag893.xml"/><Relationship Id="rId16" Type="http://schemas.openxmlformats.org/officeDocument/2006/relationships/tags" Target="../tags/tag907.xml"/><Relationship Id="rId20" Type="http://schemas.openxmlformats.org/officeDocument/2006/relationships/tags" Target="../tags/tag911.xml"/><Relationship Id="rId29" Type="http://schemas.openxmlformats.org/officeDocument/2006/relationships/tags" Target="../tags/tag920.xml"/><Relationship Id="rId1" Type="http://schemas.openxmlformats.org/officeDocument/2006/relationships/tags" Target="../tags/tag892.xml"/><Relationship Id="rId6" Type="http://schemas.openxmlformats.org/officeDocument/2006/relationships/tags" Target="../tags/tag897.xml"/><Relationship Id="rId11" Type="http://schemas.openxmlformats.org/officeDocument/2006/relationships/tags" Target="../tags/tag902.xml"/><Relationship Id="rId24" Type="http://schemas.openxmlformats.org/officeDocument/2006/relationships/tags" Target="../tags/tag915.xml"/><Relationship Id="rId32" Type="http://schemas.openxmlformats.org/officeDocument/2006/relationships/tags" Target="../tags/tag923.xml"/><Relationship Id="rId5" Type="http://schemas.openxmlformats.org/officeDocument/2006/relationships/tags" Target="../tags/tag896.xml"/><Relationship Id="rId15" Type="http://schemas.openxmlformats.org/officeDocument/2006/relationships/tags" Target="../tags/tag906.xml"/><Relationship Id="rId23" Type="http://schemas.openxmlformats.org/officeDocument/2006/relationships/tags" Target="../tags/tag914.xml"/><Relationship Id="rId28" Type="http://schemas.openxmlformats.org/officeDocument/2006/relationships/tags" Target="../tags/tag919.xml"/><Relationship Id="rId10" Type="http://schemas.openxmlformats.org/officeDocument/2006/relationships/tags" Target="../tags/tag901.xml"/><Relationship Id="rId19" Type="http://schemas.openxmlformats.org/officeDocument/2006/relationships/tags" Target="../tags/tag910.xml"/><Relationship Id="rId31" Type="http://schemas.openxmlformats.org/officeDocument/2006/relationships/tags" Target="../tags/tag922.xml"/><Relationship Id="rId4" Type="http://schemas.openxmlformats.org/officeDocument/2006/relationships/tags" Target="../tags/tag895.xml"/><Relationship Id="rId9" Type="http://schemas.openxmlformats.org/officeDocument/2006/relationships/tags" Target="../tags/tag900.xml"/><Relationship Id="rId14" Type="http://schemas.openxmlformats.org/officeDocument/2006/relationships/tags" Target="../tags/tag905.xml"/><Relationship Id="rId22" Type="http://schemas.openxmlformats.org/officeDocument/2006/relationships/tags" Target="../tags/tag913.xml"/><Relationship Id="rId27" Type="http://schemas.openxmlformats.org/officeDocument/2006/relationships/tags" Target="../tags/tag918.xml"/><Relationship Id="rId30" Type="http://schemas.openxmlformats.org/officeDocument/2006/relationships/tags" Target="../tags/tag921.xml"/><Relationship Id="rId35"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8" Type="http://schemas.openxmlformats.org/officeDocument/2006/relationships/tags" Target="../tags/tag932.xml"/><Relationship Id="rId13" Type="http://schemas.openxmlformats.org/officeDocument/2006/relationships/tags" Target="../tags/tag937.xml"/><Relationship Id="rId18" Type="http://schemas.openxmlformats.org/officeDocument/2006/relationships/slideLayout" Target="../slideLayouts/slideLayout1.xml"/><Relationship Id="rId3" Type="http://schemas.openxmlformats.org/officeDocument/2006/relationships/tags" Target="../tags/tag927.xml"/><Relationship Id="rId7" Type="http://schemas.openxmlformats.org/officeDocument/2006/relationships/tags" Target="../tags/tag931.xml"/><Relationship Id="rId12" Type="http://schemas.openxmlformats.org/officeDocument/2006/relationships/tags" Target="../tags/tag936.xml"/><Relationship Id="rId17" Type="http://schemas.openxmlformats.org/officeDocument/2006/relationships/tags" Target="../tags/tag941.xml"/><Relationship Id="rId2" Type="http://schemas.openxmlformats.org/officeDocument/2006/relationships/tags" Target="../tags/tag926.xml"/><Relationship Id="rId16" Type="http://schemas.openxmlformats.org/officeDocument/2006/relationships/tags" Target="../tags/tag940.xml"/><Relationship Id="rId1" Type="http://schemas.openxmlformats.org/officeDocument/2006/relationships/tags" Target="../tags/tag925.xml"/><Relationship Id="rId6" Type="http://schemas.openxmlformats.org/officeDocument/2006/relationships/tags" Target="../tags/tag930.xml"/><Relationship Id="rId11" Type="http://schemas.openxmlformats.org/officeDocument/2006/relationships/tags" Target="../tags/tag935.xml"/><Relationship Id="rId5" Type="http://schemas.openxmlformats.org/officeDocument/2006/relationships/tags" Target="../tags/tag929.xml"/><Relationship Id="rId15" Type="http://schemas.openxmlformats.org/officeDocument/2006/relationships/tags" Target="../tags/tag939.xml"/><Relationship Id="rId10" Type="http://schemas.openxmlformats.org/officeDocument/2006/relationships/tags" Target="../tags/tag934.xml"/><Relationship Id="rId19" Type="http://schemas.openxmlformats.org/officeDocument/2006/relationships/notesSlide" Target="../notesSlides/notesSlide32.xml"/><Relationship Id="rId4" Type="http://schemas.openxmlformats.org/officeDocument/2006/relationships/tags" Target="../tags/tag928.xml"/><Relationship Id="rId9" Type="http://schemas.openxmlformats.org/officeDocument/2006/relationships/tags" Target="../tags/tag933.xml"/><Relationship Id="rId14" Type="http://schemas.openxmlformats.org/officeDocument/2006/relationships/tags" Target="../tags/tag938.xml"/></Relationships>
</file>

<file path=ppt/slides/_rels/slide33.xml.rels><?xml version="1.0" encoding="UTF-8" standalone="yes"?>
<Relationships xmlns="http://schemas.openxmlformats.org/package/2006/relationships"><Relationship Id="rId8" Type="http://schemas.openxmlformats.org/officeDocument/2006/relationships/tags" Target="../tags/tag949.xml"/><Relationship Id="rId13" Type="http://schemas.openxmlformats.org/officeDocument/2006/relationships/tags" Target="../tags/tag954.xml"/><Relationship Id="rId18" Type="http://schemas.openxmlformats.org/officeDocument/2006/relationships/tags" Target="../tags/tag959.xml"/><Relationship Id="rId3" Type="http://schemas.openxmlformats.org/officeDocument/2006/relationships/tags" Target="../tags/tag944.xml"/><Relationship Id="rId21" Type="http://schemas.openxmlformats.org/officeDocument/2006/relationships/tags" Target="../tags/tag962.xml"/><Relationship Id="rId7" Type="http://schemas.openxmlformats.org/officeDocument/2006/relationships/tags" Target="../tags/tag948.xml"/><Relationship Id="rId12" Type="http://schemas.openxmlformats.org/officeDocument/2006/relationships/tags" Target="../tags/tag953.xml"/><Relationship Id="rId17" Type="http://schemas.openxmlformats.org/officeDocument/2006/relationships/tags" Target="../tags/tag958.xml"/><Relationship Id="rId2" Type="http://schemas.openxmlformats.org/officeDocument/2006/relationships/tags" Target="../tags/tag943.xml"/><Relationship Id="rId16" Type="http://schemas.openxmlformats.org/officeDocument/2006/relationships/tags" Target="../tags/tag957.xml"/><Relationship Id="rId20" Type="http://schemas.openxmlformats.org/officeDocument/2006/relationships/tags" Target="../tags/tag961.xml"/><Relationship Id="rId1" Type="http://schemas.openxmlformats.org/officeDocument/2006/relationships/tags" Target="../tags/tag942.xml"/><Relationship Id="rId6" Type="http://schemas.openxmlformats.org/officeDocument/2006/relationships/tags" Target="../tags/tag947.xml"/><Relationship Id="rId11" Type="http://schemas.openxmlformats.org/officeDocument/2006/relationships/tags" Target="../tags/tag952.xml"/><Relationship Id="rId5" Type="http://schemas.openxmlformats.org/officeDocument/2006/relationships/tags" Target="../tags/tag946.xml"/><Relationship Id="rId15" Type="http://schemas.openxmlformats.org/officeDocument/2006/relationships/tags" Target="../tags/tag956.xml"/><Relationship Id="rId23" Type="http://schemas.openxmlformats.org/officeDocument/2006/relationships/notesSlide" Target="../notesSlides/notesSlide33.xml"/><Relationship Id="rId10" Type="http://schemas.openxmlformats.org/officeDocument/2006/relationships/tags" Target="../tags/tag951.xml"/><Relationship Id="rId19" Type="http://schemas.openxmlformats.org/officeDocument/2006/relationships/tags" Target="../tags/tag960.xml"/><Relationship Id="rId4" Type="http://schemas.openxmlformats.org/officeDocument/2006/relationships/tags" Target="../tags/tag945.xml"/><Relationship Id="rId9" Type="http://schemas.openxmlformats.org/officeDocument/2006/relationships/tags" Target="../tags/tag950.xml"/><Relationship Id="rId14" Type="http://schemas.openxmlformats.org/officeDocument/2006/relationships/tags" Target="../tags/tag955.xml"/><Relationship Id="rId22"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8" Type="http://schemas.openxmlformats.org/officeDocument/2006/relationships/tags" Target="../tags/tag970.xml"/><Relationship Id="rId13" Type="http://schemas.openxmlformats.org/officeDocument/2006/relationships/tags" Target="../tags/tag975.xml"/><Relationship Id="rId18" Type="http://schemas.openxmlformats.org/officeDocument/2006/relationships/tags" Target="../tags/tag980.xml"/><Relationship Id="rId26" Type="http://schemas.openxmlformats.org/officeDocument/2006/relationships/tags" Target="../tags/tag988.xml"/><Relationship Id="rId3" Type="http://schemas.openxmlformats.org/officeDocument/2006/relationships/tags" Target="../tags/tag965.xml"/><Relationship Id="rId21" Type="http://schemas.openxmlformats.org/officeDocument/2006/relationships/tags" Target="../tags/tag983.xml"/><Relationship Id="rId7" Type="http://schemas.openxmlformats.org/officeDocument/2006/relationships/tags" Target="../tags/tag969.xml"/><Relationship Id="rId12" Type="http://schemas.openxmlformats.org/officeDocument/2006/relationships/tags" Target="../tags/tag974.xml"/><Relationship Id="rId17" Type="http://schemas.openxmlformats.org/officeDocument/2006/relationships/tags" Target="../tags/tag979.xml"/><Relationship Id="rId25" Type="http://schemas.openxmlformats.org/officeDocument/2006/relationships/tags" Target="../tags/tag987.xml"/><Relationship Id="rId2" Type="http://schemas.openxmlformats.org/officeDocument/2006/relationships/tags" Target="../tags/tag964.xml"/><Relationship Id="rId16" Type="http://schemas.openxmlformats.org/officeDocument/2006/relationships/tags" Target="../tags/tag978.xml"/><Relationship Id="rId20" Type="http://schemas.openxmlformats.org/officeDocument/2006/relationships/tags" Target="../tags/tag982.xml"/><Relationship Id="rId29" Type="http://schemas.openxmlformats.org/officeDocument/2006/relationships/slideLayout" Target="../slideLayouts/slideLayout1.xml"/><Relationship Id="rId1" Type="http://schemas.openxmlformats.org/officeDocument/2006/relationships/tags" Target="../tags/tag963.xml"/><Relationship Id="rId6" Type="http://schemas.openxmlformats.org/officeDocument/2006/relationships/tags" Target="../tags/tag968.xml"/><Relationship Id="rId11" Type="http://schemas.openxmlformats.org/officeDocument/2006/relationships/tags" Target="../tags/tag973.xml"/><Relationship Id="rId24" Type="http://schemas.openxmlformats.org/officeDocument/2006/relationships/tags" Target="../tags/tag986.xml"/><Relationship Id="rId5" Type="http://schemas.openxmlformats.org/officeDocument/2006/relationships/tags" Target="../tags/tag967.xml"/><Relationship Id="rId15" Type="http://schemas.openxmlformats.org/officeDocument/2006/relationships/tags" Target="../tags/tag977.xml"/><Relationship Id="rId23" Type="http://schemas.openxmlformats.org/officeDocument/2006/relationships/tags" Target="../tags/tag985.xml"/><Relationship Id="rId28" Type="http://schemas.openxmlformats.org/officeDocument/2006/relationships/tags" Target="../tags/tag990.xml"/><Relationship Id="rId10" Type="http://schemas.openxmlformats.org/officeDocument/2006/relationships/tags" Target="../tags/tag972.xml"/><Relationship Id="rId19" Type="http://schemas.openxmlformats.org/officeDocument/2006/relationships/tags" Target="../tags/tag981.xml"/><Relationship Id="rId4" Type="http://schemas.openxmlformats.org/officeDocument/2006/relationships/tags" Target="../tags/tag966.xml"/><Relationship Id="rId9" Type="http://schemas.openxmlformats.org/officeDocument/2006/relationships/tags" Target="../tags/tag971.xml"/><Relationship Id="rId14" Type="http://schemas.openxmlformats.org/officeDocument/2006/relationships/tags" Target="../tags/tag976.xml"/><Relationship Id="rId22" Type="http://schemas.openxmlformats.org/officeDocument/2006/relationships/tags" Target="../tags/tag984.xml"/><Relationship Id="rId27" Type="http://schemas.openxmlformats.org/officeDocument/2006/relationships/tags" Target="../tags/tag989.xml"/><Relationship Id="rId30"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8" Type="http://schemas.openxmlformats.org/officeDocument/2006/relationships/tags" Target="../tags/tag998.xml"/><Relationship Id="rId13" Type="http://schemas.openxmlformats.org/officeDocument/2006/relationships/image" Target="../media/image16.png"/><Relationship Id="rId3" Type="http://schemas.openxmlformats.org/officeDocument/2006/relationships/tags" Target="../tags/tag993.xml"/><Relationship Id="rId7" Type="http://schemas.openxmlformats.org/officeDocument/2006/relationships/tags" Target="../tags/tag997.xml"/><Relationship Id="rId12" Type="http://schemas.openxmlformats.org/officeDocument/2006/relationships/image" Target="../media/image15.png"/><Relationship Id="rId2" Type="http://schemas.openxmlformats.org/officeDocument/2006/relationships/tags" Target="../tags/tag992.xml"/><Relationship Id="rId1" Type="http://schemas.openxmlformats.org/officeDocument/2006/relationships/tags" Target="../tags/tag991.xml"/><Relationship Id="rId6" Type="http://schemas.openxmlformats.org/officeDocument/2006/relationships/tags" Target="../tags/tag996.xml"/><Relationship Id="rId11" Type="http://schemas.openxmlformats.org/officeDocument/2006/relationships/notesSlide" Target="../notesSlides/notesSlide35.xml"/><Relationship Id="rId5" Type="http://schemas.openxmlformats.org/officeDocument/2006/relationships/tags" Target="../tags/tag995.xml"/><Relationship Id="rId10" Type="http://schemas.openxmlformats.org/officeDocument/2006/relationships/slideLayout" Target="../slideLayouts/slideLayout1.xml"/><Relationship Id="rId4" Type="http://schemas.openxmlformats.org/officeDocument/2006/relationships/tags" Target="../tags/tag994.xml"/><Relationship Id="rId9" Type="http://schemas.openxmlformats.org/officeDocument/2006/relationships/tags" Target="../tags/tag999.xml"/></Relationships>
</file>

<file path=ppt/slides/_rels/slide36.xml.rels><?xml version="1.0" encoding="UTF-8" standalone="yes"?>
<Relationships xmlns="http://schemas.openxmlformats.org/package/2006/relationships"><Relationship Id="rId8" Type="http://schemas.openxmlformats.org/officeDocument/2006/relationships/tags" Target="../tags/tag1007.xml"/><Relationship Id="rId13" Type="http://schemas.openxmlformats.org/officeDocument/2006/relationships/tags" Target="../tags/tag1012.xml"/><Relationship Id="rId18" Type="http://schemas.openxmlformats.org/officeDocument/2006/relationships/tags" Target="../tags/tag1017.xml"/><Relationship Id="rId26" Type="http://schemas.openxmlformats.org/officeDocument/2006/relationships/tags" Target="../tags/tag1025.xml"/><Relationship Id="rId39" Type="http://schemas.openxmlformats.org/officeDocument/2006/relationships/tags" Target="../tags/tag1038.xml"/><Relationship Id="rId3" Type="http://schemas.openxmlformats.org/officeDocument/2006/relationships/tags" Target="../tags/tag1002.xml"/><Relationship Id="rId21" Type="http://schemas.openxmlformats.org/officeDocument/2006/relationships/tags" Target="../tags/tag1020.xml"/><Relationship Id="rId34" Type="http://schemas.openxmlformats.org/officeDocument/2006/relationships/tags" Target="../tags/tag1033.xml"/><Relationship Id="rId42" Type="http://schemas.openxmlformats.org/officeDocument/2006/relationships/slideLayout" Target="../slideLayouts/slideLayout1.xml"/><Relationship Id="rId7" Type="http://schemas.openxmlformats.org/officeDocument/2006/relationships/tags" Target="../tags/tag1006.xml"/><Relationship Id="rId12" Type="http://schemas.openxmlformats.org/officeDocument/2006/relationships/tags" Target="../tags/tag1011.xml"/><Relationship Id="rId17" Type="http://schemas.openxmlformats.org/officeDocument/2006/relationships/tags" Target="../tags/tag1016.xml"/><Relationship Id="rId25" Type="http://schemas.openxmlformats.org/officeDocument/2006/relationships/tags" Target="../tags/tag1024.xml"/><Relationship Id="rId33" Type="http://schemas.openxmlformats.org/officeDocument/2006/relationships/tags" Target="../tags/tag1032.xml"/><Relationship Id="rId38" Type="http://schemas.openxmlformats.org/officeDocument/2006/relationships/tags" Target="../tags/tag1037.xml"/><Relationship Id="rId2" Type="http://schemas.openxmlformats.org/officeDocument/2006/relationships/tags" Target="../tags/tag1001.xml"/><Relationship Id="rId16" Type="http://schemas.openxmlformats.org/officeDocument/2006/relationships/tags" Target="../tags/tag1015.xml"/><Relationship Id="rId20" Type="http://schemas.openxmlformats.org/officeDocument/2006/relationships/tags" Target="../tags/tag1019.xml"/><Relationship Id="rId29" Type="http://schemas.openxmlformats.org/officeDocument/2006/relationships/tags" Target="../tags/tag1028.xml"/><Relationship Id="rId41" Type="http://schemas.openxmlformats.org/officeDocument/2006/relationships/tags" Target="../tags/tag1040.xml"/><Relationship Id="rId1" Type="http://schemas.openxmlformats.org/officeDocument/2006/relationships/tags" Target="../tags/tag1000.xml"/><Relationship Id="rId6" Type="http://schemas.openxmlformats.org/officeDocument/2006/relationships/tags" Target="../tags/tag1005.xml"/><Relationship Id="rId11" Type="http://schemas.openxmlformats.org/officeDocument/2006/relationships/tags" Target="../tags/tag1010.xml"/><Relationship Id="rId24" Type="http://schemas.openxmlformats.org/officeDocument/2006/relationships/tags" Target="../tags/tag1023.xml"/><Relationship Id="rId32" Type="http://schemas.openxmlformats.org/officeDocument/2006/relationships/tags" Target="../tags/tag1031.xml"/><Relationship Id="rId37" Type="http://schemas.openxmlformats.org/officeDocument/2006/relationships/tags" Target="../tags/tag1036.xml"/><Relationship Id="rId40" Type="http://schemas.openxmlformats.org/officeDocument/2006/relationships/tags" Target="../tags/tag1039.xml"/><Relationship Id="rId5" Type="http://schemas.openxmlformats.org/officeDocument/2006/relationships/tags" Target="../tags/tag1004.xml"/><Relationship Id="rId15" Type="http://schemas.openxmlformats.org/officeDocument/2006/relationships/tags" Target="../tags/tag1014.xml"/><Relationship Id="rId23" Type="http://schemas.openxmlformats.org/officeDocument/2006/relationships/tags" Target="../tags/tag1022.xml"/><Relationship Id="rId28" Type="http://schemas.openxmlformats.org/officeDocument/2006/relationships/tags" Target="../tags/tag1027.xml"/><Relationship Id="rId36" Type="http://schemas.openxmlformats.org/officeDocument/2006/relationships/tags" Target="../tags/tag1035.xml"/><Relationship Id="rId10" Type="http://schemas.openxmlformats.org/officeDocument/2006/relationships/tags" Target="../tags/tag1009.xml"/><Relationship Id="rId19" Type="http://schemas.openxmlformats.org/officeDocument/2006/relationships/tags" Target="../tags/tag1018.xml"/><Relationship Id="rId31" Type="http://schemas.openxmlformats.org/officeDocument/2006/relationships/tags" Target="../tags/tag1030.xml"/><Relationship Id="rId4" Type="http://schemas.openxmlformats.org/officeDocument/2006/relationships/tags" Target="../tags/tag1003.xml"/><Relationship Id="rId9" Type="http://schemas.openxmlformats.org/officeDocument/2006/relationships/tags" Target="../tags/tag1008.xml"/><Relationship Id="rId14" Type="http://schemas.openxmlformats.org/officeDocument/2006/relationships/tags" Target="../tags/tag1013.xml"/><Relationship Id="rId22" Type="http://schemas.openxmlformats.org/officeDocument/2006/relationships/tags" Target="../tags/tag1021.xml"/><Relationship Id="rId27" Type="http://schemas.openxmlformats.org/officeDocument/2006/relationships/tags" Target="../tags/tag1026.xml"/><Relationship Id="rId30" Type="http://schemas.openxmlformats.org/officeDocument/2006/relationships/tags" Target="../tags/tag1029.xml"/><Relationship Id="rId35" Type="http://schemas.openxmlformats.org/officeDocument/2006/relationships/tags" Target="../tags/tag1034.xml"/><Relationship Id="rId4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8" Type="http://schemas.openxmlformats.org/officeDocument/2006/relationships/tags" Target="../tags/tag1048.xml"/><Relationship Id="rId13" Type="http://schemas.openxmlformats.org/officeDocument/2006/relationships/tags" Target="../tags/tag1053.xml"/><Relationship Id="rId18" Type="http://schemas.openxmlformats.org/officeDocument/2006/relationships/slideLayout" Target="../slideLayouts/slideLayout1.xml"/><Relationship Id="rId3" Type="http://schemas.openxmlformats.org/officeDocument/2006/relationships/tags" Target="../tags/tag1043.xml"/><Relationship Id="rId7" Type="http://schemas.openxmlformats.org/officeDocument/2006/relationships/tags" Target="../tags/tag1047.xml"/><Relationship Id="rId12" Type="http://schemas.openxmlformats.org/officeDocument/2006/relationships/tags" Target="../tags/tag1052.xml"/><Relationship Id="rId17" Type="http://schemas.openxmlformats.org/officeDocument/2006/relationships/tags" Target="../tags/tag1057.xml"/><Relationship Id="rId2" Type="http://schemas.openxmlformats.org/officeDocument/2006/relationships/tags" Target="../tags/tag1042.xml"/><Relationship Id="rId16" Type="http://schemas.openxmlformats.org/officeDocument/2006/relationships/tags" Target="../tags/tag1056.xml"/><Relationship Id="rId1" Type="http://schemas.openxmlformats.org/officeDocument/2006/relationships/tags" Target="../tags/tag1041.xml"/><Relationship Id="rId6" Type="http://schemas.openxmlformats.org/officeDocument/2006/relationships/tags" Target="../tags/tag1046.xml"/><Relationship Id="rId11" Type="http://schemas.openxmlformats.org/officeDocument/2006/relationships/tags" Target="../tags/tag1051.xml"/><Relationship Id="rId5" Type="http://schemas.openxmlformats.org/officeDocument/2006/relationships/tags" Target="../tags/tag1045.xml"/><Relationship Id="rId15" Type="http://schemas.openxmlformats.org/officeDocument/2006/relationships/tags" Target="../tags/tag1055.xml"/><Relationship Id="rId10" Type="http://schemas.openxmlformats.org/officeDocument/2006/relationships/tags" Target="../tags/tag1050.xml"/><Relationship Id="rId19" Type="http://schemas.openxmlformats.org/officeDocument/2006/relationships/notesSlide" Target="../notesSlides/notesSlide37.xml"/><Relationship Id="rId4" Type="http://schemas.openxmlformats.org/officeDocument/2006/relationships/tags" Target="../tags/tag1044.xml"/><Relationship Id="rId9" Type="http://schemas.openxmlformats.org/officeDocument/2006/relationships/tags" Target="../tags/tag1049.xml"/><Relationship Id="rId14" Type="http://schemas.openxmlformats.org/officeDocument/2006/relationships/tags" Target="../tags/tag1054.xml"/></Relationships>
</file>

<file path=ppt/slides/_rels/slide38.xml.rels><?xml version="1.0" encoding="UTF-8" standalone="yes"?>
<Relationships xmlns="http://schemas.openxmlformats.org/package/2006/relationships"><Relationship Id="rId8" Type="http://schemas.openxmlformats.org/officeDocument/2006/relationships/tags" Target="../tags/tag1065.xml"/><Relationship Id="rId13" Type="http://schemas.openxmlformats.org/officeDocument/2006/relationships/tags" Target="../tags/tag1070.xml"/><Relationship Id="rId18" Type="http://schemas.openxmlformats.org/officeDocument/2006/relationships/tags" Target="../tags/tag1075.xml"/><Relationship Id="rId26" Type="http://schemas.openxmlformats.org/officeDocument/2006/relationships/tags" Target="../tags/tag1083.xml"/><Relationship Id="rId3" Type="http://schemas.openxmlformats.org/officeDocument/2006/relationships/tags" Target="../tags/tag1060.xml"/><Relationship Id="rId21" Type="http://schemas.openxmlformats.org/officeDocument/2006/relationships/tags" Target="../tags/tag1078.xml"/><Relationship Id="rId7" Type="http://schemas.openxmlformats.org/officeDocument/2006/relationships/tags" Target="../tags/tag1064.xml"/><Relationship Id="rId12" Type="http://schemas.openxmlformats.org/officeDocument/2006/relationships/tags" Target="../tags/tag1069.xml"/><Relationship Id="rId17" Type="http://schemas.openxmlformats.org/officeDocument/2006/relationships/tags" Target="../tags/tag1074.xml"/><Relationship Id="rId25" Type="http://schemas.openxmlformats.org/officeDocument/2006/relationships/tags" Target="../tags/tag1082.xml"/><Relationship Id="rId2" Type="http://schemas.openxmlformats.org/officeDocument/2006/relationships/tags" Target="../tags/tag1059.xml"/><Relationship Id="rId16" Type="http://schemas.openxmlformats.org/officeDocument/2006/relationships/tags" Target="../tags/tag1073.xml"/><Relationship Id="rId20" Type="http://schemas.openxmlformats.org/officeDocument/2006/relationships/tags" Target="../tags/tag1077.xml"/><Relationship Id="rId29" Type="http://schemas.openxmlformats.org/officeDocument/2006/relationships/tags" Target="../tags/tag1086.xml"/><Relationship Id="rId1" Type="http://schemas.openxmlformats.org/officeDocument/2006/relationships/tags" Target="../tags/tag1058.xml"/><Relationship Id="rId6" Type="http://schemas.openxmlformats.org/officeDocument/2006/relationships/tags" Target="../tags/tag1063.xml"/><Relationship Id="rId11" Type="http://schemas.openxmlformats.org/officeDocument/2006/relationships/tags" Target="../tags/tag1068.xml"/><Relationship Id="rId24" Type="http://schemas.openxmlformats.org/officeDocument/2006/relationships/tags" Target="../tags/tag1081.xml"/><Relationship Id="rId5" Type="http://schemas.openxmlformats.org/officeDocument/2006/relationships/tags" Target="../tags/tag1062.xml"/><Relationship Id="rId15" Type="http://schemas.openxmlformats.org/officeDocument/2006/relationships/tags" Target="../tags/tag1072.xml"/><Relationship Id="rId23" Type="http://schemas.openxmlformats.org/officeDocument/2006/relationships/tags" Target="../tags/tag1080.xml"/><Relationship Id="rId28" Type="http://schemas.openxmlformats.org/officeDocument/2006/relationships/tags" Target="../tags/tag1085.xml"/><Relationship Id="rId10" Type="http://schemas.openxmlformats.org/officeDocument/2006/relationships/tags" Target="../tags/tag1067.xml"/><Relationship Id="rId19" Type="http://schemas.openxmlformats.org/officeDocument/2006/relationships/tags" Target="../tags/tag1076.xml"/><Relationship Id="rId31" Type="http://schemas.openxmlformats.org/officeDocument/2006/relationships/notesSlide" Target="../notesSlides/notesSlide38.xml"/><Relationship Id="rId4" Type="http://schemas.openxmlformats.org/officeDocument/2006/relationships/tags" Target="../tags/tag1061.xml"/><Relationship Id="rId9" Type="http://schemas.openxmlformats.org/officeDocument/2006/relationships/tags" Target="../tags/tag1066.xml"/><Relationship Id="rId14" Type="http://schemas.openxmlformats.org/officeDocument/2006/relationships/tags" Target="../tags/tag1071.xml"/><Relationship Id="rId22" Type="http://schemas.openxmlformats.org/officeDocument/2006/relationships/tags" Target="../tags/tag1079.xml"/><Relationship Id="rId27" Type="http://schemas.openxmlformats.org/officeDocument/2006/relationships/tags" Target="../tags/tag1084.xml"/><Relationship Id="rId30"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8" Type="http://schemas.openxmlformats.org/officeDocument/2006/relationships/tags" Target="../tags/tag1094.xml"/><Relationship Id="rId13" Type="http://schemas.openxmlformats.org/officeDocument/2006/relationships/tags" Target="../tags/tag1099.xml"/><Relationship Id="rId18" Type="http://schemas.openxmlformats.org/officeDocument/2006/relationships/tags" Target="../tags/tag1104.xml"/><Relationship Id="rId26" Type="http://schemas.openxmlformats.org/officeDocument/2006/relationships/slideLayout" Target="../slideLayouts/slideLayout1.xml"/><Relationship Id="rId3" Type="http://schemas.openxmlformats.org/officeDocument/2006/relationships/tags" Target="../tags/tag1089.xml"/><Relationship Id="rId21" Type="http://schemas.openxmlformats.org/officeDocument/2006/relationships/tags" Target="../tags/tag1107.xml"/><Relationship Id="rId7" Type="http://schemas.openxmlformats.org/officeDocument/2006/relationships/tags" Target="../tags/tag1093.xml"/><Relationship Id="rId12" Type="http://schemas.openxmlformats.org/officeDocument/2006/relationships/tags" Target="../tags/tag1098.xml"/><Relationship Id="rId17" Type="http://schemas.openxmlformats.org/officeDocument/2006/relationships/tags" Target="../tags/tag1103.xml"/><Relationship Id="rId25" Type="http://schemas.openxmlformats.org/officeDocument/2006/relationships/tags" Target="../tags/tag1111.xml"/><Relationship Id="rId2" Type="http://schemas.openxmlformats.org/officeDocument/2006/relationships/tags" Target="../tags/tag1088.xml"/><Relationship Id="rId16" Type="http://schemas.openxmlformats.org/officeDocument/2006/relationships/tags" Target="../tags/tag1102.xml"/><Relationship Id="rId20" Type="http://schemas.openxmlformats.org/officeDocument/2006/relationships/tags" Target="../tags/tag1106.xml"/><Relationship Id="rId1" Type="http://schemas.openxmlformats.org/officeDocument/2006/relationships/tags" Target="../tags/tag1087.xml"/><Relationship Id="rId6" Type="http://schemas.openxmlformats.org/officeDocument/2006/relationships/tags" Target="../tags/tag1092.xml"/><Relationship Id="rId11" Type="http://schemas.openxmlformats.org/officeDocument/2006/relationships/tags" Target="../tags/tag1097.xml"/><Relationship Id="rId24" Type="http://schemas.openxmlformats.org/officeDocument/2006/relationships/tags" Target="../tags/tag1110.xml"/><Relationship Id="rId5" Type="http://schemas.openxmlformats.org/officeDocument/2006/relationships/tags" Target="../tags/tag1091.xml"/><Relationship Id="rId15" Type="http://schemas.openxmlformats.org/officeDocument/2006/relationships/tags" Target="../tags/tag1101.xml"/><Relationship Id="rId23" Type="http://schemas.openxmlformats.org/officeDocument/2006/relationships/tags" Target="../tags/tag1109.xml"/><Relationship Id="rId28" Type="http://schemas.openxmlformats.org/officeDocument/2006/relationships/image" Target="../media/image4.png"/><Relationship Id="rId10" Type="http://schemas.openxmlformats.org/officeDocument/2006/relationships/tags" Target="../tags/tag1096.xml"/><Relationship Id="rId19" Type="http://schemas.openxmlformats.org/officeDocument/2006/relationships/tags" Target="../tags/tag1105.xml"/><Relationship Id="rId4" Type="http://schemas.openxmlformats.org/officeDocument/2006/relationships/tags" Target="../tags/tag1090.xml"/><Relationship Id="rId9" Type="http://schemas.openxmlformats.org/officeDocument/2006/relationships/tags" Target="../tags/tag1095.xml"/><Relationship Id="rId14" Type="http://schemas.openxmlformats.org/officeDocument/2006/relationships/tags" Target="../tags/tag1100.xml"/><Relationship Id="rId22" Type="http://schemas.openxmlformats.org/officeDocument/2006/relationships/tags" Target="../tags/tag1108.xml"/><Relationship Id="rId27"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8" Type="http://schemas.openxmlformats.org/officeDocument/2006/relationships/tags" Target="../tags/tag1119.xml"/><Relationship Id="rId13" Type="http://schemas.openxmlformats.org/officeDocument/2006/relationships/tags" Target="../tags/tag1124.xml"/><Relationship Id="rId18" Type="http://schemas.openxmlformats.org/officeDocument/2006/relationships/tags" Target="../tags/tag1129.xml"/><Relationship Id="rId3" Type="http://schemas.openxmlformats.org/officeDocument/2006/relationships/tags" Target="../tags/tag1114.xml"/><Relationship Id="rId21" Type="http://schemas.openxmlformats.org/officeDocument/2006/relationships/tags" Target="../tags/tag1132.xml"/><Relationship Id="rId7" Type="http://schemas.openxmlformats.org/officeDocument/2006/relationships/tags" Target="../tags/tag1118.xml"/><Relationship Id="rId12" Type="http://schemas.openxmlformats.org/officeDocument/2006/relationships/tags" Target="../tags/tag1123.xml"/><Relationship Id="rId17" Type="http://schemas.openxmlformats.org/officeDocument/2006/relationships/tags" Target="../tags/tag1128.xml"/><Relationship Id="rId25" Type="http://schemas.openxmlformats.org/officeDocument/2006/relationships/notesSlide" Target="../notesSlides/notesSlide40.xml"/><Relationship Id="rId2" Type="http://schemas.openxmlformats.org/officeDocument/2006/relationships/tags" Target="../tags/tag1113.xml"/><Relationship Id="rId16" Type="http://schemas.openxmlformats.org/officeDocument/2006/relationships/tags" Target="../tags/tag1127.xml"/><Relationship Id="rId20" Type="http://schemas.openxmlformats.org/officeDocument/2006/relationships/tags" Target="../tags/tag1131.xml"/><Relationship Id="rId1" Type="http://schemas.openxmlformats.org/officeDocument/2006/relationships/tags" Target="../tags/tag1112.xml"/><Relationship Id="rId6" Type="http://schemas.openxmlformats.org/officeDocument/2006/relationships/tags" Target="../tags/tag1117.xml"/><Relationship Id="rId11" Type="http://schemas.openxmlformats.org/officeDocument/2006/relationships/tags" Target="../tags/tag1122.xml"/><Relationship Id="rId24" Type="http://schemas.openxmlformats.org/officeDocument/2006/relationships/slideLayout" Target="../slideLayouts/slideLayout1.xml"/><Relationship Id="rId5" Type="http://schemas.openxmlformats.org/officeDocument/2006/relationships/tags" Target="../tags/tag1116.xml"/><Relationship Id="rId15" Type="http://schemas.openxmlformats.org/officeDocument/2006/relationships/tags" Target="../tags/tag1126.xml"/><Relationship Id="rId23" Type="http://schemas.openxmlformats.org/officeDocument/2006/relationships/tags" Target="../tags/tag1134.xml"/><Relationship Id="rId10" Type="http://schemas.openxmlformats.org/officeDocument/2006/relationships/tags" Target="../tags/tag1121.xml"/><Relationship Id="rId19" Type="http://schemas.openxmlformats.org/officeDocument/2006/relationships/tags" Target="../tags/tag1130.xml"/><Relationship Id="rId4" Type="http://schemas.openxmlformats.org/officeDocument/2006/relationships/tags" Target="../tags/tag1115.xml"/><Relationship Id="rId9" Type="http://schemas.openxmlformats.org/officeDocument/2006/relationships/tags" Target="../tags/tag1120.xml"/><Relationship Id="rId14" Type="http://schemas.openxmlformats.org/officeDocument/2006/relationships/tags" Target="../tags/tag1125.xml"/><Relationship Id="rId22" Type="http://schemas.openxmlformats.org/officeDocument/2006/relationships/tags" Target="../tags/tag1133.xml"/></Relationships>
</file>

<file path=ppt/slides/_rels/slide41.xml.rels><?xml version="1.0" encoding="UTF-8" standalone="yes"?>
<Relationships xmlns="http://schemas.openxmlformats.org/package/2006/relationships"><Relationship Id="rId8" Type="http://schemas.openxmlformats.org/officeDocument/2006/relationships/tags" Target="../tags/tag1142.xml"/><Relationship Id="rId13" Type="http://schemas.openxmlformats.org/officeDocument/2006/relationships/tags" Target="../tags/tag1147.xml"/><Relationship Id="rId18" Type="http://schemas.openxmlformats.org/officeDocument/2006/relationships/tags" Target="../tags/tag1152.xml"/><Relationship Id="rId26" Type="http://schemas.openxmlformats.org/officeDocument/2006/relationships/tags" Target="../tags/tag1160.xml"/><Relationship Id="rId3" Type="http://schemas.openxmlformats.org/officeDocument/2006/relationships/tags" Target="../tags/tag1137.xml"/><Relationship Id="rId21" Type="http://schemas.openxmlformats.org/officeDocument/2006/relationships/tags" Target="../tags/tag1155.xml"/><Relationship Id="rId34" Type="http://schemas.openxmlformats.org/officeDocument/2006/relationships/slideLayout" Target="../slideLayouts/slideLayout1.xml"/><Relationship Id="rId7" Type="http://schemas.openxmlformats.org/officeDocument/2006/relationships/tags" Target="../tags/tag1141.xml"/><Relationship Id="rId12" Type="http://schemas.openxmlformats.org/officeDocument/2006/relationships/tags" Target="../tags/tag1146.xml"/><Relationship Id="rId17" Type="http://schemas.openxmlformats.org/officeDocument/2006/relationships/tags" Target="../tags/tag1151.xml"/><Relationship Id="rId25" Type="http://schemas.openxmlformats.org/officeDocument/2006/relationships/tags" Target="../tags/tag1159.xml"/><Relationship Id="rId33" Type="http://schemas.openxmlformats.org/officeDocument/2006/relationships/tags" Target="../tags/tag1167.xml"/><Relationship Id="rId2" Type="http://schemas.openxmlformats.org/officeDocument/2006/relationships/tags" Target="../tags/tag1136.xml"/><Relationship Id="rId16" Type="http://schemas.openxmlformats.org/officeDocument/2006/relationships/tags" Target="../tags/tag1150.xml"/><Relationship Id="rId20" Type="http://schemas.openxmlformats.org/officeDocument/2006/relationships/tags" Target="../tags/tag1154.xml"/><Relationship Id="rId29" Type="http://schemas.openxmlformats.org/officeDocument/2006/relationships/tags" Target="../tags/tag1163.xml"/><Relationship Id="rId1" Type="http://schemas.openxmlformats.org/officeDocument/2006/relationships/tags" Target="../tags/tag1135.xml"/><Relationship Id="rId6" Type="http://schemas.openxmlformats.org/officeDocument/2006/relationships/tags" Target="../tags/tag1140.xml"/><Relationship Id="rId11" Type="http://schemas.openxmlformats.org/officeDocument/2006/relationships/tags" Target="../tags/tag1145.xml"/><Relationship Id="rId24" Type="http://schemas.openxmlformats.org/officeDocument/2006/relationships/tags" Target="../tags/tag1158.xml"/><Relationship Id="rId32" Type="http://schemas.openxmlformats.org/officeDocument/2006/relationships/tags" Target="../tags/tag1166.xml"/><Relationship Id="rId5" Type="http://schemas.openxmlformats.org/officeDocument/2006/relationships/tags" Target="../tags/tag1139.xml"/><Relationship Id="rId15" Type="http://schemas.openxmlformats.org/officeDocument/2006/relationships/tags" Target="../tags/tag1149.xml"/><Relationship Id="rId23" Type="http://schemas.openxmlformats.org/officeDocument/2006/relationships/tags" Target="../tags/tag1157.xml"/><Relationship Id="rId28" Type="http://schemas.openxmlformats.org/officeDocument/2006/relationships/tags" Target="../tags/tag1162.xml"/><Relationship Id="rId10" Type="http://schemas.openxmlformats.org/officeDocument/2006/relationships/tags" Target="../tags/tag1144.xml"/><Relationship Id="rId19" Type="http://schemas.openxmlformats.org/officeDocument/2006/relationships/tags" Target="../tags/tag1153.xml"/><Relationship Id="rId31" Type="http://schemas.openxmlformats.org/officeDocument/2006/relationships/tags" Target="../tags/tag1165.xml"/><Relationship Id="rId4" Type="http://schemas.openxmlformats.org/officeDocument/2006/relationships/tags" Target="../tags/tag1138.xml"/><Relationship Id="rId9" Type="http://schemas.openxmlformats.org/officeDocument/2006/relationships/tags" Target="../tags/tag1143.xml"/><Relationship Id="rId14" Type="http://schemas.openxmlformats.org/officeDocument/2006/relationships/tags" Target="../tags/tag1148.xml"/><Relationship Id="rId22" Type="http://schemas.openxmlformats.org/officeDocument/2006/relationships/tags" Target="../tags/tag1156.xml"/><Relationship Id="rId27" Type="http://schemas.openxmlformats.org/officeDocument/2006/relationships/tags" Target="../tags/tag1161.xml"/><Relationship Id="rId30" Type="http://schemas.openxmlformats.org/officeDocument/2006/relationships/tags" Target="../tags/tag1164.xml"/><Relationship Id="rId35"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8" Type="http://schemas.openxmlformats.org/officeDocument/2006/relationships/tags" Target="../tags/tag1175.xml"/><Relationship Id="rId13" Type="http://schemas.openxmlformats.org/officeDocument/2006/relationships/tags" Target="../tags/tag1180.xml"/><Relationship Id="rId18" Type="http://schemas.openxmlformats.org/officeDocument/2006/relationships/tags" Target="../tags/tag1185.xml"/><Relationship Id="rId26" Type="http://schemas.openxmlformats.org/officeDocument/2006/relationships/tags" Target="../tags/tag1193.xml"/><Relationship Id="rId39" Type="http://schemas.openxmlformats.org/officeDocument/2006/relationships/tags" Target="../tags/tag1206.xml"/><Relationship Id="rId3" Type="http://schemas.openxmlformats.org/officeDocument/2006/relationships/tags" Target="../tags/tag1170.xml"/><Relationship Id="rId21" Type="http://schemas.openxmlformats.org/officeDocument/2006/relationships/tags" Target="../tags/tag1188.xml"/><Relationship Id="rId34" Type="http://schemas.openxmlformats.org/officeDocument/2006/relationships/tags" Target="../tags/tag1201.xml"/><Relationship Id="rId7" Type="http://schemas.openxmlformats.org/officeDocument/2006/relationships/tags" Target="../tags/tag1174.xml"/><Relationship Id="rId12" Type="http://schemas.openxmlformats.org/officeDocument/2006/relationships/tags" Target="../tags/tag1179.xml"/><Relationship Id="rId17" Type="http://schemas.openxmlformats.org/officeDocument/2006/relationships/tags" Target="../tags/tag1184.xml"/><Relationship Id="rId25" Type="http://schemas.openxmlformats.org/officeDocument/2006/relationships/tags" Target="../tags/tag1192.xml"/><Relationship Id="rId33" Type="http://schemas.openxmlformats.org/officeDocument/2006/relationships/tags" Target="../tags/tag1200.xml"/><Relationship Id="rId38" Type="http://schemas.openxmlformats.org/officeDocument/2006/relationships/tags" Target="../tags/tag1205.xml"/><Relationship Id="rId2" Type="http://schemas.openxmlformats.org/officeDocument/2006/relationships/tags" Target="../tags/tag1169.xml"/><Relationship Id="rId16" Type="http://schemas.openxmlformats.org/officeDocument/2006/relationships/tags" Target="../tags/tag1183.xml"/><Relationship Id="rId20" Type="http://schemas.openxmlformats.org/officeDocument/2006/relationships/tags" Target="../tags/tag1187.xml"/><Relationship Id="rId29" Type="http://schemas.openxmlformats.org/officeDocument/2006/relationships/tags" Target="../tags/tag1196.xml"/><Relationship Id="rId41" Type="http://schemas.openxmlformats.org/officeDocument/2006/relationships/notesSlide" Target="../notesSlides/notesSlide42.xml"/><Relationship Id="rId1" Type="http://schemas.openxmlformats.org/officeDocument/2006/relationships/tags" Target="../tags/tag1168.xml"/><Relationship Id="rId6" Type="http://schemas.openxmlformats.org/officeDocument/2006/relationships/tags" Target="../tags/tag1173.xml"/><Relationship Id="rId11" Type="http://schemas.openxmlformats.org/officeDocument/2006/relationships/tags" Target="../tags/tag1178.xml"/><Relationship Id="rId24" Type="http://schemas.openxmlformats.org/officeDocument/2006/relationships/tags" Target="../tags/tag1191.xml"/><Relationship Id="rId32" Type="http://schemas.openxmlformats.org/officeDocument/2006/relationships/tags" Target="../tags/tag1199.xml"/><Relationship Id="rId37" Type="http://schemas.openxmlformats.org/officeDocument/2006/relationships/tags" Target="../tags/tag1204.xml"/><Relationship Id="rId40" Type="http://schemas.openxmlformats.org/officeDocument/2006/relationships/slideLayout" Target="../slideLayouts/slideLayout1.xml"/><Relationship Id="rId5" Type="http://schemas.openxmlformats.org/officeDocument/2006/relationships/tags" Target="../tags/tag1172.xml"/><Relationship Id="rId15" Type="http://schemas.openxmlformats.org/officeDocument/2006/relationships/tags" Target="../tags/tag1182.xml"/><Relationship Id="rId23" Type="http://schemas.openxmlformats.org/officeDocument/2006/relationships/tags" Target="../tags/tag1190.xml"/><Relationship Id="rId28" Type="http://schemas.openxmlformats.org/officeDocument/2006/relationships/tags" Target="../tags/tag1195.xml"/><Relationship Id="rId36" Type="http://schemas.openxmlformats.org/officeDocument/2006/relationships/tags" Target="../tags/tag1203.xml"/><Relationship Id="rId10" Type="http://schemas.openxmlformats.org/officeDocument/2006/relationships/tags" Target="../tags/tag1177.xml"/><Relationship Id="rId19" Type="http://schemas.openxmlformats.org/officeDocument/2006/relationships/tags" Target="../tags/tag1186.xml"/><Relationship Id="rId31" Type="http://schemas.openxmlformats.org/officeDocument/2006/relationships/tags" Target="../tags/tag1198.xml"/><Relationship Id="rId4" Type="http://schemas.openxmlformats.org/officeDocument/2006/relationships/tags" Target="../tags/tag1171.xml"/><Relationship Id="rId9" Type="http://schemas.openxmlformats.org/officeDocument/2006/relationships/tags" Target="../tags/tag1176.xml"/><Relationship Id="rId14" Type="http://schemas.openxmlformats.org/officeDocument/2006/relationships/tags" Target="../tags/tag1181.xml"/><Relationship Id="rId22" Type="http://schemas.openxmlformats.org/officeDocument/2006/relationships/tags" Target="../tags/tag1189.xml"/><Relationship Id="rId27" Type="http://schemas.openxmlformats.org/officeDocument/2006/relationships/tags" Target="../tags/tag1194.xml"/><Relationship Id="rId30" Type="http://schemas.openxmlformats.org/officeDocument/2006/relationships/tags" Target="../tags/tag1197.xml"/><Relationship Id="rId35" Type="http://schemas.openxmlformats.org/officeDocument/2006/relationships/tags" Target="../tags/tag1202.xml"/></Relationships>
</file>

<file path=ppt/slides/_rels/slide43.xml.rels><?xml version="1.0" encoding="UTF-8" standalone="yes"?>
<Relationships xmlns="http://schemas.openxmlformats.org/package/2006/relationships"><Relationship Id="rId8" Type="http://schemas.openxmlformats.org/officeDocument/2006/relationships/tags" Target="../tags/tag1214.xml"/><Relationship Id="rId13" Type="http://schemas.openxmlformats.org/officeDocument/2006/relationships/tags" Target="../tags/tag1219.xml"/><Relationship Id="rId18" Type="http://schemas.openxmlformats.org/officeDocument/2006/relationships/tags" Target="../tags/tag1224.xml"/><Relationship Id="rId26" Type="http://schemas.openxmlformats.org/officeDocument/2006/relationships/tags" Target="../tags/tag1232.xml"/><Relationship Id="rId3" Type="http://schemas.openxmlformats.org/officeDocument/2006/relationships/tags" Target="../tags/tag1209.xml"/><Relationship Id="rId21" Type="http://schemas.openxmlformats.org/officeDocument/2006/relationships/tags" Target="../tags/tag1227.xml"/><Relationship Id="rId34" Type="http://schemas.openxmlformats.org/officeDocument/2006/relationships/tags" Target="../tags/tag1240.xml"/><Relationship Id="rId7" Type="http://schemas.openxmlformats.org/officeDocument/2006/relationships/tags" Target="../tags/tag1213.xml"/><Relationship Id="rId12" Type="http://schemas.openxmlformats.org/officeDocument/2006/relationships/tags" Target="../tags/tag1218.xml"/><Relationship Id="rId17" Type="http://schemas.openxmlformats.org/officeDocument/2006/relationships/tags" Target="../tags/tag1223.xml"/><Relationship Id="rId25" Type="http://schemas.openxmlformats.org/officeDocument/2006/relationships/tags" Target="../tags/tag1231.xml"/><Relationship Id="rId33" Type="http://schemas.openxmlformats.org/officeDocument/2006/relationships/tags" Target="../tags/tag1239.xml"/><Relationship Id="rId2" Type="http://schemas.openxmlformats.org/officeDocument/2006/relationships/tags" Target="../tags/tag1208.xml"/><Relationship Id="rId16" Type="http://schemas.openxmlformats.org/officeDocument/2006/relationships/tags" Target="../tags/tag1222.xml"/><Relationship Id="rId20" Type="http://schemas.openxmlformats.org/officeDocument/2006/relationships/tags" Target="../tags/tag1226.xml"/><Relationship Id="rId29" Type="http://schemas.openxmlformats.org/officeDocument/2006/relationships/tags" Target="../tags/tag1235.xml"/><Relationship Id="rId1" Type="http://schemas.openxmlformats.org/officeDocument/2006/relationships/tags" Target="../tags/tag1207.xml"/><Relationship Id="rId6" Type="http://schemas.openxmlformats.org/officeDocument/2006/relationships/tags" Target="../tags/tag1212.xml"/><Relationship Id="rId11" Type="http://schemas.openxmlformats.org/officeDocument/2006/relationships/tags" Target="../tags/tag1217.xml"/><Relationship Id="rId24" Type="http://schemas.openxmlformats.org/officeDocument/2006/relationships/tags" Target="../tags/tag1230.xml"/><Relationship Id="rId32" Type="http://schemas.openxmlformats.org/officeDocument/2006/relationships/tags" Target="../tags/tag1238.xml"/><Relationship Id="rId37" Type="http://schemas.openxmlformats.org/officeDocument/2006/relationships/notesSlide" Target="../notesSlides/notesSlide43.xml"/><Relationship Id="rId5" Type="http://schemas.openxmlformats.org/officeDocument/2006/relationships/tags" Target="../tags/tag1211.xml"/><Relationship Id="rId15" Type="http://schemas.openxmlformats.org/officeDocument/2006/relationships/tags" Target="../tags/tag1221.xml"/><Relationship Id="rId23" Type="http://schemas.openxmlformats.org/officeDocument/2006/relationships/tags" Target="../tags/tag1229.xml"/><Relationship Id="rId28" Type="http://schemas.openxmlformats.org/officeDocument/2006/relationships/tags" Target="../tags/tag1234.xml"/><Relationship Id="rId36" Type="http://schemas.openxmlformats.org/officeDocument/2006/relationships/slideLayout" Target="../slideLayouts/slideLayout1.xml"/><Relationship Id="rId10" Type="http://schemas.openxmlformats.org/officeDocument/2006/relationships/tags" Target="../tags/tag1216.xml"/><Relationship Id="rId19" Type="http://schemas.openxmlformats.org/officeDocument/2006/relationships/tags" Target="../tags/tag1225.xml"/><Relationship Id="rId31" Type="http://schemas.openxmlformats.org/officeDocument/2006/relationships/tags" Target="../tags/tag1237.xml"/><Relationship Id="rId4" Type="http://schemas.openxmlformats.org/officeDocument/2006/relationships/tags" Target="../tags/tag1210.xml"/><Relationship Id="rId9" Type="http://schemas.openxmlformats.org/officeDocument/2006/relationships/tags" Target="../tags/tag1215.xml"/><Relationship Id="rId14" Type="http://schemas.openxmlformats.org/officeDocument/2006/relationships/tags" Target="../tags/tag1220.xml"/><Relationship Id="rId22" Type="http://schemas.openxmlformats.org/officeDocument/2006/relationships/tags" Target="../tags/tag1228.xml"/><Relationship Id="rId27" Type="http://schemas.openxmlformats.org/officeDocument/2006/relationships/tags" Target="../tags/tag1233.xml"/><Relationship Id="rId30" Type="http://schemas.openxmlformats.org/officeDocument/2006/relationships/tags" Target="../tags/tag1236.xml"/><Relationship Id="rId35" Type="http://schemas.openxmlformats.org/officeDocument/2006/relationships/tags" Target="../tags/tag1241.xml"/></Relationships>
</file>

<file path=ppt/slides/_rels/slide44.xml.rels><?xml version="1.0" encoding="UTF-8" standalone="yes"?>
<Relationships xmlns="http://schemas.openxmlformats.org/package/2006/relationships"><Relationship Id="rId8" Type="http://schemas.openxmlformats.org/officeDocument/2006/relationships/tags" Target="../tags/tag1249.xml"/><Relationship Id="rId3" Type="http://schemas.openxmlformats.org/officeDocument/2006/relationships/tags" Target="../tags/tag1244.xml"/><Relationship Id="rId7" Type="http://schemas.openxmlformats.org/officeDocument/2006/relationships/tags" Target="../tags/tag1248.xml"/><Relationship Id="rId2" Type="http://schemas.openxmlformats.org/officeDocument/2006/relationships/tags" Target="../tags/tag1243.xml"/><Relationship Id="rId1" Type="http://schemas.openxmlformats.org/officeDocument/2006/relationships/tags" Target="../tags/tag1242.xml"/><Relationship Id="rId6" Type="http://schemas.openxmlformats.org/officeDocument/2006/relationships/tags" Target="../tags/tag1247.xml"/><Relationship Id="rId11" Type="http://schemas.openxmlformats.org/officeDocument/2006/relationships/image" Target="../media/image17.png"/><Relationship Id="rId5" Type="http://schemas.openxmlformats.org/officeDocument/2006/relationships/tags" Target="../tags/tag1246.xml"/><Relationship Id="rId10" Type="http://schemas.openxmlformats.org/officeDocument/2006/relationships/notesSlide" Target="../notesSlides/notesSlide44.xml"/><Relationship Id="rId4" Type="http://schemas.openxmlformats.org/officeDocument/2006/relationships/tags" Target="../tags/tag1245.xml"/><Relationship Id="rId9"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8" Type="http://schemas.openxmlformats.org/officeDocument/2006/relationships/tags" Target="../tags/tag1257.xml"/><Relationship Id="rId13" Type="http://schemas.openxmlformats.org/officeDocument/2006/relationships/tags" Target="../tags/tag1262.xml"/><Relationship Id="rId18" Type="http://schemas.openxmlformats.org/officeDocument/2006/relationships/tags" Target="../tags/tag1267.xml"/><Relationship Id="rId26" Type="http://schemas.openxmlformats.org/officeDocument/2006/relationships/tags" Target="../tags/tag1275.xml"/><Relationship Id="rId39" Type="http://schemas.openxmlformats.org/officeDocument/2006/relationships/tags" Target="../tags/tag1288.xml"/><Relationship Id="rId3" Type="http://schemas.openxmlformats.org/officeDocument/2006/relationships/tags" Target="../tags/tag1252.xml"/><Relationship Id="rId21" Type="http://schemas.openxmlformats.org/officeDocument/2006/relationships/tags" Target="../tags/tag1270.xml"/><Relationship Id="rId34" Type="http://schemas.openxmlformats.org/officeDocument/2006/relationships/tags" Target="../tags/tag1283.xml"/><Relationship Id="rId7" Type="http://schemas.openxmlformats.org/officeDocument/2006/relationships/tags" Target="../tags/tag1256.xml"/><Relationship Id="rId12" Type="http://schemas.openxmlformats.org/officeDocument/2006/relationships/tags" Target="../tags/tag1261.xml"/><Relationship Id="rId17" Type="http://schemas.openxmlformats.org/officeDocument/2006/relationships/tags" Target="../tags/tag1266.xml"/><Relationship Id="rId25" Type="http://schemas.openxmlformats.org/officeDocument/2006/relationships/tags" Target="../tags/tag1274.xml"/><Relationship Id="rId33" Type="http://schemas.openxmlformats.org/officeDocument/2006/relationships/tags" Target="../tags/tag1282.xml"/><Relationship Id="rId38" Type="http://schemas.openxmlformats.org/officeDocument/2006/relationships/tags" Target="../tags/tag1287.xml"/><Relationship Id="rId2" Type="http://schemas.openxmlformats.org/officeDocument/2006/relationships/tags" Target="../tags/tag1251.xml"/><Relationship Id="rId16" Type="http://schemas.openxmlformats.org/officeDocument/2006/relationships/tags" Target="../tags/tag1265.xml"/><Relationship Id="rId20" Type="http://schemas.openxmlformats.org/officeDocument/2006/relationships/tags" Target="../tags/tag1269.xml"/><Relationship Id="rId29" Type="http://schemas.openxmlformats.org/officeDocument/2006/relationships/tags" Target="../tags/tag1278.xml"/><Relationship Id="rId41" Type="http://schemas.openxmlformats.org/officeDocument/2006/relationships/notesSlide" Target="../notesSlides/notesSlide45.xml"/><Relationship Id="rId1" Type="http://schemas.openxmlformats.org/officeDocument/2006/relationships/tags" Target="../tags/tag1250.xml"/><Relationship Id="rId6" Type="http://schemas.openxmlformats.org/officeDocument/2006/relationships/tags" Target="../tags/tag1255.xml"/><Relationship Id="rId11" Type="http://schemas.openxmlformats.org/officeDocument/2006/relationships/tags" Target="../tags/tag1260.xml"/><Relationship Id="rId24" Type="http://schemas.openxmlformats.org/officeDocument/2006/relationships/tags" Target="../tags/tag1273.xml"/><Relationship Id="rId32" Type="http://schemas.openxmlformats.org/officeDocument/2006/relationships/tags" Target="../tags/tag1281.xml"/><Relationship Id="rId37" Type="http://schemas.openxmlformats.org/officeDocument/2006/relationships/tags" Target="../tags/tag1286.xml"/><Relationship Id="rId40" Type="http://schemas.openxmlformats.org/officeDocument/2006/relationships/slideLayout" Target="../slideLayouts/slideLayout1.xml"/><Relationship Id="rId5" Type="http://schemas.openxmlformats.org/officeDocument/2006/relationships/tags" Target="../tags/tag1254.xml"/><Relationship Id="rId15" Type="http://schemas.openxmlformats.org/officeDocument/2006/relationships/tags" Target="../tags/tag1264.xml"/><Relationship Id="rId23" Type="http://schemas.openxmlformats.org/officeDocument/2006/relationships/tags" Target="../tags/tag1272.xml"/><Relationship Id="rId28" Type="http://schemas.openxmlformats.org/officeDocument/2006/relationships/tags" Target="../tags/tag1277.xml"/><Relationship Id="rId36" Type="http://schemas.openxmlformats.org/officeDocument/2006/relationships/tags" Target="../tags/tag1285.xml"/><Relationship Id="rId10" Type="http://schemas.openxmlformats.org/officeDocument/2006/relationships/tags" Target="../tags/tag1259.xml"/><Relationship Id="rId19" Type="http://schemas.openxmlformats.org/officeDocument/2006/relationships/tags" Target="../tags/tag1268.xml"/><Relationship Id="rId31" Type="http://schemas.openxmlformats.org/officeDocument/2006/relationships/tags" Target="../tags/tag1280.xml"/><Relationship Id="rId4" Type="http://schemas.openxmlformats.org/officeDocument/2006/relationships/tags" Target="../tags/tag1253.xml"/><Relationship Id="rId9" Type="http://schemas.openxmlformats.org/officeDocument/2006/relationships/tags" Target="../tags/tag1258.xml"/><Relationship Id="rId14" Type="http://schemas.openxmlformats.org/officeDocument/2006/relationships/tags" Target="../tags/tag1263.xml"/><Relationship Id="rId22" Type="http://schemas.openxmlformats.org/officeDocument/2006/relationships/tags" Target="../tags/tag1271.xml"/><Relationship Id="rId27" Type="http://schemas.openxmlformats.org/officeDocument/2006/relationships/tags" Target="../tags/tag1276.xml"/><Relationship Id="rId30" Type="http://schemas.openxmlformats.org/officeDocument/2006/relationships/tags" Target="../tags/tag1279.xml"/><Relationship Id="rId35" Type="http://schemas.openxmlformats.org/officeDocument/2006/relationships/tags" Target="../tags/tag128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2031"/>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612648"/>
            <a:ext cx="1563624" cy="0"/>
          </a:xfrm>
          <a:prstGeom prst="line">
            <a:avLst/>
          </a:prstGeom>
          <a:noFill/>
          <a:ln w="25400">
            <a:solidFill>
              <a:srgbClr val="43B5D9"/>
            </a:solidFill>
            <a:prstDash val="solid"/>
          </a:ln>
        </p:spPr>
        <p:txBody>
          <a:bodyPr/>
          <a:lstStyle/>
          <a:p>
            <a:endParaRPr lang="fr-CA" noProof="0" dirty="0"/>
          </a:p>
        </p:txBody>
      </p:sp>
      <p:sp>
        <p:nvSpPr>
          <p:cNvPr id="3" name="Text 1"/>
          <p:cNvSpPr/>
          <p:nvPr>
            <p:custDataLst>
              <p:tags r:id="rId2"/>
            </p:custDataLst>
          </p:nvPr>
        </p:nvSpPr>
        <p:spPr>
          <a:xfrm>
            <a:off x="530352" y="832104"/>
            <a:ext cx="5835942" cy="438912"/>
          </a:xfrm>
          <a:prstGeom prst="rect">
            <a:avLst/>
          </a:prstGeom>
          <a:noFill/>
          <a:ln/>
        </p:spPr>
        <p:txBody>
          <a:bodyPr wrap="square" lIns="0" tIns="0" rIns="0" bIns="0" rtlCol="0" anchor="t">
            <a:normAutofit/>
          </a:bodyPr>
          <a:lstStyle/>
          <a:p>
            <a:pPr marL="0" indent="0">
              <a:buNone/>
            </a:pPr>
            <a:r>
              <a:rPr lang="fr-CA" sz="2300" b="1" noProof="0" dirty="0">
                <a:solidFill>
                  <a:srgbClr val="43B5D9"/>
                </a:solidFill>
                <a:latin typeface="Calibri" pitchFamily="34" charset="0"/>
                <a:ea typeface="Calibri" pitchFamily="34" charset="-122"/>
                <a:cs typeface="Calibri" pitchFamily="34" charset="-120"/>
              </a:rPr>
              <a:t>Stream Processing and EDA Resilience</a:t>
            </a:r>
            <a:endParaRPr lang="fr-CA" sz="2300" noProof="0" dirty="0"/>
          </a:p>
        </p:txBody>
      </p:sp>
      <p:sp>
        <p:nvSpPr>
          <p:cNvPr id="4" name="Text 2"/>
          <p:cNvSpPr/>
          <p:nvPr>
            <p:custDataLst>
              <p:tags r:id="rId3"/>
            </p:custDataLst>
          </p:nvPr>
        </p:nvSpPr>
        <p:spPr>
          <a:xfrm>
            <a:off x="530353" y="2139696"/>
            <a:ext cx="5835942" cy="786384"/>
          </a:xfrm>
          <a:prstGeom prst="rect">
            <a:avLst/>
          </a:prstGeom>
          <a:noFill/>
          <a:ln/>
        </p:spPr>
        <p:txBody>
          <a:bodyPr wrap="square" lIns="0" tIns="0" rIns="0" bIns="0" rtlCol="0" anchor="t">
            <a:normAutofit/>
          </a:bodyPr>
          <a:lstStyle/>
          <a:p>
            <a:pPr marL="0" indent="0">
              <a:buNone/>
            </a:pPr>
            <a:r>
              <a:rPr lang="fr-CA" sz="4350" b="1" noProof="0" dirty="0">
                <a:solidFill>
                  <a:srgbClr val="FFFFFF"/>
                </a:solidFill>
                <a:latin typeface="Calibri" pitchFamily="34" charset="0"/>
                <a:ea typeface="Calibri" pitchFamily="34" charset="-122"/>
                <a:cs typeface="Calibri" pitchFamily="34" charset="-120"/>
              </a:rPr>
              <a:t>Kafka Engineering Guide</a:t>
            </a:r>
            <a:endParaRPr lang="fr-CA" sz="4350" noProof="0" dirty="0"/>
          </a:p>
        </p:txBody>
      </p:sp>
      <p:sp>
        <p:nvSpPr>
          <p:cNvPr id="5" name="Text 3"/>
          <p:cNvSpPr/>
          <p:nvPr>
            <p:custDataLst>
              <p:tags r:id="rId4"/>
            </p:custDataLst>
          </p:nvPr>
        </p:nvSpPr>
        <p:spPr>
          <a:xfrm>
            <a:off x="557785" y="3182112"/>
            <a:ext cx="5808510" cy="1042416"/>
          </a:xfrm>
          <a:prstGeom prst="rect">
            <a:avLst/>
          </a:prstGeom>
          <a:noFill/>
          <a:ln/>
        </p:spPr>
        <p:txBody>
          <a:bodyPr wrap="square" lIns="0" tIns="0" rIns="0" bIns="0" rtlCol="0" anchor="t">
            <a:normAutofit/>
          </a:bodyPr>
          <a:lstStyle/>
          <a:p>
            <a:pPr marL="0" indent="0">
              <a:buNone/>
            </a:pPr>
            <a:r>
              <a:rPr lang="fr-CA" sz="2900" noProof="0" dirty="0">
                <a:solidFill>
                  <a:srgbClr val="FFFFFF"/>
                </a:solidFill>
                <a:latin typeface="Calibri" pitchFamily="34" charset="0"/>
                <a:ea typeface="Calibri" pitchFamily="34" charset="-122"/>
                <a:cs typeface="Calibri" pitchFamily="34" charset="-120"/>
              </a:rPr>
              <a:t>From the first published message</a:t>
            </a:r>
          </a:p>
          <a:p>
            <a:pPr marL="0" indent="0">
              <a:buNone/>
            </a:pPr>
            <a:r>
              <a:rPr lang="fr-CA" sz="2900" noProof="0" dirty="0">
                <a:solidFill>
                  <a:srgbClr val="FFFFFF"/>
                </a:solidFill>
                <a:latin typeface="Calibri" pitchFamily="34" charset="0"/>
                <a:ea typeface="Calibri" pitchFamily="34" charset="-122"/>
                <a:cs typeface="Calibri" pitchFamily="34" charset="-120"/>
              </a:rPr>
              <a:t>to EDA resilience</a:t>
            </a:r>
            <a:endParaRPr lang="fr-CA" sz="2900" noProof="0" dirty="0"/>
          </a:p>
        </p:txBody>
      </p:sp>
      <p:sp>
        <p:nvSpPr>
          <p:cNvPr id="6" name="Text 4"/>
          <p:cNvSpPr/>
          <p:nvPr>
            <p:custDataLst>
              <p:tags r:id="rId5"/>
            </p:custDataLst>
          </p:nvPr>
        </p:nvSpPr>
        <p:spPr>
          <a:xfrm>
            <a:off x="566928" y="4690871"/>
            <a:ext cx="5835943" cy="563813"/>
          </a:xfrm>
          <a:prstGeom prst="rect">
            <a:avLst/>
          </a:prstGeom>
          <a:noFill/>
          <a:ln/>
        </p:spPr>
        <p:txBody>
          <a:bodyPr wrap="square" lIns="0" tIns="0" rIns="0" bIns="0" rtlCol="0" anchor="t">
            <a:normAutofit lnSpcReduction="10000"/>
          </a:bodyPr>
          <a:lstStyle/>
          <a:p>
            <a:pPr marL="0" indent="0">
              <a:buNone/>
            </a:pPr>
            <a:r>
              <a:rPr lang="fr-CA" sz="1850" noProof="0" dirty="0">
                <a:solidFill>
                  <a:srgbClr val="43B5D9"/>
                </a:solidFill>
                <a:latin typeface="Calibri" pitchFamily="34" charset="0"/>
                <a:ea typeface="Calibri" pitchFamily="34" charset="-122"/>
                <a:cs typeface="Calibri" pitchFamily="34" charset="-120"/>
              </a:rPr>
              <a:t>A learning Sandbox …</a:t>
            </a:r>
          </a:p>
          <a:p>
            <a:pPr marL="0" indent="0">
              <a:buNone/>
            </a:pPr>
            <a:r>
              <a:rPr lang="fr-CA" sz="1850" noProof="0" dirty="0">
                <a:solidFill>
                  <a:srgbClr val="43B5D9"/>
                </a:solidFill>
                <a:latin typeface="Calibri" pitchFamily="34" charset="0"/>
                <a:ea typeface="Calibri" pitchFamily="34" charset="-122"/>
                <a:cs typeface="Calibri" pitchFamily="34" charset="-120"/>
              </a:rPr>
              <a:t>Spring Boot  ·  Nuxt  ·  Kafka  ·  Flink  ·  Hazelcast</a:t>
            </a:r>
            <a:endParaRPr lang="fr-CA" sz="1850" noProof="0" dirty="0"/>
          </a:p>
        </p:txBody>
      </p:sp>
      <p:sp>
        <p:nvSpPr>
          <p:cNvPr id="9" name="Text 6"/>
          <p:cNvSpPr/>
          <p:nvPr>
            <p:custDataLst>
              <p:tags r:id="rId6"/>
            </p:custDataLst>
          </p:nvPr>
        </p:nvSpPr>
        <p:spPr>
          <a:xfrm>
            <a:off x="112143" y="6616461"/>
            <a:ext cx="11982091" cy="228588"/>
          </a:xfrm>
          <a:prstGeom prst="rect">
            <a:avLst/>
          </a:prstGeom>
          <a:noFill/>
          <a:ln/>
        </p:spPr>
        <p:txBody>
          <a:bodyPr wrap="square" lIns="0" tIns="0" rIns="0" bIns="0" rtlCol="0" anchor="t">
            <a:normAutofit/>
          </a:bodyPr>
          <a:lstStyle/>
          <a:p>
            <a:pPr marL="0" indent="0">
              <a:buNone/>
            </a:pPr>
            <a:r>
              <a:rPr lang="fr-CA" sz="1100" noProof="0" dirty="0">
                <a:solidFill>
                  <a:srgbClr val="829AB1"/>
                </a:solidFill>
                <a:latin typeface="Calibri" pitchFamily="34" charset="0"/>
                <a:ea typeface="Calibri" pitchFamily="34" charset="-122"/>
                <a:cs typeface="Calibri" pitchFamily="34" charset="-120"/>
              </a:rPr>
              <a:t>Learning path in English  |  October 2026</a:t>
            </a:r>
            <a:endParaRPr lang="fr-CA" sz="1100" noProof="0" dirty="0"/>
          </a:p>
        </p:txBody>
      </p:sp>
      <p:pic>
        <p:nvPicPr>
          <p:cNvPr id="11" name="Image 10">
            <a:extLst>
              <a:ext uri="{FF2B5EF4-FFF2-40B4-BE49-F238E27FC236}">
                <a16:creationId xmlns:a16="http://schemas.microsoft.com/office/drawing/2014/main" id="{6F82DC8C-F688-63BC-5BB7-1903CDEF6564}"/>
              </a:ext>
            </a:extLst>
          </p:cNvPr>
          <p:cNvPicPr>
            <a:picLocks noChangeAspect="1"/>
          </p:cNvPicPr>
          <p:nvPr>
            <p:custDataLst>
              <p:tags r:id="rId7"/>
            </p:custDataLst>
          </p:nvPr>
        </p:nvPicPr>
        <p:blipFill>
          <a:blip r:embed="rId10"/>
          <a:stretch>
            <a:fillRect/>
          </a:stretch>
        </p:blipFill>
        <p:spPr>
          <a:xfrm>
            <a:off x="6402871" y="1603315"/>
            <a:ext cx="5477055" cy="365137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5580C286-3608-C72F-1533-A976B156011E}"/>
              </a:ext>
            </a:extLst>
          </p:cNvPr>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dirty="0"/>
          </a:p>
        </p:txBody>
      </p:sp>
      <p:sp>
        <p:nvSpPr>
          <p:cNvPr id="6" name="Text 1">
            <a:extLst>
              <a:ext uri="{FF2B5EF4-FFF2-40B4-BE49-F238E27FC236}">
                <a16:creationId xmlns:a16="http://schemas.microsoft.com/office/drawing/2014/main" id="{EAC51406-6535-BB8B-4CDF-AFB09A8C51F4}"/>
              </a:ext>
            </a:extLst>
          </p:cNvPr>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dirty="0">
                <a:solidFill>
                  <a:srgbClr val="1F6FEB"/>
                </a:solidFill>
                <a:latin typeface="Calibri" pitchFamily="34" charset="0"/>
                <a:ea typeface="Calibri" pitchFamily="34" charset="-122"/>
                <a:cs typeface="Calibri" pitchFamily="34" charset="-120"/>
              </a:rPr>
              <a:t>INTRODUCTION</a:t>
            </a:r>
            <a:endParaRPr lang="fr-CA" sz="1100" dirty="0"/>
          </a:p>
        </p:txBody>
      </p:sp>
      <p:sp>
        <p:nvSpPr>
          <p:cNvPr id="10" name="Text 2">
            <a:extLst>
              <a:ext uri="{FF2B5EF4-FFF2-40B4-BE49-F238E27FC236}">
                <a16:creationId xmlns:a16="http://schemas.microsoft.com/office/drawing/2014/main" id="{D123474B-7FE5-C573-C6E4-7A967BEEB9E0}"/>
              </a:ext>
            </a:extLst>
          </p:cNvPr>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dirty="0">
                <a:solidFill>
                  <a:srgbClr val="829AB1"/>
                </a:solidFill>
                <a:latin typeface="Calibri" pitchFamily="34" charset="0"/>
                <a:ea typeface="Calibri" pitchFamily="34" charset="-122"/>
                <a:cs typeface="Calibri" pitchFamily="34" charset="-120"/>
              </a:rPr>
              <a:t>KAFKA ENGINEERING GUIDE</a:t>
            </a:r>
            <a:endParaRPr lang="fr-CA" sz="1000" dirty="0"/>
          </a:p>
        </p:txBody>
      </p:sp>
      <p:sp>
        <p:nvSpPr>
          <p:cNvPr id="13" name="Text 4">
            <a:extLst>
              <a:ext uri="{FF2B5EF4-FFF2-40B4-BE49-F238E27FC236}">
                <a16:creationId xmlns:a16="http://schemas.microsoft.com/office/drawing/2014/main" id="{4E5FE9E5-F93C-EE24-AF5C-27C8E7ECCD44}"/>
              </a:ext>
            </a:extLst>
          </p:cNvPr>
          <p:cNvSpPr/>
          <p:nvPr>
            <p:custDataLst>
              <p:tags r:id="rId4"/>
            </p:custDataLst>
          </p:nvPr>
        </p:nvSpPr>
        <p:spPr>
          <a:xfrm>
            <a:off x="530352" y="1508760"/>
            <a:ext cx="11018520" cy="603504"/>
          </a:xfrm>
          <a:prstGeom prst="rect">
            <a:avLst/>
          </a:prstGeom>
          <a:noFill/>
          <a:ln/>
        </p:spPr>
        <p:txBody>
          <a:bodyPr wrap="square" lIns="0" tIns="0" rIns="0" bIns="0" rtlCol="0" anchor="t">
            <a:normAutofit/>
          </a:bodyPr>
          <a:lstStyle/>
          <a:p>
            <a:r>
              <a:rPr lang="fr-CA" sz="1650" dirty="0">
                <a:solidFill>
                  <a:srgbClr val="486581"/>
                </a:solidFill>
                <a:latin typeface="Calibri" pitchFamily="34" charset="0"/>
                <a:ea typeface="Calibri" pitchFamily="34" charset="-122"/>
                <a:cs typeface="Calibri" pitchFamily="34" charset="-120"/>
              </a:rPr>
              <a:t>This guide presents a concrete project (with a Sandbox-style implementation) that integrates best practices.</a:t>
            </a:r>
          </a:p>
        </p:txBody>
      </p:sp>
      <p:sp>
        <p:nvSpPr>
          <p:cNvPr id="15" name="Text 3">
            <a:extLst>
              <a:ext uri="{FF2B5EF4-FFF2-40B4-BE49-F238E27FC236}">
                <a16:creationId xmlns:a16="http://schemas.microsoft.com/office/drawing/2014/main" id="{BAF0F25B-3BFB-F462-580C-291D0E6992FA}"/>
              </a:ext>
            </a:extLst>
          </p:cNvPr>
          <p:cNvSpPr/>
          <p:nvPr>
            <p:custDataLst>
              <p:tags r:id="rId5"/>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EDA architecture best practices</a:t>
            </a:r>
            <a:endParaRPr lang="fr-CA" sz="2700" noProof="0" dirty="0"/>
          </a:p>
        </p:txBody>
      </p:sp>
      <p:sp>
        <p:nvSpPr>
          <p:cNvPr id="19" name="Shape 31">
            <a:extLst>
              <a:ext uri="{FF2B5EF4-FFF2-40B4-BE49-F238E27FC236}">
                <a16:creationId xmlns:a16="http://schemas.microsoft.com/office/drawing/2014/main" id="{BDB6DE00-34CD-CF21-24AB-8FDE03134E43}"/>
              </a:ext>
            </a:extLst>
          </p:cNvPr>
          <p:cNvSpPr/>
          <p:nvPr>
            <p:custDataLst>
              <p:tags r:id="rId6"/>
            </p:custDataLst>
          </p:nvPr>
        </p:nvSpPr>
        <p:spPr>
          <a:xfrm>
            <a:off x="530352" y="5704367"/>
            <a:ext cx="11128248" cy="448056"/>
          </a:xfrm>
          <a:prstGeom prst="roundRect">
            <a:avLst>
              <a:gd name="adj" fmla="val 20408"/>
            </a:avLst>
          </a:prstGeom>
          <a:solidFill>
            <a:srgbClr val="EFF6FF"/>
          </a:solidFill>
          <a:ln w="8890">
            <a:solidFill>
              <a:srgbClr val="EFF6FF"/>
            </a:solidFill>
            <a:prstDash val="solid"/>
          </a:ln>
        </p:spPr>
        <p:txBody>
          <a:bodyPr/>
          <a:lstStyle/>
          <a:p>
            <a:endParaRPr lang="fr-CA" dirty="0"/>
          </a:p>
        </p:txBody>
      </p:sp>
      <p:sp>
        <p:nvSpPr>
          <p:cNvPr id="21" name="Text 32">
            <a:extLst>
              <a:ext uri="{FF2B5EF4-FFF2-40B4-BE49-F238E27FC236}">
                <a16:creationId xmlns:a16="http://schemas.microsoft.com/office/drawing/2014/main" id="{786EA66F-4D54-5F84-63D7-01D703362066}"/>
              </a:ext>
            </a:extLst>
          </p:cNvPr>
          <p:cNvSpPr/>
          <p:nvPr>
            <p:custDataLst>
              <p:tags r:id="rId7"/>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More than 40 journey slides + a few orientation and deep-dive appendices.</a:t>
            </a:r>
            <a:endParaRPr lang="fr-CA" sz="1550" dirty="0"/>
          </a:p>
        </p:txBody>
      </p:sp>
      <p:sp>
        <p:nvSpPr>
          <p:cNvPr id="23" name="Text 5">
            <a:extLst>
              <a:ext uri="{FF2B5EF4-FFF2-40B4-BE49-F238E27FC236}">
                <a16:creationId xmlns:a16="http://schemas.microsoft.com/office/drawing/2014/main" id="{E61D3D18-26B7-3B85-7F72-8BFAAA8D07A8}"/>
              </a:ext>
            </a:extLst>
          </p:cNvPr>
          <p:cNvSpPr/>
          <p:nvPr>
            <p:custDataLst>
              <p:tags r:id="rId8"/>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dirty="0">
                <a:solidFill>
                  <a:srgbClr val="486581"/>
                </a:solidFill>
                <a:latin typeface="Calibri" pitchFamily="34" charset="0"/>
                <a:ea typeface="Calibri" pitchFamily="34" charset="-122"/>
                <a:cs typeface="Calibri" pitchFamily="34" charset="-120"/>
              </a:rPr>
              <a:t>Kafka Engineering Guide · EDA Project</a:t>
            </a:r>
            <a:endParaRPr lang="fr-CA" sz="900" dirty="0"/>
          </a:p>
        </p:txBody>
      </p:sp>
      <p:sp>
        <p:nvSpPr>
          <p:cNvPr id="25" name="Shape 7">
            <a:extLst>
              <a:ext uri="{FF2B5EF4-FFF2-40B4-BE49-F238E27FC236}">
                <a16:creationId xmlns:a16="http://schemas.microsoft.com/office/drawing/2014/main" id="{4E85BD33-D128-9EE1-8C93-98287030FA11}"/>
              </a:ext>
            </a:extLst>
          </p:cNvPr>
          <p:cNvSpPr/>
          <p:nvPr>
            <p:custDataLst>
              <p:tags r:id="rId9"/>
            </p:custDataLst>
          </p:nvPr>
        </p:nvSpPr>
        <p:spPr>
          <a:xfrm>
            <a:off x="530352" y="1999649"/>
            <a:ext cx="3575304" cy="1444752"/>
          </a:xfrm>
          <a:prstGeom prst="roundRect">
            <a:avLst>
              <a:gd name="adj" fmla="val 6329"/>
            </a:avLst>
          </a:prstGeom>
          <a:solidFill>
            <a:srgbClr val="FFFFFF"/>
          </a:solidFill>
          <a:ln w="8890">
            <a:solidFill>
              <a:srgbClr val="D9E2EC"/>
            </a:solidFill>
            <a:prstDash val="solid"/>
          </a:ln>
        </p:spPr>
        <p:txBody>
          <a:bodyPr/>
          <a:lstStyle/>
          <a:p>
            <a:endParaRPr lang="fr-CA" dirty="0"/>
          </a:p>
        </p:txBody>
      </p:sp>
      <p:sp>
        <p:nvSpPr>
          <p:cNvPr id="27" name="Text 8">
            <a:extLst>
              <a:ext uri="{FF2B5EF4-FFF2-40B4-BE49-F238E27FC236}">
                <a16:creationId xmlns:a16="http://schemas.microsoft.com/office/drawing/2014/main" id="{64AAC67C-B0A2-DBBE-BDFE-F82CF7D51FFF}"/>
              </a:ext>
            </a:extLst>
          </p:cNvPr>
          <p:cNvSpPr/>
          <p:nvPr>
            <p:custDataLst>
              <p:tags r:id="rId10"/>
            </p:custDataLst>
          </p:nvPr>
        </p:nvSpPr>
        <p:spPr>
          <a:xfrm>
            <a:off x="713232" y="2164241"/>
            <a:ext cx="475488" cy="429768"/>
          </a:xfrm>
          <a:prstGeom prst="rect">
            <a:avLst/>
          </a:prstGeom>
          <a:noFill/>
          <a:ln/>
        </p:spPr>
        <p:txBody>
          <a:bodyPr wrap="square" lIns="0" tIns="0" rIns="0" bIns="0" rtlCol="0" anchor="t">
            <a:normAutofit/>
          </a:bodyPr>
          <a:lstStyle/>
          <a:p>
            <a:pPr marL="0" indent="0">
              <a:buNone/>
            </a:pPr>
            <a:r>
              <a:rPr lang="fr-CA" sz="2600" b="1" dirty="0">
                <a:solidFill>
                  <a:srgbClr val="1F6FEB"/>
                </a:solidFill>
                <a:latin typeface="Calibri" pitchFamily="34" charset="0"/>
                <a:ea typeface="Calibri" pitchFamily="34" charset="-122"/>
                <a:cs typeface="Calibri" pitchFamily="34" charset="-120"/>
              </a:rPr>
              <a:t>01</a:t>
            </a:r>
            <a:endParaRPr lang="fr-CA" sz="2600" dirty="0"/>
          </a:p>
        </p:txBody>
      </p:sp>
      <p:sp>
        <p:nvSpPr>
          <p:cNvPr id="29" name="Text 9">
            <a:extLst>
              <a:ext uri="{FF2B5EF4-FFF2-40B4-BE49-F238E27FC236}">
                <a16:creationId xmlns:a16="http://schemas.microsoft.com/office/drawing/2014/main" id="{13163387-A371-30AC-D65A-BA93EB9888FB}"/>
              </a:ext>
            </a:extLst>
          </p:cNvPr>
          <p:cNvSpPr/>
          <p:nvPr>
            <p:custDataLst>
              <p:tags r:id="rId11"/>
            </p:custDataLst>
          </p:nvPr>
        </p:nvSpPr>
        <p:spPr>
          <a:xfrm>
            <a:off x="1298448" y="2200817"/>
            <a:ext cx="2615184" cy="347472"/>
          </a:xfrm>
          <a:prstGeom prst="rect">
            <a:avLst/>
          </a:prstGeom>
          <a:noFill/>
          <a:ln/>
        </p:spPr>
        <p:txBody>
          <a:bodyPr wrap="square" lIns="0" tIns="0" rIns="0" bIns="0" rtlCol="0" anchor="t">
            <a:normAutofit/>
          </a:bodyPr>
          <a:lstStyle/>
          <a:p>
            <a:pPr marL="0" indent="0">
              <a:buNone/>
            </a:pPr>
            <a:r>
              <a:rPr lang="fr-CA" sz="1900" b="1" noProof="0" dirty="0">
                <a:solidFill>
                  <a:srgbClr val="102A43"/>
                </a:solidFill>
                <a:latin typeface="Calibri" pitchFamily="34" charset="0"/>
                <a:ea typeface="Calibri" pitchFamily="34" charset="-122"/>
                <a:cs typeface="Calibri" pitchFamily="34" charset="-120"/>
              </a:rPr>
              <a:t>Underestimation</a:t>
            </a:r>
            <a:endParaRPr lang="fr-CA" sz="1900" noProof="0" dirty="0"/>
          </a:p>
        </p:txBody>
      </p:sp>
      <p:sp>
        <p:nvSpPr>
          <p:cNvPr id="31" name="Text 10">
            <a:extLst>
              <a:ext uri="{FF2B5EF4-FFF2-40B4-BE49-F238E27FC236}">
                <a16:creationId xmlns:a16="http://schemas.microsoft.com/office/drawing/2014/main" id="{EB154527-87C6-B271-7B77-C1184B0698F9}"/>
              </a:ext>
            </a:extLst>
          </p:cNvPr>
          <p:cNvSpPr/>
          <p:nvPr>
            <p:custDataLst>
              <p:tags r:id="rId12"/>
            </p:custDataLst>
          </p:nvPr>
        </p:nvSpPr>
        <p:spPr>
          <a:xfrm>
            <a:off x="740664" y="2731169"/>
            <a:ext cx="3163824" cy="521208"/>
          </a:xfrm>
          <a:prstGeom prst="rect">
            <a:avLst/>
          </a:prstGeom>
          <a:noFill/>
          <a:ln/>
        </p:spPr>
        <p:txBody>
          <a:bodyPr wrap="square" lIns="0" tIns="0" rIns="0" bIns="0" rtlCol="0" anchor="t">
            <a:normAutofit fontScale="92500"/>
          </a:bodyPr>
          <a:lstStyle/>
          <a:p>
            <a:r>
              <a:rPr lang="fr-CA" sz="1620" dirty="0">
                <a:solidFill>
                  <a:srgbClr val="486581"/>
                </a:solidFill>
                <a:latin typeface="Calibri" pitchFamily="34" charset="0"/>
                <a:ea typeface="Calibri" pitchFamily="34" charset="-122"/>
                <a:cs typeface="Calibri" pitchFamily="34" charset="-120"/>
              </a:rPr>
              <a:t>Delivery teams generally underestimate the complexity of integrating with EDA.</a:t>
            </a:r>
            <a:endParaRPr lang="fr-CA" sz="1620" dirty="0"/>
          </a:p>
        </p:txBody>
      </p:sp>
      <p:sp>
        <p:nvSpPr>
          <p:cNvPr id="33" name="Shape 11">
            <a:extLst>
              <a:ext uri="{FF2B5EF4-FFF2-40B4-BE49-F238E27FC236}">
                <a16:creationId xmlns:a16="http://schemas.microsoft.com/office/drawing/2014/main" id="{55A06A6D-3238-0CB8-9CEC-46C5D2FE4425}"/>
              </a:ext>
            </a:extLst>
          </p:cNvPr>
          <p:cNvSpPr/>
          <p:nvPr>
            <p:custDataLst>
              <p:tags r:id="rId13"/>
            </p:custDataLst>
          </p:nvPr>
        </p:nvSpPr>
        <p:spPr>
          <a:xfrm>
            <a:off x="4306824" y="1999649"/>
            <a:ext cx="3575304" cy="1444752"/>
          </a:xfrm>
          <a:prstGeom prst="roundRect">
            <a:avLst>
              <a:gd name="adj" fmla="val 6329"/>
            </a:avLst>
          </a:prstGeom>
          <a:solidFill>
            <a:srgbClr val="FFFFFF"/>
          </a:solidFill>
          <a:ln w="8890">
            <a:solidFill>
              <a:srgbClr val="D9E2EC"/>
            </a:solidFill>
            <a:prstDash val="solid"/>
          </a:ln>
        </p:spPr>
        <p:txBody>
          <a:bodyPr/>
          <a:lstStyle/>
          <a:p>
            <a:endParaRPr lang="fr-CA" dirty="0"/>
          </a:p>
        </p:txBody>
      </p:sp>
      <p:sp>
        <p:nvSpPr>
          <p:cNvPr id="35" name="Text 12">
            <a:extLst>
              <a:ext uri="{FF2B5EF4-FFF2-40B4-BE49-F238E27FC236}">
                <a16:creationId xmlns:a16="http://schemas.microsoft.com/office/drawing/2014/main" id="{EEC48BF4-2818-597D-8E0A-A13B4A72AF6E}"/>
              </a:ext>
            </a:extLst>
          </p:cNvPr>
          <p:cNvSpPr/>
          <p:nvPr>
            <p:custDataLst>
              <p:tags r:id="rId14"/>
            </p:custDataLst>
          </p:nvPr>
        </p:nvSpPr>
        <p:spPr>
          <a:xfrm>
            <a:off x="4489704" y="2164241"/>
            <a:ext cx="475488" cy="429768"/>
          </a:xfrm>
          <a:prstGeom prst="rect">
            <a:avLst/>
          </a:prstGeom>
          <a:noFill/>
          <a:ln/>
        </p:spPr>
        <p:txBody>
          <a:bodyPr wrap="square" lIns="0" tIns="0" rIns="0" bIns="0" rtlCol="0" anchor="t">
            <a:normAutofit/>
          </a:bodyPr>
          <a:lstStyle/>
          <a:p>
            <a:pPr marL="0" indent="0">
              <a:buNone/>
            </a:pPr>
            <a:r>
              <a:rPr lang="fr-CA" sz="2600" b="1" dirty="0">
                <a:solidFill>
                  <a:srgbClr val="1F6FEB"/>
                </a:solidFill>
                <a:latin typeface="Calibri" pitchFamily="34" charset="0"/>
                <a:ea typeface="Calibri" pitchFamily="34" charset="-122"/>
                <a:cs typeface="Calibri" pitchFamily="34" charset="-120"/>
              </a:rPr>
              <a:t>02</a:t>
            </a:r>
            <a:endParaRPr lang="fr-CA" sz="2600" dirty="0"/>
          </a:p>
        </p:txBody>
      </p:sp>
      <p:sp>
        <p:nvSpPr>
          <p:cNvPr id="37" name="Text 13">
            <a:extLst>
              <a:ext uri="{FF2B5EF4-FFF2-40B4-BE49-F238E27FC236}">
                <a16:creationId xmlns:a16="http://schemas.microsoft.com/office/drawing/2014/main" id="{E1D67CE5-B6F9-BACC-6104-436608C4B218}"/>
              </a:ext>
            </a:extLst>
          </p:cNvPr>
          <p:cNvSpPr/>
          <p:nvPr>
            <p:custDataLst>
              <p:tags r:id="rId15"/>
            </p:custDataLst>
          </p:nvPr>
        </p:nvSpPr>
        <p:spPr>
          <a:xfrm>
            <a:off x="5074920" y="2200817"/>
            <a:ext cx="2615184" cy="347472"/>
          </a:xfrm>
          <a:prstGeom prst="rect">
            <a:avLst/>
          </a:prstGeom>
          <a:noFill/>
          <a:ln/>
        </p:spPr>
        <p:txBody>
          <a:bodyPr wrap="square" lIns="0" tIns="0" rIns="0" bIns="0" rtlCol="0" anchor="t">
            <a:normAutofit/>
          </a:bodyPr>
          <a:lstStyle/>
          <a:p>
            <a:pPr marL="0" indent="0">
              <a:buNone/>
            </a:pPr>
            <a:r>
              <a:rPr lang="fr-CA" sz="1900" b="1" noProof="0" dirty="0">
                <a:solidFill>
                  <a:srgbClr val="102A43"/>
                </a:solidFill>
                <a:latin typeface="Calibri" pitchFamily="34" charset="0"/>
                <a:ea typeface="Calibri" pitchFamily="34" charset="-122"/>
                <a:cs typeface="Calibri" pitchFamily="34" charset="-120"/>
              </a:rPr>
              <a:t>Distributed Kafka</a:t>
            </a:r>
            <a:endParaRPr lang="fr-CA" sz="1900" noProof="0" dirty="0"/>
          </a:p>
        </p:txBody>
      </p:sp>
      <p:sp>
        <p:nvSpPr>
          <p:cNvPr id="39" name="Text 14">
            <a:extLst>
              <a:ext uri="{FF2B5EF4-FFF2-40B4-BE49-F238E27FC236}">
                <a16:creationId xmlns:a16="http://schemas.microsoft.com/office/drawing/2014/main" id="{8733DD53-4B50-5C94-2910-59126FD396B4}"/>
              </a:ext>
            </a:extLst>
          </p:cNvPr>
          <p:cNvSpPr/>
          <p:nvPr>
            <p:custDataLst>
              <p:tags r:id="rId16"/>
            </p:custDataLst>
          </p:nvPr>
        </p:nvSpPr>
        <p:spPr>
          <a:xfrm>
            <a:off x="4517136" y="2731169"/>
            <a:ext cx="3163824" cy="521208"/>
          </a:xfrm>
          <a:prstGeom prst="rect">
            <a:avLst/>
          </a:prstGeom>
          <a:noFill/>
          <a:ln/>
        </p:spPr>
        <p:txBody>
          <a:bodyPr wrap="square" lIns="0" tIns="0" rIns="0" bIns="0" rtlCol="0" anchor="t">
            <a:normAutofit fontScale="92500"/>
          </a:bodyPr>
          <a:lstStyle/>
          <a:p>
            <a:r>
              <a:rPr lang="fr-CA" sz="1620" dirty="0">
                <a:solidFill>
                  <a:srgbClr val="486581"/>
                </a:solidFill>
                <a:latin typeface="Calibri" pitchFamily="34" charset="0"/>
                <a:ea typeface="Calibri" pitchFamily="34" charset="-122"/>
                <a:cs typeface="Calibri" pitchFamily="34" charset="-120"/>
              </a:rPr>
              <a:t>The distributed nature of the Kafka architecture must be taken into account.</a:t>
            </a:r>
            <a:endParaRPr lang="fr-CA" sz="1620" dirty="0"/>
          </a:p>
        </p:txBody>
      </p:sp>
      <p:sp>
        <p:nvSpPr>
          <p:cNvPr id="41" name="Shape 15">
            <a:extLst>
              <a:ext uri="{FF2B5EF4-FFF2-40B4-BE49-F238E27FC236}">
                <a16:creationId xmlns:a16="http://schemas.microsoft.com/office/drawing/2014/main" id="{8187969E-3F17-6FAA-FABD-60180EE429F1}"/>
              </a:ext>
            </a:extLst>
          </p:cNvPr>
          <p:cNvSpPr/>
          <p:nvPr>
            <p:custDataLst>
              <p:tags r:id="rId17"/>
            </p:custDataLst>
          </p:nvPr>
        </p:nvSpPr>
        <p:spPr>
          <a:xfrm>
            <a:off x="8083296" y="1999649"/>
            <a:ext cx="3575304" cy="1444752"/>
          </a:xfrm>
          <a:prstGeom prst="roundRect">
            <a:avLst>
              <a:gd name="adj" fmla="val 6329"/>
            </a:avLst>
          </a:prstGeom>
          <a:solidFill>
            <a:srgbClr val="FFFFFF"/>
          </a:solidFill>
          <a:ln w="8890">
            <a:solidFill>
              <a:srgbClr val="D9E2EC"/>
            </a:solidFill>
            <a:prstDash val="solid"/>
          </a:ln>
        </p:spPr>
        <p:txBody>
          <a:bodyPr/>
          <a:lstStyle/>
          <a:p>
            <a:endParaRPr lang="fr-CA" dirty="0"/>
          </a:p>
        </p:txBody>
      </p:sp>
      <p:sp>
        <p:nvSpPr>
          <p:cNvPr id="43" name="Text 16">
            <a:extLst>
              <a:ext uri="{FF2B5EF4-FFF2-40B4-BE49-F238E27FC236}">
                <a16:creationId xmlns:a16="http://schemas.microsoft.com/office/drawing/2014/main" id="{C6EF0CD5-D5F0-F720-5A81-524C63A4C37D}"/>
              </a:ext>
            </a:extLst>
          </p:cNvPr>
          <p:cNvSpPr/>
          <p:nvPr>
            <p:custDataLst>
              <p:tags r:id="rId18"/>
            </p:custDataLst>
          </p:nvPr>
        </p:nvSpPr>
        <p:spPr>
          <a:xfrm>
            <a:off x="8266176" y="2164241"/>
            <a:ext cx="475488" cy="429768"/>
          </a:xfrm>
          <a:prstGeom prst="rect">
            <a:avLst/>
          </a:prstGeom>
          <a:noFill/>
          <a:ln/>
        </p:spPr>
        <p:txBody>
          <a:bodyPr wrap="square" lIns="0" tIns="0" rIns="0" bIns="0" rtlCol="0" anchor="t">
            <a:normAutofit/>
          </a:bodyPr>
          <a:lstStyle/>
          <a:p>
            <a:pPr marL="0" indent="0">
              <a:buNone/>
            </a:pPr>
            <a:r>
              <a:rPr lang="fr-CA" sz="2600" b="1" dirty="0">
                <a:solidFill>
                  <a:srgbClr val="1F6FEB"/>
                </a:solidFill>
                <a:latin typeface="Calibri" pitchFamily="34" charset="0"/>
                <a:ea typeface="Calibri" pitchFamily="34" charset="-122"/>
                <a:cs typeface="Calibri" pitchFamily="34" charset="-120"/>
              </a:rPr>
              <a:t>03</a:t>
            </a:r>
            <a:endParaRPr lang="fr-CA" sz="2600" dirty="0"/>
          </a:p>
        </p:txBody>
      </p:sp>
      <p:sp>
        <p:nvSpPr>
          <p:cNvPr id="45" name="Text 17">
            <a:extLst>
              <a:ext uri="{FF2B5EF4-FFF2-40B4-BE49-F238E27FC236}">
                <a16:creationId xmlns:a16="http://schemas.microsoft.com/office/drawing/2014/main" id="{A7CF8B24-1116-2690-8619-ABD2E9A34929}"/>
              </a:ext>
            </a:extLst>
          </p:cNvPr>
          <p:cNvSpPr/>
          <p:nvPr>
            <p:custDataLst>
              <p:tags r:id="rId19"/>
            </p:custDataLst>
          </p:nvPr>
        </p:nvSpPr>
        <p:spPr>
          <a:xfrm>
            <a:off x="8851392" y="2200817"/>
            <a:ext cx="2615184" cy="347472"/>
          </a:xfrm>
          <a:prstGeom prst="rect">
            <a:avLst/>
          </a:prstGeom>
          <a:noFill/>
          <a:ln/>
        </p:spPr>
        <p:txBody>
          <a:bodyPr wrap="square" lIns="0" tIns="0" rIns="0" bIns="0" rtlCol="0" anchor="t">
            <a:normAutofit/>
          </a:bodyPr>
          <a:lstStyle/>
          <a:p>
            <a:pPr marL="0" indent="0">
              <a:buNone/>
            </a:pPr>
            <a:r>
              <a:rPr lang="fr-CA" sz="1900" b="1" noProof="0" dirty="0">
                <a:solidFill>
                  <a:srgbClr val="102A43"/>
                </a:solidFill>
                <a:latin typeface="Calibri" pitchFamily="34" charset="0"/>
                <a:ea typeface="Calibri" pitchFamily="34" charset="-122"/>
                <a:cs typeface="Calibri" pitchFamily="34" charset="-120"/>
              </a:rPr>
              <a:t>External partners</a:t>
            </a:r>
            <a:endParaRPr lang="fr-CA" sz="1900" noProof="0" dirty="0"/>
          </a:p>
        </p:txBody>
      </p:sp>
      <p:sp>
        <p:nvSpPr>
          <p:cNvPr id="47" name="Text 18">
            <a:extLst>
              <a:ext uri="{FF2B5EF4-FFF2-40B4-BE49-F238E27FC236}">
                <a16:creationId xmlns:a16="http://schemas.microsoft.com/office/drawing/2014/main" id="{65125CCB-7A60-2380-A61A-AEB3F701B489}"/>
              </a:ext>
            </a:extLst>
          </p:cNvPr>
          <p:cNvSpPr/>
          <p:nvPr>
            <p:custDataLst>
              <p:tags r:id="rId20"/>
            </p:custDataLst>
          </p:nvPr>
        </p:nvSpPr>
        <p:spPr>
          <a:xfrm>
            <a:off x="8293608" y="2731169"/>
            <a:ext cx="3163824" cy="521208"/>
          </a:xfrm>
          <a:prstGeom prst="rect">
            <a:avLst/>
          </a:prstGeom>
          <a:noFill/>
          <a:ln/>
        </p:spPr>
        <p:txBody>
          <a:bodyPr wrap="square" lIns="0" tIns="0" rIns="0" bIns="0" rtlCol="0" anchor="t">
            <a:normAutofit/>
          </a:bodyPr>
          <a:lstStyle/>
          <a:p>
            <a:r>
              <a:rPr lang="fr-CA" sz="1620" dirty="0">
                <a:solidFill>
                  <a:srgbClr val="486581"/>
                </a:solidFill>
                <a:latin typeface="Calibri" pitchFamily="34" charset="0"/>
                <a:ea typeface="Calibri" pitchFamily="34" charset="-122"/>
                <a:cs typeface="Calibri" pitchFamily="34" charset="-120"/>
              </a:rPr>
              <a:t>Our partners have very little expertise in this area — this is simply a fact.</a:t>
            </a:r>
            <a:endParaRPr lang="fr-CA" sz="1620" dirty="0"/>
          </a:p>
        </p:txBody>
      </p:sp>
      <p:sp>
        <p:nvSpPr>
          <p:cNvPr id="49" name="Shape 19">
            <a:extLst>
              <a:ext uri="{FF2B5EF4-FFF2-40B4-BE49-F238E27FC236}">
                <a16:creationId xmlns:a16="http://schemas.microsoft.com/office/drawing/2014/main" id="{0959BBA3-ACB1-F4C2-C99F-14B72AA29AE3}"/>
              </a:ext>
            </a:extLst>
          </p:cNvPr>
          <p:cNvSpPr/>
          <p:nvPr>
            <p:custDataLst>
              <p:tags r:id="rId21"/>
            </p:custDataLst>
          </p:nvPr>
        </p:nvSpPr>
        <p:spPr>
          <a:xfrm>
            <a:off x="530352" y="3673001"/>
            <a:ext cx="3575304" cy="1444752"/>
          </a:xfrm>
          <a:prstGeom prst="roundRect">
            <a:avLst>
              <a:gd name="adj" fmla="val 6329"/>
            </a:avLst>
          </a:prstGeom>
          <a:solidFill>
            <a:srgbClr val="FFFFFF"/>
          </a:solidFill>
          <a:ln w="8890">
            <a:solidFill>
              <a:srgbClr val="D9E2EC"/>
            </a:solidFill>
            <a:prstDash val="solid"/>
          </a:ln>
        </p:spPr>
        <p:txBody>
          <a:bodyPr/>
          <a:lstStyle/>
          <a:p>
            <a:endParaRPr lang="fr-CA" dirty="0"/>
          </a:p>
        </p:txBody>
      </p:sp>
      <p:sp>
        <p:nvSpPr>
          <p:cNvPr id="51" name="Text 20">
            <a:extLst>
              <a:ext uri="{FF2B5EF4-FFF2-40B4-BE49-F238E27FC236}">
                <a16:creationId xmlns:a16="http://schemas.microsoft.com/office/drawing/2014/main" id="{A63A4A3C-BA10-5A5F-FB83-6BA9FFF090DD}"/>
              </a:ext>
            </a:extLst>
          </p:cNvPr>
          <p:cNvSpPr/>
          <p:nvPr>
            <p:custDataLst>
              <p:tags r:id="rId22"/>
            </p:custDataLst>
          </p:nvPr>
        </p:nvSpPr>
        <p:spPr>
          <a:xfrm>
            <a:off x="713232" y="3837593"/>
            <a:ext cx="475488" cy="429768"/>
          </a:xfrm>
          <a:prstGeom prst="rect">
            <a:avLst/>
          </a:prstGeom>
          <a:noFill/>
          <a:ln/>
        </p:spPr>
        <p:txBody>
          <a:bodyPr wrap="square" lIns="0" tIns="0" rIns="0" bIns="0" rtlCol="0" anchor="t">
            <a:normAutofit/>
          </a:bodyPr>
          <a:lstStyle/>
          <a:p>
            <a:pPr marL="0" indent="0">
              <a:buNone/>
            </a:pPr>
            <a:r>
              <a:rPr lang="fr-CA" sz="2600" b="1" dirty="0">
                <a:solidFill>
                  <a:srgbClr val="1F6FEB"/>
                </a:solidFill>
                <a:latin typeface="Calibri" pitchFamily="34" charset="0"/>
                <a:ea typeface="Calibri" pitchFamily="34" charset="-122"/>
                <a:cs typeface="Calibri" pitchFamily="34" charset="-120"/>
              </a:rPr>
              <a:t>04</a:t>
            </a:r>
            <a:endParaRPr lang="fr-CA" sz="2600" dirty="0"/>
          </a:p>
        </p:txBody>
      </p:sp>
      <p:sp>
        <p:nvSpPr>
          <p:cNvPr id="53" name="Text 21">
            <a:extLst>
              <a:ext uri="{FF2B5EF4-FFF2-40B4-BE49-F238E27FC236}">
                <a16:creationId xmlns:a16="http://schemas.microsoft.com/office/drawing/2014/main" id="{EA149610-BA6C-B7E5-3D59-DD5F1C155821}"/>
              </a:ext>
            </a:extLst>
          </p:cNvPr>
          <p:cNvSpPr/>
          <p:nvPr>
            <p:custDataLst>
              <p:tags r:id="rId23"/>
            </p:custDataLst>
          </p:nvPr>
        </p:nvSpPr>
        <p:spPr>
          <a:xfrm>
            <a:off x="1298448" y="3874169"/>
            <a:ext cx="2615184" cy="347472"/>
          </a:xfrm>
          <a:prstGeom prst="rect">
            <a:avLst/>
          </a:prstGeom>
          <a:noFill/>
          <a:ln/>
        </p:spPr>
        <p:txBody>
          <a:bodyPr wrap="square" lIns="0" tIns="0" rIns="0" bIns="0" rtlCol="0" anchor="t">
            <a:normAutofit/>
          </a:bodyPr>
          <a:lstStyle/>
          <a:p>
            <a:pPr marL="0" indent="0">
              <a:buNone/>
            </a:pPr>
            <a:r>
              <a:rPr lang="fr-CA" sz="1900" b="1" noProof="0" dirty="0">
                <a:solidFill>
                  <a:srgbClr val="102A43"/>
                </a:solidFill>
                <a:latin typeface="Calibri" pitchFamily="34" charset="0"/>
                <a:ea typeface="Calibri" pitchFamily="34" charset="-122"/>
                <a:cs typeface="Calibri" pitchFamily="34" charset="-120"/>
              </a:rPr>
              <a:t>Sandbox-style project</a:t>
            </a:r>
            <a:endParaRPr lang="fr-CA" sz="1900" dirty="0"/>
          </a:p>
        </p:txBody>
      </p:sp>
      <p:sp>
        <p:nvSpPr>
          <p:cNvPr id="55" name="Text 22">
            <a:extLst>
              <a:ext uri="{FF2B5EF4-FFF2-40B4-BE49-F238E27FC236}">
                <a16:creationId xmlns:a16="http://schemas.microsoft.com/office/drawing/2014/main" id="{20A366C3-D25E-B495-422E-73911949672D}"/>
              </a:ext>
            </a:extLst>
          </p:cNvPr>
          <p:cNvSpPr/>
          <p:nvPr>
            <p:custDataLst>
              <p:tags r:id="rId24"/>
            </p:custDataLst>
          </p:nvPr>
        </p:nvSpPr>
        <p:spPr>
          <a:xfrm>
            <a:off x="740664" y="4404521"/>
            <a:ext cx="3163824" cy="521208"/>
          </a:xfrm>
          <a:prstGeom prst="rect">
            <a:avLst/>
          </a:prstGeom>
          <a:noFill/>
          <a:ln/>
        </p:spPr>
        <p:txBody>
          <a:bodyPr wrap="square" lIns="0" tIns="0" rIns="0" bIns="0" rtlCol="0" anchor="t">
            <a:normAutofit/>
          </a:bodyPr>
          <a:lstStyle/>
          <a:p>
            <a:pPr marL="0" indent="0">
              <a:buNone/>
            </a:pPr>
            <a:r>
              <a:rPr lang="fr-CA" sz="1620" noProof="0" dirty="0">
                <a:solidFill>
                  <a:srgbClr val="486581"/>
                </a:solidFill>
                <a:latin typeface="Calibri" pitchFamily="34" charset="0"/>
                <a:ea typeface="Calibri" pitchFamily="34" charset="-122"/>
                <a:cs typeface="Calibri" pitchFamily="34" charset="-120"/>
              </a:rPr>
              <a:t>A concrete project that demonstrates an EDA architecture implementation.</a:t>
            </a:r>
            <a:endParaRPr lang="fr-CA" sz="1620" noProof="0" dirty="0"/>
          </a:p>
        </p:txBody>
      </p:sp>
      <p:sp>
        <p:nvSpPr>
          <p:cNvPr id="57" name="Shape 23">
            <a:extLst>
              <a:ext uri="{FF2B5EF4-FFF2-40B4-BE49-F238E27FC236}">
                <a16:creationId xmlns:a16="http://schemas.microsoft.com/office/drawing/2014/main" id="{737EB29B-80FC-1CDE-D55C-48EB0F8490E4}"/>
              </a:ext>
            </a:extLst>
          </p:cNvPr>
          <p:cNvSpPr/>
          <p:nvPr>
            <p:custDataLst>
              <p:tags r:id="rId25"/>
            </p:custDataLst>
          </p:nvPr>
        </p:nvSpPr>
        <p:spPr>
          <a:xfrm>
            <a:off x="4306824" y="3673001"/>
            <a:ext cx="7351776" cy="1444752"/>
          </a:xfrm>
          <a:prstGeom prst="roundRect">
            <a:avLst>
              <a:gd name="adj" fmla="val 6329"/>
            </a:avLst>
          </a:prstGeom>
          <a:solidFill>
            <a:srgbClr val="FFFFFF"/>
          </a:solidFill>
          <a:ln w="8890">
            <a:solidFill>
              <a:srgbClr val="D9E2EC"/>
            </a:solidFill>
            <a:prstDash val="solid"/>
          </a:ln>
        </p:spPr>
        <p:txBody>
          <a:bodyPr/>
          <a:lstStyle/>
          <a:p>
            <a:endParaRPr lang="fr-CA" dirty="0"/>
          </a:p>
        </p:txBody>
      </p:sp>
      <p:sp>
        <p:nvSpPr>
          <p:cNvPr id="59" name="Text 24">
            <a:extLst>
              <a:ext uri="{FF2B5EF4-FFF2-40B4-BE49-F238E27FC236}">
                <a16:creationId xmlns:a16="http://schemas.microsoft.com/office/drawing/2014/main" id="{9547F66B-A046-7B7A-40C4-AB322F1D54A1}"/>
              </a:ext>
            </a:extLst>
          </p:cNvPr>
          <p:cNvSpPr/>
          <p:nvPr>
            <p:custDataLst>
              <p:tags r:id="rId26"/>
            </p:custDataLst>
          </p:nvPr>
        </p:nvSpPr>
        <p:spPr>
          <a:xfrm>
            <a:off x="4489704" y="3837593"/>
            <a:ext cx="475488" cy="429768"/>
          </a:xfrm>
          <a:prstGeom prst="rect">
            <a:avLst/>
          </a:prstGeom>
          <a:noFill/>
          <a:ln/>
        </p:spPr>
        <p:txBody>
          <a:bodyPr wrap="square" lIns="0" tIns="0" rIns="0" bIns="0" rtlCol="0" anchor="t">
            <a:normAutofit/>
          </a:bodyPr>
          <a:lstStyle/>
          <a:p>
            <a:pPr marL="0" indent="0">
              <a:buNone/>
            </a:pPr>
            <a:r>
              <a:rPr lang="fr-CA" sz="2600" b="1" dirty="0">
                <a:solidFill>
                  <a:srgbClr val="1F6FEB"/>
                </a:solidFill>
                <a:latin typeface="Calibri" pitchFamily="34" charset="0"/>
                <a:ea typeface="Calibri" pitchFamily="34" charset="-122"/>
                <a:cs typeface="Calibri" pitchFamily="34" charset="-120"/>
              </a:rPr>
              <a:t>05</a:t>
            </a:r>
            <a:endParaRPr lang="fr-CA" sz="2600" dirty="0"/>
          </a:p>
        </p:txBody>
      </p:sp>
      <p:sp>
        <p:nvSpPr>
          <p:cNvPr id="61" name="Text 25">
            <a:extLst>
              <a:ext uri="{FF2B5EF4-FFF2-40B4-BE49-F238E27FC236}">
                <a16:creationId xmlns:a16="http://schemas.microsoft.com/office/drawing/2014/main" id="{7FC71866-40C5-70C3-7D90-A1FD1861969C}"/>
              </a:ext>
            </a:extLst>
          </p:cNvPr>
          <p:cNvSpPr/>
          <p:nvPr>
            <p:custDataLst>
              <p:tags r:id="rId27"/>
            </p:custDataLst>
          </p:nvPr>
        </p:nvSpPr>
        <p:spPr>
          <a:xfrm>
            <a:off x="5074920" y="3874169"/>
            <a:ext cx="6403848" cy="338328"/>
          </a:xfrm>
          <a:prstGeom prst="rect">
            <a:avLst/>
          </a:prstGeom>
          <a:noFill/>
          <a:ln/>
        </p:spPr>
        <p:txBody>
          <a:bodyPr wrap="square" lIns="0" tIns="0" rIns="0" bIns="0" rtlCol="0" anchor="t">
            <a:normAutofit/>
          </a:bodyPr>
          <a:lstStyle/>
          <a:p>
            <a:pPr marL="0" indent="0">
              <a:buNone/>
            </a:pPr>
            <a:r>
              <a:rPr lang="fr-CA" sz="1900" b="1" noProof="0" dirty="0">
                <a:solidFill>
                  <a:srgbClr val="C00000"/>
                </a:solidFill>
                <a:latin typeface="Calibri" pitchFamily="34" charset="0"/>
                <a:ea typeface="Calibri" pitchFamily="34" charset="-122"/>
                <a:cs typeface="Calibri" pitchFamily="34" charset="-120"/>
              </a:rPr>
              <a:t>Introduction and concept walkthrough with implementation</a:t>
            </a:r>
            <a:endParaRPr lang="fr-CA" sz="1900" noProof="0" dirty="0">
              <a:solidFill>
                <a:srgbClr val="C00000"/>
              </a:solidFill>
            </a:endParaRPr>
          </a:p>
        </p:txBody>
      </p:sp>
      <p:sp>
        <p:nvSpPr>
          <p:cNvPr id="63" name="Text 26">
            <a:extLst>
              <a:ext uri="{FF2B5EF4-FFF2-40B4-BE49-F238E27FC236}">
                <a16:creationId xmlns:a16="http://schemas.microsoft.com/office/drawing/2014/main" id="{AA4C0D46-7DE3-A095-B255-DE15F11CD5B0}"/>
              </a:ext>
            </a:extLst>
          </p:cNvPr>
          <p:cNvSpPr/>
          <p:nvPr>
            <p:custDataLst>
              <p:tags r:id="rId28"/>
            </p:custDataLst>
          </p:nvPr>
        </p:nvSpPr>
        <p:spPr>
          <a:xfrm>
            <a:off x="4517136" y="4404521"/>
            <a:ext cx="6961632" cy="521208"/>
          </a:xfrm>
          <a:prstGeom prst="rect">
            <a:avLst/>
          </a:prstGeom>
          <a:noFill/>
          <a:ln/>
        </p:spPr>
        <p:txBody>
          <a:bodyPr wrap="square" lIns="0" tIns="0" rIns="0" bIns="0" rtlCol="0" anchor="t">
            <a:normAutofit/>
          </a:bodyPr>
          <a:lstStyle/>
          <a:p>
            <a:r>
              <a:rPr lang="fr-CA" sz="1620" dirty="0">
                <a:solidFill>
                  <a:srgbClr val="486581"/>
                </a:solidFill>
                <a:latin typeface="Calibri" pitchFamily="34" charset="0"/>
                <a:ea typeface="Calibri" pitchFamily="34" charset="-122"/>
                <a:cs typeface="Calibri" pitchFamily="34" charset="-120"/>
              </a:rPr>
              <a:t>We will present best practices for implementing a resilient architecture with concrete examples — through the learning Sandbox.</a:t>
            </a:r>
            <a:endParaRPr lang="fr-CA" sz="1620" dirty="0"/>
          </a:p>
        </p:txBody>
      </p:sp>
      <p:sp>
        <p:nvSpPr>
          <p:cNvPr id="75" name="Text 6">
            <a:extLst>
              <a:ext uri="{FF2B5EF4-FFF2-40B4-BE49-F238E27FC236}">
                <a16:creationId xmlns:a16="http://schemas.microsoft.com/office/drawing/2014/main" id="{C20D65E6-D2F4-E7F6-231E-093FB41904F4}"/>
              </a:ext>
            </a:extLst>
          </p:cNvPr>
          <p:cNvSpPr/>
          <p:nvPr>
            <p:custDataLst>
              <p:tags r:id="rId29"/>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dirty="0">
                <a:solidFill>
                  <a:srgbClr val="486581"/>
                </a:solidFill>
                <a:latin typeface="Calibri" pitchFamily="34" charset="0"/>
                <a:ea typeface="Calibri" pitchFamily="34" charset="-122"/>
                <a:cs typeface="Calibri" pitchFamily="34" charset="-120"/>
              </a:rPr>
              <a:t>02</a:t>
            </a:r>
            <a:endParaRPr lang="fr-CA" sz="900" dirty="0"/>
          </a:p>
        </p:txBody>
      </p:sp>
    </p:spTree>
    <p:extLst>
      <p:ext uri="{BB962C8B-B14F-4D97-AF65-F5344CB8AC3E}">
        <p14:creationId xmlns:p14="http://schemas.microsoft.com/office/powerpoint/2010/main" val="209378324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LEARNING PATH</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FROM CONCRETE WORK TO GUARANTEES</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Six steps for knowledge transfer</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One common thread: publish a request, produce a business effect, then control/corroborate that effect.</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03</a:t>
            </a:r>
            <a:endParaRPr lang="fr-CA" sz="900" noProof="0" dirty="0"/>
          </a:p>
        </p:txBody>
      </p:sp>
      <p:sp>
        <p:nvSpPr>
          <p:cNvPr id="9" name="Shape 7"/>
          <p:cNvSpPr/>
          <p:nvPr>
            <p:custDataLst>
              <p:tags r:id="rId8"/>
            </p:custDataLst>
          </p:nvPr>
        </p:nvSpPr>
        <p:spPr>
          <a:xfrm>
            <a:off x="530352" y="1999650"/>
            <a:ext cx="3575304" cy="1444752"/>
          </a:xfrm>
          <a:prstGeom prst="roundRect">
            <a:avLst>
              <a:gd name="adj" fmla="val 6329"/>
            </a:avLst>
          </a:prstGeom>
          <a:solidFill>
            <a:srgbClr val="FFFFFF"/>
          </a:solidFill>
          <a:ln w="8890">
            <a:solidFill>
              <a:srgbClr val="D9E2EC"/>
            </a:solidFill>
            <a:prstDash val="solid"/>
          </a:ln>
        </p:spPr>
        <p:txBody>
          <a:bodyPr/>
          <a:lstStyle/>
          <a:p>
            <a:endParaRPr lang="fr-CA" noProof="0" dirty="0"/>
          </a:p>
        </p:txBody>
      </p:sp>
      <p:sp>
        <p:nvSpPr>
          <p:cNvPr id="10" name="Text 8"/>
          <p:cNvSpPr/>
          <p:nvPr>
            <p:custDataLst>
              <p:tags r:id="rId9"/>
            </p:custDataLst>
          </p:nvPr>
        </p:nvSpPr>
        <p:spPr>
          <a:xfrm>
            <a:off x="713232" y="2164242"/>
            <a:ext cx="475488" cy="429768"/>
          </a:xfrm>
          <a:prstGeom prst="rect">
            <a:avLst/>
          </a:prstGeom>
          <a:noFill/>
          <a:ln/>
        </p:spPr>
        <p:txBody>
          <a:bodyPr wrap="square" lIns="0" tIns="0" rIns="0" bIns="0" rtlCol="0" anchor="t">
            <a:normAutofit/>
          </a:bodyPr>
          <a:lstStyle/>
          <a:p>
            <a:pPr marL="0" indent="0">
              <a:buNone/>
            </a:pPr>
            <a:r>
              <a:rPr lang="fr-CA" sz="2600" b="1" noProof="0" dirty="0">
                <a:solidFill>
                  <a:srgbClr val="1F6FEB"/>
                </a:solidFill>
                <a:latin typeface="Calibri" pitchFamily="34" charset="0"/>
                <a:ea typeface="Calibri" pitchFamily="34" charset="-122"/>
                <a:cs typeface="Calibri" pitchFamily="34" charset="-120"/>
              </a:rPr>
              <a:t>01</a:t>
            </a:r>
            <a:endParaRPr lang="fr-CA" sz="2600" noProof="0" dirty="0"/>
          </a:p>
        </p:txBody>
      </p:sp>
      <p:sp>
        <p:nvSpPr>
          <p:cNvPr id="11" name="Text 9"/>
          <p:cNvSpPr/>
          <p:nvPr>
            <p:custDataLst>
              <p:tags r:id="rId10"/>
            </p:custDataLst>
          </p:nvPr>
        </p:nvSpPr>
        <p:spPr>
          <a:xfrm>
            <a:off x="1298448" y="2200818"/>
            <a:ext cx="2615184" cy="347472"/>
          </a:xfrm>
          <a:prstGeom prst="rect">
            <a:avLst/>
          </a:prstGeom>
          <a:noFill/>
          <a:ln/>
        </p:spPr>
        <p:txBody>
          <a:bodyPr wrap="square" lIns="0" tIns="0" rIns="0" bIns="0" rtlCol="0" anchor="t">
            <a:normAutofit/>
          </a:bodyPr>
          <a:lstStyle/>
          <a:p>
            <a:pPr marL="0" indent="0">
              <a:buNone/>
            </a:pPr>
            <a:r>
              <a:rPr lang="fr-CA" sz="1900" b="1" noProof="0" dirty="0">
                <a:solidFill>
                  <a:srgbClr val="102A43"/>
                </a:solidFill>
                <a:latin typeface="Calibri" pitchFamily="34" charset="0"/>
                <a:ea typeface="Calibri" pitchFamily="34" charset="-122"/>
                <a:cs typeface="Calibri" pitchFamily="34" charset="-120"/>
              </a:rPr>
              <a:t>Discover the Sandbox</a:t>
            </a:r>
            <a:endParaRPr lang="fr-CA" sz="1900" noProof="0" dirty="0"/>
          </a:p>
        </p:txBody>
      </p:sp>
      <p:sp>
        <p:nvSpPr>
          <p:cNvPr id="12" name="Text 10"/>
          <p:cNvSpPr/>
          <p:nvPr>
            <p:custDataLst>
              <p:tags r:id="rId11"/>
            </p:custDataLst>
          </p:nvPr>
        </p:nvSpPr>
        <p:spPr>
          <a:xfrm>
            <a:off x="740664" y="2731170"/>
            <a:ext cx="3163824" cy="521208"/>
          </a:xfrm>
          <a:prstGeom prst="rect">
            <a:avLst/>
          </a:prstGeom>
          <a:noFill/>
          <a:ln/>
        </p:spPr>
        <p:txBody>
          <a:bodyPr wrap="square" lIns="0" tIns="0" rIns="0" bIns="0" rtlCol="0" anchor="t">
            <a:normAutofit/>
          </a:bodyPr>
          <a:lstStyle/>
          <a:p>
            <a:pPr marL="0" indent="0">
              <a:buNone/>
            </a:pPr>
            <a:r>
              <a:rPr lang="fr-CA" sz="1620" noProof="0" dirty="0">
                <a:solidFill>
                  <a:srgbClr val="486581"/>
                </a:solidFill>
                <a:latin typeface="Calibri" pitchFamily="34" charset="0"/>
                <a:ea typeface="Calibri" pitchFamily="34" charset="-122"/>
                <a:cs typeface="Calibri" pitchFamily="34" charset="-120"/>
              </a:rPr>
              <a:t>Application, data, and the journey of a request (message).</a:t>
            </a:r>
            <a:endParaRPr lang="fr-CA" sz="1620" noProof="0" dirty="0"/>
          </a:p>
        </p:txBody>
      </p:sp>
      <p:sp>
        <p:nvSpPr>
          <p:cNvPr id="13" name="Shape 11"/>
          <p:cNvSpPr/>
          <p:nvPr>
            <p:custDataLst>
              <p:tags r:id="rId12"/>
            </p:custDataLst>
          </p:nvPr>
        </p:nvSpPr>
        <p:spPr>
          <a:xfrm>
            <a:off x="4306824" y="1999650"/>
            <a:ext cx="3575304" cy="1444752"/>
          </a:xfrm>
          <a:prstGeom prst="roundRect">
            <a:avLst>
              <a:gd name="adj" fmla="val 6329"/>
            </a:avLst>
          </a:prstGeom>
          <a:solidFill>
            <a:srgbClr val="FFFFFF"/>
          </a:solidFill>
          <a:ln w="8890">
            <a:solidFill>
              <a:srgbClr val="D9E2EC"/>
            </a:solidFill>
            <a:prstDash val="solid"/>
          </a:ln>
        </p:spPr>
        <p:txBody>
          <a:bodyPr/>
          <a:lstStyle/>
          <a:p>
            <a:endParaRPr lang="fr-CA" noProof="0" dirty="0"/>
          </a:p>
        </p:txBody>
      </p:sp>
      <p:sp>
        <p:nvSpPr>
          <p:cNvPr id="14" name="Text 12"/>
          <p:cNvSpPr/>
          <p:nvPr>
            <p:custDataLst>
              <p:tags r:id="rId13"/>
            </p:custDataLst>
          </p:nvPr>
        </p:nvSpPr>
        <p:spPr>
          <a:xfrm>
            <a:off x="4489704" y="2164242"/>
            <a:ext cx="475488" cy="429768"/>
          </a:xfrm>
          <a:prstGeom prst="rect">
            <a:avLst/>
          </a:prstGeom>
          <a:noFill/>
          <a:ln/>
        </p:spPr>
        <p:txBody>
          <a:bodyPr wrap="square" lIns="0" tIns="0" rIns="0" bIns="0" rtlCol="0" anchor="t">
            <a:normAutofit/>
          </a:bodyPr>
          <a:lstStyle/>
          <a:p>
            <a:pPr marL="0" indent="0">
              <a:buNone/>
            </a:pPr>
            <a:r>
              <a:rPr lang="fr-CA" sz="2600" b="1" noProof="0" dirty="0">
                <a:solidFill>
                  <a:srgbClr val="1F6FEB"/>
                </a:solidFill>
                <a:latin typeface="Calibri" pitchFamily="34" charset="0"/>
                <a:ea typeface="Calibri" pitchFamily="34" charset="-122"/>
                <a:cs typeface="Calibri" pitchFamily="34" charset="-120"/>
              </a:rPr>
              <a:t>02</a:t>
            </a:r>
            <a:endParaRPr lang="fr-CA" sz="2600" noProof="0" dirty="0"/>
          </a:p>
        </p:txBody>
      </p:sp>
      <p:sp>
        <p:nvSpPr>
          <p:cNvPr id="15" name="Text 13"/>
          <p:cNvSpPr/>
          <p:nvPr>
            <p:custDataLst>
              <p:tags r:id="rId14"/>
            </p:custDataLst>
          </p:nvPr>
        </p:nvSpPr>
        <p:spPr>
          <a:xfrm>
            <a:off x="5074920" y="2200818"/>
            <a:ext cx="2615184" cy="347472"/>
          </a:xfrm>
          <a:prstGeom prst="rect">
            <a:avLst/>
          </a:prstGeom>
          <a:noFill/>
          <a:ln/>
        </p:spPr>
        <p:txBody>
          <a:bodyPr wrap="square" lIns="0" tIns="0" rIns="0" bIns="0" rtlCol="0" anchor="t">
            <a:normAutofit/>
          </a:bodyPr>
          <a:lstStyle/>
          <a:p>
            <a:pPr marL="0" indent="0">
              <a:buNone/>
            </a:pPr>
            <a:r>
              <a:rPr lang="fr-CA" sz="1900" b="1" noProof="0" dirty="0">
                <a:solidFill>
                  <a:srgbClr val="102A43"/>
                </a:solidFill>
                <a:latin typeface="Calibri" pitchFamily="34" charset="0"/>
                <a:ea typeface="Calibri" pitchFamily="34" charset="-122"/>
                <a:cs typeface="Calibri" pitchFamily="34" charset="-120"/>
              </a:rPr>
              <a:t>Understand EDA/Kafka</a:t>
            </a:r>
            <a:endParaRPr lang="fr-CA" sz="1900" noProof="0" dirty="0"/>
          </a:p>
        </p:txBody>
      </p:sp>
      <p:sp>
        <p:nvSpPr>
          <p:cNvPr id="16" name="Text 14"/>
          <p:cNvSpPr/>
          <p:nvPr>
            <p:custDataLst>
              <p:tags r:id="rId15"/>
            </p:custDataLst>
          </p:nvPr>
        </p:nvSpPr>
        <p:spPr>
          <a:xfrm>
            <a:off x="4517136" y="2731170"/>
            <a:ext cx="3163824" cy="521208"/>
          </a:xfrm>
          <a:prstGeom prst="rect">
            <a:avLst/>
          </a:prstGeom>
          <a:noFill/>
          <a:ln/>
        </p:spPr>
        <p:txBody>
          <a:bodyPr wrap="square" lIns="0" tIns="0" rIns="0" bIns="0" rtlCol="0" anchor="t">
            <a:normAutofit/>
          </a:bodyPr>
          <a:lstStyle/>
          <a:p>
            <a:pPr marL="0" indent="0">
              <a:buNone/>
            </a:pPr>
            <a:r>
              <a:rPr lang="fr-CA" sz="1620" noProof="0" dirty="0">
                <a:solidFill>
                  <a:srgbClr val="486581"/>
                </a:solidFill>
                <a:latin typeface="Calibri" pitchFamily="34" charset="0"/>
                <a:ea typeface="Calibri" pitchFamily="34" charset="-122"/>
                <a:cs typeface="Calibri" pitchFamily="34" charset="-120"/>
              </a:rPr>
              <a:t>Topics, partitions, keys, and business ordering.</a:t>
            </a:r>
            <a:endParaRPr lang="fr-CA" sz="1620" noProof="0" dirty="0"/>
          </a:p>
        </p:txBody>
      </p:sp>
      <p:sp>
        <p:nvSpPr>
          <p:cNvPr id="17" name="Shape 15"/>
          <p:cNvSpPr/>
          <p:nvPr>
            <p:custDataLst>
              <p:tags r:id="rId16"/>
            </p:custDataLst>
          </p:nvPr>
        </p:nvSpPr>
        <p:spPr>
          <a:xfrm>
            <a:off x="8083296" y="1999650"/>
            <a:ext cx="3575304" cy="1444752"/>
          </a:xfrm>
          <a:prstGeom prst="roundRect">
            <a:avLst>
              <a:gd name="adj" fmla="val 6329"/>
            </a:avLst>
          </a:prstGeom>
          <a:solidFill>
            <a:srgbClr val="FFFFFF"/>
          </a:solidFill>
          <a:ln w="8890">
            <a:solidFill>
              <a:srgbClr val="D9E2EC"/>
            </a:solidFill>
            <a:prstDash val="solid"/>
          </a:ln>
        </p:spPr>
        <p:txBody>
          <a:bodyPr/>
          <a:lstStyle/>
          <a:p>
            <a:endParaRPr lang="fr-CA" noProof="0" dirty="0"/>
          </a:p>
        </p:txBody>
      </p:sp>
      <p:sp>
        <p:nvSpPr>
          <p:cNvPr id="18" name="Text 16"/>
          <p:cNvSpPr/>
          <p:nvPr>
            <p:custDataLst>
              <p:tags r:id="rId17"/>
            </p:custDataLst>
          </p:nvPr>
        </p:nvSpPr>
        <p:spPr>
          <a:xfrm>
            <a:off x="8266176" y="2164242"/>
            <a:ext cx="475488" cy="429768"/>
          </a:xfrm>
          <a:prstGeom prst="rect">
            <a:avLst/>
          </a:prstGeom>
          <a:noFill/>
          <a:ln/>
        </p:spPr>
        <p:txBody>
          <a:bodyPr wrap="square" lIns="0" tIns="0" rIns="0" bIns="0" rtlCol="0" anchor="t">
            <a:normAutofit/>
          </a:bodyPr>
          <a:lstStyle/>
          <a:p>
            <a:pPr marL="0" indent="0">
              <a:buNone/>
            </a:pPr>
            <a:r>
              <a:rPr lang="fr-CA" sz="2600" b="1" noProof="0" dirty="0">
                <a:solidFill>
                  <a:srgbClr val="1F6FEB"/>
                </a:solidFill>
                <a:latin typeface="Calibri" pitchFamily="34" charset="0"/>
                <a:ea typeface="Calibri" pitchFamily="34" charset="-122"/>
                <a:cs typeface="Calibri" pitchFamily="34" charset="-120"/>
              </a:rPr>
              <a:t>03</a:t>
            </a:r>
            <a:endParaRPr lang="fr-CA" sz="2600" noProof="0" dirty="0"/>
          </a:p>
        </p:txBody>
      </p:sp>
      <p:sp>
        <p:nvSpPr>
          <p:cNvPr id="19" name="Text 17"/>
          <p:cNvSpPr/>
          <p:nvPr>
            <p:custDataLst>
              <p:tags r:id="rId18"/>
            </p:custDataLst>
          </p:nvPr>
        </p:nvSpPr>
        <p:spPr>
          <a:xfrm>
            <a:off x="8851392" y="2200818"/>
            <a:ext cx="2615184" cy="347472"/>
          </a:xfrm>
          <a:prstGeom prst="rect">
            <a:avLst/>
          </a:prstGeom>
          <a:noFill/>
          <a:ln/>
        </p:spPr>
        <p:txBody>
          <a:bodyPr wrap="square" lIns="0" tIns="0" rIns="0" bIns="0" rtlCol="0" anchor="t">
            <a:normAutofit/>
          </a:bodyPr>
          <a:lstStyle/>
          <a:p>
            <a:pPr marL="0" indent="0">
              <a:buNone/>
            </a:pPr>
            <a:r>
              <a:rPr lang="fr-CA" sz="1900" b="1" noProof="0" dirty="0">
                <a:solidFill>
                  <a:srgbClr val="102A43"/>
                </a:solidFill>
                <a:latin typeface="Calibri" pitchFamily="34" charset="0"/>
                <a:ea typeface="Calibri" pitchFamily="34" charset="-122"/>
                <a:cs typeface="Calibri" pitchFamily="34" charset="-120"/>
              </a:rPr>
              <a:t>Make effects reliable</a:t>
            </a:r>
            <a:endParaRPr lang="fr-CA" sz="1900" noProof="0" dirty="0"/>
          </a:p>
        </p:txBody>
      </p:sp>
      <p:sp>
        <p:nvSpPr>
          <p:cNvPr id="20" name="Text 18"/>
          <p:cNvSpPr/>
          <p:nvPr>
            <p:custDataLst>
              <p:tags r:id="rId19"/>
            </p:custDataLst>
          </p:nvPr>
        </p:nvSpPr>
        <p:spPr>
          <a:xfrm>
            <a:off x="8293608" y="2731170"/>
            <a:ext cx="3163824" cy="521208"/>
          </a:xfrm>
          <a:prstGeom prst="rect">
            <a:avLst/>
          </a:prstGeom>
          <a:noFill/>
          <a:ln/>
        </p:spPr>
        <p:txBody>
          <a:bodyPr wrap="square" lIns="0" tIns="0" rIns="0" bIns="0" rtlCol="0" anchor="t">
            <a:normAutofit/>
          </a:bodyPr>
          <a:lstStyle/>
          <a:p>
            <a:pPr marL="0" indent="0">
              <a:buNone/>
            </a:pPr>
            <a:r>
              <a:rPr lang="fr-CA" sz="1620" noProof="0" dirty="0">
                <a:solidFill>
                  <a:srgbClr val="486581"/>
                </a:solidFill>
                <a:latin typeface="Calibri" pitchFamily="34" charset="0"/>
                <a:ea typeface="Calibri" pitchFamily="34" charset="-122"/>
                <a:cs typeface="Calibri" pitchFamily="34" charset="-120"/>
              </a:rPr>
              <a:t>Delivery, transactions, idempotence, DLT, and Outbox.</a:t>
            </a:r>
            <a:endParaRPr lang="fr-CA" sz="1620" noProof="0" dirty="0"/>
          </a:p>
        </p:txBody>
      </p:sp>
      <p:sp>
        <p:nvSpPr>
          <p:cNvPr id="21" name="Shape 19"/>
          <p:cNvSpPr/>
          <p:nvPr>
            <p:custDataLst>
              <p:tags r:id="rId20"/>
            </p:custDataLst>
          </p:nvPr>
        </p:nvSpPr>
        <p:spPr>
          <a:xfrm>
            <a:off x="530352" y="3673002"/>
            <a:ext cx="3575304" cy="1444752"/>
          </a:xfrm>
          <a:prstGeom prst="roundRect">
            <a:avLst>
              <a:gd name="adj" fmla="val 6329"/>
            </a:avLst>
          </a:prstGeom>
          <a:solidFill>
            <a:srgbClr val="FFFFFF"/>
          </a:solidFill>
          <a:ln w="8890">
            <a:solidFill>
              <a:srgbClr val="D9E2EC"/>
            </a:solidFill>
            <a:prstDash val="solid"/>
          </a:ln>
        </p:spPr>
        <p:txBody>
          <a:bodyPr/>
          <a:lstStyle/>
          <a:p>
            <a:endParaRPr lang="fr-CA" noProof="0" dirty="0"/>
          </a:p>
        </p:txBody>
      </p:sp>
      <p:sp>
        <p:nvSpPr>
          <p:cNvPr id="22" name="Text 20"/>
          <p:cNvSpPr/>
          <p:nvPr>
            <p:custDataLst>
              <p:tags r:id="rId21"/>
            </p:custDataLst>
          </p:nvPr>
        </p:nvSpPr>
        <p:spPr>
          <a:xfrm>
            <a:off x="713232" y="3837594"/>
            <a:ext cx="475488" cy="429768"/>
          </a:xfrm>
          <a:prstGeom prst="rect">
            <a:avLst/>
          </a:prstGeom>
          <a:noFill/>
          <a:ln/>
        </p:spPr>
        <p:txBody>
          <a:bodyPr wrap="square" lIns="0" tIns="0" rIns="0" bIns="0" rtlCol="0" anchor="t">
            <a:normAutofit/>
          </a:bodyPr>
          <a:lstStyle/>
          <a:p>
            <a:pPr marL="0" indent="0">
              <a:buNone/>
            </a:pPr>
            <a:r>
              <a:rPr lang="fr-CA" sz="2600" b="1" noProof="0" dirty="0">
                <a:solidFill>
                  <a:srgbClr val="1F6FEB"/>
                </a:solidFill>
                <a:latin typeface="Calibri" pitchFamily="34" charset="0"/>
                <a:ea typeface="Calibri" pitchFamily="34" charset="-122"/>
                <a:cs typeface="Calibri" pitchFamily="34" charset="-120"/>
              </a:rPr>
              <a:t>04</a:t>
            </a:r>
            <a:endParaRPr lang="fr-CA" sz="2600" noProof="0" dirty="0"/>
          </a:p>
        </p:txBody>
      </p:sp>
      <p:sp>
        <p:nvSpPr>
          <p:cNvPr id="23" name="Text 21"/>
          <p:cNvSpPr/>
          <p:nvPr>
            <p:custDataLst>
              <p:tags r:id="rId22"/>
            </p:custDataLst>
          </p:nvPr>
        </p:nvSpPr>
        <p:spPr>
          <a:xfrm>
            <a:off x="1298448" y="3874170"/>
            <a:ext cx="2615184" cy="347472"/>
          </a:xfrm>
          <a:prstGeom prst="rect">
            <a:avLst/>
          </a:prstGeom>
          <a:noFill/>
          <a:ln/>
        </p:spPr>
        <p:txBody>
          <a:bodyPr wrap="square" lIns="0" tIns="0" rIns="0" bIns="0" rtlCol="0" anchor="t">
            <a:normAutofit/>
          </a:bodyPr>
          <a:lstStyle/>
          <a:p>
            <a:pPr marL="0" indent="0">
              <a:buNone/>
            </a:pPr>
            <a:r>
              <a:rPr lang="fr-CA" sz="1900" b="1" noProof="0" dirty="0">
                <a:solidFill>
                  <a:srgbClr val="102A43"/>
                </a:solidFill>
                <a:latin typeface="Calibri" pitchFamily="34" charset="0"/>
                <a:ea typeface="Calibri" pitchFamily="34" charset="-122"/>
                <a:cs typeface="Calibri" pitchFamily="34" charset="-120"/>
              </a:rPr>
              <a:t>Explore Flink</a:t>
            </a:r>
            <a:endParaRPr lang="fr-CA" sz="1900" noProof="0" dirty="0"/>
          </a:p>
        </p:txBody>
      </p:sp>
      <p:sp>
        <p:nvSpPr>
          <p:cNvPr id="24" name="Text 22"/>
          <p:cNvSpPr/>
          <p:nvPr>
            <p:custDataLst>
              <p:tags r:id="rId23"/>
            </p:custDataLst>
          </p:nvPr>
        </p:nvSpPr>
        <p:spPr>
          <a:xfrm>
            <a:off x="740664" y="4404522"/>
            <a:ext cx="3163824" cy="521208"/>
          </a:xfrm>
          <a:prstGeom prst="rect">
            <a:avLst/>
          </a:prstGeom>
          <a:noFill/>
          <a:ln/>
        </p:spPr>
        <p:txBody>
          <a:bodyPr wrap="square" lIns="0" tIns="0" rIns="0" bIns="0" rtlCol="0" anchor="t">
            <a:normAutofit/>
          </a:bodyPr>
          <a:lstStyle/>
          <a:p>
            <a:pPr marL="0" indent="0">
              <a:buNone/>
            </a:pPr>
            <a:r>
              <a:rPr lang="fr-CA" sz="1620" noProof="0" dirty="0">
                <a:solidFill>
                  <a:srgbClr val="486581"/>
                </a:solidFill>
                <a:latin typeface="Calibri" pitchFamily="34" charset="0"/>
                <a:ea typeface="Calibri" pitchFamily="34" charset="-122"/>
                <a:cs typeface="Calibri" pitchFamily="34" charset="-120"/>
              </a:rPr>
              <a:t>Checkpoint, savepoint, and runtime boundaries.</a:t>
            </a:r>
            <a:endParaRPr lang="fr-CA" sz="1620" noProof="0" dirty="0"/>
          </a:p>
        </p:txBody>
      </p:sp>
      <p:sp>
        <p:nvSpPr>
          <p:cNvPr id="25" name="Shape 23"/>
          <p:cNvSpPr/>
          <p:nvPr>
            <p:custDataLst>
              <p:tags r:id="rId24"/>
            </p:custDataLst>
          </p:nvPr>
        </p:nvSpPr>
        <p:spPr>
          <a:xfrm>
            <a:off x="4306824" y="3673002"/>
            <a:ext cx="3575304" cy="1444752"/>
          </a:xfrm>
          <a:prstGeom prst="roundRect">
            <a:avLst>
              <a:gd name="adj" fmla="val 6329"/>
            </a:avLst>
          </a:prstGeom>
          <a:solidFill>
            <a:srgbClr val="FFFFFF"/>
          </a:solidFill>
          <a:ln w="8890">
            <a:solidFill>
              <a:srgbClr val="D9E2EC"/>
            </a:solidFill>
            <a:prstDash val="solid"/>
          </a:ln>
        </p:spPr>
        <p:txBody>
          <a:bodyPr/>
          <a:lstStyle/>
          <a:p>
            <a:endParaRPr lang="fr-CA" noProof="0" dirty="0"/>
          </a:p>
        </p:txBody>
      </p:sp>
      <p:sp>
        <p:nvSpPr>
          <p:cNvPr id="26" name="Text 24"/>
          <p:cNvSpPr/>
          <p:nvPr>
            <p:custDataLst>
              <p:tags r:id="rId25"/>
            </p:custDataLst>
          </p:nvPr>
        </p:nvSpPr>
        <p:spPr>
          <a:xfrm>
            <a:off x="4489704" y="3837594"/>
            <a:ext cx="475488" cy="429768"/>
          </a:xfrm>
          <a:prstGeom prst="rect">
            <a:avLst/>
          </a:prstGeom>
          <a:noFill/>
          <a:ln/>
        </p:spPr>
        <p:txBody>
          <a:bodyPr wrap="square" lIns="0" tIns="0" rIns="0" bIns="0" rtlCol="0" anchor="t">
            <a:normAutofit/>
          </a:bodyPr>
          <a:lstStyle/>
          <a:p>
            <a:pPr marL="0" indent="0">
              <a:buNone/>
            </a:pPr>
            <a:r>
              <a:rPr lang="fr-CA" sz="2600" b="1" noProof="0" dirty="0">
                <a:solidFill>
                  <a:srgbClr val="1F6FEB"/>
                </a:solidFill>
                <a:latin typeface="Calibri" pitchFamily="34" charset="0"/>
                <a:ea typeface="Calibri" pitchFamily="34" charset="-122"/>
                <a:cs typeface="Calibri" pitchFamily="34" charset="-120"/>
              </a:rPr>
              <a:t>05</a:t>
            </a:r>
            <a:endParaRPr lang="fr-CA" sz="2600" noProof="0" dirty="0"/>
          </a:p>
        </p:txBody>
      </p:sp>
      <p:sp>
        <p:nvSpPr>
          <p:cNvPr id="27" name="Text 25"/>
          <p:cNvSpPr/>
          <p:nvPr>
            <p:custDataLst>
              <p:tags r:id="rId26"/>
            </p:custDataLst>
          </p:nvPr>
        </p:nvSpPr>
        <p:spPr>
          <a:xfrm>
            <a:off x="5074920" y="3874170"/>
            <a:ext cx="2615184" cy="347472"/>
          </a:xfrm>
          <a:prstGeom prst="rect">
            <a:avLst/>
          </a:prstGeom>
          <a:noFill/>
          <a:ln/>
        </p:spPr>
        <p:txBody>
          <a:bodyPr wrap="square" lIns="0" tIns="0" rIns="0" bIns="0" rtlCol="0" anchor="t">
            <a:normAutofit/>
          </a:bodyPr>
          <a:lstStyle/>
          <a:p>
            <a:pPr marL="0" indent="0">
              <a:buNone/>
            </a:pPr>
            <a:r>
              <a:rPr lang="fr-CA" sz="1900" b="1" noProof="0" dirty="0">
                <a:solidFill>
                  <a:srgbClr val="102A43"/>
                </a:solidFill>
                <a:latin typeface="Calibri" pitchFamily="34" charset="0"/>
                <a:ea typeface="Calibri" pitchFamily="34" charset="-122"/>
                <a:cs typeface="Calibri" pitchFamily="34" charset="-120"/>
              </a:rPr>
              <a:t>Operate and distribute</a:t>
            </a:r>
            <a:endParaRPr lang="fr-CA" sz="1900" noProof="0" dirty="0"/>
          </a:p>
        </p:txBody>
      </p:sp>
      <p:sp>
        <p:nvSpPr>
          <p:cNvPr id="28" name="Text 26"/>
          <p:cNvSpPr/>
          <p:nvPr>
            <p:custDataLst>
              <p:tags r:id="rId27"/>
            </p:custDataLst>
          </p:nvPr>
        </p:nvSpPr>
        <p:spPr>
          <a:xfrm>
            <a:off x="4517136" y="4404522"/>
            <a:ext cx="3163824" cy="521208"/>
          </a:xfrm>
          <a:prstGeom prst="rect">
            <a:avLst/>
          </a:prstGeom>
          <a:noFill/>
          <a:ln/>
        </p:spPr>
        <p:txBody>
          <a:bodyPr wrap="square" lIns="0" tIns="0" rIns="0" bIns="0" rtlCol="0" anchor="t">
            <a:normAutofit/>
          </a:bodyPr>
          <a:lstStyle/>
          <a:p>
            <a:pPr marL="0" indent="0">
              <a:buNone/>
            </a:pPr>
            <a:r>
              <a:rPr lang="fr-CA" sz="1620" noProof="0" dirty="0">
                <a:solidFill>
                  <a:srgbClr val="486581"/>
                </a:solidFill>
                <a:latin typeface="Calibri" pitchFamily="34" charset="0"/>
                <a:ea typeface="Calibri" pitchFamily="34" charset="-122"/>
                <a:cs typeface="Calibri" pitchFamily="34" charset="-120"/>
              </a:rPr>
              <a:t>Parallelism, shutdown, probes, and elasticity.</a:t>
            </a:r>
            <a:endParaRPr lang="fr-CA" sz="1620" noProof="0" dirty="0"/>
          </a:p>
        </p:txBody>
      </p:sp>
      <p:sp>
        <p:nvSpPr>
          <p:cNvPr id="29" name="Shape 27"/>
          <p:cNvSpPr/>
          <p:nvPr>
            <p:custDataLst>
              <p:tags r:id="rId28"/>
            </p:custDataLst>
          </p:nvPr>
        </p:nvSpPr>
        <p:spPr>
          <a:xfrm>
            <a:off x="8083296" y="3673002"/>
            <a:ext cx="3575304" cy="1444752"/>
          </a:xfrm>
          <a:prstGeom prst="roundRect">
            <a:avLst>
              <a:gd name="adj" fmla="val 6329"/>
            </a:avLst>
          </a:prstGeom>
          <a:solidFill>
            <a:srgbClr val="FFFFFF"/>
          </a:solidFill>
          <a:ln w="8890">
            <a:solidFill>
              <a:srgbClr val="D9E2EC"/>
            </a:solidFill>
            <a:prstDash val="solid"/>
          </a:ln>
        </p:spPr>
        <p:txBody>
          <a:bodyPr/>
          <a:lstStyle/>
          <a:p>
            <a:endParaRPr lang="fr-CA" noProof="0" dirty="0"/>
          </a:p>
        </p:txBody>
      </p:sp>
      <p:sp>
        <p:nvSpPr>
          <p:cNvPr id="30" name="Text 28"/>
          <p:cNvSpPr/>
          <p:nvPr>
            <p:custDataLst>
              <p:tags r:id="rId29"/>
            </p:custDataLst>
          </p:nvPr>
        </p:nvSpPr>
        <p:spPr>
          <a:xfrm>
            <a:off x="8266176" y="3837594"/>
            <a:ext cx="475488" cy="429768"/>
          </a:xfrm>
          <a:prstGeom prst="rect">
            <a:avLst/>
          </a:prstGeom>
          <a:noFill/>
          <a:ln/>
        </p:spPr>
        <p:txBody>
          <a:bodyPr wrap="square" lIns="0" tIns="0" rIns="0" bIns="0" rtlCol="0" anchor="t">
            <a:normAutofit/>
          </a:bodyPr>
          <a:lstStyle/>
          <a:p>
            <a:pPr marL="0" indent="0">
              <a:buNone/>
            </a:pPr>
            <a:r>
              <a:rPr lang="fr-CA" sz="2600" b="1" noProof="0" dirty="0">
                <a:solidFill>
                  <a:srgbClr val="1F6FEB"/>
                </a:solidFill>
                <a:latin typeface="Calibri" pitchFamily="34" charset="0"/>
                <a:ea typeface="Calibri" pitchFamily="34" charset="-122"/>
                <a:cs typeface="Calibri" pitchFamily="34" charset="-120"/>
              </a:rPr>
              <a:t>06</a:t>
            </a:r>
            <a:endParaRPr lang="fr-CA" sz="2600" noProof="0" dirty="0"/>
          </a:p>
        </p:txBody>
      </p:sp>
      <p:sp>
        <p:nvSpPr>
          <p:cNvPr id="31" name="Text 29"/>
          <p:cNvSpPr/>
          <p:nvPr>
            <p:custDataLst>
              <p:tags r:id="rId30"/>
            </p:custDataLst>
          </p:nvPr>
        </p:nvSpPr>
        <p:spPr>
          <a:xfrm>
            <a:off x="8851392" y="3874170"/>
            <a:ext cx="2615184" cy="347472"/>
          </a:xfrm>
          <a:prstGeom prst="rect">
            <a:avLst/>
          </a:prstGeom>
          <a:noFill/>
          <a:ln/>
        </p:spPr>
        <p:txBody>
          <a:bodyPr wrap="square" lIns="0" tIns="0" rIns="0" bIns="0" rtlCol="0" anchor="t">
            <a:normAutofit/>
          </a:bodyPr>
          <a:lstStyle/>
          <a:p>
            <a:pPr marL="0" indent="0">
              <a:buNone/>
            </a:pPr>
            <a:r>
              <a:rPr lang="fr-CA" sz="1900" b="1" noProof="0" dirty="0">
                <a:solidFill>
                  <a:srgbClr val="102A43"/>
                </a:solidFill>
                <a:latin typeface="Calibri" pitchFamily="34" charset="0"/>
                <a:ea typeface="Calibri" pitchFamily="34" charset="-122"/>
                <a:cs typeface="Calibri" pitchFamily="34" charset="-120"/>
              </a:rPr>
              <a:t>Prove and choose</a:t>
            </a:r>
            <a:endParaRPr lang="fr-CA" sz="1900" noProof="0" dirty="0"/>
          </a:p>
        </p:txBody>
      </p:sp>
      <p:sp>
        <p:nvSpPr>
          <p:cNvPr id="32" name="Text 30"/>
          <p:cNvSpPr/>
          <p:nvPr>
            <p:custDataLst>
              <p:tags r:id="rId31"/>
            </p:custDataLst>
          </p:nvPr>
        </p:nvSpPr>
        <p:spPr>
          <a:xfrm>
            <a:off x="8293608" y="4404522"/>
            <a:ext cx="3163824" cy="521208"/>
          </a:xfrm>
          <a:prstGeom prst="rect">
            <a:avLst/>
          </a:prstGeom>
          <a:noFill/>
          <a:ln/>
        </p:spPr>
        <p:txBody>
          <a:bodyPr wrap="square" lIns="0" tIns="0" rIns="0" bIns="0" rtlCol="0" anchor="t">
            <a:normAutofit/>
          </a:bodyPr>
          <a:lstStyle/>
          <a:p>
            <a:pPr marL="0" indent="0">
              <a:buNone/>
            </a:pPr>
            <a:r>
              <a:rPr lang="fr-CA" sz="1620" noProof="0" dirty="0">
                <a:solidFill>
                  <a:srgbClr val="486581"/>
                </a:solidFill>
                <a:latin typeface="Calibri" pitchFamily="34" charset="0"/>
                <a:ea typeface="Calibri" pitchFamily="34" charset="-122"/>
                <a:cs typeface="Calibri" pitchFamily="34" charset="-120"/>
              </a:rPr>
              <a:t>Observability, governance, corroboration, and TCO/ROI.</a:t>
            </a:r>
            <a:endParaRPr lang="fr-CA" sz="1620" noProof="0" dirty="0"/>
          </a:p>
        </p:txBody>
      </p:sp>
      <p:sp>
        <p:nvSpPr>
          <p:cNvPr id="33" name="Shape 31"/>
          <p:cNvSpPr/>
          <p:nvPr>
            <p:custDataLst>
              <p:tags r:id="rId32"/>
            </p:custDataLst>
          </p:nvPr>
        </p:nvSpPr>
        <p:spPr>
          <a:xfrm>
            <a:off x="530352" y="5704367"/>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34" name="Text 32"/>
          <p:cNvSpPr/>
          <p:nvPr>
            <p:custDataLst>
              <p:tags r:id="rId33"/>
            </p:custDataLst>
          </p:nvPr>
        </p:nvSpPr>
        <p:spPr>
          <a:xfrm>
            <a:off x="731520" y="5820156"/>
            <a:ext cx="10716768" cy="274320"/>
          </a:xfrm>
          <a:prstGeom prst="rect">
            <a:avLst/>
          </a:prstGeom>
          <a:noFill/>
          <a:ln/>
        </p:spPr>
        <p:txBody>
          <a:bodyPr wrap="square" lIns="0" tIns="0" rIns="0" bIns="0" rtlCol="0" anchor="t">
            <a:normAutofit/>
          </a:bodyPr>
          <a:lstStyle/>
          <a:p>
            <a:r>
              <a:rPr lang="fr-CA" sz="1550" b="1" noProof="0" dirty="0">
                <a:solidFill>
                  <a:srgbClr val="102A43"/>
                </a:solidFill>
                <a:latin typeface="Calibri" pitchFamily="34" charset="0"/>
                <a:ea typeface="Calibri" pitchFamily="34" charset="-122"/>
                <a:cs typeface="Calibri" pitchFamily="34" charset="-120"/>
              </a:rPr>
              <a:t>GITHUB Project: https://github.com/rdemers/org-rd-fullstack-springboot-eda</a:t>
            </a:r>
            <a:endParaRPr lang="fr-CA" sz="155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01 / DISCOVER</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GUIDE FRAMING</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Publishing a message is not enough to build an EDA platform</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EDA: event-driven architecture. Transport makes exchange possible; by itself, it does not guarantee the reliability of the effects.</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04</a:t>
            </a:r>
            <a:endParaRPr lang="fr-CA" sz="900" noProof="0" dirty="0"/>
          </a:p>
        </p:txBody>
      </p:sp>
      <p:sp>
        <p:nvSpPr>
          <p:cNvPr id="10" name="Text 7"/>
          <p:cNvSpPr/>
          <p:nvPr>
            <p:custDataLst>
              <p:tags r:id="rId8"/>
            </p:custDataLst>
          </p:nvPr>
        </p:nvSpPr>
        <p:spPr>
          <a:xfrm>
            <a:off x="576682" y="2013914"/>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1F6FEB"/>
                </a:solidFill>
                <a:latin typeface="Calibri" pitchFamily="34" charset="0"/>
                <a:ea typeface="Calibri" pitchFamily="34" charset="-122"/>
                <a:cs typeface="Calibri" pitchFamily="34" charset="-120"/>
              </a:rPr>
              <a:t>01</a:t>
            </a:r>
            <a:endParaRPr lang="fr-CA" sz="2500" noProof="0" dirty="0"/>
          </a:p>
        </p:txBody>
      </p:sp>
      <p:sp>
        <p:nvSpPr>
          <p:cNvPr id="11" name="Text 8"/>
          <p:cNvSpPr/>
          <p:nvPr>
            <p:custDataLst>
              <p:tags r:id="rId9"/>
            </p:custDataLst>
          </p:nvPr>
        </p:nvSpPr>
        <p:spPr>
          <a:xfrm>
            <a:off x="1280770" y="2023058"/>
            <a:ext cx="3017520" cy="36576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Transport</a:t>
            </a:r>
            <a:endParaRPr lang="fr-CA" sz="2000" noProof="0" dirty="0"/>
          </a:p>
        </p:txBody>
      </p:sp>
      <p:sp>
        <p:nvSpPr>
          <p:cNvPr id="12" name="Text 9"/>
          <p:cNvSpPr/>
          <p:nvPr>
            <p:custDataLst>
              <p:tags r:id="rId10"/>
            </p:custDataLst>
          </p:nvPr>
        </p:nvSpPr>
        <p:spPr>
          <a:xfrm>
            <a:off x="1280769" y="2416995"/>
            <a:ext cx="2926080" cy="658368"/>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Publish, store, and consume normalized messages.</a:t>
            </a:r>
            <a:endParaRPr lang="fr-CA" sz="1720" noProof="0" dirty="0"/>
          </a:p>
        </p:txBody>
      </p:sp>
      <p:sp>
        <p:nvSpPr>
          <p:cNvPr id="13" name="Text 10"/>
          <p:cNvSpPr/>
          <p:nvPr>
            <p:custDataLst>
              <p:tags r:id="rId11"/>
            </p:custDataLst>
          </p:nvPr>
        </p:nvSpPr>
        <p:spPr>
          <a:xfrm>
            <a:off x="594968" y="3176469"/>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0F766E"/>
                </a:solidFill>
                <a:latin typeface="Calibri" pitchFamily="34" charset="0"/>
                <a:ea typeface="Calibri" pitchFamily="34" charset="-122"/>
                <a:cs typeface="Calibri" pitchFamily="34" charset="-120"/>
              </a:rPr>
              <a:t>02</a:t>
            </a:r>
            <a:endParaRPr lang="fr-CA" sz="2500" noProof="0" dirty="0"/>
          </a:p>
        </p:txBody>
      </p:sp>
      <p:sp>
        <p:nvSpPr>
          <p:cNvPr id="14" name="Text 11"/>
          <p:cNvSpPr/>
          <p:nvPr>
            <p:custDataLst>
              <p:tags r:id="rId12"/>
            </p:custDataLst>
          </p:nvPr>
        </p:nvSpPr>
        <p:spPr>
          <a:xfrm>
            <a:off x="1299056" y="3185613"/>
            <a:ext cx="3017520" cy="36576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Accuracy</a:t>
            </a:r>
            <a:endParaRPr lang="fr-CA" sz="2000" noProof="0" dirty="0"/>
          </a:p>
        </p:txBody>
      </p:sp>
      <p:sp>
        <p:nvSpPr>
          <p:cNvPr id="15" name="Text 12"/>
          <p:cNvSpPr/>
          <p:nvPr>
            <p:custDataLst>
              <p:tags r:id="rId13"/>
            </p:custDataLst>
          </p:nvPr>
        </p:nvSpPr>
        <p:spPr>
          <a:xfrm>
            <a:off x="1299055" y="3638066"/>
            <a:ext cx="2926080" cy="658368"/>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Order, deduplicate, and validate effects (idempotence).</a:t>
            </a:r>
            <a:endParaRPr lang="fr-CA" sz="1720" noProof="0" dirty="0"/>
          </a:p>
        </p:txBody>
      </p:sp>
      <p:sp>
        <p:nvSpPr>
          <p:cNvPr id="16" name="Text 13"/>
          <p:cNvSpPr/>
          <p:nvPr>
            <p:custDataLst>
              <p:tags r:id="rId14"/>
            </p:custDataLst>
          </p:nvPr>
        </p:nvSpPr>
        <p:spPr>
          <a:xfrm>
            <a:off x="576682" y="4393827"/>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B45309"/>
                </a:solidFill>
                <a:latin typeface="Calibri" pitchFamily="34" charset="0"/>
                <a:ea typeface="Calibri" pitchFamily="34" charset="-122"/>
                <a:cs typeface="Calibri" pitchFamily="34" charset="-120"/>
              </a:rPr>
              <a:t>03</a:t>
            </a:r>
            <a:endParaRPr lang="fr-CA" sz="2500" noProof="0" dirty="0"/>
          </a:p>
        </p:txBody>
      </p:sp>
      <p:sp>
        <p:nvSpPr>
          <p:cNvPr id="17" name="Text 14"/>
          <p:cNvSpPr/>
          <p:nvPr>
            <p:custDataLst>
              <p:tags r:id="rId15"/>
            </p:custDataLst>
          </p:nvPr>
        </p:nvSpPr>
        <p:spPr>
          <a:xfrm>
            <a:off x="1280770" y="4402971"/>
            <a:ext cx="3017520" cy="36576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Trust</a:t>
            </a:r>
            <a:endParaRPr lang="fr-CA" sz="2000" noProof="0" dirty="0"/>
          </a:p>
        </p:txBody>
      </p:sp>
      <p:sp>
        <p:nvSpPr>
          <p:cNvPr id="18" name="Text 15"/>
          <p:cNvSpPr/>
          <p:nvPr>
            <p:custDataLst>
              <p:tags r:id="rId16"/>
            </p:custDataLst>
          </p:nvPr>
        </p:nvSpPr>
        <p:spPr>
          <a:xfrm>
            <a:off x="1280769" y="4806422"/>
            <a:ext cx="3972827" cy="658368"/>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Observe, govern, control, and corroborate the data.</a:t>
            </a:r>
            <a:endParaRPr lang="fr-CA" sz="1720" noProof="0" dirty="0"/>
          </a:p>
        </p:txBody>
      </p:sp>
      <p:pic>
        <p:nvPicPr>
          <p:cNvPr id="19" name="Image 18">
            <a:extLst>
              <a:ext uri="{FF2B5EF4-FFF2-40B4-BE49-F238E27FC236}">
                <a16:creationId xmlns:a16="http://schemas.microsoft.com/office/drawing/2014/main" id="{6DC6EA1E-0A01-2CC6-8341-DB49C2F5899D}"/>
              </a:ext>
            </a:extLst>
          </p:cNvPr>
          <p:cNvPicPr>
            <a:picLocks noChangeAspect="1"/>
          </p:cNvPicPr>
          <p:nvPr>
            <p:custDataLst>
              <p:tags r:id="rId17"/>
            </p:custDataLst>
          </p:nvPr>
        </p:nvPicPr>
        <p:blipFill>
          <a:blip r:embed="rId22"/>
          <a:srcRect l="9539" r="9539"/>
          <a:stretch>
            <a:fillRect/>
          </a:stretch>
        </p:blipFill>
        <p:spPr>
          <a:xfrm>
            <a:off x="6651056" y="2013608"/>
            <a:ext cx="5007543" cy="3484213"/>
          </a:xfrm>
          <a:prstGeom prst="roundRect">
            <a:avLst>
              <a:gd name="adj" fmla="val 3721"/>
            </a:avLst>
          </a:prstGeom>
        </p:spPr>
      </p:pic>
      <p:sp>
        <p:nvSpPr>
          <p:cNvPr id="20" name="Shape 31">
            <a:extLst>
              <a:ext uri="{FF2B5EF4-FFF2-40B4-BE49-F238E27FC236}">
                <a16:creationId xmlns:a16="http://schemas.microsoft.com/office/drawing/2014/main" id="{ED228EF7-76A2-F62F-B7D4-01CC0D44090C}"/>
              </a:ext>
            </a:extLst>
          </p:cNvPr>
          <p:cNvSpPr/>
          <p:nvPr>
            <p:custDataLst>
              <p:tags r:id="rId18"/>
            </p:custDataLst>
          </p:nvPr>
        </p:nvSpPr>
        <p:spPr>
          <a:xfrm>
            <a:off x="530352" y="5704367"/>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22" name="Text 32">
            <a:extLst>
              <a:ext uri="{FF2B5EF4-FFF2-40B4-BE49-F238E27FC236}">
                <a16:creationId xmlns:a16="http://schemas.microsoft.com/office/drawing/2014/main" id="{006DB43F-A2D9-E45D-6248-670830B5EBFD}"/>
              </a:ext>
            </a:extLst>
          </p:cNvPr>
          <p:cNvSpPr/>
          <p:nvPr>
            <p:custDataLst>
              <p:tags r:id="rId19"/>
            </p:custDataLst>
          </p:nvPr>
        </p:nvSpPr>
        <p:spPr>
          <a:xfrm>
            <a:off x="731520" y="5820156"/>
            <a:ext cx="10716768" cy="274320"/>
          </a:xfrm>
          <a:prstGeom prst="rect">
            <a:avLst/>
          </a:prstGeom>
          <a:noFill/>
          <a:ln/>
        </p:spPr>
        <p:txBody>
          <a:bodyPr wrap="square" lIns="0" tIns="0" rIns="0" bIns="0" rtlCol="0" anchor="t">
            <a:normAutofit/>
          </a:bodyPr>
          <a:lstStyle/>
          <a:p>
            <a:r>
              <a:rPr lang="fr-CA" sz="1550" b="1" noProof="0" dirty="0">
                <a:solidFill>
                  <a:srgbClr val="102A43"/>
                </a:solidFill>
                <a:latin typeface="Calibri" pitchFamily="34" charset="0"/>
                <a:ea typeface="Calibri" pitchFamily="34" charset="-122"/>
                <a:cs typeface="Calibri" pitchFamily="34" charset="-120"/>
              </a:rPr>
              <a:t>Our sharks: Bronze, silver, and gold — our medallion architecture specialists.</a:t>
            </a:r>
            <a:endParaRPr lang="fr-CA" sz="155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01 / DISCOVER</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IN THE SANDBOX</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A standalone application for observing effects/trade-offs/decisions</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The static Nuxt frontend and the Spring Boot backend are packaged in a single deployable artifact.</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05</a:t>
            </a:r>
            <a:endParaRPr lang="fr-CA" sz="900" noProof="0" dirty="0"/>
          </a:p>
        </p:txBody>
      </p:sp>
      <p:sp>
        <p:nvSpPr>
          <p:cNvPr id="9" name="Shape 7"/>
          <p:cNvSpPr/>
          <p:nvPr>
            <p:custDataLst>
              <p:tags r:id="rId8"/>
            </p:custDataLst>
          </p:nvPr>
        </p:nvSpPr>
        <p:spPr>
          <a:xfrm>
            <a:off x="1269896" y="2009276"/>
            <a:ext cx="1566814" cy="1033272"/>
          </a:xfrm>
          <a:prstGeom prst="roundRect">
            <a:avLst>
              <a:gd name="adj" fmla="val 6849"/>
            </a:avLst>
          </a:prstGeom>
          <a:solidFill>
            <a:srgbClr val="EFF6FF"/>
          </a:solidFill>
          <a:ln w="8890">
            <a:solidFill>
              <a:srgbClr val="1F6FEB"/>
            </a:solidFill>
            <a:prstDash val="solid"/>
          </a:ln>
        </p:spPr>
        <p:txBody>
          <a:bodyPr/>
          <a:lstStyle/>
          <a:p>
            <a:endParaRPr lang="fr-CA" noProof="0" dirty="0"/>
          </a:p>
        </p:txBody>
      </p:sp>
      <p:sp>
        <p:nvSpPr>
          <p:cNvPr id="10" name="Text 8"/>
          <p:cNvSpPr/>
          <p:nvPr>
            <p:custDataLst>
              <p:tags r:id="rId9"/>
            </p:custDataLst>
          </p:nvPr>
        </p:nvSpPr>
        <p:spPr>
          <a:xfrm>
            <a:off x="1254796" y="2210444"/>
            <a:ext cx="1581914" cy="475488"/>
          </a:xfrm>
          <a:prstGeom prst="rect">
            <a:avLst/>
          </a:prstGeom>
          <a:noFill/>
          <a:ln/>
        </p:spPr>
        <p:txBody>
          <a:bodyPr wrap="square" lIns="0" tIns="0" rIns="0" bIns="0" rtlCol="0" anchor="t">
            <a:normAutofit/>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Browser</a:t>
            </a:r>
            <a:endParaRPr lang="fr-CA" sz="1850" noProof="0" dirty="0"/>
          </a:p>
        </p:txBody>
      </p:sp>
      <p:sp>
        <p:nvSpPr>
          <p:cNvPr id="11" name="Text 9"/>
          <p:cNvSpPr/>
          <p:nvPr>
            <p:custDataLst>
              <p:tags r:id="rId10"/>
            </p:custDataLst>
          </p:nvPr>
        </p:nvSpPr>
        <p:spPr>
          <a:xfrm>
            <a:off x="1254796" y="2722509"/>
            <a:ext cx="1597014" cy="429768"/>
          </a:xfrm>
          <a:prstGeom prst="rect">
            <a:avLst/>
          </a:prstGeom>
          <a:noFill/>
          <a:ln/>
        </p:spPr>
        <p:txBody>
          <a:bodyPr wrap="square" lIns="0" tIns="0" rIns="0" bIns="0" rtlCol="0" anchor="t">
            <a:normAutofit/>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Nuxt interface</a:t>
            </a:r>
            <a:endParaRPr lang="fr-CA" sz="1620" noProof="0" dirty="0"/>
          </a:p>
        </p:txBody>
      </p:sp>
      <p:sp>
        <p:nvSpPr>
          <p:cNvPr id="12" name="Shape 10"/>
          <p:cNvSpPr/>
          <p:nvPr>
            <p:custDataLst>
              <p:tags r:id="rId11"/>
            </p:custDataLst>
          </p:nvPr>
        </p:nvSpPr>
        <p:spPr>
          <a:xfrm>
            <a:off x="3870250" y="2009276"/>
            <a:ext cx="7788350" cy="3264408"/>
          </a:xfrm>
          <a:prstGeom prst="roundRect">
            <a:avLst>
              <a:gd name="adj" fmla="val 2801"/>
            </a:avLst>
          </a:prstGeom>
          <a:solidFill>
            <a:srgbClr val="F5F8FC"/>
          </a:solidFill>
          <a:ln w="8890">
            <a:solidFill>
              <a:srgbClr val="D9E2EC"/>
            </a:solidFill>
            <a:prstDash val="solid"/>
          </a:ln>
        </p:spPr>
        <p:txBody>
          <a:bodyPr/>
          <a:lstStyle/>
          <a:p>
            <a:endParaRPr lang="fr-CA" noProof="0" dirty="0"/>
          </a:p>
        </p:txBody>
      </p:sp>
      <p:sp>
        <p:nvSpPr>
          <p:cNvPr id="13" name="Text 11"/>
          <p:cNvSpPr/>
          <p:nvPr>
            <p:custDataLst>
              <p:tags r:id="rId12"/>
            </p:custDataLst>
          </p:nvPr>
        </p:nvSpPr>
        <p:spPr>
          <a:xfrm>
            <a:off x="3870250" y="2210444"/>
            <a:ext cx="7754820" cy="251460"/>
          </a:xfrm>
          <a:prstGeom prst="rect">
            <a:avLst/>
          </a:prstGeom>
          <a:noFill/>
          <a:ln/>
        </p:spPr>
        <p:txBody>
          <a:bodyPr wrap="square" lIns="0" tIns="0" rIns="0" bIns="0" rtlCol="0" anchor="t">
            <a:noAutofit/>
          </a:bodyPr>
          <a:lstStyle/>
          <a:p>
            <a:pPr marL="0" indent="0">
              <a:buNone/>
            </a:pPr>
            <a:r>
              <a:rPr lang="fr-CA" sz="2000" b="1" kern="0" spc="50" noProof="0" dirty="0">
                <a:solidFill>
                  <a:srgbClr val="1F6FEB"/>
                </a:solidFill>
                <a:latin typeface="Calibri" pitchFamily="34" charset="0"/>
                <a:ea typeface="Calibri" pitchFamily="34" charset="-122"/>
                <a:cs typeface="Calibri" pitchFamily="34" charset="-120"/>
              </a:rPr>
              <a:t>  STANDALONE APPLICATION ARTIFACT</a:t>
            </a:r>
            <a:endParaRPr lang="fr-CA" sz="2000" noProof="0" dirty="0"/>
          </a:p>
        </p:txBody>
      </p:sp>
      <p:sp>
        <p:nvSpPr>
          <p:cNvPr id="14" name="Shape 12"/>
          <p:cNvSpPr/>
          <p:nvPr>
            <p:custDataLst>
              <p:tags r:id="rId13"/>
            </p:custDataLst>
          </p:nvPr>
        </p:nvSpPr>
        <p:spPr>
          <a:xfrm>
            <a:off x="4141465" y="2832236"/>
            <a:ext cx="3703320" cy="1033272"/>
          </a:xfrm>
          <a:prstGeom prst="roundRect">
            <a:avLst>
              <a:gd name="adj" fmla="val 6944"/>
            </a:avLst>
          </a:prstGeom>
          <a:solidFill>
            <a:srgbClr val="FFFFFF"/>
          </a:solidFill>
          <a:ln w="8890">
            <a:solidFill>
              <a:srgbClr val="1F6FEB"/>
            </a:solidFill>
            <a:prstDash val="solid"/>
          </a:ln>
        </p:spPr>
        <p:txBody>
          <a:bodyPr/>
          <a:lstStyle/>
          <a:p>
            <a:endParaRPr lang="fr-CA" noProof="0" dirty="0"/>
          </a:p>
        </p:txBody>
      </p:sp>
      <p:sp>
        <p:nvSpPr>
          <p:cNvPr id="15" name="Text 13"/>
          <p:cNvSpPr/>
          <p:nvPr>
            <p:custDataLst>
              <p:tags r:id="rId14"/>
            </p:custDataLst>
          </p:nvPr>
        </p:nvSpPr>
        <p:spPr>
          <a:xfrm>
            <a:off x="4287769" y="3033404"/>
            <a:ext cx="3410712" cy="475488"/>
          </a:xfrm>
          <a:prstGeom prst="rect">
            <a:avLst/>
          </a:prstGeom>
          <a:noFill/>
          <a:ln/>
        </p:spPr>
        <p:txBody>
          <a:bodyPr wrap="square" lIns="0" tIns="0" rIns="0" bIns="0" rtlCol="0" anchor="t">
            <a:normAutofit/>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Spring Boot + Nuxt</a:t>
            </a:r>
            <a:endParaRPr lang="fr-CA" sz="1850" noProof="0" dirty="0"/>
          </a:p>
        </p:txBody>
      </p:sp>
      <p:sp>
        <p:nvSpPr>
          <p:cNvPr id="16" name="Text 14"/>
          <p:cNvSpPr/>
          <p:nvPr>
            <p:custDataLst>
              <p:tags r:id="rId15"/>
            </p:custDataLst>
          </p:nvPr>
        </p:nvSpPr>
        <p:spPr>
          <a:xfrm>
            <a:off x="4324345" y="3449456"/>
            <a:ext cx="3374136" cy="411480"/>
          </a:xfrm>
          <a:prstGeom prst="rect">
            <a:avLst/>
          </a:prstGeom>
          <a:noFill/>
          <a:ln/>
        </p:spPr>
        <p:txBody>
          <a:bodyPr wrap="square" lIns="0" tIns="0" rIns="0" bIns="0" rtlCol="0" anchor="t">
            <a:normAutofit/>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BFF API and static resources</a:t>
            </a:r>
            <a:endParaRPr lang="fr-CA" sz="1620" noProof="0" dirty="0"/>
          </a:p>
        </p:txBody>
      </p:sp>
      <p:sp>
        <p:nvSpPr>
          <p:cNvPr id="18" name="Shape 16"/>
          <p:cNvSpPr/>
          <p:nvPr>
            <p:custDataLst>
              <p:tags r:id="rId16"/>
            </p:custDataLst>
          </p:nvPr>
        </p:nvSpPr>
        <p:spPr>
          <a:xfrm>
            <a:off x="8031475" y="2818520"/>
            <a:ext cx="1581913" cy="1033272"/>
          </a:xfrm>
          <a:prstGeom prst="roundRect">
            <a:avLst>
              <a:gd name="adj" fmla="val 8850"/>
            </a:avLst>
          </a:prstGeom>
          <a:solidFill>
            <a:srgbClr val="EFF6FF"/>
          </a:solidFill>
          <a:ln w="8890">
            <a:solidFill>
              <a:srgbClr val="1F6FEB"/>
            </a:solidFill>
            <a:prstDash val="solid"/>
          </a:ln>
        </p:spPr>
        <p:txBody>
          <a:bodyPr/>
          <a:lstStyle/>
          <a:p>
            <a:endParaRPr lang="fr-CA" noProof="0" dirty="0"/>
          </a:p>
        </p:txBody>
      </p:sp>
      <p:sp>
        <p:nvSpPr>
          <p:cNvPr id="19" name="Text 17"/>
          <p:cNvSpPr/>
          <p:nvPr>
            <p:custDataLst>
              <p:tags r:id="rId17"/>
            </p:custDataLst>
          </p:nvPr>
        </p:nvSpPr>
        <p:spPr>
          <a:xfrm>
            <a:off x="8031474" y="3019688"/>
            <a:ext cx="1581912" cy="475488"/>
          </a:xfrm>
          <a:prstGeom prst="rect">
            <a:avLst/>
          </a:prstGeom>
          <a:noFill/>
          <a:ln/>
        </p:spPr>
        <p:txBody>
          <a:bodyPr wrap="square" lIns="0" tIns="0" rIns="0" bIns="0" rtlCol="0" anchor="t">
            <a:normAutofit/>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Kafka</a:t>
            </a:r>
            <a:endParaRPr lang="fr-CA" sz="1850" noProof="0" dirty="0"/>
          </a:p>
        </p:txBody>
      </p:sp>
      <p:sp>
        <p:nvSpPr>
          <p:cNvPr id="20" name="Shape 18"/>
          <p:cNvSpPr/>
          <p:nvPr>
            <p:custDataLst>
              <p:tags r:id="rId18"/>
            </p:custDataLst>
          </p:nvPr>
        </p:nvSpPr>
        <p:spPr>
          <a:xfrm>
            <a:off x="9779507" y="2800232"/>
            <a:ext cx="1581913" cy="1033272"/>
          </a:xfrm>
          <a:prstGeom prst="roundRect">
            <a:avLst>
              <a:gd name="adj" fmla="val 8850"/>
            </a:avLst>
          </a:prstGeom>
          <a:solidFill>
            <a:schemeClr val="bg1">
              <a:lumMod val="85000"/>
            </a:schemeClr>
          </a:solidFill>
          <a:ln w="8890">
            <a:solidFill>
              <a:srgbClr val="0F766E"/>
            </a:solidFill>
            <a:prstDash val="solid"/>
          </a:ln>
        </p:spPr>
        <p:txBody>
          <a:bodyPr/>
          <a:lstStyle/>
          <a:p>
            <a:endParaRPr lang="fr-CA" noProof="0" dirty="0">
              <a:solidFill>
                <a:srgbClr val="FF7C80"/>
              </a:solidFill>
            </a:endParaRPr>
          </a:p>
        </p:txBody>
      </p:sp>
      <p:sp>
        <p:nvSpPr>
          <p:cNvPr id="21" name="Text 19"/>
          <p:cNvSpPr/>
          <p:nvPr>
            <p:custDataLst>
              <p:tags r:id="rId19"/>
            </p:custDataLst>
          </p:nvPr>
        </p:nvSpPr>
        <p:spPr>
          <a:xfrm>
            <a:off x="9779507" y="3001400"/>
            <a:ext cx="1581914" cy="475488"/>
          </a:xfrm>
          <a:prstGeom prst="rect">
            <a:avLst/>
          </a:prstGeom>
          <a:noFill/>
          <a:ln/>
        </p:spPr>
        <p:txBody>
          <a:bodyPr wrap="square" lIns="0" tIns="0" rIns="0" bIns="0" rtlCol="0" anchor="t">
            <a:normAutofit/>
          </a:bodyPr>
          <a:lstStyle/>
          <a:p>
            <a:pPr marL="0" indent="0" algn="ctr">
              <a:buNone/>
            </a:pPr>
            <a:r>
              <a:rPr lang="fr-CA" sz="1850" b="1" noProof="0" dirty="0">
                <a:solidFill>
                  <a:schemeClr val="tx1">
                    <a:lumMod val="65000"/>
                    <a:lumOff val="35000"/>
                  </a:schemeClr>
                </a:solidFill>
                <a:latin typeface="Calibri" pitchFamily="34" charset="0"/>
                <a:ea typeface="Calibri" pitchFamily="34" charset="-122"/>
                <a:cs typeface="Calibri" pitchFamily="34" charset="-120"/>
              </a:rPr>
              <a:t>Flink</a:t>
            </a:r>
            <a:endParaRPr lang="fr-CA" sz="1850" noProof="0" dirty="0">
              <a:solidFill>
                <a:schemeClr val="tx1">
                  <a:lumMod val="65000"/>
                  <a:lumOff val="35000"/>
                </a:schemeClr>
              </a:solidFill>
            </a:endParaRPr>
          </a:p>
        </p:txBody>
      </p:sp>
      <p:sp>
        <p:nvSpPr>
          <p:cNvPr id="22" name="Shape 20"/>
          <p:cNvSpPr/>
          <p:nvPr>
            <p:custDataLst>
              <p:tags r:id="rId20"/>
            </p:custDataLst>
          </p:nvPr>
        </p:nvSpPr>
        <p:spPr>
          <a:xfrm>
            <a:off x="8031472" y="3984380"/>
            <a:ext cx="1581913" cy="1033272"/>
          </a:xfrm>
          <a:prstGeom prst="roundRect">
            <a:avLst>
              <a:gd name="adj" fmla="val 8850"/>
            </a:avLst>
          </a:prstGeom>
          <a:solidFill>
            <a:srgbClr val="EFFAF8"/>
          </a:solidFill>
          <a:ln w="8890">
            <a:solidFill>
              <a:srgbClr val="0F766E"/>
            </a:solidFill>
            <a:prstDash val="solid"/>
          </a:ln>
        </p:spPr>
        <p:txBody>
          <a:bodyPr/>
          <a:lstStyle/>
          <a:p>
            <a:endParaRPr lang="fr-CA" noProof="0" dirty="0"/>
          </a:p>
        </p:txBody>
      </p:sp>
      <p:sp>
        <p:nvSpPr>
          <p:cNvPr id="23" name="Text 21"/>
          <p:cNvSpPr/>
          <p:nvPr>
            <p:custDataLst>
              <p:tags r:id="rId21"/>
            </p:custDataLst>
          </p:nvPr>
        </p:nvSpPr>
        <p:spPr>
          <a:xfrm>
            <a:off x="8031471" y="4185548"/>
            <a:ext cx="1581913" cy="475488"/>
          </a:xfrm>
          <a:prstGeom prst="rect">
            <a:avLst/>
          </a:prstGeom>
          <a:noFill/>
          <a:ln/>
        </p:spPr>
        <p:txBody>
          <a:bodyPr wrap="square" lIns="0" tIns="0" rIns="0" bIns="0" rtlCol="0" anchor="t">
            <a:normAutofit/>
          </a:bodyPr>
          <a:lstStyle/>
          <a:p>
            <a:pPr marL="0" indent="0" algn="ctr">
              <a:buNone/>
            </a:pPr>
            <a:r>
              <a:rPr lang="fr-CA" sz="1850" b="1" noProof="0" dirty="0">
                <a:solidFill>
                  <a:srgbClr val="0F766E"/>
                </a:solidFill>
                <a:latin typeface="Calibri" pitchFamily="34" charset="0"/>
                <a:ea typeface="Calibri" pitchFamily="34" charset="-122"/>
                <a:cs typeface="Calibri" pitchFamily="34" charset="-120"/>
              </a:rPr>
              <a:t>Hazelcast</a:t>
            </a:r>
            <a:endParaRPr lang="fr-CA" sz="1850" noProof="0" dirty="0"/>
          </a:p>
        </p:txBody>
      </p:sp>
      <p:sp>
        <p:nvSpPr>
          <p:cNvPr id="24" name="Shape 22"/>
          <p:cNvSpPr/>
          <p:nvPr>
            <p:custDataLst>
              <p:tags r:id="rId22"/>
            </p:custDataLst>
          </p:nvPr>
        </p:nvSpPr>
        <p:spPr>
          <a:xfrm>
            <a:off x="9779507" y="3984380"/>
            <a:ext cx="1586485" cy="1033272"/>
          </a:xfrm>
          <a:prstGeom prst="roundRect">
            <a:avLst>
              <a:gd name="adj" fmla="val 8850"/>
            </a:avLst>
          </a:prstGeom>
          <a:solidFill>
            <a:srgbClr val="FFF7ED"/>
          </a:solidFill>
          <a:ln w="8890">
            <a:solidFill>
              <a:srgbClr val="B45309"/>
            </a:solidFill>
            <a:prstDash val="solid"/>
          </a:ln>
        </p:spPr>
        <p:txBody>
          <a:bodyPr/>
          <a:lstStyle/>
          <a:p>
            <a:endParaRPr lang="fr-CA" noProof="0" dirty="0"/>
          </a:p>
        </p:txBody>
      </p:sp>
      <p:sp>
        <p:nvSpPr>
          <p:cNvPr id="25" name="Text 23"/>
          <p:cNvSpPr/>
          <p:nvPr>
            <p:custDataLst>
              <p:tags r:id="rId23"/>
            </p:custDataLst>
          </p:nvPr>
        </p:nvSpPr>
        <p:spPr>
          <a:xfrm>
            <a:off x="9779506" y="4185548"/>
            <a:ext cx="1581913" cy="475488"/>
          </a:xfrm>
          <a:prstGeom prst="rect">
            <a:avLst/>
          </a:prstGeom>
          <a:noFill/>
          <a:ln/>
        </p:spPr>
        <p:txBody>
          <a:bodyPr wrap="square" lIns="0" tIns="0" rIns="0" bIns="0" rtlCol="0" anchor="t">
            <a:normAutofit/>
          </a:bodyPr>
          <a:lstStyle/>
          <a:p>
            <a:pPr marL="0" indent="0" algn="ctr">
              <a:buNone/>
            </a:pPr>
            <a:r>
              <a:rPr lang="fr-CA" sz="1850" b="1" noProof="0" dirty="0">
                <a:solidFill>
                  <a:srgbClr val="B45309"/>
                </a:solidFill>
                <a:latin typeface="Calibri" pitchFamily="34" charset="0"/>
                <a:ea typeface="Calibri" pitchFamily="34" charset="-122"/>
                <a:cs typeface="Calibri" pitchFamily="34" charset="-120"/>
              </a:rPr>
              <a:t>HSQLDB</a:t>
            </a:r>
            <a:endParaRPr lang="fr-CA" sz="1850" noProof="0" dirty="0"/>
          </a:p>
        </p:txBody>
      </p:sp>
      <p:sp>
        <p:nvSpPr>
          <p:cNvPr id="26" name="Text 24"/>
          <p:cNvSpPr/>
          <p:nvPr>
            <p:custDataLst>
              <p:tags r:id="rId24"/>
            </p:custDataLst>
          </p:nvPr>
        </p:nvSpPr>
        <p:spPr>
          <a:xfrm>
            <a:off x="4439412" y="4217552"/>
            <a:ext cx="3200400" cy="566928"/>
          </a:xfrm>
          <a:prstGeom prst="rect">
            <a:avLst/>
          </a:prstGeom>
          <a:noFill/>
          <a:ln/>
        </p:spPr>
        <p:txBody>
          <a:bodyPr wrap="square" lIns="0" tIns="0" rIns="0" bIns="0" rtlCol="0" anchor="t">
            <a:normAutofit/>
          </a:bodyPr>
          <a:lstStyle/>
          <a:p>
            <a:pPr marL="0" indent="0" algn="ctr">
              <a:buNone/>
            </a:pPr>
            <a:r>
              <a:rPr lang="fr-CA" sz="1700" noProof="0" dirty="0">
                <a:solidFill>
                  <a:srgbClr val="486581"/>
                </a:solidFill>
                <a:latin typeface="Calibri" pitchFamily="34" charset="0"/>
                <a:ea typeface="Calibri" pitchFamily="34" charset="-122"/>
                <a:cs typeface="Calibri" pitchFamily="34" charset="-120"/>
              </a:rPr>
              <a:t>Configuration, transactions</a:t>
            </a:r>
            <a:endParaRPr lang="fr-CA" sz="1700" noProof="0" dirty="0"/>
          </a:p>
          <a:p>
            <a:pPr marL="0" indent="0" algn="ctr">
              <a:buNone/>
            </a:pPr>
            <a:r>
              <a:rPr lang="fr-CA" sz="1700" noProof="0" dirty="0">
                <a:solidFill>
                  <a:srgbClr val="486581"/>
                </a:solidFill>
                <a:latin typeface="Calibri" pitchFamily="34" charset="0"/>
                <a:ea typeface="Calibri" pitchFamily="34" charset="-122"/>
                <a:cs typeface="Calibri" pitchFamily="34" charset="-120"/>
              </a:rPr>
              <a:t>and business logic</a:t>
            </a:r>
            <a:endParaRPr lang="fr-CA" sz="1700" noProof="0" dirty="0"/>
          </a:p>
        </p:txBody>
      </p:sp>
      <p:sp>
        <p:nvSpPr>
          <p:cNvPr id="27" name="Shape 25"/>
          <p:cNvSpPr/>
          <p:nvPr>
            <p:custDataLst>
              <p:tags r:id="rId25"/>
            </p:custDataLst>
          </p:nvPr>
        </p:nvSpPr>
        <p:spPr>
          <a:xfrm>
            <a:off x="530352" y="5715000"/>
            <a:ext cx="11128248" cy="448056"/>
          </a:xfrm>
          <a:prstGeom prst="roundRect">
            <a:avLst>
              <a:gd name="adj" fmla="val 20408"/>
            </a:avLst>
          </a:prstGeom>
          <a:solidFill>
            <a:srgbClr val="FFF7ED"/>
          </a:solidFill>
          <a:ln w="8890">
            <a:solidFill>
              <a:srgbClr val="FFF7ED"/>
            </a:solidFill>
            <a:prstDash val="solid"/>
          </a:ln>
        </p:spPr>
        <p:txBody>
          <a:bodyPr/>
          <a:lstStyle/>
          <a:p>
            <a:endParaRPr lang="fr-CA" noProof="0" dirty="0"/>
          </a:p>
        </p:txBody>
      </p:sp>
      <p:sp>
        <p:nvSpPr>
          <p:cNvPr id="28" name="Text 26"/>
          <p:cNvSpPr/>
          <p:nvPr>
            <p:custDataLst>
              <p:tags r:id="rId26"/>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B45309"/>
                </a:solidFill>
                <a:latin typeface="Calibri" pitchFamily="34" charset="0"/>
                <a:ea typeface="Calibri" pitchFamily="34" charset="-122"/>
                <a:cs typeface="Calibri" pitchFamily="34" charset="-120"/>
              </a:rPr>
              <a:t>Educational Sandbox: an execution convenience, not a production topology.</a:t>
            </a:r>
            <a:endParaRPr lang="fr-CA" sz="1550" noProof="0" dirty="0"/>
          </a:p>
        </p:txBody>
      </p:sp>
      <p:cxnSp>
        <p:nvCxnSpPr>
          <p:cNvPr id="30" name="Connecteur : en angle 29">
            <a:extLst>
              <a:ext uri="{FF2B5EF4-FFF2-40B4-BE49-F238E27FC236}">
                <a16:creationId xmlns:a16="http://schemas.microsoft.com/office/drawing/2014/main" id="{5066686F-1E9C-30B7-4694-F34D2C0B7365}"/>
              </a:ext>
            </a:extLst>
          </p:cNvPr>
          <p:cNvCxnSpPr>
            <a:cxnSpLocks/>
            <a:stCxn id="9" idx="3"/>
          </p:cNvCxnSpPr>
          <p:nvPr>
            <p:custDataLst>
              <p:tags r:id="rId27"/>
            </p:custDataLst>
          </p:nvPr>
        </p:nvCxnSpPr>
        <p:spPr>
          <a:xfrm>
            <a:off x="2836710" y="2525912"/>
            <a:ext cx="998622" cy="448056"/>
          </a:xfrm>
          <a:prstGeom prst="bentConnector3">
            <a:avLst>
              <a:gd name="adj1" fmla="val 50000"/>
            </a:avLst>
          </a:prstGeom>
          <a:ln w="28575">
            <a:tailEnd type="triangle"/>
          </a:ln>
        </p:spPr>
        <p:style>
          <a:lnRef idx="1">
            <a:schemeClr val="accent1"/>
          </a:lnRef>
          <a:fillRef idx="0">
            <a:schemeClr val="accent1"/>
          </a:fillRef>
          <a:effectRef idx="0">
            <a:schemeClr val="accent1"/>
          </a:effectRef>
          <a:fontRef idx="minor">
            <a:schemeClr val="tx1"/>
          </a:fontRef>
        </p:style>
      </p:cxnSp>
      <p:pic>
        <p:nvPicPr>
          <p:cNvPr id="43" name="Image 42">
            <a:extLst>
              <a:ext uri="{FF2B5EF4-FFF2-40B4-BE49-F238E27FC236}">
                <a16:creationId xmlns:a16="http://schemas.microsoft.com/office/drawing/2014/main" id="{0945E455-78AC-C662-4C49-EA4EA3D11C61}"/>
              </a:ext>
            </a:extLst>
          </p:cNvPr>
          <p:cNvPicPr>
            <a:picLocks noChangeAspect="1"/>
          </p:cNvPicPr>
          <p:nvPr>
            <p:custDataLst>
              <p:tags r:id="rId28"/>
            </p:custDataLst>
          </p:nvPr>
        </p:nvPicPr>
        <p:blipFill>
          <a:blip r:embed="rId31"/>
          <a:stretch>
            <a:fillRect/>
          </a:stretch>
        </p:blipFill>
        <p:spPr>
          <a:xfrm>
            <a:off x="566929" y="3313680"/>
            <a:ext cx="3137199" cy="1967285"/>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en-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en-CA" sz="1100" b="1" kern="0" spc="50" noProof="0" dirty="0">
                <a:solidFill>
                  <a:srgbClr val="1F6FEB"/>
                </a:solidFill>
                <a:latin typeface="Calibri" pitchFamily="34" charset="0"/>
                <a:ea typeface="Calibri" pitchFamily="34" charset="-122"/>
                <a:cs typeface="Calibri" pitchFamily="34" charset="-120"/>
              </a:rPr>
              <a:t>01 / DISCOVER</a:t>
            </a:r>
            <a:endParaRPr lang="en-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en-CA" sz="1000" b="1" noProof="0" dirty="0">
                <a:solidFill>
                  <a:srgbClr val="829AB1"/>
                </a:solidFill>
                <a:latin typeface="Calibri" pitchFamily="34" charset="0"/>
                <a:ea typeface="Calibri" pitchFamily="34" charset="-122"/>
                <a:cs typeface="Calibri" pitchFamily="34" charset="-120"/>
              </a:rPr>
              <a:t>BUSINESS THREAD</a:t>
            </a:r>
            <a:endParaRPr lang="en-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en-CA" sz="2700" b="1" noProof="0" dirty="0">
                <a:solidFill>
                  <a:srgbClr val="102A43"/>
                </a:solidFill>
                <a:latin typeface="Calibri" pitchFamily="34" charset="0"/>
                <a:ea typeface="Calibri" pitchFamily="34" charset="-122"/>
                <a:cs typeface="Calibri" pitchFamily="34" charset="-120"/>
              </a:rPr>
              <a:t>A request connects a person, a product, and an inventory</a:t>
            </a:r>
            <a:endParaRPr lang="en-CA" sz="2700" noProof="0" dirty="0"/>
          </a:p>
        </p:txBody>
      </p:sp>
      <p:sp>
        <p:nvSpPr>
          <p:cNvPr id="6" name="Text 4"/>
          <p:cNvSpPr/>
          <p:nvPr>
            <p:custDataLst>
              <p:tags r:id="rId5"/>
            </p:custDataLst>
          </p:nvPr>
        </p:nvSpPr>
        <p:spPr>
          <a:xfrm>
            <a:off x="530352" y="1508761"/>
            <a:ext cx="11018520" cy="490716"/>
          </a:xfrm>
          <a:prstGeom prst="rect">
            <a:avLst/>
          </a:prstGeom>
          <a:noFill/>
          <a:ln/>
        </p:spPr>
        <p:txBody>
          <a:bodyPr wrap="square" lIns="0" tIns="0" rIns="0" bIns="0" rtlCol="0" anchor="t">
            <a:normAutofit/>
          </a:bodyPr>
          <a:lstStyle/>
          <a:p>
            <a:pPr marL="0" indent="0">
              <a:buNone/>
            </a:pPr>
            <a:r>
              <a:rPr lang="en-CA" sz="1650" noProof="0" dirty="0">
                <a:solidFill>
                  <a:srgbClr val="486581"/>
                </a:solidFill>
                <a:latin typeface="Calibri" pitchFamily="34" charset="0"/>
                <a:ea typeface="Calibri" pitchFamily="34" charset="-122"/>
                <a:cs typeface="Calibri" pitchFamily="34" charset="-120"/>
              </a:rPr>
              <a:t>Processing must evolve the balance, inventory, and request result coherently.</a:t>
            </a:r>
            <a:endParaRPr lang="en-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en-CA" sz="900" noProof="0" dirty="0">
                <a:solidFill>
                  <a:srgbClr val="486581"/>
                </a:solidFill>
                <a:latin typeface="Calibri" pitchFamily="34" charset="0"/>
                <a:ea typeface="Calibri" pitchFamily="34" charset="-122"/>
                <a:cs typeface="Calibri" pitchFamily="34" charset="-120"/>
              </a:rPr>
              <a:t>Kafka Engineering Guide · EDA Project</a:t>
            </a:r>
            <a:endParaRPr lang="en-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en-CA" sz="900" noProof="0" dirty="0">
                <a:solidFill>
                  <a:srgbClr val="486581"/>
                </a:solidFill>
                <a:latin typeface="Calibri" pitchFamily="34" charset="0"/>
                <a:ea typeface="Calibri" pitchFamily="34" charset="-122"/>
                <a:cs typeface="Calibri" pitchFamily="34" charset="-120"/>
              </a:rPr>
              <a:t>06</a:t>
            </a:r>
            <a:endParaRPr lang="en-CA" sz="900" noProof="0" dirty="0"/>
          </a:p>
        </p:txBody>
      </p:sp>
      <p:sp>
        <p:nvSpPr>
          <p:cNvPr id="9" name="Shape 7"/>
          <p:cNvSpPr/>
          <p:nvPr>
            <p:custDataLst>
              <p:tags r:id="rId8"/>
            </p:custDataLst>
          </p:nvPr>
        </p:nvSpPr>
        <p:spPr>
          <a:xfrm>
            <a:off x="8165053" y="1985573"/>
            <a:ext cx="1692380" cy="1070682"/>
          </a:xfrm>
          <a:prstGeom prst="roundRect">
            <a:avLst>
              <a:gd name="adj" fmla="val 6757"/>
            </a:avLst>
          </a:prstGeom>
          <a:solidFill>
            <a:srgbClr val="EFF6FF"/>
          </a:solidFill>
          <a:ln w="8890">
            <a:solidFill>
              <a:srgbClr val="1F6FEB"/>
            </a:solidFill>
            <a:prstDash val="solid"/>
          </a:ln>
        </p:spPr>
        <p:txBody>
          <a:bodyPr/>
          <a:lstStyle/>
          <a:p>
            <a:endParaRPr lang="en-CA" noProof="0" dirty="0"/>
          </a:p>
        </p:txBody>
      </p:sp>
      <p:sp>
        <p:nvSpPr>
          <p:cNvPr id="10" name="Text 8"/>
          <p:cNvSpPr/>
          <p:nvPr>
            <p:custDataLst>
              <p:tags r:id="rId9"/>
            </p:custDataLst>
          </p:nvPr>
        </p:nvSpPr>
        <p:spPr>
          <a:xfrm>
            <a:off x="8133794" y="2119151"/>
            <a:ext cx="1710670" cy="475488"/>
          </a:xfrm>
          <a:prstGeom prst="rect">
            <a:avLst/>
          </a:prstGeom>
          <a:noFill/>
          <a:ln/>
        </p:spPr>
        <p:txBody>
          <a:bodyPr wrap="square" lIns="0" tIns="0" rIns="0" bIns="0" rtlCol="0" anchor="t">
            <a:normAutofit/>
          </a:bodyPr>
          <a:lstStyle/>
          <a:p>
            <a:pPr marL="0" indent="0" algn="ctr">
              <a:buNone/>
            </a:pPr>
            <a:r>
              <a:rPr lang="en-CA" sz="1850" b="1" noProof="0" dirty="0">
                <a:solidFill>
                  <a:srgbClr val="1F6FEB"/>
                </a:solidFill>
                <a:latin typeface="Calibri" pitchFamily="34" charset="0"/>
                <a:ea typeface="Calibri" pitchFamily="34" charset="-122"/>
                <a:cs typeface="Calibri" pitchFamily="34" charset="-120"/>
              </a:rPr>
              <a:t>PERSON</a:t>
            </a:r>
            <a:endParaRPr lang="en-CA" sz="1850" noProof="0" dirty="0"/>
          </a:p>
        </p:txBody>
      </p:sp>
      <p:sp>
        <p:nvSpPr>
          <p:cNvPr id="11" name="Text 9"/>
          <p:cNvSpPr/>
          <p:nvPr>
            <p:custDataLst>
              <p:tags r:id="rId10"/>
            </p:custDataLst>
          </p:nvPr>
        </p:nvSpPr>
        <p:spPr>
          <a:xfrm>
            <a:off x="8165053" y="2493065"/>
            <a:ext cx="1679410" cy="448056"/>
          </a:xfrm>
          <a:prstGeom prst="rect">
            <a:avLst/>
          </a:prstGeom>
          <a:noFill/>
          <a:ln/>
        </p:spPr>
        <p:txBody>
          <a:bodyPr wrap="square" lIns="0" tIns="0" rIns="0" bIns="0" rtlCol="0" anchor="t">
            <a:normAutofit lnSpcReduction="10000"/>
          </a:bodyPr>
          <a:lstStyle/>
          <a:p>
            <a:pPr marL="0" indent="0" algn="ctr">
              <a:buNone/>
            </a:pPr>
            <a:r>
              <a:rPr lang="en-CA" sz="1620" noProof="0" dirty="0">
                <a:solidFill>
                  <a:srgbClr val="486581"/>
                </a:solidFill>
                <a:latin typeface="Calibri" pitchFamily="34" charset="0"/>
                <a:ea typeface="Calibri" pitchFamily="34" charset="-122"/>
                <a:cs typeface="Calibri" pitchFamily="34" charset="-120"/>
              </a:rPr>
              <a:t>The buyer and</a:t>
            </a:r>
          </a:p>
          <a:p>
            <a:pPr marL="0" indent="0" algn="ctr">
              <a:buNone/>
            </a:pPr>
            <a:r>
              <a:rPr lang="en-CA" sz="1620" noProof="0" dirty="0">
                <a:solidFill>
                  <a:srgbClr val="486581"/>
                </a:solidFill>
                <a:latin typeface="Calibri" pitchFamily="34" charset="0"/>
                <a:ea typeface="Calibri" pitchFamily="34" charset="-122"/>
                <a:cs typeface="Calibri" pitchFamily="34" charset="-120"/>
              </a:rPr>
              <a:t>their balance</a:t>
            </a:r>
            <a:endParaRPr lang="en-CA" sz="1620" noProof="0" dirty="0"/>
          </a:p>
        </p:txBody>
      </p:sp>
      <p:sp>
        <p:nvSpPr>
          <p:cNvPr id="12" name="Shape 10"/>
          <p:cNvSpPr/>
          <p:nvPr>
            <p:custDataLst>
              <p:tags r:id="rId11"/>
            </p:custDataLst>
          </p:nvPr>
        </p:nvSpPr>
        <p:spPr>
          <a:xfrm>
            <a:off x="8133794" y="3209676"/>
            <a:ext cx="1692381" cy="1014984"/>
          </a:xfrm>
          <a:prstGeom prst="roundRect">
            <a:avLst>
              <a:gd name="adj" fmla="val 6757"/>
            </a:avLst>
          </a:prstGeom>
          <a:solidFill>
            <a:srgbClr val="F5F8FC"/>
          </a:solidFill>
          <a:ln w="8890">
            <a:solidFill>
              <a:srgbClr val="102A43"/>
            </a:solidFill>
            <a:prstDash val="solid"/>
          </a:ln>
        </p:spPr>
        <p:txBody>
          <a:bodyPr/>
          <a:lstStyle/>
          <a:p>
            <a:endParaRPr lang="en-CA" noProof="0" dirty="0"/>
          </a:p>
        </p:txBody>
      </p:sp>
      <p:sp>
        <p:nvSpPr>
          <p:cNvPr id="13" name="Text 11"/>
          <p:cNvSpPr/>
          <p:nvPr>
            <p:custDataLst>
              <p:tags r:id="rId12"/>
            </p:custDataLst>
          </p:nvPr>
        </p:nvSpPr>
        <p:spPr>
          <a:xfrm>
            <a:off x="8133794" y="3286656"/>
            <a:ext cx="1692381" cy="475488"/>
          </a:xfrm>
          <a:prstGeom prst="rect">
            <a:avLst/>
          </a:prstGeom>
          <a:noFill/>
          <a:ln/>
        </p:spPr>
        <p:txBody>
          <a:bodyPr wrap="square" lIns="0" tIns="0" rIns="0" bIns="0" rtlCol="0" anchor="t">
            <a:normAutofit/>
          </a:bodyPr>
          <a:lstStyle/>
          <a:p>
            <a:pPr marL="0" indent="0" algn="ctr">
              <a:buNone/>
            </a:pPr>
            <a:r>
              <a:rPr lang="en-CA" sz="1850" b="1" noProof="0" dirty="0">
                <a:solidFill>
                  <a:srgbClr val="102A43"/>
                </a:solidFill>
                <a:latin typeface="Calibri" pitchFamily="34" charset="0"/>
                <a:ea typeface="Calibri" pitchFamily="34" charset="-122"/>
                <a:cs typeface="Calibri" pitchFamily="34" charset="-120"/>
              </a:rPr>
              <a:t>REQUEST</a:t>
            </a:r>
            <a:endParaRPr lang="en-CA" sz="1850" noProof="0" dirty="0"/>
          </a:p>
        </p:txBody>
      </p:sp>
      <p:sp>
        <p:nvSpPr>
          <p:cNvPr id="14" name="Text 12"/>
          <p:cNvSpPr/>
          <p:nvPr>
            <p:custDataLst>
              <p:tags r:id="rId13"/>
            </p:custDataLst>
          </p:nvPr>
        </p:nvSpPr>
        <p:spPr>
          <a:xfrm>
            <a:off x="8124543" y="3666479"/>
            <a:ext cx="1710671" cy="448056"/>
          </a:xfrm>
          <a:prstGeom prst="rect">
            <a:avLst/>
          </a:prstGeom>
          <a:noFill/>
          <a:ln/>
        </p:spPr>
        <p:txBody>
          <a:bodyPr wrap="square" lIns="0" tIns="0" rIns="0" bIns="0" rtlCol="0" anchor="t">
            <a:normAutofit lnSpcReduction="10000"/>
          </a:bodyPr>
          <a:lstStyle/>
          <a:p>
            <a:pPr marL="0" indent="0" algn="ctr">
              <a:buNone/>
            </a:pPr>
            <a:r>
              <a:rPr lang="en-CA" sz="1620" noProof="0" dirty="0">
                <a:solidFill>
                  <a:srgbClr val="486581"/>
                </a:solidFill>
                <a:latin typeface="Calibri" pitchFamily="34" charset="0"/>
                <a:ea typeface="Calibri" pitchFamily="34" charset="-122"/>
                <a:cs typeface="Calibri" pitchFamily="34" charset="-120"/>
              </a:rPr>
              <a:t>Operations</a:t>
            </a:r>
          </a:p>
          <a:p>
            <a:pPr marL="0" indent="0" algn="ctr">
              <a:buNone/>
            </a:pPr>
            <a:r>
              <a:rPr lang="en-CA" sz="1620" noProof="0" dirty="0">
                <a:solidFill>
                  <a:srgbClr val="486581"/>
                </a:solidFill>
                <a:latin typeface="Calibri" pitchFamily="34" charset="0"/>
                <a:ea typeface="Calibri" pitchFamily="34" charset="-122"/>
                <a:cs typeface="Calibri" pitchFamily="34" charset="-120"/>
              </a:rPr>
              <a:t>to perform</a:t>
            </a:r>
            <a:endParaRPr lang="en-CA" sz="1620" noProof="0" dirty="0"/>
          </a:p>
        </p:txBody>
      </p:sp>
      <p:sp>
        <p:nvSpPr>
          <p:cNvPr id="15" name="Shape 13"/>
          <p:cNvSpPr/>
          <p:nvPr>
            <p:custDataLst>
              <p:tags r:id="rId14"/>
            </p:custDataLst>
          </p:nvPr>
        </p:nvSpPr>
        <p:spPr>
          <a:xfrm>
            <a:off x="10014747" y="1999476"/>
            <a:ext cx="1633583" cy="1048424"/>
          </a:xfrm>
          <a:prstGeom prst="roundRect">
            <a:avLst>
              <a:gd name="adj" fmla="val 6757"/>
            </a:avLst>
          </a:prstGeom>
          <a:solidFill>
            <a:srgbClr val="EFFAF8"/>
          </a:solidFill>
          <a:ln w="8890">
            <a:solidFill>
              <a:srgbClr val="0F766E"/>
            </a:solidFill>
            <a:prstDash val="solid"/>
          </a:ln>
        </p:spPr>
        <p:txBody>
          <a:bodyPr/>
          <a:lstStyle/>
          <a:p>
            <a:endParaRPr lang="en-CA" noProof="0" dirty="0"/>
          </a:p>
        </p:txBody>
      </p:sp>
      <p:sp>
        <p:nvSpPr>
          <p:cNvPr id="16" name="Text 14"/>
          <p:cNvSpPr/>
          <p:nvPr>
            <p:custDataLst>
              <p:tags r:id="rId15"/>
            </p:custDataLst>
          </p:nvPr>
        </p:nvSpPr>
        <p:spPr>
          <a:xfrm>
            <a:off x="10014747" y="2104947"/>
            <a:ext cx="1651871" cy="475488"/>
          </a:xfrm>
          <a:prstGeom prst="rect">
            <a:avLst/>
          </a:prstGeom>
          <a:noFill/>
          <a:ln/>
        </p:spPr>
        <p:txBody>
          <a:bodyPr wrap="square" lIns="0" tIns="0" rIns="0" bIns="0" rtlCol="0" anchor="t">
            <a:normAutofit/>
          </a:bodyPr>
          <a:lstStyle/>
          <a:p>
            <a:pPr marL="0" indent="0" algn="ctr">
              <a:buNone/>
            </a:pPr>
            <a:r>
              <a:rPr lang="en-CA" sz="1850" b="1" noProof="0" dirty="0">
                <a:solidFill>
                  <a:srgbClr val="0F766E"/>
                </a:solidFill>
                <a:latin typeface="Calibri" pitchFamily="34" charset="0"/>
                <a:ea typeface="Calibri" pitchFamily="34" charset="-122"/>
                <a:cs typeface="Calibri" pitchFamily="34" charset="-120"/>
              </a:rPr>
              <a:t>PRODUCT</a:t>
            </a:r>
            <a:endParaRPr lang="en-CA" sz="1850" noProof="0" dirty="0"/>
          </a:p>
        </p:txBody>
      </p:sp>
      <p:sp>
        <p:nvSpPr>
          <p:cNvPr id="17" name="Text 15"/>
          <p:cNvSpPr/>
          <p:nvPr>
            <p:custDataLst>
              <p:tags r:id="rId16"/>
            </p:custDataLst>
          </p:nvPr>
        </p:nvSpPr>
        <p:spPr>
          <a:xfrm>
            <a:off x="10014747" y="2491813"/>
            <a:ext cx="1651872" cy="448056"/>
          </a:xfrm>
          <a:prstGeom prst="rect">
            <a:avLst/>
          </a:prstGeom>
          <a:noFill/>
          <a:ln/>
        </p:spPr>
        <p:txBody>
          <a:bodyPr wrap="square" lIns="0" tIns="0" rIns="0" bIns="0" rtlCol="0" anchor="t">
            <a:normAutofit lnSpcReduction="10000"/>
          </a:bodyPr>
          <a:lstStyle/>
          <a:p>
            <a:pPr marL="0" indent="0" algn="ctr">
              <a:buNone/>
            </a:pPr>
            <a:r>
              <a:rPr lang="en-CA" sz="1620" noProof="0" dirty="0">
                <a:solidFill>
                  <a:srgbClr val="486581"/>
                </a:solidFill>
                <a:latin typeface="Calibri" pitchFamily="34" charset="0"/>
                <a:ea typeface="Calibri" pitchFamily="34" charset="-122"/>
                <a:cs typeface="Calibri" pitchFamily="34" charset="-120"/>
              </a:rPr>
              <a:t>The product and</a:t>
            </a:r>
          </a:p>
          <a:p>
            <a:pPr marL="0" indent="0" algn="ctr">
              <a:buNone/>
            </a:pPr>
            <a:r>
              <a:rPr lang="en-CA" sz="1620" noProof="0" dirty="0">
                <a:solidFill>
                  <a:srgbClr val="486581"/>
                </a:solidFill>
                <a:latin typeface="Calibri" pitchFamily="34" charset="0"/>
                <a:ea typeface="Calibri" pitchFamily="34" charset="-122"/>
                <a:cs typeface="Calibri" pitchFamily="34" charset="-120"/>
              </a:rPr>
              <a:t>its unit price</a:t>
            </a:r>
            <a:endParaRPr lang="en-CA" sz="1620" noProof="0" dirty="0"/>
          </a:p>
        </p:txBody>
      </p:sp>
      <p:sp>
        <p:nvSpPr>
          <p:cNvPr id="18" name="Shape 16"/>
          <p:cNvSpPr/>
          <p:nvPr>
            <p:custDataLst>
              <p:tags r:id="rId17"/>
            </p:custDataLst>
          </p:nvPr>
        </p:nvSpPr>
        <p:spPr>
          <a:xfrm>
            <a:off x="10014745" y="3200478"/>
            <a:ext cx="1651873" cy="1032768"/>
          </a:xfrm>
          <a:prstGeom prst="roundRect">
            <a:avLst>
              <a:gd name="adj" fmla="val 6757"/>
            </a:avLst>
          </a:prstGeom>
          <a:solidFill>
            <a:srgbClr val="FFF7ED"/>
          </a:solidFill>
          <a:ln w="8890">
            <a:solidFill>
              <a:srgbClr val="B45309"/>
            </a:solidFill>
            <a:prstDash val="solid"/>
          </a:ln>
        </p:spPr>
        <p:txBody>
          <a:bodyPr/>
          <a:lstStyle/>
          <a:p>
            <a:endParaRPr lang="en-CA" noProof="0" dirty="0"/>
          </a:p>
        </p:txBody>
      </p:sp>
      <p:sp>
        <p:nvSpPr>
          <p:cNvPr id="19" name="Text 17"/>
          <p:cNvSpPr/>
          <p:nvPr>
            <p:custDataLst>
              <p:tags r:id="rId18"/>
            </p:custDataLst>
          </p:nvPr>
        </p:nvSpPr>
        <p:spPr>
          <a:xfrm>
            <a:off x="10014747" y="3303215"/>
            <a:ext cx="1633583" cy="475488"/>
          </a:xfrm>
          <a:prstGeom prst="rect">
            <a:avLst/>
          </a:prstGeom>
          <a:noFill/>
          <a:ln/>
        </p:spPr>
        <p:txBody>
          <a:bodyPr wrap="square" lIns="0" tIns="0" rIns="0" bIns="0" rtlCol="0" anchor="t">
            <a:normAutofit/>
          </a:bodyPr>
          <a:lstStyle/>
          <a:p>
            <a:pPr marL="0" indent="0" algn="ctr">
              <a:buNone/>
            </a:pPr>
            <a:r>
              <a:rPr lang="en-CA" sz="1850" b="1" noProof="0" dirty="0">
                <a:solidFill>
                  <a:srgbClr val="B45309"/>
                </a:solidFill>
                <a:latin typeface="Calibri" pitchFamily="34" charset="0"/>
                <a:ea typeface="Calibri" pitchFamily="34" charset="-122"/>
                <a:cs typeface="Calibri" pitchFamily="34" charset="-120"/>
              </a:rPr>
              <a:t>INVENTORY</a:t>
            </a:r>
            <a:endParaRPr lang="en-CA" sz="1850" noProof="0" dirty="0"/>
          </a:p>
        </p:txBody>
      </p:sp>
      <p:sp>
        <p:nvSpPr>
          <p:cNvPr id="20" name="Text 18"/>
          <p:cNvSpPr/>
          <p:nvPr>
            <p:custDataLst>
              <p:tags r:id="rId19"/>
            </p:custDataLst>
          </p:nvPr>
        </p:nvSpPr>
        <p:spPr>
          <a:xfrm>
            <a:off x="10014745" y="3678860"/>
            <a:ext cx="1651874" cy="448056"/>
          </a:xfrm>
          <a:prstGeom prst="rect">
            <a:avLst/>
          </a:prstGeom>
          <a:noFill/>
          <a:ln/>
        </p:spPr>
        <p:txBody>
          <a:bodyPr wrap="square" lIns="0" tIns="0" rIns="0" bIns="0" rtlCol="0" anchor="t">
            <a:normAutofit lnSpcReduction="10000"/>
          </a:bodyPr>
          <a:lstStyle/>
          <a:p>
            <a:pPr marL="0" indent="0" algn="ctr">
              <a:buNone/>
            </a:pPr>
            <a:r>
              <a:rPr lang="en-CA" sz="1620" noProof="0" dirty="0">
                <a:solidFill>
                  <a:srgbClr val="486581"/>
                </a:solidFill>
                <a:latin typeface="Calibri" pitchFamily="34" charset="0"/>
                <a:ea typeface="Calibri" pitchFamily="34" charset="-122"/>
                <a:cs typeface="Calibri" pitchFamily="34" charset="-120"/>
              </a:rPr>
              <a:t>Available</a:t>
            </a:r>
          </a:p>
          <a:p>
            <a:pPr marL="0" indent="0" algn="ctr">
              <a:buNone/>
            </a:pPr>
            <a:r>
              <a:rPr lang="en-CA" sz="1620" noProof="0" dirty="0">
                <a:solidFill>
                  <a:srgbClr val="486581"/>
                </a:solidFill>
                <a:latin typeface="Calibri" pitchFamily="34" charset="0"/>
                <a:ea typeface="Calibri" pitchFamily="34" charset="-122"/>
                <a:cs typeface="Calibri" pitchFamily="34" charset="-120"/>
              </a:rPr>
              <a:t>inventory</a:t>
            </a:r>
            <a:endParaRPr lang="en-CA" sz="1620" noProof="0" dirty="0"/>
          </a:p>
        </p:txBody>
      </p:sp>
      <p:sp>
        <p:nvSpPr>
          <p:cNvPr id="30" name="Shape 28"/>
          <p:cNvSpPr/>
          <p:nvPr>
            <p:custDataLst>
              <p:tags r:id="rId20"/>
            </p:custDataLst>
          </p:nvPr>
        </p:nvSpPr>
        <p:spPr>
          <a:xfrm>
            <a:off x="530351" y="5715000"/>
            <a:ext cx="11136267" cy="448056"/>
          </a:xfrm>
          <a:prstGeom prst="roundRect">
            <a:avLst>
              <a:gd name="adj" fmla="val 20408"/>
            </a:avLst>
          </a:prstGeom>
          <a:solidFill>
            <a:srgbClr val="EFF6FF"/>
          </a:solidFill>
          <a:ln w="8890">
            <a:solidFill>
              <a:srgbClr val="EFF6FF"/>
            </a:solidFill>
            <a:prstDash val="solid"/>
          </a:ln>
        </p:spPr>
        <p:txBody>
          <a:bodyPr/>
          <a:lstStyle/>
          <a:p>
            <a:endParaRPr lang="en-CA" noProof="0" dirty="0"/>
          </a:p>
        </p:txBody>
      </p:sp>
      <p:sp>
        <p:nvSpPr>
          <p:cNvPr id="31" name="Text 29"/>
          <p:cNvSpPr/>
          <p:nvPr>
            <p:custDataLst>
              <p:tags r:id="rId21"/>
            </p:custDataLst>
          </p:nvPr>
        </p:nvSpPr>
        <p:spPr>
          <a:xfrm>
            <a:off x="731520" y="5820156"/>
            <a:ext cx="10716768" cy="274320"/>
          </a:xfrm>
          <a:prstGeom prst="rect">
            <a:avLst/>
          </a:prstGeom>
          <a:noFill/>
          <a:ln/>
        </p:spPr>
        <p:txBody>
          <a:bodyPr wrap="square" lIns="0" tIns="0" rIns="0" bIns="0" rtlCol="0" anchor="t">
            <a:normAutofit/>
          </a:bodyPr>
          <a:lstStyle/>
          <a:p>
            <a:r>
              <a:rPr lang="en-CA" sz="1550" b="1" noProof="0" dirty="0">
                <a:solidFill>
                  <a:srgbClr val="102A43"/>
                </a:solidFill>
                <a:latin typeface="Calibri" pitchFamily="34" charset="0"/>
                <a:ea typeface="Calibri" pitchFamily="34" charset="-122"/>
                <a:cs typeface="Calibri" pitchFamily="34" charset="-120"/>
              </a:rPr>
              <a:t>Journey invariant: inventory must never become negative. The operations screen is the experimentation station.</a:t>
            </a:r>
            <a:endParaRPr lang="en-CA" sz="1550" noProof="0" dirty="0"/>
          </a:p>
        </p:txBody>
      </p:sp>
      <p:sp>
        <p:nvSpPr>
          <p:cNvPr id="39" name="Shape 13">
            <a:extLst>
              <a:ext uri="{FF2B5EF4-FFF2-40B4-BE49-F238E27FC236}">
                <a16:creationId xmlns:a16="http://schemas.microsoft.com/office/drawing/2014/main" id="{1208A941-7898-A7AD-524E-682D55257D08}"/>
              </a:ext>
            </a:extLst>
          </p:cNvPr>
          <p:cNvSpPr/>
          <p:nvPr>
            <p:custDataLst>
              <p:tags r:id="rId22"/>
            </p:custDataLst>
          </p:nvPr>
        </p:nvSpPr>
        <p:spPr>
          <a:xfrm>
            <a:off x="8124542" y="4383240"/>
            <a:ext cx="3523787" cy="1014984"/>
          </a:xfrm>
          <a:prstGeom prst="roundRect">
            <a:avLst>
              <a:gd name="adj" fmla="val 6757"/>
            </a:avLst>
          </a:prstGeom>
          <a:solidFill>
            <a:schemeClr val="bg1">
              <a:lumMod val="85000"/>
            </a:schemeClr>
          </a:solidFill>
          <a:ln w="8890">
            <a:solidFill>
              <a:srgbClr val="0F766E"/>
            </a:solidFill>
            <a:prstDash val="solid"/>
          </a:ln>
        </p:spPr>
        <p:txBody>
          <a:bodyPr/>
          <a:lstStyle/>
          <a:p>
            <a:endParaRPr lang="en-CA" noProof="0" dirty="0"/>
          </a:p>
        </p:txBody>
      </p:sp>
      <p:sp>
        <p:nvSpPr>
          <p:cNvPr id="41" name="Text 14">
            <a:extLst>
              <a:ext uri="{FF2B5EF4-FFF2-40B4-BE49-F238E27FC236}">
                <a16:creationId xmlns:a16="http://schemas.microsoft.com/office/drawing/2014/main" id="{AF2ADF54-692F-A6D2-6D9B-3061407109B5}"/>
              </a:ext>
            </a:extLst>
          </p:cNvPr>
          <p:cNvSpPr/>
          <p:nvPr>
            <p:custDataLst>
              <p:tags r:id="rId23"/>
            </p:custDataLst>
          </p:nvPr>
        </p:nvSpPr>
        <p:spPr>
          <a:xfrm>
            <a:off x="8124542" y="4446653"/>
            <a:ext cx="3523788" cy="475488"/>
          </a:xfrm>
          <a:prstGeom prst="rect">
            <a:avLst/>
          </a:prstGeom>
          <a:noFill/>
          <a:ln/>
        </p:spPr>
        <p:txBody>
          <a:bodyPr wrap="square" lIns="0" tIns="0" rIns="0" bIns="0" rtlCol="0" anchor="t">
            <a:normAutofit/>
          </a:bodyPr>
          <a:lstStyle/>
          <a:p>
            <a:pPr marL="0" indent="0" algn="ctr">
              <a:buNone/>
            </a:pPr>
            <a:r>
              <a:rPr lang="en-CA" sz="1850" b="1" noProof="0" dirty="0">
                <a:solidFill>
                  <a:schemeClr val="tx1">
                    <a:lumMod val="65000"/>
                    <a:lumOff val="35000"/>
                  </a:schemeClr>
                </a:solidFill>
                <a:latin typeface="Calibri" pitchFamily="34" charset="0"/>
                <a:ea typeface="Calibri" pitchFamily="34" charset="-122"/>
                <a:cs typeface="Calibri" pitchFamily="34" charset="-120"/>
              </a:rPr>
              <a:t>JRN_EVENT</a:t>
            </a:r>
            <a:endParaRPr lang="en-CA" sz="1850" noProof="0" dirty="0">
              <a:solidFill>
                <a:schemeClr val="tx1">
                  <a:lumMod val="65000"/>
                  <a:lumOff val="35000"/>
                </a:schemeClr>
              </a:solidFill>
            </a:endParaRPr>
          </a:p>
        </p:txBody>
      </p:sp>
      <p:sp>
        <p:nvSpPr>
          <p:cNvPr id="43" name="Text 15">
            <a:extLst>
              <a:ext uri="{FF2B5EF4-FFF2-40B4-BE49-F238E27FC236}">
                <a16:creationId xmlns:a16="http://schemas.microsoft.com/office/drawing/2014/main" id="{B7DF36A1-EEDA-B4C9-2662-0B53CBDC2F6B}"/>
              </a:ext>
            </a:extLst>
          </p:cNvPr>
          <p:cNvSpPr/>
          <p:nvPr>
            <p:custDataLst>
              <p:tags r:id="rId24"/>
            </p:custDataLst>
          </p:nvPr>
        </p:nvSpPr>
        <p:spPr>
          <a:xfrm>
            <a:off x="8124541" y="4811300"/>
            <a:ext cx="3542078" cy="448056"/>
          </a:xfrm>
          <a:prstGeom prst="rect">
            <a:avLst/>
          </a:prstGeom>
          <a:noFill/>
          <a:ln/>
        </p:spPr>
        <p:txBody>
          <a:bodyPr wrap="square" lIns="0" tIns="0" rIns="0" bIns="0" rtlCol="0" anchor="t">
            <a:normAutofit lnSpcReduction="10000"/>
          </a:bodyPr>
          <a:lstStyle/>
          <a:p>
            <a:pPr marL="0" indent="0" algn="ctr">
              <a:buNone/>
            </a:pPr>
            <a:r>
              <a:rPr lang="en-CA" sz="1620" noProof="0" dirty="0">
                <a:solidFill>
                  <a:srgbClr val="486581"/>
                </a:solidFill>
                <a:latin typeface="Calibri" pitchFamily="34" charset="0"/>
                <a:ea typeface="Calibri" pitchFamily="34" charset="-122"/>
                <a:cs typeface="Calibri" pitchFamily="34" charset="-120"/>
              </a:rPr>
              <a:t>Event</a:t>
            </a:r>
          </a:p>
          <a:p>
            <a:pPr marL="0" indent="0" algn="ctr">
              <a:buNone/>
            </a:pPr>
            <a:r>
              <a:rPr lang="en-CA" sz="1620" noProof="0" dirty="0">
                <a:solidFill>
                  <a:srgbClr val="486581"/>
                </a:solidFill>
                <a:latin typeface="Calibri" pitchFamily="34" charset="0"/>
                <a:ea typeface="Calibri" pitchFamily="34" charset="-122"/>
                <a:cs typeface="Calibri" pitchFamily="34" charset="-120"/>
              </a:rPr>
              <a:t>consumption (idempotence)</a:t>
            </a:r>
            <a:endParaRPr lang="en-CA" sz="1620" noProof="0" dirty="0"/>
          </a:p>
        </p:txBody>
      </p:sp>
      <p:sp>
        <p:nvSpPr>
          <p:cNvPr id="53" name="Text 7">
            <a:extLst>
              <a:ext uri="{FF2B5EF4-FFF2-40B4-BE49-F238E27FC236}">
                <a16:creationId xmlns:a16="http://schemas.microsoft.com/office/drawing/2014/main" id="{F7640485-F12C-A6C0-294C-473C59F76B65}"/>
              </a:ext>
            </a:extLst>
          </p:cNvPr>
          <p:cNvSpPr/>
          <p:nvPr>
            <p:custDataLst>
              <p:tags r:id="rId25"/>
            </p:custDataLst>
          </p:nvPr>
        </p:nvSpPr>
        <p:spPr>
          <a:xfrm>
            <a:off x="503734" y="1973077"/>
            <a:ext cx="493776" cy="438912"/>
          </a:xfrm>
          <a:prstGeom prst="rect">
            <a:avLst/>
          </a:prstGeom>
          <a:noFill/>
          <a:ln/>
        </p:spPr>
        <p:txBody>
          <a:bodyPr wrap="square" lIns="0" tIns="0" rIns="0" bIns="0" rtlCol="0" anchor="t">
            <a:normAutofit/>
          </a:bodyPr>
          <a:lstStyle/>
          <a:p>
            <a:pPr marL="0" indent="0">
              <a:buNone/>
            </a:pPr>
            <a:r>
              <a:rPr lang="en-CA" sz="2500" b="1" noProof="0" dirty="0">
                <a:solidFill>
                  <a:srgbClr val="1F6FEB"/>
                </a:solidFill>
                <a:latin typeface="Calibri" pitchFamily="34" charset="0"/>
                <a:ea typeface="Calibri" pitchFamily="34" charset="-122"/>
                <a:cs typeface="Calibri" pitchFamily="34" charset="-120"/>
              </a:rPr>
              <a:t>01</a:t>
            </a:r>
            <a:endParaRPr lang="en-CA" sz="2500" noProof="0" dirty="0"/>
          </a:p>
        </p:txBody>
      </p:sp>
      <p:sp>
        <p:nvSpPr>
          <p:cNvPr id="55" name="Text 8">
            <a:extLst>
              <a:ext uri="{FF2B5EF4-FFF2-40B4-BE49-F238E27FC236}">
                <a16:creationId xmlns:a16="http://schemas.microsoft.com/office/drawing/2014/main" id="{182EB3B2-C02F-010F-B4D0-75D5D4852792}"/>
              </a:ext>
            </a:extLst>
          </p:cNvPr>
          <p:cNvSpPr/>
          <p:nvPr>
            <p:custDataLst>
              <p:tags r:id="rId26"/>
            </p:custDataLst>
          </p:nvPr>
        </p:nvSpPr>
        <p:spPr>
          <a:xfrm>
            <a:off x="910110" y="2025185"/>
            <a:ext cx="2023907" cy="334274"/>
          </a:xfrm>
          <a:prstGeom prst="rect">
            <a:avLst/>
          </a:prstGeom>
          <a:noFill/>
          <a:ln/>
        </p:spPr>
        <p:txBody>
          <a:bodyPr wrap="square" lIns="0" tIns="0" rIns="0" bIns="0" rtlCol="0" anchor="t">
            <a:normAutofit/>
          </a:bodyPr>
          <a:lstStyle/>
          <a:p>
            <a:pPr marL="0" indent="0">
              <a:buNone/>
            </a:pPr>
            <a:r>
              <a:rPr lang="en-CA" sz="2000" b="1" noProof="0" dirty="0">
                <a:solidFill>
                  <a:srgbClr val="102A43"/>
                </a:solidFill>
                <a:latin typeface="Calibri" pitchFamily="34" charset="0"/>
                <a:ea typeface="Calibri" pitchFamily="34" charset="-122"/>
                <a:cs typeface="Calibri" pitchFamily="34" charset="-120"/>
              </a:rPr>
              <a:t>Key, Latency, Lock</a:t>
            </a:r>
            <a:endParaRPr lang="en-CA" sz="2000" noProof="0" dirty="0"/>
          </a:p>
        </p:txBody>
      </p:sp>
      <p:sp>
        <p:nvSpPr>
          <p:cNvPr id="57" name="Text 9">
            <a:extLst>
              <a:ext uri="{FF2B5EF4-FFF2-40B4-BE49-F238E27FC236}">
                <a16:creationId xmlns:a16="http://schemas.microsoft.com/office/drawing/2014/main" id="{940CBE00-298F-58DC-E8E3-834826692EEC}"/>
              </a:ext>
            </a:extLst>
          </p:cNvPr>
          <p:cNvSpPr/>
          <p:nvPr>
            <p:custDataLst>
              <p:tags r:id="rId27"/>
            </p:custDataLst>
          </p:nvPr>
        </p:nvSpPr>
        <p:spPr>
          <a:xfrm>
            <a:off x="910110" y="2417836"/>
            <a:ext cx="2014657" cy="658368"/>
          </a:xfrm>
          <a:prstGeom prst="rect">
            <a:avLst/>
          </a:prstGeom>
          <a:noFill/>
          <a:ln/>
        </p:spPr>
        <p:txBody>
          <a:bodyPr wrap="square" lIns="0" tIns="0" rIns="0" bIns="0" rtlCol="0" anchor="t">
            <a:normAutofit/>
          </a:bodyPr>
          <a:lstStyle/>
          <a:p>
            <a:pPr marL="0" indent="0">
              <a:buNone/>
            </a:pPr>
            <a:r>
              <a:rPr lang="en-CA" sz="1720" noProof="0" dirty="0">
                <a:solidFill>
                  <a:srgbClr val="486581"/>
                </a:solidFill>
                <a:latin typeface="Calibri" pitchFamily="34" charset="0"/>
                <a:ea typeface="Calibri" pitchFamily="34" charset="-122"/>
                <a:cs typeface="Calibri" pitchFamily="34" charset="-120"/>
              </a:rPr>
              <a:t>Make the effect of parallelism visible.</a:t>
            </a:r>
            <a:endParaRPr lang="en-CA" sz="1720" noProof="0" dirty="0"/>
          </a:p>
        </p:txBody>
      </p:sp>
      <p:sp>
        <p:nvSpPr>
          <p:cNvPr id="59" name="Text 10">
            <a:extLst>
              <a:ext uri="{FF2B5EF4-FFF2-40B4-BE49-F238E27FC236}">
                <a16:creationId xmlns:a16="http://schemas.microsoft.com/office/drawing/2014/main" id="{99145F6A-9FFA-D8C7-6700-F1791687451A}"/>
              </a:ext>
            </a:extLst>
          </p:cNvPr>
          <p:cNvSpPr/>
          <p:nvPr>
            <p:custDataLst>
              <p:tags r:id="rId28"/>
            </p:custDataLst>
          </p:nvPr>
        </p:nvSpPr>
        <p:spPr>
          <a:xfrm>
            <a:off x="503734" y="3175408"/>
            <a:ext cx="493776" cy="438912"/>
          </a:xfrm>
          <a:prstGeom prst="rect">
            <a:avLst/>
          </a:prstGeom>
          <a:noFill/>
          <a:ln/>
        </p:spPr>
        <p:txBody>
          <a:bodyPr wrap="square" lIns="0" tIns="0" rIns="0" bIns="0" rtlCol="0" anchor="t">
            <a:normAutofit/>
          </a:bodyPr>
          <a:lstStyle/>
          <a:p>
            <a:pPr marL="0" indent="0">
              <a:buNone/>
            </a:pPr>
            <a:r>
              <a:rPr lang="en-CA" sz="2500" b="1" noProof="0" dirty="0">
                <a:solidFill>
                  <a:srgbClr val="0F766E"/>
                </a:solidFill>
                <a:latin typeface="Calibri" pitchFamily="34" charset="0"/>
                <a:ea typeface="Calibri" pitchFamily="34" charset="-122"/>
                <a:cs typeface="Calibri" pitchFamily="34" charset="-120"/>
              </a:rPr>
              <a:t>02</a:t>
            </a:r>
            <a:endParaRPr lang="en-CA" sz="2500" noProof="0" dirty="0"/>
          </a:p>
        </p:txBody>
      </p:sp>
      <p:sp>
        <p:nvSpPr>
          <p:cNvPr id="61" name="Text 11">
            <a:extLst>
              <a:ext uri="{FF2B5EF4-FFF2-40B4-BE49-F238E27FC236}">
                <a16:creationId xmlns:a16="http://schemas.microsoft.com/office/drawing/2014/main" id="{9BD9A9F0-1757-EAD2-7433-E8300DD8F3EB}"/>
              </a:ext>
            </a:extLst>
          </p:cNvPr>
          <p:cNvSpPr/>
          <p:nvPr>
            <p:custDataLst>
              <p:tags r:id="rId29"/>
            </p:custDataLst>
          </p:nvPr>
        </p:nvSpPr>
        <p:spPr>
          <a:xfrm>
            <a:off x="910110" y="3236747"/>
            <a:ext cx="2023907" cy="345464"/>
          </a:xfrm>
          <a:prstGeom prst="rect">
            <a:avLst/>
          </a:prstGeom>
          <a:noFill/>
          <a:ln/>
        </p:spPr>
        <p:txBody>
          <a:bodyPr wrap="square" lIns="0" tIns="0" rIns="0" bIns="0" rtlCol="0" anchor="t">
            <a:normAutofit/>
          </a:bodyPr>
          <a:lstStyle/>
          <a:p>
            <a:pPr marL="0" indent="0">
              <a:buNone/>
            </a:pPr>
            <a:r>
              <a:rPr lang="en-CA" sz="2000" b="1" noProof="0" dirty="0">
                <a:solidFill>
                  <a:srgbClr val="102A43"/>
                </a:solidFill>
                <a:latin typeface="Calibri" pitchFamily="34" charset="0"/>
                <a:ea typeface="Calibri" pitchFamily="34" charset="-122"/>
                <a:cs typeface="Calibri" pitchFamily="34" charset="-120"/>
              </a:rPr>
              <a:t>Pause, Replay</a:t>
            </a:r>
            <a:endParaRPr lang="en-CA" sz="2000" noProof="0" dirty="0"/>
          </a:p>
        </p:txBody>
      </p:sp>
      <p:sp>
        <p:nvSpPr>
          <p:cNvPr id="63" name="Text 12">
            <a:extLst>
              <a:ext uri="{FF2B5EF4-FFF2-40B4-BE49-F238E27FC236}">
                <a16:creationId xmlns:a16="http://schemas.microsoft.com/office/drawing/2014/main" id="{3E908D0D-22BA-0168-A32A-26402E709D1A}"/>
              </a:ext>
            </a:extLst>
          </p:cNvPr>
          <p:cNvSpPr/>
          <p:nvPr>
            <p:custDataLst>
              <p:tags r:id="rId30"/>
            </p:custDataLst>
          </p:nvPr>
        </p:nvSpPr>
        <p:spPr>
          <a:xfrm>
            <a:off x="919361" y="3651201"/>
            <a:ext cx="2014656" cy="658368"/>
          </a:xfrm>
          <a:prstGeom prst="rect">
            <a:avLst/>
          </a:prstGeom>
          <a:noFill/>
          <a:ln/>
        </p:spPr>
        <p:txBody>
          <a:bodyPr wrap="square" lIns="0" tIns="0" rIns="0" bIns="0" rtlCol="0" anchor="t">
            <a:normAutofit/>
          </a:bodyPr>
          <a:lstStyle/>
          <a:p>
            <a:pPr marL="0" indent="0">
              <a:buNone/>
            </a:pPr>
            <a:r>
              <a:rPr lang="en-CA" sz="1720" noProof="0" dirty="0">
                <a:solidFill>
                  <a:srgbClr val="486581"/>
                </a:solidFill>
                <a:latin typeface="Calibri" pitchFamily="34" charset="0"/>
                <a:ea typeface="Calibri" pitchFamily="34" charset="-122"/>
                <a:cs typeface="Calibri" pitchFamily="34" charset="-120"/>
              </a:rPr>
              <a:t>Observe progress and recovery.</a:t>
            </a:r>
            <a:endParaRPr lang="en-CA" sz="1720" noProof="0" dirty="0"/>
          </a:p>
        </p:txBody>
      </p:sp>
      <p:sp>
        <p:nvSpPr>
          <p:cNvPr id="65" name="Text 13">
            <a:extLst>
              <a:ext uri="{FF2B5EF4-FFF2-40B4-BE49-F238E27FC236}">
                <a16:creationId xmlns:a16="http://schemas.microsoft.com/office/drawing/2014/main" id="{0EF8083F-A433-C2B8-3123-9518BD43E18D}"/>
              </a:ext>
            </a:extLst>
          </p:cNvPr>
          <p:cNvSpPr/>
          <p:nvPr>
            <p:custDataLst>
              <p:tags r:id="rId31"/>
            </p:custDataLst>
          </p:nvPr>
        </p:nvSpPr>
        <p:spPr>
          <a:xfrm>
            <a:off x="503734" y="4356473"/>
            <a:ext cx="493776" cy="438912"/>
          </a:xfrm>
          <a:prstGeom prst="rect">
            <a:avLst/>
          </a:prstGeom>
          <a:noFill/>
          <a:ln/>
        </p:spPr>
        <p:txBody>
          <a:bodyPr wrap="square" lIns="0" tIns="0" rIns="0" bIns="0" rtlCol="0" anchor="t">
            <a:normAutofit/>
          </a:bodyPr>
          <a:lstStyle/>
          <a:p>
            <a:pPr marL="0" indent="0">
              <a:buNone/>
            </a:pPr>
            <a:r>
              <a:rPr lang="en-CA" sz="2500" b="1" noProof="0" dirty="0">
                <a:solidFill>
                  <a:srgbClr val="B45309"/>
                </a:solidFill>
                <a:latin typeface="Calibri" pitchFamily="34" charset="0"/>
                <a:ea typeface="Calibri" pitchFamily="34" charset="-122"/>
                <a:cs typeface="Calibri" pitchFamily="34" charset="-120"/>
              </a:rPr>
              <a:t>03</a:t>
            </a:r>
            <a:endParaRPr lang="en-CA" sz="2500" noProof="0" dirty="0"/>
          </a:p>
        </p:txBody>
      </p:sp>
      <p:sp>
        <p:nvSpPr>
          <p:cNvPr id="67" name="Text 14">
            <a:extLst>
              <a:ext uri="{FF2B5EF4-FFF2-40B4-BE49-F238E27FC236}">
                <a16:creationId xmlns:a16="http://schemas.microsoft.com/office/drawing/2014/main" id="{D6905712-D464-5155-A824-D412E3C299A0}"/>
              </a:ext>
            </a:extLst>
          </p:cNvPr>
          <p:cNvSpPr/>
          <p:nvPr>
            <p:custDataLst>
              <p:tags r:id="rId32"/>
            </p:custDataLst>
          </p:nvPr>
        </p:nvSpPr>
        <p:spPr>
          <a:xfrm>
            <a:off x="910111" y="4418369"/>
            <a:ext cx="2014656" cy="334274"/>
          </a:xfrm>
          <a:prstGeom prst="rect">
            <a:avLst/>
          </a:prstGeom>
          <a:noFill/>
          <a:ln/>
        </p:spPr>
        <p:txBody>
          <a:bodyPr wrap="square" lIns="0" tIns="0" rIns="0" bIns="0" rtlCol="0" anchor="t">
            <a:normAutofit/>
          </a:bodyPr>
          <a:lstStyle/>
          <a:p>
            <a:pPr marL="0" indent="0">
              <a:buNone/>
            </a:pPr>
            <a:r>
              <a:rPr lang="en-CA" sz="2000" b="1" noProof="0" dirty="0">
                <a:solidFill>
                  <a:srgbClr val="102A43"/>
                </a:solidFill>
                <a:latin typeface="Calibri" pitchFamily="34" charset="0"/>
                <a:ea typeface="Calibri" pitchFamily="34" charset="-122"/>
                <a:cs typeface="Calibri" pitchFamily="34" charset="-120"/>
              </a:rPr>
              <a:t>Flink option</a:t>
            </a:r>
            <a:endParaRPr lang="en-CA" sz="2000" noProof="0" dirty="0"/>
          </a:p>
        </p:txBody>
      </p:sp>
      <p:sp>
        <p:nvSpPr>
          <p:cNvPr id="69" name="Text 15">
            <a:extLst>
              <a:ext uri="{FF2B5EF4-FFF2-40B4-BE49-F238E27FC236}">
                <a16:creationId xmlns:a16="http://schemas.microsoft.com/office/drawing/2014/main" id="{B156AC13-30B4-2E87-6CF8-6BA9AD48F6ED}"/>
              </a:ext>
            </a:extLst>
          </p:cNvPr>
          <p:cNvSpPr/>
          <p:nvPr>
            <p:custDataLst>
              <p:tags r:id="rId33"/>
            </p:custDataLst>
          </p:nvPr>
        </p:nvSpPr>
        <p:spPr>
          <a:xfrm>
            <a:off x="910111" y="4851168"/>
            <a:ext cx="2032946" cy="658368"/>
          </a:xfrm>
          <a:prstGeom prst="rect">
            <a:avLst/>
          </a:prstGeom>
          <a:noFill/>
          <a:ln/>
        </p:spPr>
        <p:txBody>
          <a:bodyPr wrap="square" lIns="0" tIns="0" rIns="0" bIns="0" rtlCol="0" anchor="t">
            <a:normAutofit/>
          </a:bodyPr>
          <a:lstStyle/>
          <a:p>
            <a:pPr marL="0" indent="0">
              <a:buNone/>
            </a:pPr>
            <a:r>
              <a:rPr lang="en-CA" sz="1720" noProof="0" dirty="0">
                <a:solidFill>
                  <a:srgbClr val="486581"/>
                </a:solidFill>
                <a:latin typeface="Calibri" pitchFamily="34" charset="0"/>
                <a:ea typeface="Calibri" pitchFamily="34" charset="-122"/>
                <a:cs typeface="Calibri" pitchFamily="34" charset="-120"/>
              </a:rPr>
              <a:t>Flink alternative for processing.</a:t>
            </a:r>
            <a:endParaRPr lang="en-CA" sz="1720" noProof="0" dirty="0"/>
          </a:p>
        </p:txBody>
      </p:sp>
      <p:pic>
        <p:nvPicPr>
          <p:cNvPr id="22" name="Image 21">
            <a:extLst>
              <a:ext uri="{FF2B5EF4-FFF2-40B4-BE49-F238E27FC236}">
                <a16:creationId xmlns:a16="http://schemas.microsoft.com/office/drawing/2014/main" id="{68A0226D-43A0-73DA-0E33-0026178F625F}"/>
              </a:ext>
            </a:extLst>
          </p:cNvPr>
          <p:cNvPicPr>
            <a:picLocks noChangeAspect="1"/>
          </p:cNvPicPr>
          <p:nvPr/>
        </p:nvPicPr>
        <p:blipFill>
          <a:blip r:embed="rId36"/>
          <a:stretch>
            <a:fillRect/>
          </a:stretch>
        </p:blipFill>
        <p:spPr>
          <a:xfrm>
            <a:off x="3074008" y="2098316"/>
            <a:ext cx="4870968" cy="3250923"/>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dirty="0">
                <a:solidFill>
                  <a:srgbClr val="1F6FEB"/>
                </a:solidFill>
                <a:latin typeface="Calibri" pitchFamily="34" charset="0"/>
                <a:ea typeface="Calibri" pitchFamily="34" charset="-122"/>
                <a:cs typeface="Calibri" pitchFamily="34" charset="-120"/>
              </a:rPr>
              <a:t>01 / DISCOVER</a:t>
            </a:r>
            <a:endParaRPr lang="fr-CA" sz="110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dirty="0">
                <a:solidFill>
                  <a:srgbClr val="829AB1"/>
                </a:solidFill>
                <a:latin typeface="Calibri" pitchFamily="34" charset="0"/>
                <a:ea typeface="Calibri" pitchFamily="34" charset="-122"/>
                <a:cs typeface="Calibri" pitchFamily="34" charset="-120"/>
              </a:rPr>
              <a:t>KAFKA PATH</a:t>
            </a:r>
            <a:endParaRPr lang="fr-CA" sz="100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dirty="0">
                <a:solidFill>
                  <a:srgbClr val="102A43"/>
                </a:solidFill>
                <a:latin typeface="Calibri" pitchFamily="34" charset="0"/>
                <a:ea typeface="Calibri" pitchFamily="34" charset="-122"/>
                <a:cs typeface="Calibri" pitchFamily="34" charset="-120"/>
              </a:rPr>
              <a:t>Follow a request (message) end to end</a:t>
            </a:r>
            <a:endParaRPr lang="fr-CA" sz="2700" dirty="0"/>
          </a:p>
        </p:txBody>
      </p:sp>
      <p:sp>
        <p:nvSpPr>
          <p:cNvPr id="6" name="Text 4"/>
          <p:cNvSpPr/>
          <p:nvPr>
            <p:custDataLst>
              <p:tags r:id="rId5"/>
            </p:custDataLst>
          </p:nvPr>
        </p:nvSpPr>
        <p:spPr>
          <a:xfrm>
            <a:off x="530352" y="1508760"/>
            <a:ext cx="11018520" cy="475376"/>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Each component carries a distinct responsibility; the validation boundaries come next.</a:t>
            </a:r>
            <a:endParaRPr lang="fr-CA" sz="165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dirty="0">
                <a:solidFill>
                  <a:srgbClr val="486581"/>
                </a:solidFill>
                <a:latin typeface="Calibri" pitchFamily="34" charset="0"/>
                <a:ea typeface="Calibri" pitchFamily="34" charset="-122"/>
                <a:cs typeface="Calibri" pitchFamily="34" charset="-120"/>
              </a:rPr>
              <a:t>Kafka Engineering Guide · EDA Project</a:t>
            </a:r>
            <a:endParaRPr lang="fr-CA" sz="90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dirty="0">
                <a:solidFill>
                  <a:srgbClr val="486581"/>
                </a:solidFill>
                <a:latin typeface="Calibri" pitchFamily="34" charset="0"/>
                <a:ea typeface="Calibri" pitchFamily="34" charset="-122"/>
                <a:cs typeface="Calibri" pitchFamily="34" charset="-120"/>
              </a:rPr>
              <a:t>07</a:t>
            </a:r>
            <a:endParaRPr lang="fr-CA" sz="900" dirty="0"/>
          </a:p>
        </p:txBody>
      </p:sp>
      <p:sp>
        <p:nvSpPr>
          <p:cNvPr id="9" name="Shape 7"/>
          <p:cNvSpPr/>
          <p:nvPr>
            <p:custDataLst>
              <p:tags r:id="rId8"/>
            </p:custDataLst>
          </p:nvPr>
        </p:nvSpPr>
        <p:spPr>
          <a:xfrm>
            <a:off x="531876" y="2994493"/>
            <a:ext cx="1984248" cy="1499671"/>
          </a:xfrm>
          <a:prstGeom prst="roundRect">
            <a:avLst>
              <a:gd name="adj" fmla="val 5747"/>
            </a:avLst>
          </a:prstGeom>
          <a:solidFill>
            <a:srgbClr val="EFF6FF"/>
          </a:solidFill>
          <a:ln w="8890">
            <a:solidFill>
              <a:srgbClr val="1F6FEB"/>
            </a:solidFill>
            <a:prstDash val="solid"/>
          </a:ln>
        </p:spPr>
        <p:txBody>
          <a:bodyPr/>
          <a:lstStyle/>
          <a:p>
            <a:endParaRPr lang="fr-CA" dirty="0"/>
          </a:p>
        </p:txBody>
      </p:sp>
      <p:sp>
        <p:nvSpPr>
          <p:cNvPr id="10" name="Text 8"/>
          <p:cNvSpPr/>
          <p:nvPr>
            <p:custDataLst>
              <p:tags r:id="rId9"/>
            </p:custDataLst>
          </p:nvPr>
        </p:nvSpPr>
        <p:spPr>
          <a:xfrm>
            <a:off x="678180" y="3195661"/>
            <a:ext cx="1691640" cy="475488"/>
          </a:xfrm>
          <a:prstGeom prst="rect">
            <a:avLst/>
          </a:prstGeom>
          <a:noFill/>
          <a:ln/>
        </p:spPr>
        <p:txBody>
          <a:bodyPr wrap="square" lIns="0" tIns="0" rIns="0" bIns="0" rtlCol="0" anchor="t">
            <a:normAutofit/>
          </a:bodyPr>
          <a:lstStyle/>
          <a:p>
            <a:pPr marL="0" indent="0" algn="ctr">
              <a:buNone/>
            </a:pPr>
            <a:r>
              <a:rPr lang="fr-CA" sz="1850" b="1" dirty="0">
                <a:solidFill>
                  <a:srgbClr val="1F6FEB"/>
                </a:solidFill>
                <a:latin typeface="Calibri" pitchFamily="34" charset="0"/>
                <a:ea typeface="Calibri" pitchFamily="34" charset="-122"/>
                <a:cs typeface="Calibri" pitchFamily="34" charset="-120"/>
              </a:rPr>
              <a:t>Nuxt</a:t>
            </a:r>
            <a:endParaRPr lang="fr-CA" sz="1850" dirty="0"/>
          </a:p>
        </p:txBody>
      </p:sp>
      <p:sp>
        <p:nvSpPr>
          <p:cNvPr id="11" name="Text 9"/>
          <p:cNvSpPr/>
          <p:nvPr>
            <p:custDataLst>
              <p:tags r:id="rId10"/>
            </p:custDataLst>
          </p:nvPr>
        </p:nvSpPr>
        <p:spPr>
          <a:xfrm>
            <a:off x="696468" y="3762589"/>
            <a:ext cx="1655064" cy="685800"/>
          </a:xfrm>
          <a:prstGeom prst="rect">
            <a:avLst/>
          </a:prstGeom>
          <a:noFill/>
          <a:ln/>
        </p:spPr>
        <p:txBody>
          <a:bodyPr wrap="square" lIns="0" tIns="0" rIns="0" bIns="0" rtlCol="0" anchor="t">
            <a:normAutofit/>
          </a:bodyPr>
          <a:lstStyle/>
          <a:p>
            <a:pPr marL="0" indent="0" algn="ctr">
              <a:buNone/>
            </a:pPr>
            <a:r>
              <a:rPr lang="fr-CA" sz="1620" dirty="0">
                <a:solidFill>
                  <a:srgbClr val="486581"/>
                </a:solidFill>
                <a:latin typeface="Calibri" pitchFamily="34" charset="0"/>
                <a:ea typeface="Calibri" pitchFamily="34" charset="-122"/>
                <a:cs typeface="Calibri" pitchFamily="34" charset="-120"/>
              </a:rPr>
              <a:t>Start</a:t>
            </a:r>
            <a:endParaRPr lang="fr-CA" sz="1620" dirty="0"/>
          </a:p>
          <a:p>
            <a:pPr marL="0" indent="0" algn="ctr">
              <a:buNone/>
            </a:pPr>
            <a:r>
              <a:rPr lang="fr-CA" sz="1620" dirty="0">
                <a:solidFill>
                  <a:srgbClr val="486581"/>
                </a:solidFill>
                <a:latin typeface="Calibri" pitchFamily="34" charset="0"/>
                <a:ea typeface="Calibri" pitchFamily="34" charset="-122"/>
                <a:cs typeface="Calibri" pitchFamily="34" charset="-120"/>
              </a:rPr>
              <a:t>the pipeline</a:t>
            </a:r>
            <a:endParaRPr lang="fr-CA" sz="1620" dirty="0"/>
          </a:p>
        </p:txBody>
      </p:sp>
      <p:sp>
        <p:nvSpPr>
          <p:cNvPr id="12" name="Shape 10"/>
          <p:cNvSpPr/>
          <p:nvPr>
            <p:custDataLst>
              <p:tags r:id="rId11"/>
            </p:custDataLst>
          </p:nvPr>
        </p:nvSpPr>
        <p:spPr>
          <a:xfrm>
            <a:off x="2516124" y="3762589"/>
            <a:ext cx="301752" cy="0"/>
          </a:xfrm>
          <a:prstGeom prst="line">
            <a:avLst/>
          </a:prstGeom>
          <a:noFill/>
          <a:ln w="28575">
            <a:solidFill>
              <a:srgbClr val="1F6FEB"/>
            </a:solidFill>
            <a:prstDash val="solid"/>
            <a:headEnd type="none"/>
            <a:tailEnd type="triangle"/>
          </a:ln>
        </p:spPr>
        <p:txBody>
          <a:bodyPr/>
          <a:lstStyle/>
          <a:p>
            <a:endParaRPr lang="fr-CA" dirty="0"/>
          </a:p>
        </p:txBody>
      </p:sp>
      <p:sp>
        <p:nvSpPr>
          <p:cNvPr id="16" name="Shape 14"/>
          <p:cNvSpPr/>
          <p:nvPr>
            <p:custDataLst>
              <p:tags r:id="rId12"/>
            </p:custDataLst>
          </p:nvPr>
        </p:nvSpPr>
        <p:spPr>
          <a:xfrm>
            <a:off x="4802124" y="3762589"/>
            <a:ext cx="301752" cy="0"/>
          </a:xfrm>
          <a:prstGeom prst="line">
            <a:avLst/>
          </a:prstGeom>
          <a:noFill/>
          <a:ln w="28575">
            <a:solidFill>
              <a:srgbClr val="1F6FEB"/>
            </a:solidFill>
            <a:prstDash val="solid"/>
            <a:headEnd type="none"/>
            <a:tailEnd type="triangle"/>
          </a:ln>
        </p:spPr>
        <p:txBody>
          <a:bodyPr/>
          <a:lstStyle/>
          <a:p>
            <a:endParaRPr lang="fr-CA" dirty="0"/>
          </a:p>
        </p:txBody>
      </p:sp>
      <p:sp>
        <p:nvSpPr>
          <p:cNvPr id="17" name="Shape 15"/>
          <p:cNvSpPr/>
          <p:nvPr>
            <p:custDataLst>
              <p:tags r:id="rId13"/>
            </p:custDataLst>
          </p:nvPr>
        </p:nvSpPr>
        <p:spPr>
          <a:xfrm>
            <a:off x="5103876" y="2994493"/>
            <a:ext cx="1984248" cy="1513780"/>
          </a:xfrm>
          <a:prstGeom prst="roundRect">
            <a:avLst>
              <a:gd name="adj" fmla="val 5747"/>
            </a:avLst>
          </a:prstGeom>
          <a:solidFill>
            <a:schemeClr val="accent4">
              <a:lumMod val="40000"/>
              <a:lumOff val="60000"/>
            </a:schemeClr>
          </a:solidFill>
          <a:ln w="8890">
            <a:solidFill>
              <a:srgbClr val="1F6FEB"/>
            </a:solidFill>
            <a:prstDash val="solid"/>
          </a:ln>
        </p:spPr>
        <p:txBody>
          <a:bodyPr/>
          <a:lstStyle/>
          <a:p>
            <a:endParaRPr lang="fr-CA" dirty="0"/>
          </a:p>
        </p:txBody>
      </p:sp>
      <p:sp>
        <p:nvSpPr>
          <p:cNvPr id="18" name="Text 16"/>
          <p:cNvSpPr/>
          <p:nvPr>
            <p:custDataLst>
              <p:tags r:id="rId14"/>
            </p:custDataLst>
          </p:nvPr>
        </p:nvSpPr>
        <p:spPr>
          <a:xfrm>
            <a:off x="5250180" y="3195661"/>
            <a:ext cx="1691640" cy="475488"/>
          </a:xfrm>
          <a:prstGeom prst="rect">
            <a:avLst/>
          </a:prstGeom>
          <a:noFill/>
          <a:ln/>
        </p:spPr>
        <p:txBody>
          <a:bodyPr wrap="square" lIns="0" tIns="0" rIns="0" bIns="0" rtlCol="0" anchor="t">
            <a:normAutofit/>
          </a:bodyPr>
          <a:lstStyle/>
          <a:p>
            <a:pPr marL="0" indent="0" algn="ctr">
              <a:buNone/>
            </a:pPr>
            <a:r>
              <a:rPr lang="fr-CA" sz="1850" b="1" dirty="0">
                <a:solidFill>
                  <a:schemeClr val="accent4">
                    <a:lumMod val="50000"/>
                  </a:schemeClr>
                </a:solidFill>
                <a:latin typeface="Calibri" pitchFamily="34" charset="0"/>
                <a:ea typeface="Calibri" pitchFamily="34" charset="-122"/>
                <a:cs typeface="Calibri" pitchFamily="34" charset="-120"/>
              </a:rPr>
              <a:t>Kafka/Flink</a:t>
            </a:r>
            <a:endParaRPr lang="fr-CA" sz="1850" dirty="0">
              <a:solidFill>
                <a:schemeClr val="accent4">
                  <a:lumMod val="50000"/>
                </a:schemeClr>
              </a:solidFill>
            </a:endParaRPr>
          </a:p>
        </p:txBody>
      </p:sp>
      <p:sp>
        <p:nvSpPr>
          <p:cNvPr id="19" name="Text 17"/>
          <p:cNvSpPr/>
          <p:nvPr>
            <p:custDataLst>
              <p:tags r:id="rId15"/>
            </p:custDataLst>
          </p:nvPr>
        </p:nvSpPr>
        <p:spPr>
          <a:xfrm>
            <a:off x="5268468" y="3762589"/>
            <a:ext cx="1655064" cy="685800"/>
          </a:xfrm>
          <a:prstGeom prst="rect">
            <a:avLst/>
          </a:prstGeom>
          <a:noFill/>
          <a:ln/>
        </p:spPr>
        <p:txBody>
          <a:bodyPr wrap="square" lIns="0" tIns="0" rIns="0" bIns="0" rtlCol="0" anchor="t">
            <a:normAutofit/>
          </a:bodyPr>
          <a:lstStyle/>
          <a:p>
            <a:pPr marL="0" indent="0" algn="ctr">
              <a:buNone/>
            </a:pPr>
            <a:r>
              <a:rPr lang="fr-CA" sz="1620" dirty="0">
                <a:solidFill>
                  <a:srgbClr val="486581"/>
                </a:solidFill>
                <a:latin typeface="Calibri" pitchFamily="34" charset="0"/>
                <a:ea typeface="Calibri" pitchFamily="34" charset="-122"/>
                <a:cs typeface="Calibri" pitchFamily="34" charset="-120"/>
              </a:rPr>
              <a:t>Keep</a:t>
            </a:r>
            <a:endParaRPr lang="fr-CA" sz="1620" dirty="0"/>
          </a:p>
          <a:p>
            <a:pPr marL="0" indent="0" algn="ctr">
              <a:buNone/>
            </a:pPr>
            <a:r>
              <a:rPr lang="fr-CA" sz="1620" dirty="0">
                <a:solidFill>
                  <a:srgbClr val="486581"/>
                </a:solidFill>
                <a:latin typeface="Calibri" pitchFamily="34" charset="0"/>
                <a:ea typeface="Calibri" pitchFamily="34" charset="-122"/>
                <a:cs typeface="Calibri" pitchFamily="34" charset="-120"/>
              </a:rPr>
              <a:t>the messages</a:t>
            </a:r>
            <a:endParaRPr lang="fr-CA" sz="1620" dirty="0"/>
          </a:p>
        </p:txBody>
      </p:sp>
      <p:sp>
        <p:nvSpPr>
          <p:cNvPr id="20" name="Shape 18"/>
          <p:cNvSpPr/>
          <p:nvPr>
            <p:custDataLst>
              <p:tags r:id="rId16"/>
            </p:custDataLst>
          </p:nvPr>
        </p:nvSpPr>
        <p:spPr>
          <a:xfrm>
            <a:off x="7088124" y="3762589"/>
            <a:ext cx="301752" cy="0"/>
          </a:xfrm>
          <a:prstGeom prst="line">
            <a:avLst/>
          </a:prstGeom>
          <a:noFill/>
          <a:ln w="28575">
            <a:solidFill>
              <a:srgbClr val="1F6FEB"/>
            </a:solidFill>
            <a:prstDash val="solid"/>
            <a:headEnd type="none"/>
            <a:tailEnd type="triangle"/>
          </a:ln>
        </p:spPr>
        <p:txBody>
          <a:bodyPr/>
          <a:lstStyle/>
          <a:p>
            <a:endParaRPr lang="fr-CA" dirty="0"/>
          </a:p>
        </p:txBody>
      </p:sp>
      <p:sp>
        <p:nvSpPr>
          <p:cNvPr id="21" name="Shape 19"/>
          <p:cNvSpPr/>
          <p:nvPr>
            <p:custDataLst>
              <p:tags r:id="rId17"/>
            </p:custDataLst>
          </p:nvPr>
        </p:nvSpPr>
        <p:spPr>
          <a:xfrm>
            <a:off x="7389876" y="2994493"/>
            <a:ext cx="1984248" cy="1513780"/>
          </a:xfrm>
          <a:prstGeom prst="roundRect">
            <a:avLst>
              <a:gd name="adj" fmla="val 5747"/>
            </a:avLst>
          </a:prstGeom>
          <a:solidFill>
            <a:srgbClr val="EFFAF8"/>
          </a:solidFill>
          <a:ln w="8890">
            <a:solidFill>
              <a:srgbClr val="0F766E"/>
            </a:solidFill>
            <a:prstDash val="solid"/>
          </a:ln>
        </p:spPr>
        <p:txBody>
          <a:bodyPr/>
          <a:lstStyle/>
          <a:p>
            <a:endParaRPr lang="fr-CA" dirty="0"/>
          </a:p>
        </p:txBody>
      </p:sp>
      <p:sp>
        <p:nvSpPr>
          <p:cNvPr id="22" name="Text 20"/>
          <p:cNvSpPr/>
          <p:nvPr>
            <p:custDataLst>
              <p:tags r:id="rId18"/>
            </p:custDataLst>
          </p:nvPr>
        </p:nvSpPr>
        <p:spPr>
          <a:xfrm>
            <a:off x="7536180" y="3195661"/>
            <a:ext cx="1691640" cy="475488"/>
          </a:xfrm>
          <a:prstGeom prst="rect">
            <a:avLst/>
          </a:prstGeom>
          <a:noFill/>
          <a:ln/>
        </p:spPr>
        <p:txBody>
          <a:bodyPr wrap="square" lIns="0" tIns="0" rIns="0" bIns="0" rtlCol="0" anchor="t">
            <a:normAutofit/>
          </a:bodyPr>
          <a:lstStyle/>
          <a:p>
            <a:pPr marL="0" indent="0" algn="ctr">
              <a:buNone/>
            </a:pPr>
            <a:r>
              <a:rPr lang="fr-CA" sz="1850" b="1" dirty="0">
                <a:solidFill>
                  <a:srgbClr val="0F766E"/>
                </a:solidFill>
                <a:latin typeface="Calibri" pitchFamily="34" charset="0"/>
                <a:ea typeface="Calibri" pitchFamily="34" charset="-122"/>
                <a:cs typeface="Calibri" pitchFamily="34" charset="-120"/>
              </a:rPr>
              <a:t>Listener</a:t>
            </a:r>
            <a:endParaRPr lang="fr-CA" sz="1850" dirty="0"/>
          </a:p>
        </p:txBody>
      </p:sp>
      <p:sp>
        <p:nvSpPr>
          <p:cNvPr id="23" name="Text 21"/>
          <p:cNvSpPr/>
          <p:nvPr>
            <p:custDataLst>
              <p:tags r:id="rId19"/>
            </p:custDataLst>
          </p:nvPr>
        </p:nvSpPr>
        <p:spPr>
          <a:xfrm>
            <a:off x="7554468" y="3762589"/>
            <a:ext cx="1655064" cy="685800"/>
          </a:xfrm>
          <a:prstGeom prst="rect">
            <a:avLst/>
          </a:prstGeom>
          <a:noFill/>
          <a:ln/>
        </p:spPr>
        <p:txBody>
          <a:bodyPr wrap="square" lIns="0" tIns="0" rIns="0" bIns="0" rtlCol="0" anchor="t">
            <a:normAutofit/>
          </a:bodyPr>
          <a:lstStyle/>
          <a:p>
            <a:pPr marL="0" indent="0" algn="ctr">
              <a:buNone/>
            </a:pPr>
            <a:r>
              <a:rPr lang="fr-CA" sz="1620" dirty="0">
                <a:solidFill>
                  <a:srgbClr val="486581"/>
                </a:solidFill>
                <a:latin typeface="Calibri" pitchFamily="34" charset="0"/>
                <a:ea typeface="Calibri" pitchFamily="34" charset="-122"/>
                <a:cs typeface="Calibri" pitchFamily="34" charset="-120"/>
              </a:rPr>
              <a:t>Receive</a:t>
            </a:r>
            <a:endParaRPr lang="fr-CA" sz="1620" dirty="0"/>
          </a:p>
          <a:p>
            <a:pPr marL="0" indent="0" algn="ctr">
              <a:buNone/>
            </a:pPr>
            <a:r>
              <a:rPr lang="fr-CA" sz="1620" dirty="0">
                <a:solidFill>
                  <a:srgbClr val="486581"/>
                </a:solidFill>
                <a:latin typeface="Calibri" pitchFamily="34" charset="0"/>
                <a:ea typeface="Calibri" pitchFamily="34" charset="-122"/>
                <a:cs typeface="Calibri" pitchFamily="34" charset="-120"/>
              </a:rPr>
              <a:t>and delegate</a:t>
            </a:r>
            <a:endParaRPr lang="fr-CA" sz="1620" dirty="0"/>
          </a:p>
        </p:txBody>
      </p:sp>
      <p:sp>
        <p:nvSpPr>
          <p:cNvPr id="24" name="Shape 22"/>
          <p:cNvSpPr/>
          <p:nvPr>
            <p:custDataLst>
              <p:tags r:id="rId20"/>
            </p:custDataLst>
          </p:nvPr>
        </p:nvSpPr>
        <p:spPr>
          <a:xfrm>
            <a:off x="9374124" y="3762589"/>
            <a:ext cx="301752" cy="0"/>
          </a:xfrm>
          <a:prstGeom prst="line">
            <a:avLst/>
          </a:prstGeom>
          <a:noFill/>
          <a:ln w="28575">
            <a:solidFill>
              <a:srgbClr val="1F6FEB"/>
            </a:solidFill>
            <a:prstDash val="solid"/>
            <a:headEnd type="none"/>
            <a:tailEnd type="triangle"/>
          </a:ln>
        </p:spPr>
        <p:txBody>
          <a:bodyPr/>
          <a:lstStyle/>
          <a:p>
            <a:endParaRPr lang="fr-CA" dirty="0"/>
          </a:p>
        </p:txBody>
      </p:sp>
      <p:sp>
        <p:nvSpPr>
          <p:cNvPr id="25" name="Shape 23"/>
          <p:cNvSpPr/>
          <p:nvPr>
            <p:custDataLst>
              <p:tags r:id="rId21"/>
            </p:custDataLst>
          </p:nvPr>
        </p:nvSpPr>
        <p:spPr>
          <a:xfrm>
            <a:off x="9675876" y="2994493"/>
            <a:ext cx="1984248" cy="1513780"/>
          </a:xfrm>
          <a:prstGeom prst="roundRect">
            <a:avLst>
              <a:gd name="adj" fmla="val 5747"/>
            </a:avLst>
          </a:prstGeom>
          <a:solidFill>
            <a:srgbClr val="EFFAF8"/>
          </a:solidFill>
          <a:ln w="8890">
            <a:solidFill>
              <a:srgbClr val="0F766E"/>
            </a:solidFill>
            <a:prstDash val="solid"/>
          </a:ln>
        </p:spPr>
        <p:txBody>
          <a:bodyPr/>
          <a:lstStyle/>
          <a:p>
            <a:endParaRPr lang="fr-CA" dirty="0"/>
          </a:p>
        </p:txBody>
      </p:sp>
      <p:sp>
        <p:nvSpPr>
          <p:cNvPr id="26" name="Text 24"/>
          <p:cNvSpPr/>
          <p:nvPr>
            <p:custDataLst>
              <p:tags r:id="rId22"/>
            </p:custDataLst>
          </p:nvPr>
        </p:nvSpPr>
        <p:spPr>
          <a:xfrm>
            <a:off x="9822180" y="3195661"/>
            <a:ext cx="1691640" cy="475488"/>
          </a:xfrm>
          <a:prstGeom prst="rect">
            <a:avLst/>
          </a:prstGeom>
          <a:noFill/>
          <a:ln/>
        </p:spPr>
        <p:txBody>
          <a:bodyPr wrap="square" lIns="0" tIns="0" rIns="0" bIns="0" rtlCol="0" anchor="t">
            <a:normAutofit/>
          </a:bodyPr>
          <a:lstStyle/>
          <a:p>
            <a:pPr marL="0" indent="0" algn="ctr">
              <a:buNone/>
            </a:pPr>
            <a:r>
              <a:rPr lang="fr-CA" sz="1850" b="1" dirty="0">
                <a:solidFill>
                  <a:srgbClr val="0F766E"/>
                </a:solidFill>
                <a:latin typeface="Calibri" pitchFamily="34" charset="0"/>
                <a:ea typeface="Calibri" pitchFamily="34" charset="-122"/>
                <a:cs typeface="Calibri" pitchFamily="34" charset="-120"/>
              </a:rPr>
              <a:t>ProcessorSrv</a:t>
            </a:r>
            <a:endParaRPr lang="fr-CA" sz="1850" dirty="0"/>
          </a:p>
        </p:txBody>
      </p:sp>
      <p:sp>
        <p:nvSpPr>
          <p:cNvPr id="27" name="Text 25"/>
          <p:cNvSpPr/>
          <p:nvPr>
            <p:custDataLst>
              <p:tags r:id="rId23"/>
            </p:custDataLst>
          </p:nvPr>
        </p:nvSpPr>
        <p:spPr>
          <a:xfrm>
            <a:off x="9840468" y="3762589"/>
            <a:ext cx="1655064" cy="685800"/>
          </a:xfrm>
          <a:prstGeom prst="rect">
            <a:avLst/>
          </a:prstGeom>
          <a:noFill/>
          <a:ln/>
        </p:spPr>
        <p:txBody>
          <a:bodyPr wrap="square" lIns="0" tIns="0" rIns="0" bIns="0" rtlCol="0" anchor="t">
            <a:normAutofit/>
          </a:bodyPr>
          <a:lstStyle/>
          <a:p>
            <a:pPr marL="0" indent="0" algn="ctr">
              <a:buNone/>
            </a:pPr>
            <a:r>
              <a:rPr lang="fr-CA" sz="1620" dirty="0">
                <a:solidFill>
                  <a:srgbClr val="486581"/>
                </a:solidFill>
                <a:latin typeface="Calibri" pitchFamily="34" charset="0"/>
                <a:ea typeface="Calibri" pitchFamily="34" charset="-122"/>
                <a:cs typeface="Calibri" pitchFamily="34" charset="-120"/>
              </a:rPr>
              <a:t>Process</a:t>
            </a:r>
            <a:endParaRPr lang="fr-CA" sz="1620" dirty="0"/>
          </a:p>
          <a:p>
            <a:pPr marL="0" indent="0" algn="ctr">
              <a:buNone/>
            </a:pPr>
            <a:r>
              <a:rPr lang="fr-CA" sz="1620" dirty="0">
                <a:solidFill>
                  <a:srgbClr val="486581"/>
                </a:solidFill>
                <a:latin typeface="Calibri" pitchFamily="34" charset="0"/>
                <a:ea typeface="Calibri" pitchFamily="34" charset="-122"/>
                <a:cs typeface="Calibri" pitchFamily="34" charset="-120"/>
              </a:rPr>
              <a:t>in transaction</a:t>
            </a:r>
            <a:endParaRPr lang="fr-CA" sz="1620" dirty="0"/>
          </a:p>
        </p:txBody>
      </p:sp>
      <p:sp>
        <p:nvSpPr>
          <p:cNvPr id="37" name="Shape 7">
            <a:extLst>
              <a:ext uri="{FF2B5EF4-FFF2-40B4-BE49-F238E27FC236}">
                <a16:creationId xmlns:a16="http://schemas.microsoft.com/office/drawing/2014/main" id="{5B618DCF-AC04-DCB2-6F18-C0D6DC0E02AB}"/>
              </a:ext>
            </a:extLst>
          </p:cNvPr>
          <p:cNvSpPr/>
          <p:nvPr>
            <p:custDataLst>
              <p:tags r:id="rId24"/>
            </p:custDataLst>
          </p:nvPr>
        </p:nvSpPr>
        <p:spPr>
          <a:xfrm>
            <a:off x="531876" y="4668236"/>
            <a:ext cx="4270248" cy="809301"/>
          </a:xfrm>
          <a:prstGeom prst="roundRect">
            <a:avLst>
              <a:gd name="adj" fmla="val 5747"/>
            </a:avLst>
          </a:prstGeom>
          <a:solidFill>
            <a:srgbClr val="EFF6FF"/>
          </a:solidFill>
          <a:ln w="8890">
            <a:solidFill>
              <a:srgbClr val="1F6FEB"/>
            </a:solidFill>
            <a:prstDash val="solid"/>
          </a:ln>
        </p:spPr>
        <p:txBody>
          <a:bodyPr/>
          <a:lstStyle/>
          <a:p>
            <a:endParaRPr lang="fr-CA" dirty="0"/>
          </a:p>
        </p:txBody>
      </p:sp>
      <p:sp>
        <p:nvSpPr>
          <p:cNvPr id="29" name="Text 27"/>
          <p:cNvSpPr/>
          <p:nvPr>
            <p:custDataLst>
              <p:tags r:id="rId25"/>
            </p:custDataLst>
          </p:nvPr>
        </p:nvSpPr>
        <p:spPr>
          <a:xfrm>
            <a:off x="531876" y="4668236"/>
            <a:ext cx="4270248" cy="795417"/>
          </a:xfrm>
          <a:prstGeom prst="rect">
            <a:avLst/>
          </a:prstGeom>
          <a:noFill/>
          <a:ln/>
        </p:spPr>
        <p:txBody>
          <a:bodyPr wrap="square" lIns="0" tIns="0" rIns="0" bIns="0" rtlCol="0" anchor="t">
            <a:normAutofit/>
          </a:bodyPr>
          <a:lstStyle/>
          <a:p>
            <a:r>
              <a:rPr lang="fr-CA" b="1" dirty="0">
                <a:solidFill>
                  <a:srgbClr val="0F766E"/>
                </a:solidFill>
                <a:latin typeface="Calibri" pitchFamily="34" charset="0"/>
                <a:ea typeface="Calibri" pitchFamily="34" charset="-122"/>
                <a:cs typeface="Calibri" pitchFamily="34" charset="-120"/>
              </a:rPr>
              <a:t>  Producer</a:t>
            </a:r>
            <a:endParaRPr lang="fr-CA" b="1" dirty="0">
              <a:solidFill>
                <a:schemeClr val="accent1"/>
              </a:solidFill>
              <a:latin typeface="Calibri" pitchFamily="34" charset="0"/>
              <a:ea typeface="Calibri" pitchFamily="34" charset="-122"/>
              <a:cs typeface="Calibri" pitchFamily="34" charset="-120"/>
            </a:endParaRPr>
          </a:p>
          <a:p>
            <a:r>
              <a:rPr lang="fr-CA" b="1" dirty="0">
                <a:solidFill>
                  <a:schemeClr val="accent1"/>
                </a:solidFill>
                <a:latin typeface="Calibri" pitchFamily="34" charset="0"/>
                <a:ea typeface="Calibri" pitchFamily="34" charset="-122"/>
                <a:cs typeface="Calibri" pitchFamily="34" charset="-120"/>
              </a:rPr>
              <a:t>  Publication: REQUEST.</a:t>
            </a:r>
            <a:endParaRPr lang="fr-CA" sz="1800" dirty="0">
              <a:solidFill>
                <a:schemeClr val="accent1"/>
              </a:solidFill>
            </a:endParaRPr>
          </a:p>
        </p:txBody>
      </p:sp>
      <p:sp>
        <p:nvSpPr>
          <p:cNvPr id="30" name="Shape 28"/>
          <p:cNvSpPr/>
          <p:nvPr>
            <p:custDataLst>
              <p:tags r:id="rId26"/>
            </p:custDataLst>
          </p:nvPr>
        </p:nvSpPr>
        <p:spPr>
          <a:xfrm>
            <a:off x="7389876" y="4659093"/>
            <a:ext cx="4270248" cy="818444"/>
          </a:xfrm>
          <a:prstGeom prst="roundRect">
            <a:avLst>
              <a:gd name="adj" fmla="val 11236"/>
            </a:avLst>
          </a:prstGeom>
          <a:solidFill>
            <a:srgbClr val="EFFAF8"/>
          </a:solidFill>
          <a:ln w="8890">
            <a:solidFill>
              <a:srgbClr val="0F766E"/>
            </a:solidFill>
            <a:prstDash val="solid"/>
          </a:ln>
        </p:spPr>
        <p:txBody>
          <a:bodyPr/>
          <a:lstStyle/>
          <a:p>
            <a:endParaRPr lang="fr-CA" dirty="0"/>
          </a:p>
        </p:txBody>
      </p:sp>
      <p:sp>
        <p:nvSpPr>
          <p:cNvPr id="31" name="Text 29"/>
          <p:cNvSpPr/>
          <p:nvPr>
            <p:custDataLst>
              <p:tags r:id="rId27"/>
            </p:custDataLst>
          </p:nvPr>
        </p:nvSpPr>
        <p:spPr>
          <a:xfrm>
            <a:off x="7389876" y="4654353"/>
            <a:ext cx="4270248" cy="823183"/>
          </a:xfrm>
          <a:prstGeom prst="rect">
            <a:avLst/>
          </a:prstGeom>
          <a:noFill/>
          <a:ln/>
        </p:spPr>
        <p:txBody>
          <a:bodyPr wrap="square" lIns="0" tIns="0" rIns="0" bIns="0" rtlCol="0" anchor="t">
            <a:normAutofit/>
          </a:bodyPr>
          <a:lstStyle/>
          <a:p>
            <a:pPr marL="0" indent="0">
              <a:buNone/>
            </a:pPr>
            <a:r>
              <a:rPr lang="fr-CA" b="1" dirty="0">
                <a:solidFill>
                  <a:srgbClr val="0F766E"/>
                </a:solidFill>
                <a:latin typeface="Calibri" pitchFamily="34" charset="0"/>
                <a:ea typeface="Calibri" pitchFamily="34" charset="-122"/>
                <a:cs typeface="Calibri" pitchFamily="34" charset="-120"/>
              </a:rPr>
              <a:t>  Consumer</a:t>
            </a:r>
          </a:p>
          <a:p>
            <a:pPr marL="0" indent="0">
              <a:buNone/>
            </a:pPr>
            <a:r>
              <a:rPr lang="fr-CA" b="1" dirty="0">
                <a:solidFill>
                  <a:srgbClr val="0F766E"/>
                </a:solidFill>
                <a:latin typeface="Calibri" pitchFamily="34" charset="0"/>
                <a:ea typeface="Calibri" pitchFamily="34" charset="-122"/>
                <a:cs typeface="Calibri" pitchFamily="34" charset="-120"/>
              </a:rPr>
              <a:t>  Update: REQUEST, INVENTORY, PERSON.</a:t>
            </a:r>
            <a:endParaRPr lang="fr-CA" dirty="0"/>
          </a:p>
        </p:txBody>
      </p:sp>
      <p:sp>
        <p:nvSpPr>
          <p:cNvPr id="32" name="Shape 30"/>
          <p:cNvSpPr/>
          <p:nvPr>
            <p:custDataLst>
              <p:tags r:id="rId28"/>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dirty="0"/>
          </a:p>
        </p:txBody>
      </p:sp>
      <p:sp>
        <p:nvSpPr>
          <p:cNvPr id="33" name="Text 31"/>
          <p:cNvSpPr/>
          <p:nvPr>
            <p:custDataLst>
              <p:tags r:id="rId29"/>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A received request is not immediately a validated business effect.</a:t>
            </a:r>
            <a:endParaRPr lang="fr-CA" sz="1550" noProof="0" dirty="0"/>
          </a:p>
        </p:txBody>
      </p:sp>
      <p:sp>
        <p:nvSpPr>
          <p:cNvPr id="39" name="Shape 15">
            <a:extLst>
              <a:ext uri="{FF2B5EF4-FFF2-40B4-BE49-F238E27FC236}">
                <a16:creationId xmlns:a16="http://schemas.microsoft.com/office/drawing/2014/main" id="{3BE5A621-0E0A-D39C-95CE-408BEA368CF1}"/>
              </a:ext>
            </a:extLst>
          </p:cNvPr>
          <p:cNvSpPr/>
          <p:nvPr>
            <p:custDataLst>
              <p:tags r:id="rId30"/>
            </p:custDataLst>
          </p:nvPr>
        </p:nvSpPr>
        <p:spPr>
          <a:xfrm>
            <a:off x="5103876" y="4654353"/>
            <a:ext cx="1984248" cy="809301"/>
          </a:xfrm>
          <a:prstGeom prst="roundRect">
            <a:avLst>
              <a:gd name="adj" fmla="val 5747"/>
            </a:avLst>
          </a:prstGeom>
          <a:solidFill>
            <a:schemeClr val="accent4">
              <a:lumMod val="40000"/>
              <a:lumOff val="60000"/>
            </a:schemeClr>
          </a:solidFill>
          <a:ln w="8890">
            <a:solidFill>
              <a:srgbClr val="1F6FEB"/>
            </a:solidFill>
            <a:prstDash val="solid"/>
          </a:ln>
        </p:spPr>
        <p:txBody>
          <a:bodyPr/>
          <a:lstStyle/>
          <a:p>
            <a:endParaRPr lang="fr-CA" dirty="0"/>
          </a:p>
        </p:txBody>
      </p:sp>
      <p:sp>
        <p:nvSpPr>
          <p:cNvPr id="41" name="Text 16">
            <a:extLst>
              <a:ext uri="{FF2B5EF4-FFF2-40B4-BE49-F238E27FC236}">
                <a16:creationId xmlns:a16="http://schemas.microsoft.com/office/drawing/2014/main" id="{1BC94A50-A155-21B4-E181-535EE13DFA2F}"/>
              </a:ext>
            </a:extLst>
          </p:cNvPr>
          <p:cNvSpPr/>
          <p:nvPr>
            <p:custDataLst>
              <p:tags r:id="rId31"/>
            </p:custDataLst>
          </p:nvPr>
        </p:nvSpPr>
        <p:spPr>
          <a:xfrm>
            <a:off x="5103876" y="4791737"/>
            <a:ext cx="1984248" cy="475488"/>
          </a:xfrm>
          <a:prstGeom prst="rect">
            <a:avLst/>
          </a:prstGeom>
          <a:noFill/>
          <a:ln/>
        </p:spPr>
        <p:txBody>
          <a:bodyPr wrap="square" lIns="0" tIns="0" rIns="0" bIns="0" rtlCol="0" anchor="t">
            <a:normAutofit fontScale="92500" lnSpcReduction="10000"/>
          </a:bodyPr>
          <a:lstStyle/>
          <a:p>
            <a:pPr marL="0" indent="0" algn="ctr">
              <a:buNone/>
            </a:pPr>
            <a:r>
              <a:rPr lang="fr-CA" sz="1850" b="1" dirty="0">
                <a:solidFill>
                  <a:schemeClr val="accent4">
                    <a:lumMod val="50000"/>
                  </a:schemeClr>
                </a:solidFill>
                <a:latin typeface="Calibri" pitchFamily="34" charset="0"/>
                <a:ea typeface="Calibri" pitchFamily="34" charset="-122"/>
                <a:cs typeface="Calibri" pitchFamily="34" charset="-120"/>
              </a:rPr>
              <a:t>Topic/Partitions</a:t>
            </a:r>
          </a:p>
          <a:p>
            <a:pPr marL="0" indent="0" algn="ctr">
              <a:buNone/>
            </a:pPr>
            <a:r>
              <a:rPr lang="fr-CA" sz="1850" b="1" dirty="0">
                <a:solidFill>
                  <a:schemeClr val="accent4">
                    <a:lumMod val="50000"/>
                  </a:schemeClr>
                </a:solidFill>
                <a:latin typeface="Calibri" pitchFamily="34" charset="0"/>
                <a:ea typeface="Calibri" pitchFamily="34" charset="-122"/>
                <a:cs typeface="Calibri" pitchFamily="34" charset="-120"/>
              </a:rPr>
              <a:t>Message</a:t>
            </a:r>
            <a:endParaRPr lang="fr-CA" sz="1850" dirty="0">
              <a:solidFill>
                <a:schemeClr val="accent4">
                  <a:lumMod val="50000"/>
                </a:schemeClr>
              </a:solidFill>
            </a:endParaRPr>
          </a:p>
        </p:txBody>
      </p:sp>
      <p:sp>
        <p:nvSpPr>
          <p:cNvPr id="40" name="Shape 14">
            <a:extLst>
              <a:ext uri="{FF2B5EF4-FFF2-40B4-BE49-F238E27FC236}">
                <a16:creationId xmlns:a16="http://schemas.microsoft.com/office/drawing/2014/main" id="{3CC74398-C654-DD18-5A46-51BCCE91CFD4}"/>
              </a:ext>
            </a:extLst>
          </p:cNvPr>
          <p:cNvSpPr/>
          <p:nvPr>
            <p:custDataLst>
              <p:tags r:id="rId32"/>
            </p:custDataLst>
          </p:nvPr>
        </p:nvSpPr>
        <p:spPr>
          <a:xfrm flipV="1">
            <a:off x="3822854" y="2800350"/>
            <a:ext cx="0" cy="216885"/>
          </a:xfrm>
          <a:prstGeom prst="line">
            <a:avLst/>
          </a:prstGeom>
          <a:noFill/>
          <a:ln w="28575">
            <a:solidFill>
              <a:srgbClr val="1F6FEB"/>
            </a:solidFill>
            <a:prstDash val="solid"/>
            <a:headEnd type="none"/>
            <a:tailEnd type="triangle"/>
          </a:ln>
        </p:spPr>
        <p:txBody>
          <a:bodyPr/>
          <a:lstStyle/>
          <a:p>
            <a:endParaRPr lang="fr-CA" dirty="0"/>
          </a:p>
        </p:txBody>
      </p:sp>
      <p:sp>
        <p:nvSpPr>
          <p:cNvPr id="13" name="Shape 11"/>
          <p:cNvSpPr/>
          <p:nvPr>
            <p:custDataLst>
              <p:tags r:id="rId33"/>
            </p:custDataLst>
          </p:nvPr>
        </p:nvSpPr>
        <p:spPr>
          <a:xfrm>
            <a:off x="2817876" y="2994493"/>
            <a:ext cx="1984248" cy="1513780"/>
          </a:xfrm>
          <a:prstGeom prst="roundRect">
            <a:avLst>
              <a:gd name="adj" fmla="val 5747"/>
            </a:avLst>
          </a:prstGeom>
          <a:solidFill>
            <a:srgbClr val="EFF6FF"/>
          </a:solidFill>
          <a:ln w="8890">
            <a:solidFill>
              <a:srgbClr val="1F6FEB"/>
            </a:solidFill>
            <a:prstDash val="solid"/>
          </a:ln>
        </p:spPr>
        <p:txBody>
          <a:bodyPr/>
          <a:lstStyle/>
          <a:p>
            <a:endParaRPr lang="fr-CA" dirty="0"/>
          </a:p>
        </p:txBody>
      </p:sp>
      <p:sp>
        <p:nvSpPr>
          <p:cNvPr id="14" name="Text 12"/>
          <p:cNvSpPr/>
          <p:nvPr>
            <p:custDataLst>
              <p:tags r:id="rId34"/>
            </p:custDataLst>
          </p:nvPr>
        </p:nvSpPr>
        <p:spPr>
          <a:xfrm>
            <a:off x="2964180" y="3195661"/>
            <a:ext cx="1691640" cy="475488"/>
          </a:xfrm>
          <a:prstGeom prst="rect">
            <a:avLst/>
          </a:prstGeom>
          <a:noFill/>
          <a:ln/>
        </p:spPr>
        <p:txBody>
          <a:bodyPr wrap="square" lIns="0" tIns="0" rIns="0" bIns="0" rtlCol="0" anchor="t">
            <a:normAutofit/>
          </a:bodyPr>
          <a:lstStyle/>
          <a:p>
            <a:pPr marL="0" indent="0" algn="ctr">
              <a:buNone/>
            </a:pPr>
            <a:r>
              <a:rPr lang="fr-CA" sz="1850" b="1" dirty="0">
                <a:solidFill>
                  <a:srgbClr val="1F6FEB"/>
                </a:solidFill>
                <a:latin typeface="Calibri" pitchFamily="34" charset="0"/>
                <a:ea typeface="Calibri" pitchFamily="34" charset="-122"/>
                <a:cs typeface="Calibri" pitchFamily="34" charset="-120"/>
              </a:rPr>
              <a:t>PipelineSrv</a:t>
            </a:r>
            <a:endParaRPr lang="fr-CA" sz="1850" dirty="0"/>
          </a:p>
        </p:txBody>
      </p:sp>
      <p:sp>
        <p:nvSpPr>
          <p:cNvPr id="15" name="Text 13"/>
          <p:cNvSpPr/>
          <p:nvPr>
            <p:custDataLst>
              <p:tags r:id="rId35"/>
            </p:custDataLst>
          </p:nvPr>
        </p:nvSpPr>
        <p:spPr>
          <a:xfrm>
            <a:off x="2982468" y="3762589"/>
            <a:ext cx="1655064" cy="685800"/>
          </a:xfrm>
          <a:prstGeom prst="rect">
            <a:avLst/>
          </a:prstGeom>
          <a:noFill/>
          <a:ln/>
        </p:spPr>
        <p:txBody>
          <a:bodyPr wrap="square" lIns="0" tIns="0" rIns="0" bIns="0" rtlCol="0" anchor="t">
            <a:normAutofit/>
          </a:bodyPr>
          <a:lstStyle/>
          <a:p>
            <a:pPr marL="0" indent="0" algn="ctr">
              <a:buNone/>
            </a:pPr>
            <a:r>
              <a:rPr lang="fr-CA" sz="1620" dirty="0">
                <a:solidFill>
                  <a:srgbClr val="486581"/>
                </a:solidFill>
                <a:latin typeface="Calibri" pitchFamily="34" charset="0"/>
                <a:ea typeface="Calibri" pitchFamily="34" charset="-122"/>
                <a:cs typeface="Calibri" pitchFamily="34" charset="-120"/>
              </a:rPr>
              <a:t>Publish</a:t>
            </a:r>
            <a:endParaRPr lang="fr-CA" sz="1620" dirty="0"/>
          </a:p>
          <a:p>
            <a:pPr marL="0" indent="0" algn="ctr">
              <a:buNone/>
            </a:pPr>
            <a:r>
              <a:rPr lang="fr-CA" sz="1620" dirty="0">
                <a:solidFill>
                  <a:srgbClr val="486581"/>
                </a:solidFill>
                <a:latin typeface="Calibri" pitchFamily="34" charset="0"/>
                <a:ea typeface="Calibri" pitchFamily="34" charset="-122"/>
                <a:cs typeface="Calibri" pitchFamily="34" charset="-120"/>
              </a:rPr>
              <a:t>requests</a:t>
            </a:r>
            <a:endParaRPr lang="fr-CA" sz="1620" dirty="0"/>
          </a:p>
        </p:txBody>
      </p:sp>
      <p:sp>
        <p:nvSpPr>
          <p:cNvPr id="45" name="Shape 7">
            <a:extLst>
              <a:ext uri="{FF2B5EF4-FFF2-40B4-BE49-F238E27FC236}">
                <a16:creationId xmlns:a16="http://schemas.microsoft.com/office/drawing/2014/main" id="{81B2FEAC-DB51-46D4-5F3C-F794E423FB6B}"/>
              </a:ext>
            </a:extLst>
          </p:cNvPr>
          <p:cNvSpPr/>
          <p:nvPr>
            <p:custDataLst>
              <p:tags r:id="rId36"/>
            </p:custDataLst>
          </p:nvPr>
        </p:nvSpPr>
        <p:spPr>
          <a:xfrm>
            <a:off x="2836164" y="1991050"/>
            <a:ext cx="1984248" cy="809301"/>
          </a:xfrm>
          <a:prstGeom prst="roundRect">
            <a:avLst>
              <a:gd name="adj" fmla="val 5747"/>
            </a:avLst>
          </a:prstGeom>
          <a:solidFill>
            <a:srgbClr val="EFF6FF"/>
          </a:solidFill>
          <a:ln w="8890">
            <a:solidFill>
              <a:srgbClr val="1F6FEB"/>
            </a:solidFill>
            <a:prstDash val="solid"/>
          </a:ln>
        </p:spPr>
        <p:txBody>
          <a:bodyPr/>
          <a:lstStyle/>
          <a:p>
            <a:endParaRPr lang="fr-CA" dirty="0"/>
          </a:p>
        </p:txBody>
      </p:sp>
      <p:sp>
        <p:nvSpPr>
          <p:cNvPr id="47" name="Text 8">
            <a:extLst>
              <a:ext uri="{FF2B5EF4-FFF2-40B4-BE49-F238E27FC236}">
                <a16:creationId xmlns:a16="http://schemas.microsoft.com/office/drawing/2014/main" id="{DF90AC12-1B18-857B-0546-BE5A166DA4C1}"/>
              </a:ext>
            </a:extLst>
          </p:cNvPr>
          <p:cNvSpPr/>
          <p:nvPr>
            <p:custDataLst>
              <p:tags r:id="rId37"/>
            </p:custDataLst>
          </p:nvPr>
        </p:nvSpPr>
        <p:spPr>
          <a:xfrm>
            <a:off x="2817876" y="2070788"/>
            <a:ext cx="2002536" cy="475488"/>
          </a:xfrm>
          <a:prstGeom prst="rect">
            <a:avLst/>
          </a:prstGeom>
          <a:noFill/>
          <a:ln/>
        </p:spPr>
        <p:txBody>
          <a:bodyPr wrap="square" lIns="0" tIns="0" rIns="0" bIns="0" rtlCol="0" anchor="t">
            <a:normAutofit fontScale="92500" lnSpcReduction="10000"/>
          </a:bodyPr>
          <a:lstStyle/>
          <a:p>
            <a:pPr marL="0" indent="0" algn="ctr">
              <a:buNone/>
            </a:pPr>
            <a:r>
              <a:rPr lang="fr-CA" sz="1850" b="1" dirty="0">
                <a:solidFill>
                  <a:srgbClr val="1F6FEB"/>
                </a:solidFill>
                <a:latin typeface="Calibri" pitchFamily="34" charset="0"/>
                <a:ea typeface="Calibri" pitchFamily="34" charset="-122"/>
                <a:cs typeface="Calibri" pitchFamily="34" charset="-120"/>
              </a:rPr>
              <a:t>Periodic</a:t>
            </a:r>
          </a:p>
          <a:p>
            <a:pPr marL="0" indent="0" algn="ctr">
              <a:buNone/>
            </a:pPr>
            <a:r>
              <a:rPr lang="fr-CA" sz="1850" b="1" dirty="0">
                <a:solidFill>
                  <a:srgbClr val="1F6FEB"/>
                </a:solidFill>
                <a:latin typeface="Calibri" pitchFamily="34" charset="0"/>
                <a:ea typeface="Calibri" pitchFamily="34" charset="-122"/>
                <a:cs typeface="Calibri" pitchFamily="34" charset="-120"/>
              </a:rPr>
              <a:t>Snapshots</a:t>
            </a:r>
            <a:endParaRPr lang="fr-CA" sz="1850" dirty="0"/>
          </a:p>
        </p:txBody>
      </p:sp>
      <p:sp>
        <p:nvSpPr>
          <p:cNvPr id="49" name="Text 9">
            <a:extLst>
              <a:ext uri="{FF2B5EF4-FFF2-40B4-BE49-F238E27FC236}">
                <a16:creationId xmlns:a16="http://schemas.microsoft.com/office/drawing/2014/main" id="{060210D7-4958-62F3-D3DB-AAE6BFC475AF}"/>
              </a:ext>
            </a:extLst>
          </p:cNvPr>
          <p:cNvSpPr/>
          <p:nvPr>
            <p:custDataLst>
              <p:tags r:id="rId38"/>
            </p:custDataLst>
          </p:nvPr>
        </p:nvSpPr>
        <p:spPr>
          <a:xfrm>
            <a:off x="2817876" y="2533465"/>
            <a:ext cx="2002536" cy="297185"/>
          </a:xfrm>
          <a:prstGeom prst="rect">
            <a:avLst/>
          </a:prstGeom>
          <a:noFill/>
          <a:ln/>
        </p:spPr>
        <p:txBody>
          <a:bodyPr wrap="square" lIns="0" tIns="0" rIns="0" bIns="0" rtlCol="0" anchor="t">
            <a:normAutofit/>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(Reconciliation)</a:t>
            </a:r>
            <a:endParaRPr lang="fr-CA" sz="162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2BF2C30C-D311-B7EF-24A1-16843DB5C265}"/>
              </a:ext>
            </a:extLst>
          </p:cNvPr>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5" name="Text 1">
            <a:extLst>
              <a:ext uri="{FF2B5EF4-FFF2-40B4-BE49-F238E27FC236}">
                <a16:creationId xmlns:a16="http://schemas.microsoft.com/office/drawing/2014/main" id="{F39FC9D5-707B-847B-6D4B-C790B8BF0744}"/>
              </a:ext>
            </a:extLst>
          </p:cNvPr>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02 / UNDERSTAND KAFKA</a:t>
            </a:r>
            <a:endParaRPr lang="fr-CA" sz="1100" noProof="0" dirty="0"/>
          </a:p>
        </p:txBody>
      </p:sp>
      <p:sp>
        <p:nvSpPr>
          <p:cNvPr id="7" name="Text 2">
            <a:extLst>
              <a:ext uri="{FF2B5EF4-FFF2-40B4-BE49-F238E27FC236}">
                <a16:creationId xmlns:a16="http://schemas.microsoft.com/office/drawing/2014/main" id="{2D321BDF-3F5F-DC64-23D7-B9DAB661ED19}"/>
              </a:ext>
            </a:extLst>
          </p:cNvPr>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NORMALIZATION</a:t>
            </a:r>
            <a:endParaRPr lang="fr-CA" sz="1000" noProof="0" dirty="0"/>
          </a:p>
        </p:txBody>
      </p:sp>
      <p:sp>
        <p:nvSpPr>
          <p:cNvPr id="9" name="Text 3">
            <a:extLst>
              <a:ext uri="{FF2B5EF4-FFF2-40B4-BE49-F238E27FC236}">
                <a16:creationId xmlns:a16="http://schemas.microsoft.com/office/drawing/2014/main" id="{D7AAB32E-E5A8-BB63-4084-CF529708BA64}"/>
              </a:ext>
            </a:extLst>
          </p:cNvPr>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Data normalization</a:t>
            </a:r>
            <a:endParaRPr lang="fr-CA" sz="2700" noProof="0" dirty="0"/>
          </a:p>
        </p:txBody>
      </p:sp>
      <p:sp>
        <p:nvSpPr>
          <p:cNvPr id="11" name="Text 4">
            <a:extLst>
              <a:ext uri="{FF2B5EF4-FFF2-40B4-BE49-F238E27FC236}">
                <a16:creationId xmlns:a16="http://schemas.microsoft.com/office/drawing/2014/main" id="{5301AC3B-3B20-4A28-554C-B181A207A805}"/>
              </a:ext>
            </a:extLst>
          </p:cNvPr>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The topic carries messages from a producer. A message has a payload and metadata. Normalization must not depend on the technology and must be understandable by all present and future consumers.</a:t>
            </a:r>
            <a:endParaRPr lang="fr-CA" sz="1650" noProof="0" dirty="0"/>
          </a:p>
        </p:txBody>
      </p:sp>
      <p:sp>
        <p:nvSpPr>
          <p:cNvPr id="4" name="Text 7">
            <a:extLst>
              <a:ext uri="{FF2B5EF4-FFF2-40B4-BE49-F238E27FC236}">
                <a16:creationId xmlns:a16="http://schemas.microsoft.com/office/drawing/2014/main" id="{0BBFF9CE-8B0E-B243-86D2-29B26D0CD419}"/>
              </a:ext>
            </a:extLst>
          </p:cNvPr>
          <p:cNvSpPr/>
          <p:nvPr>
            <p:custDataLst>
              <p:tags r:id="rId6"/>
            </p:custDataLst>
          </p:nvPr>
        </p:nvSpPr>
        <p:spPr>
          <a:xfrm>
            <a:off x="530352" y="2220601"/>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1F6FEB"/>
                </a:solidFill>
                <a:latin typeface="Calibri" pitchFamily="34" charset="0"/>
                <a:ea typeface="Calibri" pitchFamily="34" charset="-122"/>
                <a:cs typeface="Calibri" pitchFamily="34" charset="-120"/>
              </a:rPr>
              <a:t>01</a:t>
            </a:r>
            <a:endParaRPr lang="fr-CA" sz="2500" noProof="0" dirty="0"/>
          </a:p>
        </p:txBody>
      </p:sp>
      <p:sp>
        <p:nvSpPr>
          <p:cNvPr id="8" name="Text 8">
            <a:extLst>
              <a:ext uri="{FF2B5EF4-FFF2-40B4-BE49-F238E27FC236}">
                <a16:creationId xmlns:a16="http://schemas.microsoft.com/office/drawing/2014/main" id="{61423090-1F14-738E-ACC7-2A31EE42B811}"/>
              </a:ext>
            </a:extLst>
          </p:cNvPr>
          <p:cNvSpPr/>
          <p:nvPr>
            <p:custDataLst>
              <p:tags r:id="rId7"/>
            </p:custDataLst>
          </p:nvPr>
        </p:nvSpPr>
        <p:spPr>
          <a:xfrm>
            <a:off x="1234440" y="2229745"/>
            <a:ext cx="3017520" cy="36576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Normalization</a:t>
            </a:r>
            <a:endParaRPr lang="fr-CA" sz="2000" noProof="0" dirty="0"/>
          </a:p>
        </p:txBody>
      </p:sp>
      <p:sp>
        <p:nvSpPr>
          <p:cNvPr id="12" name="Text 9">
            <a:extLst>
              <a:ext uri="{FF2B5EF4-FFF2-40B4-BE49-F238E27FC236}">
                <a16:creationId xmlns:a16="http://schemas.microsoft.com/office/drawing/2014/main" id="{0164AC47-0C67-CA63-DE1F-B74F9AA488E2}"/>
              </a:ext>
            </a:extLst>
          </p:cNvPr>
          <p:cNvSpPr/>
          <p:nvPr>
            <p:custDataLst>
              <p:tags r:id="rId8"/>
            </p:custDataLst>
          </p:nvPr>
        </p:nvSpPr>
        <p:spPr>
          <a:xfrm>
            <a:off x="1234438" y="2623681"/>
            <a:ext cx="5064073" cy="749063"/>
          </a:xfrm>
          <a:prstGeom prst="rect">
            <a:avLst/>
          </a:prstGeom>
          <a:noFill/>
          <a:ln/>
        </p:spPr>
        <p:txBody>
          <a:bodyPr wrap="square" lIns="0" tIns="0" rIns="0" bIns="0" rtlCol="0" anchor="t">
            <a:normAutofit lnSpcReduction="10000"/>
          </a:bodyPr>
          <a:lstStyle/>
          <a:p>
            <a:pPr marL="0" indent="0">
              <a:buNone/>
            </a:pPr>
            <a:r>
              <a:rPr lang="fr-CA" sz="1720" noProof="0" dirty="0">
                <a:solidFill>
                  <a:srgbClr val="486581"/>
                </a:solidFill>
                <a:latin typeface="Calibri" pitchFamily="34" charset="0"/>
                <a:ea typeface="Calibri" pitchFamily="34" charset="-122"/>
                <a:cs typeface="Calibri" pitchFamily="34" charset="-120"/>
              </a:rPr>
              <a:t>Normalization aims to make the message accessible/understandable to consumers — durable over time.</a:t>
            </a:r>
            <a:endParaRPr lang="fr-CA" sz="1720" u="sng" noProof="0" dirty="0"/>
          </a:p>
        </p:txBody>
      </p:sp>
      <p:sp>
        <p:nvSpPr>
          <p:cNvPr id="14" name="Text 10">
            <a:extLst>
              <a:ext uri="{FF2B5EF4-FFF2-40B4-BE49-F238E27FC236}">
                <a16:creationId xmlns:a16="http://schemas.microsoft.com/office/drawing/2014/main" id="{F73DB842-D98B-F2D8-A37E-85E9080FC409}"/>
              </a:ext>
            </a:extLst>
          </p:cNvPr>
          <p:cNvSpPr/>
          <p:nvPr>
            <p:custDataLst>
              <p:tags r:id="rId9"/>
            </p:custDataLst>
          </p:nvPr>
        </p:nvSpPr>
        <p:spPr>
          <a:xfrm>
            <a:off x="541266" y="3373863"/>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0F766E"/>
                </a:solidFill>
                <a:latin typeface="Calibri" pitchFamily="34" charset="0"/>
                <a:ea typeface="Calibri" pitchFamily="34" charset="-122"/>
                <a:cs typeface="Calibri" pitchFamily="34" charset="-120"/>
              </a:rPr>
              <a:t>02</a:t>
            </a:r>
            <a:endParaRPr lang="fr-CA" sz="2500" noProof="0" dirty="0"/>
          </a:p>
        </p:txBody>
      </p:sp>
      <p:sp>
        <p:nvSpPr>
          <p:cNvPr id="16" name="Text 11">
            <a:extLst>
              <a:ext uri="{FF2B5EF4-FFF2-40B4-BE49-F238E27FC236}">
                <a16:creationId xmlns:a16="http://schemas.microsoft.com/office/drawing/2014/main" id="{736D67DC-C2D8-1141-1705-195E56835909}"/>
              </a:ext>
            </a:extLst>
          </p:cNvPr>
          <p:cNvSpPr/>
          <p:nvPr>
            <p:custDataLst>
              <p:tags r:id="rId10"/>
            </p:custDataLst>
          </p:nvPr>
        </p:nvSpPr>
        <p:spPr>
          <a:xfrm>
            <a:off x="1245354" y="3383007"/>
            <a:ext cx="3017520" cy="36576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Metadata</a:t>
            </a:r>
            <a:endParaRPr lang="fr-CA" sz="2000" noProof="0" dirty="0"/>
          </a:p>
        </p:txBody>
      </p:sp>
      <p:sp>
        <p:nvSpPr>
          <p:cNvPr id="18" name="Text 12">
            <a:extLst>
              <a:ext uri="{FF2B5EF4-FFF2-40B4-BE49-F238E27FC236}">
                <a16:creationId xmlns:a16="http://schemas.microsoft.com/office/drawing/2014/main" id="{BA2631B0-6E18-FDBD-5F5B-45AF5CA08A8D}"/>
              </a:ext>
            </a:extLst>
          </p:cNvPr>
          <p:cNvSpPr/>
          <p:nvPr>
            <p:custDataLst>
              <p:tags r:id="rId11"/>
            </p:custDataLst>
          </p:nvPr>
        </p:nvSpPr>
        <p:spPr>
          <a:xfrm>
            <a:off x="1245352" y="3813425"/>
            <a:ext cx="5064073" cy="800275"/>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Allows the consumer to know the context and obtain the unique identifier. Alternative: payload hash … if there is a timestamp field.</a:t>
            </a:r>
            <a:endParaRPr lang="fr-CA" sz="1720" noProof="0" dirty="0"/>
          </a:p>
        </p:txBody>
      </p:sp>
      <p:sp>
        <p:nvSpPr>
          <p:cNvPr id="20" name="Text 13">
            <a:extLst>
              <a:ext uri="{FF2B5EF4-FFF2-40B4-BE49-F238E27FC236}">
                <a16:creationId xmlns:a16="http://schemas.microsoft.com/office/drawing/2014/main" id="{739AC716-4491-1829-EC05-6ADDDDFFC7AB}"/>
              </a:ext>
            </a:extLst>
          </p:cNvPr>
          <p:cNvSpPr/>
          <p:nvPr>
            <p:custDataLst>
              <p:tags r:id="rId12"/>
            </p:custDataLst>
          </p:nvPr>
        </p:nvSpPr>
        <p:spPr>
          <a:xfrm>
            <a:off x="530352" y="4727174"/>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B45309"/>
                </a:solidFill>
                <a:latin typeface="Calibri" pitchFamily="34" charset="0"/>
                <a:ea typeface="Calibri" pitchFamily="34" charset="-122"/>
                <a:cs typeface="Calibri" pitchFamily="34" charset="-120"/>
              </a:rPr>
              <a:t>03</a:t>
            </a:r>
            <a:endParaRPr lang="fr-CA" sz="2500" noProof="0" dirty="0"/>
          </a:p>
        </p:txBody>
      </p:sp>
      <p:sp>
        <p:nvSpPr>
          <p:cNvPr id="22" name="Text 14">
            <a:extLst>
              <a:ext uri="{FF2B5EF4-FFF2-40B4-BE49-F238E27FC236}">
                <a16:creationId xmlns:a16="http://schemas.microsoft.com/office/drawing/2014/main" id="{268E8EE1-EDB3-8F63-FD90-C9A7C4A4DD1F}"/>
              </a:ext>
            </a:extLst>
          </p:cNvPr>
          <p:cNvSpPr/>
          <p:nvPr>
            <p:custDataLst>
              <p:tags r:id="rId13"/>
            </p:custDataLst>
          </p:nvPr>
        </p:nvSpPr>
        <p:spPr>
          <a:xfrm>
            <a:off x="1234440" y="4736318"/>
            <a:ext cx="3017520" cy="36576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Integrity</a:t>
            </a:r>
            <a:endParaRPr lang="fr-CA" sz="2000" noProof="0" dirty="0"/>
          </a:p>
        </p:txBody>
      </p:sp>
      <p:sp>
        <p:nvSpPr>
          <p:cNvPr id="24" name="Text 15">
            <a:extLst>
              <a:ext uri="{FF2B5EF4-FFF2-40B4-BE49-F238E27FC236}">
                <a16:creationId xmlns:a16="http://schemas.microsoft.com/office/drawing/2014/main" id="{41CE9271-E16A-FF41-59AA-600D8A598B5B}"/>
              </a:ext>
            </a:extLst>
          </p:cNvPr>
          <p:cNvSpPr/>
          <p:nvPr>
            <p:custDataLst>
              <p:tags r:id="rId14"/>
            </p:custDataLst>
          </p:nvPr>
        </p:nvSpPr>
        <p:spPr>
          <a:xfrm>
            <a:off x="1234439" y="5139769"/>
            <a:ext cx="4861561" cy="658368"/>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A consumer must be able to validate message integrity BEFORE processing.</a:t>
            </a:r>
            <a:endParaRPr lang="fr-CA" sz="1720" noProof="0" dirty="0"/>
          </a:p>
        </p:txBody>
      </p:sp>
      <p:sp>
        <p:nvSpPr>
          <p:cNvPr id="26" name="Shape 25">
            <a:extLst>
              <a:ext uri="{FF2B5EF4-FFF2-40B4-BE49-F238E27FC236}">
                <a16:creationId xmlns:a16="http://schemas.microsoft.com/office/drawing/2014/main" id="{4C656783-FDC6-0462-F4DC-6C71F4F127C1}"/>
              </a:ext>
            </a:extLst>
          </p:cNvPr>
          <p:cNvSpPr/>
          <p:nvPr>
            <p:custDataLst>
              <p:tags r:id="rId15"/>
            </p:custDataLst>
          </p:nvPr>
        </p:nvSpPr>
        <p:spPr>
          <a:xfrm>
            <a:off x="530352" y="5715000"/>
            <a:ext cx="11128248" cy="448056"/>
          </a:xfrm>
          <a:prstGeom prst="roundRect">
            <a:avLst>
              <a:gd name="adj" fmla="val 20408"/>
            </a:avLst>
          </a:prstGeom>
          <a:solidFill>
            <a:srgbClr val="FFF7ED"/>
          </a:solidFill>
          <a:ln w="8890">
            <a:solidFill>
              <a:srgbClr val="FFF7ED"/>
            </a:solidFill>
            <a:prstDash val="solid"/>
          </a:ln>
        </p:spPr>
        <p:txBody>
          <a:bodyPr/>
          <a:lstStyle/>
          <a:p>
            <a:endParaRPr lang="fr-CA" noProof="0" dirty="0"/>
          </a:p>
        </p:txBody>
      </p:sp>
      <p:sp>
        <p:nvSpPr>
          <p:cNvPr id="28" name="Text 26">
            <a:extLst>
              <a:ext uri="{FF2B5EF4-FFF2-40B4-BE49-F238E27FC236}">
                <a16:creationId xmlns:a16="http://schemas.microsoft.com/office/drawing/2014/main" id="{0313F128-60AE-AEF0-71B4-4B70E27314B7}"/>
              </a:ext>
            </a:extLst>
          </p:cNvPr>
          <p:cNvSpPr/>
          <p:nvPr>
            <p:custDataLst>
              <p:tags r:id="rId16"/>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dirty="0">
                <a:solidFill>
                  <a:srgbClr val="B45309"/>
                </a:solidFill>
                <a:latin typeface="Calibri" pitchFamily="34" charset="0"/>
                <a:ea typeface="Calibri" pitchFamily="34" charset="-122"/>
                <a:cs typeface="Calibri" pitchFamily="34" charset="-120"/>
              </a:rPr>
              <a:t>Technology: metadata must not depend on MOM-specific features.</a:t>
            </a:r>
            <a:endParaRPr lang="fr-CA" sz="1550" noProof="0" dirty="0"/>
          </a:p>
        </p:txBody>
      </p:sp>
      <p:pic>
        <p:nvPicPr>
          <p:cNvPr id="30" name="Image 29">
            <a:extLst>
              <a:ext uri="{FF2B5EF4-FFF2-40B4-BE49-F238E27FC236}">
                <a16:creationId xmlns:a16="http://schemas.microsoft.com/office/drawing/2014/main" id="{99C9A5FC-C301-02E4-4F9F-582E8CAEE9B1}"/>
              </a:ext>
            </a:extLst>
          </p:cNvPr>
          <p:cNvPicPr>
            <a:picLocks noChangeAspect="1"/>
          </p:cNvPicPr>
          <p:nvPr>
            <p:custDataLst>
              <p:tags r:id="rId17"/>
            </p:custDataLst>
          </p:nvPr>
        </p:nvPicPr>
        <p:blipFill>
          <a:blip r:embed="rId26"/>
          <a:stretch>
            <a:fillRect/>
          </a:stretch>
        </p:blipFill>
        <p:spPr>
          <a:xfrm>
            <a:off x="6413327" y="2232171"/>
            <a:ext cx="5245274" cy="3333593"/>
          </a:xfrm>
          <a:prstGeom prst="rect">
            <a:avLst/>
          </a:prstGeom>
          <a:ln>
            <a:noFill/>
          </a:ln>
        </p:spPr>
      </p:pic>
      <p:sp>
        <p:nvSpPr>
          <p:cNvPr id="32" name="Shape 18">
            <a:extLst>
              <a:ext uri="{FF2B5EF4-FFF2-40B4-BE49-F238E27FC236}">
                <a16:creationId xmlns:a16="http://schemas.microsoft.com/office/drawing/2014/main" id="{BE99CE0D-EAD2-B181-3C3E-1B6CFC4CA4B9}"/>
              </a:ext>
            </a:extLst>
          </p:cNvPr>
          <p:cNvSpPr/>
          <p:nvPr>
            <p:custDataLst>
              <p:tags r:id="rId18"/>
            </p:custDataLst>
          </p:nvPr>
        </p:nvSpPr>
        <p:spPr>
          <a:xfrm flipH="1">
            <a:off x="8066759" y="2285999"/>
            <a:ext cx="450935" cy="365761"/>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fr-CA" dirty="0"/>
          </a:p>
        </p:txBody>
      </p:sp>
      <p:sp>
        <p:nvSpPr>
          <p:cNvPr id="34" name="Text 15">
            <a:extLst>
              <a:ext uri="{FF2B5EF4-FFF2-40B4-BE49-F238E27FC236}">
                <a16:creationId xmlns:a16="http://schemas.microsoft.com/office/drawing/2014/main" id="{F83FCEEE-5945-0497-FEC6-6C2175CDD421}"/>
              </a:ext>
            </a:extLst>
          </p:cNvPr>
          <p:cNvSpPr/>
          <p:nvPr>
            <p:custDataLst>
              <p:tags r:id="rId19"/>
            </p:custDataLst>
          </p:nvPr>
        </p:nvSpPr>
        <p:spPr>
          <a:xfrm>
            <a:off x="8610683" y="2146584"/>
            <a:ext cx="2712846" cy="375538"/>
          </a:xfrm>
          <a:prstGeom prst="rect">
            <a:avLst/>
          </a:prstGeom>
          <a:noFill/>
          <a:ln/>
        </p:spPr>
        <p:txBody>
          <a:bodyPr wrap="square" lIns="0" tIns="0" rIns="0" bIns="0" rtlCol="0" anchor="t">
            <a:normAutofit fontScale="85000" lnSpcReduction="20000"/>
          </a:bodyPr>
          <a:lstStyle/>
          <a:p>
            <a:pPr marL="0" indent="0">
              <a:buNone/>
            </a:pPr>
            <a:r>
              <a:rPr lang="fr-CA" sz="1720" noProof="0" dirty="0">
                <a:solidFill>
                  <a:srgbClr val="486581"/>
                </a:solidFill>
                <a:latin typeface="Calibri" pitchFamily="34" charset="0"/>
                <a:ea typeface="Calibri" pitchFamily="34" charset="-122"/>
                <a:cs typeface="Calibri" pitchFamily="34" charset="-120"/>
              </a:rPr>
              <a:t>Very important. Non-falsifiable.</a:t>
            </a:r>
          </a:p>
          <a:p>
            <a:pPr marL="0" indent="0">
              <a:buNone/>
            </a:pPr>
            <a:r>
              <a:rPr lang="fr-CA" sz="1720" noProof="0" dirty="0">
                <a:solidFill>
                  <a:srgbClr val="486581"/>
                </a:solidFill>
                <a:latin typeface="Calibri" pitchFamily="34" charset="0"/>
                <a:ea typeface="Calibri" pitchFamily="34" charset="-122"/>
                <a:cs typeface="Calibri" pitchFamily="34" charset="-120"/>
              </a:rPr>
              <a:t>“Zero Trust” principle.</a:t>
            </a:r>
            <a:endParaRPr lang="fr-CA" sz="1720" noProof="0" dirty="0"/>
          </a:p>
        </p:txBody>
      </p:sp>
      <p:sp>
        <p:nvSpPr>
          <p:cNvPr id="36" name="Shape 18">
            <a:extLst>
              <a:ext uri="{FF2B5EF4-FFF2-40B4-BE49-F238E27FC236}">
                <a16:creationId xmlns:a16="http://schemas.microsoft.com/office/drawing/2014/main" id="{83D69104-738F-29B8-9C53-90864C2B41DC}"/>
              </a:ext>
            </a:extLst>
          </p:cNvPr>
          <p:cNvSpPr/>
          <p:nvPr>
            <p:custDataLst>
              <p:tags r:id="rId20"/>
            </p:custDataLst>
          </p:nvPr>
        </p:nvSpPr>
        <p:spPr>
          <a:xfrm flipH="1">
            <a:off x="9156526" y="3749041"/>
            <a:ext cx="351622" cy="218144"/>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fr-CA" dirty="0"/>
          </a:p>
        </p:txBody>
      </p:sp>
      <p:sp>
        <p:nvSpPr>
          <p:cNvPr id="38" name="Text 15">
            <a:extLst>
              <a:ext uri="{FF2B5EF4-FFF2-40B4-BE49-F238E27FC236}">
                <a16:creationId xmlns:a16="http://schemas.microsoft.com/office/drawing/2014/main" id="{236C1709-CE3F-0A5D-969E-506431D4212C}"/>
              </a:ext>
            </a:extLst>
          </p:cNvPr>
          <p:cNvSpPr/>
          <p:nvPr>
            <p:custDataLst>
              <p:tags r:id="rId21"/>
            </p:custDataLst>
          </p:nvPr>
        </p:nvSpPr>
        <p:spPr>
          <a:xfrm>
            <a:off x="9612050" y="3605917"/>
            <a:ext cx="2046550" cy="361267"/>
          </a:xfrm>
          <a:prstGeom prst="rect">
            <a:avLst/>
          </a:prstGeom>
          <a:noFill/>
          <a:ln/>
        </p:spPr>
        <p:txBody>
          <a:bodyPr wrap="square" lIns="0" tIns="0" rIns="0" bIns="0" rtlCol="0" anchor="t">
            <a:normAutofit fontScale="77500" lnSpcReduction="20000"/>
          </a:bodyPr>
          <a:lstStyle/>
          <a:p>
            <a:pPr marL="0" indent="0">
              <a:buNone/>
            </a:pPr>
            <a:r>
              <a:rPr lang="fr-CA" sz="1720" noProof="0" dirty="0">
                <a:solidFill>
                  <a:srgbClr val="486581"/>
                </a:solidFill>
                <a:latin typeface="Calibri" pitchFamily="34" charset="0"/>
                <a:ea typeface="Calibri" pitchFamily="34" charset="-122"/>
                <a:cs typeface="Calibri" pitchFamily="34" charset="-120"/>
              </a:rPr>
              <a:t>Should be UUIDs.</a:t>
            </a:r>
            <a:endParaRPr lang="fr-CA" sz="1720" dirty="0">
              <a:solidFill>
                <a:srgbClr val="486581"/>
              </a:solidFill>
              <a:latin typeface="Calibri" pitchFamily="34" charset="0"/>
              <a:ea typeface="Calibri" pitchFamily="34" charset="-122"/>
              <a:cs typeface="Calibri" pitchFamily="34" charset="-120"/>
            </a:endParaRPr>
          </a:p>
          <a:p>
            <a:pPr marL="0" indent="0">
              <a:buNone/>
            </a:pPr>
            <a:r>
              <a:rPr lang="fr-CA" sz="1720" noProof="0" dirty="0">
                <a:solidFill>
                  <a:srgbClr val="486581"/>
                </a:solidFill>
                <a:latin typeface="Calibri" pitchFamily="34" charset="0"/>
                <a:ea typeface="Calibri" pitchFamily="34" charset="-122"/>
                <a:cs typeface="Calibri" pitchFamily="34" charset="-120"/>
              </a:rPr>
              <a:t>OK for a Sandbox.</a:t>
            </a:r>
            <a:endParaRPr lang="fr-CA" sz="1720" noProof="0" dirty="0"/>
          </a:p>
        </p:txBody>
      </p:sp>
      <p:sp>
        <p:nvSpPr>
          <p:cNvPr id="13" name="Text 5">
            <a:extLst>
              <a:ext uri="{FF2B5EF4-FFF2-40B4-BE49-F238E27FC236}">
                <a16:creationId xmlns:a16="http://schemas.microsoft.com/office/drawing/2014/main" id="{098796AD-F744-EE7A-F21C-40B028834072}"/>
              </a:ext>
            </a:extLst>
          </p:cNvPr>
          <p:cNvSpPr/>
          <p:nvPr>
            <p:custDataLst>
              <p:tags r:id="rId22"/>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17" name="Text 6">
            <a:extLst>
              <a:ext uri="{FF2B5EF4-FFF2-40B4-BE49-F238E27FC236}">
                <a16:creationId xmlns:a16="http://schemas.microsoft.com/office/drawing/2014/main" id="{785BD721-5307-2E19-57D5-DC13CB9E377F}"/>
              </a:ext>
            </a:extLst>
          </p:cNvPr>
          <p:cNvSpPr/>
          <p:nvPr>
            <p:custDataLst>
              <p:tags r:id="rId23"/>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dirty="0">
                <a:solidFill>
                  <a:srgbClr val="486581"/>
                </a:solidFill>
                <a:latin typeface="Calibri" pitchFamily="34" charset="0"/>
                <a:ea typeface="Calibri" pitchFamily="34" charset="-122"/>
                <a:cs typeface="Calibri" pitchFamily="34" charset="-120"/>
              </a:rPr>
              <a:t>08</a:t>
            </a:r>
            <a:endParaRPr lang="fr-CA" sz="900" dirty="0"/>
          </a:p>
        </p:txBody>
      </p:sp>
    </p:spTree>
    <p:extLst>
      <p:ext uri="{BB962C8B-B14F-4D97-AF65-F5344CB8AC3E}">
        <p14:creationId xmlns:p14="http://schemas.microsoft.com/office/powerpoint/2010/main" val="31489558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02 / UNDERSTAND KAFKA</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TOPIC DESIGN</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Neither a universal topic nor uncontrolled multiplication</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The goal is to find a balance around aggregates, responsibilities, and contracts.</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09</a:t>
            </a:r>
            <a:endParaRPr lang="fr-CA" sz="900" noProof="0" dirty="0"/>
          </a:p>
        </p:txBody>
      </p:sp>
      <p:sp>
        <p:nvSpPr>
          <p:cNvPr id="9" name="Shape 7"/>
          <p:cNvSpPr/>
          <p:nvPr>
            <p:custDataLst>
              <p:tags r:id="rId8"/>
            </p:custDataLst>
          </p:nvPr>
        </p:nvSpPr>
        <p:spPr>
          <a:xfrm>
            <a:off x="530352" y="2026117"/>
            <a:ext cx="3520440" cy="3405420"/>
          </a:xfrm>
          <a:prstGeom prst="roundRect">
            <a:avLst>
              <a:gd name="adj" fmla="val 2833"/>
            </a:avLst>
          </a:prstGeom>
          <a:solidFill>
            <a:srgbClr val="FFF7ED"/>
          </a:solidFill>
          <a:ln w="8890">
            <a:solidFill>
              <a:srgbClr val="D9E2EC"/>
            </a:solidFill>
            <a:prstDash val="solid"/>
          </a:ln>
        </p:spPr>
        <p:txBody>
          <a:bodyPr/>
          <a:lstStyle/>
          <a:p>
            <a:endParaRPr lang="fr-CA" noProof="0" dirty="0"/>
          </a:p>
        </p:txBody>
      </p:sp>
      <p:sp>
        <p:nvSpPr>
          <p:cNvPr id="10" name="Shape 8"/>
          <p:cNvSpPr/>
          <p:nvPr>
            <p:custDataLst>
              <p:tags r:id="rId9"/>
            </p:custDataLst>
          </p:nvPr>
        </p:nvSpPr>
        <p:spPr>
          <a:xfrm>
            <a:off x="758952" y="2282149"/>
            <a:ext cx="731520" cy="0"/>
          </a:xfrm>
          <a:prstGeom prst="line">
            <a:avLst/>
          </a:prstGeom>
          <a:noFill/>
          <a:ln w="29210">
            <a:solidFill>
              <a:srgbClr val="B45309"/>
            </a:solidFill>
            <a:prstDash val="solid"/>
          </a:ln>
        </p:spPr>
        <p:txBody>
          <a:bodyPr/>
          <a:lstStyle/>
          <a:p>
            <a:endParaRPr lang="fr-CA" noProof="0" dirty="0"/>
          </a:p>
        </p:txBody>
      </p:sp>
      <p:sp>
        <p:nvSpPr>
          <p:cNvPr id="11" name="Text 9"/>
          <p:cNvSpPr/>
          <p:nvPr>
            <p:custDataLst>
              <p:tags r:id="rId10"/>
            </p:custDataLst>
          </p:nvPr>
        </p:nvSpPr>
        <p:spPr>
          <a:xfrm>
            <a:off x="758952" y="2510749"/>
            <a:ext cx="3063240"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Fat pipe</a:t>
            </a:r>
            <a:endParaRPr lang="fr-CA" sz="2000" noProof="0" dirty="0"/>
          </a:p>
        </p:txBody>
      </p:sp>
      <p:sp>
        <p:nvSpPr>
          <p:cNvPr id="12" name="Text 10"/>
          <p:cNvSpPr/>
          <p:nvPr>
            <p:custDataLst>
              <p:tags r:id="rId11"/>
            </p:custDataLst>
          </p:nvPr>
        </p:nvSpPr>
        <p:spPr>
          <a:xfrm>
            <a:off x="758952" y="2906759"/>
            <a:ext cx="3063240" cy="2182598"/>
          </a:xfrm>
          <a:prstGeom prst="rect">
            <a:avLst/>
          </a:prstGeom>
          <a:noFill/>
          <a:ln/>
        </p:spPr>
        <p:txBody>
          <a:bodyPr wrap="square" lIns="0" tIns="0" rIns="0" bIns="0" rtlCol="0" anchor="t">
            <a:normAutofit/>
          </a:bodyPr>
          <a:lstStyle/>
          <a:p>
            <a:pPr marL="0" indent="0">
              <a:buNone/>
            </a:pPr>
            <a:r>
              <a:rPr lang="fr-CA" sz="1750" noProof="0" dirty="0">
                <a:solidFill>
                  <a:srgbClr val="486581"/>
                </a:solidFill>
                <a:latin typeface="Calibri" pitchFamily="34" charset="0"/>
                <a:ea typeface="Calibri" pitchFamily="34" charset="-122"/>
                <a:cs typeface="Calibri" pitchFamily="34" charset="-120"/>
              </a:rPr>
              <a:t>A topic for heterogeneous events.</a:t>
            </a:r>
            <a:endParaRPr lang="fr-CA" sz="1750" noProof="0" dirty="0"/>
          </a:p>
          <a:p>
            <a:pPr marL="0" indent="0">
              <a:buNone/>
            </a:pP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Risk: unclear contract and unnatural (or impossible) key.</a:t>
            </a:r>
          </a:p>
          <a:p>
            <a:pPr marL="0" indent="0">
              <a:buNone/>
            </a:pPr>
            <a:endParaRPr lang="fr-CA" sz="1750" dirty="0">
              <a:solidFill>
                <a:srgbClr val="486581"/>
              </a:solidFill>
              <a:latin typeface="Calibri" pitchFamily="34" charset="0"/>
              <a:ea typeface="Calibri" pitchFamily="34" charset="-122"/>
              <a:cs typeface="Calibri" pitchFamily="34" charset="-120"/>
            </a:endParaRPr>
          </a:p>
          <a:p>
            <a:pPr marL="0" indent="0">
              <a:buNone/>
            </a:pPr>
            <a:r>
              <a:rPr lang="fr-CA" sz="1750" noProof="0" dirty="0">
                <a:solidFill>
                  <a:srgbClr val="486581"/>
                </a:solidFill>
                <a:latin typeface="Calibri" pitchFamily="34" charset="0"/>
                <a:ea typeface="Calibri" pitchFamily="34" charset="-122"/>
                <a:cs typeface="Calibri" pitchFamily="34" charset="-120"/>
              </a:rPr>
              <a:t>Makes message consumption exponentially more complex.</a:t>
            </a:r>
          </a:p>
          <a:p>
            <a:pPr marL="0" indent="0">
              <a:buNone/>
            </a:pPr>
            <a:endParaRPr lang="fr-CA" sz="1750" dirty="0">
              <a:solidFill>
                <a:srgbClr val="486581"/>
              </a:solidFill>
              <a:latin typeface="Calibri" pitchFamily="34" charset="0"/>
              <a:ea typeface="Calibri" pitchFamily="34" charset="-122"/>
              <a:cs typeface="Calibri" pitchFamily="34" charset="-120"/>
            </a:endParaRPr>
          </a:p>
          <a:p>
            <a:pPr marL="0" indent="0">
              <a:buNone/>
            </a:pPr>
            <a:endParaRPr lang="fr-CA" sz="1750" noProof="0" dirty="0"/>
          </a:p>
        </p:txBody>
      </p:sp>
      <p:sp>
        <p:nvSpPr>
          <p:cNvPr id="13" name="Shape 11"/>
          <p:cNvSpPr/>
          <p:nvPr>
            <p:custDataLst>
              <p:tags r:id="rId12"/>
            </p:custDataLst>
          </p:nvPr>
        </p:nvSpPr>
        <p:spPr>
          <a:xfrm>
            <a:off x="4334256" y="2026116"/>
            <a:ext cx="3520440" cy="3405419"/>
          </a:xfrm>
          <a:prstGeom prst="roundRect">
            <a:avLst>
              <a:gd name="adj" fmla="val 2833"/>
            </a:avLst>
          </a:prstGeom>
          <a:solidFill>
            <a:srgbClr val="EFF6FF"/>
          </a:solidFill>
          <a:ln w="8890">
            <a:solidFill>
              <a:srgbClr val="D9E2EC"/>
            </a:solidFill>
            <a:prstDash val="solid"/>
          </a:ln>
        </p:spPr>
        <p:txBody>
          <a:bodyPr/>
          <a:lstStyle/>
          <a:p>
            <a:endParaRPr lang="fr-CA" noProof="0" dirty="0"/>
          </a:p>
        </p:txBody>
      </p:sp>
      <p:sp>
        <p:nvSpPr>
          <p:cNvPr id="14" name="Shape 12"/>
          <p:cNvSpPr/>
          <p:nvPr>
            <p:custDataLst>
              <p:tags r:id="rId13"/>
            </p:custDataLst>
          </p:nvPr>
        </p:nvSpPr>
        <p:spPr>
          <a:xfrm>
            <a:off x="4562856" y="2282149"/>
            <a:ext cx="731520" cy="0"/>
          </a:xfrm>
          <a:prstGeom prst="line">
            <a:avLst/>
          </a:prstGeom>
          <a:noFill/>
          <a:ln w="29210">
            <a:solidFill>
              <a:srgbClr val="1F6FEB"/>
            </a:solidFill>
            <a:prstDash val="solid"/>
          </a:ln>
        </p:spPr>
        <p:txBody>
          <a:bodyPr/>
          <a:lstStyle/>
          <a:p>
            <a:endParaRPr lang="fr-CA" noProof="0" dirty="0"/>
          </a:p>
        </p:txBody>
      </p:sp>
      <p:sp>
        <p:nvSpPr>
          <p:cNvPr id="15" name="Text 13"/>
          <p:cNvSpPr/>
          <p:nvPr>
            <p:custDataLst>
              <p:tags r:id="rId14"/>
            </p:custDataLst>
          </p:nvPr>
        </p:nvSpPr>
        <p:spPr>
          <a:xfrm>
            <a:off x="4562856" y="2510749"/>
            <a:ext cx="3063240"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Thin pipes</a:t>
            </a:r>
            <a:endParaRPr lang="fr-CA" sz="2000" noProof="0" dirty="0"/>
          </a:p>
        </p:txBody>
      </p:sp>
      <p:sp>
        <p:nvSpPr>
          <p:cNvPr id="16" name="Text 14"/>
          <p:cNvSpPr/>
          <p:nvPr>
            <p:custDataLst>
              <p:tags r:id="rId15"/>
            </p:custDataLst>
          </p:nvPr>
        </p:nvSpPr>
        <p:spPr>
          <a:xfrm>
            <a:off x="4562856" y="2906759"/>
            <a:ext cx="3063240" cy="2182598"/>
          </a:xfrm>
          <a:prstGeom prst="rect">
            <a:avLst/>
          </a:prstGeom>
          <a:noFill/>
          <a:ln/>
        </p:spPr>
        <p:txBody>
          <a:bodyPr wrap="square" lIns="0" tIns="0" rIns="0" bIns="0" rtlCol="0" anchor="t">
            <a:normAutofit/>
          </a:bodyPr>
          <a:lstStyle/>
          <a:p>
            <a:pPr marL="0" indent="0">
              <a:buNone/>
            </a:pPr>
            <a:r>
              <a:rPr lang="fr-CA" sz="1750" noProof="0" dirty="0">
                <a:solidFill>
                  <a:srgbClr val="486581"/>
                </a:solidFill>
                <a:latin typeface="Calibri" pitchFamily="34" charset="0"/>
                <a:ea typeface="Calibri" pitchFamily="34" charset="-122"/>
                <a:cs typeface="Calibri" pitchFamily="34" charset="-120"/>
              </a:rPr>
              <a:t>Specialized topics by type.</a:t>
            </a:r>
            <a:endParaRPr lang="fr-CA" sz="1750" noProof="0" dirty="0"/>
          </a:p>
          <a:p>
            <a:pPr marL="0" indent="0">
              <a:buNone/>
            </a:pP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Trade-off: inter-topic ordering and operations.</a:t>
            </a:r>
          </a:p>
          <a:p>
            <a:pPr marL="0" indent="0">
              <a:buNone/>
            </a:pPr>
            <a:endParaRPr lang="fr-CA" sz="1750" dirty="0">
              <a:solidFill>
                <a:srgbClr val="486581"/>
              </a:solidFill>
              <a:latin typeface="Calibri" pitchFamily="34" charset="0"/>
              <a:ea typeface="Calibri" pitchFamily="34" charset="-122"/>
              <a:cs typeface="Calibri" pitchFamily="34" charset="-120"/>
            </a:endParaRPr>
          </a:p>
          <a:p>
            <a:pPr marL="0" indent="0">
              <a:buNone/>
            </a:pPr>
            <a:r>
              <a:rPr lang="fr-CA" sz="1750" noProof="0" dirty="0">
                <a:solidFill>
                  <a:srgbClr val="486581"/>
                </a:solidFill>
                <a:latin typeface="Calibri" pitchFamily="34" charset="0"/>
                <a:ea typeface="Calibri" pitchFamily="34" charset="-122"/>
                <a:cs typeface="Calibri" pitchFamily="34" charset="-120"/>
              </a:rPr>
              <a:t>Ideal for selecting a partition key.</a:t>
            </a:r>
            <a:endParaRPr lang="fr-CA" sz="1750" noProof="0" dirty="0"/>
          </a:p>
        </p:txBody>
      </p:sp>
      <p:sp>
        <p:nvSpPr>
          <p:cNvPr id="17" name="Shape 15"/>
          <p:cNvSpPr/>
          <p:nvPr>
            <p:custDataLst>
              <p:tags r:id="rId16"/>
            </p:custDataLst>
          </p:nvPr>
        </p:nvSpPr>
        <p:spPr>
          <a:xfrm>
            <a:off x="8138160" y="2026117"/>
            <a:ext cx="3520440" cy="3405420"/>
          </a:xfrm>
          <a:prstGeom prst="roundRect">
            <a:avLst>
              <a:gd name="adj" fmla="val 2833"/>
            </a:avLst>
          </a:prstGeom>
          <a:solidFill>
            <a:srgbClr val="EFFAF8"/>
          </a:solidFill>
          <a:ln w="8890">
            <a:solidFill>
              <a:srgbClr val="D9E2EC"/>
            </a:solidFill>
            <a:prstDash val="solid"/>
          </a:ln>
        </p:spPr>
        <p:txBody>
          <a:bodyPr/>
          <a:lstStyle/>
          <a:p>
            <a:endParaRPr lang="fr-CA" noProof="0" dirty="0"/>
          </a:p>
        </p:txBody>
      </p:sp>
      <p:sp>
        <p:nvSpPr>
          <p:cNvPr id="18" name="Shape 16"/>
          <p:cNvSpPr/>
          <p:nvPr>
            <p:custDataLst>
              <p:tags r:id="rId17"/>
            </p:custDataLst>
          </p:nvPr>
        </p:nvSpPr>
        <p:spPr>
          <a:xfrm>
            <a:off x="8366760" y="2282149"/>
            <a:ext cx="731520" cy="0"/>
          </a:xfrm>
          <a:prstGeom prst="line">
            <a:avLst/>
          </a:prstGeom>
          <a:noFill/>
          <a:ln w="29210">
            <a:solidFill>
              <a:srgbClr val="0F766E"/>
            </a:solidFill>
            <a:prstDash val="solid"/>
          </a:ln>
        </p:spPr>
        <p:txBody>
          <a:bodyPr/>
          <a:lstStyle/>
          <a:p>
            <a:endParaRPr lang="fr-CA" noProof="0" dirty="0"/>
          </a:p>
        </p:txBody>
      </p:sp>
      <p:sp>
        <p:nvSpPr>
          <p:cNvPr id="19" name="Text 17"/>
          <p:cNvSpPr/>
          <p:nvPr>
            <p:custDataLst>
              <p:tags r:id="rId18"/>
            </p:custDataLst>
          </p:nvPr>
        </p:nvSpPr>
        <p:spPr>
          <a:xfrm>
            <a:off x="8366760" y="2510749"/>
            <a:ext cx="3063240"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By aggregate</a:t>
            </a:r>
            <a:endParaRPr lang="fr-CA" sz="2000" noProof="0" dirty="0"/>
          </a:p>
        </p:txBody>
      </p:sp>
      <p:sp>
        <p:nvSpPr>
          <p:cNvPr id="20" name="Text 18"/>
          <p:cNvSpPr/>
          <p:nvPr>
            <p:custDataLst>
              <p:tags r:id="rId19"/>
            </p:custDataLst>
          </p:nvPr>
        </p:nvSpPr>
        <p:spPr>
          <a:xfrm>
            <a:off x="8366760" y="2906759"/>
            <a:ext cx="3063240" cy="2182598"/>
          </a:xfrm>
          <a:prstGeom prst="rect">
            <a:avLst/>
          </a:prstGeom>
          <a:noFill/>
          <a:ln/>
        </p:spPr>
        <p:txBody>
          <a:bodyPr wrap="square" lIns="0" tIns="0" rIns="0" bIns="0" rtlCol="0" anchor="t">
            <a:normAutofit/>
          </a:bodyPr>
          <a:lstStyle/>
          <a:p>
            <a:pPr marL="0" indent="0">
              <a:buNone/>
            </a:pPr>
            <a:r>
              <a:rPr lang="fr-CA" sz="1750" noProof="0" dirty="0">
                <a:solidFill>
                  <a:srgbClr val="486581"/>
                </a:solidFill>
                <a:latin typeface="Calibri" pitchFamily="34" charset="0"/>
                <a:ea typeface="Calibri" pitchFamily="34" charset="-122"/>
                <a:cs typeface="Calibri" pitchFamily="34" charset="-120"/>
              </a:rPr>
              <a:t>An explicit intent and contract.</a:t>
            </a:r>
            <a:endParaRPr lang="fr-CA" sz="1750" noProof="0" dirty="0"/>
          </a:p>
          <a:p>
            <a:pPr marL="0" indent="0">
              <a:buNone/>
            </a:pP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Group events whose order is related.</a:t>
            </a:r>
          </a:p>
          <a:p>
            <a:pPr marL="0" indent="0">
              <a:buNone/>
            </a:pPr>
            <a:endParaRPr lang="fr-CA" sz="1750" dirty="0">
              <a:solidFill>
                <a:srgbClr val="486581"/>
              </a:solidFill>
              <a:latin typeface="Calibri" pitchFamily="34" charset="0"/>
              <a:ea typeface="Calibri" pitchFamily="34" charset="-122"/>
              <a:cs typeface="Calibri" pitchFamily="34" charset="-120"/>
            </a:endParaRPr>
          </a:p>
          <a:p>
            <a:pPr marL="0" indent="0">
              <a:buNone/>
            </a:pPr>
            <a:r>
              <a:rPr lang="fr-CA" sz="1750" noProof="0" dirty="0">
                <a:solidFill>
                  <a:srgbClr val="486581"/>
                </a:solidFill>
                <a:latin typeface="Calibri" pitchFamily="34" charset="0"/>
                <a:ea typeface="Calibri" pitchFamily="34" charset="-122"/>
                <a:cs typeface="Calibri" pitchFamily="34" charset="-120"/>
              </a:rPr>
              <a:t>May be difficult to determine a good partition key.</a:t>
            </a:r>
            <a:endParaRPr lang="fr-CA" sz="1750" noProof="0" dirty="0"/>
          </a:p>
        </p:txBody>
      </p:sp>
      <p:sp>
        <p:nvSpPr>
          <p:cNvPr id="21" name="Shape 19"/>
          <p:cNvSpPr/>
          <p:nvPr>
            <p:custDataLst>
              <p:tags r:id="rId20"/>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22" name="Text 20"/>
          <p:cNvSpPr/>
          <p:nvPr>
            <p:custDataLst>
              <p:tags r:id="rId21"/>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A topic is an intentional contract, not just a transport pipe.</a:t>
            </a:r>
            <a:endParaRPr lang="fr-CA" sz="1550" noProof="0" dirty="0"/>
          </a:p>
        </p:txBody>
      </p:sp>
      <p:pic>
        <p:nvPicPr>
          <p:cNvPr id="24" name="Image 23">
            <a:extLst>
              <a:ext uri="{FF2B5EF4-FFF2-40B4-BE49-F238E27FC236}">
                <a16:creationId xmlns:a16="http://schemas.microsoft.com/office/drawing/2014/main" id="{68E6CAB2-2A71-5598-03EF-1506ECF304DD}"/>
              </a:ext>
            </a:extLst>
          </p:cNvPr>
          <p:cNvPicPr>
            <a:picLocks noChangeAspect="1"/>
          </p:cNvPicPr>
          <p:nvPr>
            <p:custDataLst>
              <p:tags r:id="rId22"/>
            </p:custDataLst>
          </p:nvPr>
        </p:nvPicPr>
        <p:blipFill>
          <a:blip r:embed="rId26"/>
          <a:stretch>
            <a:fillRect/>
          </a:stretch>
        </p:blipFill>
        <p:spPr>
          <a:xfrm>
            <a:off x="3300022" y="2045366"/>
            <a:ext cx="731520" cy="904721"/>
          </a:xfrm>
          <a:prstGeom prst="rect">
            <a:avLst/>
          </a:prstGeom>
        </p:spPr>
      </p:pic>
      <p:pic>
        <p:nvPicPr>
          <p:cNvPr id="25" name="Image 24">
            <a:extLst>
              <a:ext uri="{FF2B5EF4-FFF2-40B4-BE49-F238E27FC236}">
                <a16:creationId xmlns:a16="http://schemas.microsoft.com/office/drawing/2014/main" id="{73CC797D-D551-4B90-D91B-454278A80D76}"/>
              </a:ext>
            </a:extLst>
          </p:cNvPr>
          <p:cNvPicPr>
            <a:picLocks noChangeAspect="1"/>
          </p:cNvPicPr>
          <p:nvPr>
            <p:custDataLst>
              <p:tags r:id="rId23"/>
            </p:custDataLst>
          </p:nvPr>
        </p:nvPicPr>
        <p:blipFill>
          <a:blip r:embed="rId27"/>
          <a:stretch>
            <a:fillRect/>
          </a:stretch>
        </p:blipFill>
        <p:spPr>
          <a:xfrm>
            <a:off x="7064587" y="2045367"/>
            <a:ext cx="761715" cy="75262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02 / UNDERSTAND KAFKA</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FOUNDATIONS</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A Kafka topic … Partitions allocate horizontal elasticity</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The topic organizes messages; the partition provides order (when keyed); the offset marks a position; the group shares the work.</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10</a:t>
            </a:r>
            <a:endParaRPr lang="fr-CA" sz="900" noProof="0" dirty="0"/>
          </a:p>
        </p:txBody>
      </p:sp>
      <p:sp>
        <p:nvSpPr>
          <p:cNvPr id="9" name="Shape 7"/>
          <p:cNvSpPr/>
          <p:nvPr>
            <p:custDataLst>
              <p:tags r:id="rId8"/>
            </p:custDataLst>
          </p:nvPr>
        </p:nvSpPr>
        <p:spPr>
          <a:xfrm>
            <a:off x="530352" y="2017192"/>
            <a:ext cx="5565648" cy="3502964"/>
          </a:xfrm>
          <a:prstGeom prst="roundRect">
            <a:avLst>
              <a:gd name="adj" fmla="val 2849"/>
            </a:avLst>
          </a:prstGeom>
          <a:solidFill>
            <a:srgbClr val="F5F8FC"/>
          </a:solidFill>
          <a:ln w="8890">
            <a:solidFill>
              <a:srgbClr val="D9E2EC"/>
            </a:solidFill>
            <a:prstDash val="solid"/>
          </a:ln>
        </p:spPr>
        <p:txBody>
          <a:bodyPr/>
          <a:lstStyle/>
          <a:p>
            <a:endParaRPr lang="fr-CA" noProof="0" dirty="0"/>
          </a:p>
        </p:txBody>
      </p:sp>
      <p:sp>
        <p:nvSpPr>
          <p:cNvPr id="10" name="Text 8"/>
          <p:cNvSpPr/>
          <p:nvPr>
            <p:custDataLst>
              <p:tags r:id="rId9"/>
            </p:custDataLst>
          </p:nvPr>
        </p:nvSpPr>
        <p:spPr>
          <a:xfrm>
            <a:off x="777240" y="2218360"/>
            <a:ext cx="45720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TOPIC</a:t>
            </a:r>
            <a:endParaRPr lang="fr-CA" sz="1100" noProof="0" dirty="0"/>
          </a:p>
        </p:txBody>
      </p:sp>
      <p:sp>
        <p:nvSpPr>
          <p:cNvPr id="11" name="Text 9"/>
          <p:cNvSpPr/>
          <p:nvPr>
            <p:custDataLst>
              <p:tags r:id="rId10"/>
            </p:custDataLst>
          </p:nvPr>
        </p:nvSpPr>
        <p:spPr>
          <a:xfrm>
            <a:off x="795528" y="2776144"/>
            <a:ext cx="1353312" cy="329184"/>
          </a:xfrm>
          <a:prstGeom prst="rect">
            <a:avLst/>
          </a:prstGeom>
          <a:noFill/>
          <a:ln/>
        </p:spPr>
        <p:txBody>
          <a:bodyPr wrap="square" lIns="0" tIns="0" rIns="0" bIns="0" rtlCol="0" anchor="t">
            <a:normAutofit/>
          </a:bodyPr>
          <a:lstStyle/>
          <a:p>
            <a:pPr marL="0" indent="0">
              <a:buNone/>
            </a:pPr>
            <a:r>
              <a:rPr lang="fr-CA" sz="1700" b="1" noProof="0" dirty="0">
                <a:solidFill>
                  <a:srgbClr val="102A43"/>
                </a:solidFill>
                <a:latin typeface="Calibri" pitchFamily="34" charset="0"/>
                <a:ea typeface="Calibri" pitchFamily="34" charset="-122"/>
                <a:cs typeface="Calibri" pitchFamily="34" charset="-120"/>
              </a:rPr>
              <a:t>Partition 0</a:t>
            </a:r>
            <a:endParaRPr lang="fr-CA" sz="1700" noProof="0" dirty="0"/>
          </a:p>
        </p:txBody>
      </p:sp>
      <p:sp>
        <p:nvSpPr>
          <p:cNvPr id="12" name="Shape 10"/>
          <p:cNvSpPr/>
          <p:nvPr>
            <p:custDataLst>
              <p:tags r:id="rId11"/>
            </p:custDataLst>
          </p:nvPr>
        </p:nvSpPr>
        <p:spPr>
          <a:xfrm>
            <a:off x="2304288" y="2666416"/>
            <a:ext cx="722376" cy="475488"/>
          </a:xfrm>
          <a:prstGeom prst="roundRect">
            <a:avLst>
              <a:gd name="adj" fmla="val 19231"/>
            </a:avLst>
          </a:prstGeom>
          <a:solidFill>
            <a:srgbClr val="EFF6FF"/>
          </a:solidFill>
          <a:ln w="8890">
            <a:solidFill>
              <a:srgbClr val="1F6FEB"/>
            </a:solidFill>
            <a:prstDash val="solid"/>
          </a:ln>
        </p:spPr>
        <p:txBody>
          <a:bodyPr/>
          <a:lstStyle/>
          <a:p>
            <a:endParaRPr lang="fr-CA" noProof="0" dirty="0"/>
          </a:p>
        </p:txBody>
      </p:sp>
      <p:sp>
        <p:nvSpPr>
          <p:cNvPr id="13" name="Text 11"/>
          <p:cNvSpPr/>
          <p:nvPr>
            <p:custDataLst>
              <p:tags r:id="rId12"/>
            </p:custDataLst>
          </p:nvPr>
        </p:nvSpPr>
        <p:spPr>
          <a:xfrm>
            <a:off x="2313432" y="2753284"/>
            <a:ext cx="704088" cy="301752"/>
          </a:xfrm>
          <a:prstGeom prst="rect">
            <a:avLst/>
          </a:prstGeom>
          <a:noFill/>
          <a:ln/>
        </p:spPr>
        <p:txBody>
          <a:bodyPr wrap="square" lIns="0" tIns="0" rIns="0" bIns="0" rtlCol="0" anchor="t">
            <a:normAutofit/>
          </a:bodyPr>
          <a:lstStyle/>
          <a:p>
            <a:pPr marL="0" indent="0" algn="ctr">
              <a:buNone/>
            </a:pPr>
            <a:r>
              <a:rPr lang="fr-CA" sz="1700" noProof="0" dirty="0">
                <a:solidFill>
                  <a:srgbClr val="1F6FEB"/>
                </a:solidFill>
                <a:latin typeface="Calibri" pitchFamily="34" charset="0"/>
                <a:ea typeface="Calibri" pitchFamily="34" charset="-122"/>
                <a:cs typeface="Calibri" pitchFamily="34" charset="-120"/>
              </a:rPr>
              <a:t>0</a:t>
            </a:r>
            <a:endParaRPr lang="fr-CA" sz="1700" noProof="0" dirty="0"/>
          </a:p>
        </p:txBody>
      </p:sp>
      <p:sp>
        <p:nvSpPr>
          <p:cNvPr id="14" name="Shape 12"/>
          <p:cNvSpPr/>
          <p:nvPr>
            <p:custDataLst>
              <p:tags r:id="rId13"/>
            </p:custDataLst>
          </p:nvPr>
        </p:nvSpPr>
        <p:spPr>
          <a:xfrm>
            <a:off x="3227832" y="2666416"/>
            <a:ext cx="722376" cy="475488"/>
          </a:xfrm>
          <a:prstGeom prst="roundRect">
            <a:avLst>
              <a:gd name="adj" fmla="val 19231"/>
            </a:avLst>
          </a:prstGeom>
          <a:solidFill>
            <a:srgbClr val="EFF6FF"/>
          </a:solidFill>
          <a:ln w="8890">
            <a:solidFill>
              <a:srgbClr val="1F6FEB"/>
            </a:solidFill>
            <a:prstDash val="solid"/>
          </a:ln>
        </p:spPr>
        <p:txBody>
          <a:bodyPr/>
          <a:lstStyle/>
          <a:p>
            <a:endParaRPr lang="fr-CA" noProof="0" dirty="0"/>
          </a:p>
        </p:txBody>
      </p:sp>
      <p:sp>
        <p:nvSpPr>
          <p:cNvPr id="15" name="Text 13"/>
          <p:cNvSpPr/>
          <p:nvPr>
            <p:custDataLst>
              <p:tags r:id="rId14"/>
            </p:custDataLst>
          </p:nvPr>
        </p:nvSpPr>
        <p:spPr>
          <a:xfrm>
            <a:off x="3236976" y="2753284"/>
            <a:ext cx="704088" cy="301752"/>
          </a:xfrm>
          <a:prstGeom prst="rect">
            <a:avLst/>
          </a:prstGeom>
          <a:noFill/>
          <a:ln/>
        </p:spPr>
        <p:txBody>
          <a:bodyPr wrap="square" lIns="0" tIns="0" rIns="0" bIns="0" rtlCol="0" anchor="t">
            <a:normAutofit/>
          </a:bodyPr>
          <a:lstStyle/>
          <a:p>
            <a:pPr marL="0" indent="0" algn="ctr">
              <a:buNone/>
            </a:pPr>
            <a:r>
              <a:rPr lang="fr-CA" sz="1700" noProof="0" dirty="0">
                <a:solidFill>
                  <a:srgbClr val="1F6FEB"/>
                </a:solidFill>
                <a:latin typeface="Calibri" pitchFamily="34" charset="0"/>
                <a:ea typeface="Calibri" pitchFamily="34" charset="-122"/>
                <a:cs typeface="Calibri" pitchFamily="34" charset="-120"/>
              </a:rPr>
              <a:t>1</a:t>
            </a:r>
            <a:endParaRPr lang="fr-CA" sz="1700" noProof="0" dirty="0"/>
          </a:p>
        </p:txBody>
      </p:sp>
      <p:sp>
        <p:nvSpPr>
          <p:cNvPr id="16" name="Shape 14"/>
          <p:cNvSpPr/>
          <p:nvPr>
            <p:custDataLst>
              <p:tags r:id="rId15"/>
            </p:custDataLst>
          </p:nvPr>
        </p:nvSpPr>
        <p:spPr>
          <a:xfrm>
            <a:off x="4151376" y="2666416"/>
            <a:ext cx="722376" cy="475488"/>
          </a:xfrm>
          <a:prstGeom prst="roundRect">
            <a:avLst>
              <a:gd name="adj" fmla="val 19231"/>
            </a:avLst>
          </a:prstGeom>
          <a:solidFill>
            <a:srgbClr val="EFF6FF"/>
          </a:solidFill>
          <a:ln w="8890">
            <a:solidFill>
              <a:srgbClr val="1F6FEB"/>
            </a:solidFill>
            <a:prstDash val="solid"/>
          </a:ln>
        </p:spPr>
        <p:txBody>
          <a:bodyPr/>
          <a:lstStyle/>
          <a:p>
            <a:endParaRPr lang="fr-CA" noProof="0" dirty="0"/>
          </a:p>
        </p:txBody>
      </p:sp>
      <p:sp>
        <p:nvSpPr>
          <p:cNvPr id="17" name="Text 15"/>
          <p:cNvSpPr/>
          <p:nvPr>
            <p:custDataLst>
              <p:tags r:id="rId16"/>
            </p:custDataLst>
          </p:nvPr>
        </p:nvSpPr>
        <p:spPr>
          <a:xfrm>
            <a:off x="4160520" y="2753284"/>
            <a:ext cx="704088" cy="301752"/>
          </a:xfrm>
          <a:prstGeom prst="rect">
            <a:avLst/>
          </a:prstGeom>
          <a:noFill/>
          <a:ln/>
        </p:spPr>
        <p:txBody>
          <a:bodyPr wrap="square" lIns="0" tIns="0" rIns="0" bIns="0" rtlCol="0" anchor="t">
            <a:normAutofit/>
          </a:bodyPr>
          <a:lstStyle/>
          <a:p>
            <a:pPr marL="0" indent="0" algn="ctr">
              <a:buNone/>
            </a:pPr>
            <a:r>
              <a:rPr lang="fr-CA" sz="1700" noProof="0" dirty="0">
                <a:solidFill>
                  <a:srgbClr val="1F6FEB"/>
                </a:solidFill>
                <a:latin typeface="Calibri" pitchFamily="34" charset="0"/>
                <a:ea typeface="Calibri" pitchFamily="34" charset="-122"/>
                <a:cs typeface="Calibri" pitchFamily="34" charset="-120"/>
              </a:rPr>
              <a:t>2</a:t>
            </a:r>
            <a:endParaRPr lang="fr-CA" sz="1700" noProof="0" dirty="0"/>
          </a:p>
        </p:txBody>
      </p:sp>
      <p:sp>
        <p:nvSpPr>
          <p:cNvPr id="18" name="Shape 16"/>
          <p:cNvSpPr/>
          <p:nvPr>
            <p:custDataLst>
              <p:tags r:id="rId17"/>
            </p:custDataLst>
          </p:nvPr>
        </p:nvSpPr>
        <p:spPr>
          <a:xfrm>
            <a:off x="5074920" y="2666416"/>
            <a:ext cx="722376" cy="475488"/>
          </a:xfrm>
          <a:prstGeom prst="roundRect">
            <a:avLst>
              <a:gd name="adj" fmla="val 19231"/>
            </a:avLst>
          </a:prstGeom>
          <a:solidFill>
            <a:srgbClr val="EFF6FF"/>
          </a:solidFill>
          <a:ln w="8890">
            <a:solidFill>
              <a:srgbClr val="1F6FEB"/>
            </a:solidFill>
            <a:prstDash val="solid"/>
          </a:ln>
        </p:spPr>
        <p:txBody>
          <a:bodyPr/>
          <a:lstStyle/>
          <a:p>
            <a:endParaRPr lang="fr-CA" noProof="0" dirty="0"/>
          </a:p>
        </p:txBody>
      </p:sp>
      <p:sp>
        <p:nvSpPr>
          <p:cNvPr id="19" name="Text 17"/>
          <p:cNvSpPr/>
          <p:nvPr>
            <p:custDataLst>
              <p:tags r:id="rId18"/>
            </p:custDataLst>
          </p:nvPr>
        </p:nvSpPr>
        <p:spPr>
          <a:xfrm>
            <a:off x="5084064" y="2753284"/>
            <a:ext cx="704088" cy="301752"/>
          </a:xfrm>
          <a:prstGeom prst="rect">
            <a:avLst/>
          </a:prstGeom>
          <a:noFill/>
          <a:ln/>
        </p:spPr>
        <p:txBody>
          <a:bodyPr wrap="square" lIns="0" tIns="0" rIns="0" bIns="0" rtlCol="0" anchor="t">
            <a:normAutofit/>
          </a:bodyPr>
          <a:lstStyle/>
          <a:p>
            <a:pPr marL="0" indent="0" algn="ctr">
              <a:buNone/>
            </a:pPr>
            <a:r>
              <a:rPr lang="fr-CA" sz="1700" noProof="0" dirty="0">
                <a:solidFill>
                  <a:srgbClr val="1F6FEB"/>
                </a:solidFill>
                <a:latin typeface="Calibri" pitchFamily="34" charset="0"/>
                <a:ea typeface="Calibri" pitchFamily="34" charset="-122"/>
                <a:cs typeface="Calibri" pitchFamily="34" charset="-120"/>
              </a:rPr>
              <a:t>3</a:t>
            </a:r>
            <a:endParaRPr lang="fr-CA" sz="1700" noProof="0" dirty="0"/>
          </a:p>
        </p:txBody>
      </p:sp>
      <p:sp>
        <p:nvSpPr>
          <p:cNvPr id="20" name="Text 18"/>
          <p:cNvSpPr/>
          <p:nvPr>
            <p:custDataLst>
              <p:tags r:id="rId19"/>
            </p:custDataLst>
          </p:nvPr>
        </p:nvSpPr>
        <p:spPr>
          <a:xfrm>
            <a:off x="795528" y="3535096"/>
            <a:ext cx="1353312" cy="329184"/>
          </a:xfrm>
          <a:prstGeom prst="rect">
            <a:avLst/>
          </a:prstGeom>
          <a:noFill/>
          <a:ln/>
        </p:spPr>
        <p:txBody>
          <a:bodyPr wrap="square" lIns="0" tIns="0" rIns="0" bIns="0" rtlCol="0" anchor="t">
            <a:normAutofit/>
          </a:bodyPr>
          <a:lstStyle/>
          <a:p>
            <a:pPr marL="0" indent="0">
              <a:buNone/>
            </a:pPr>
            <a:r>
              <a:rPr lang="fr-CA" sz="1700" b="1" noProof="0" dirty="0">
                <a:solidFill>
                  <a:srgbClr val="102A43"/>
                </a:solidFill>
                <a:latin typeface="Calibri" pitchFamily="34" charset="0"/>
                <a:ea typeface="Calibri" pitchFamily="34" charset="-122"/>
                <a:cs typeface="Calibri" pitchFamily="34" charset="-120"/>
              </a:rPr>
              <a:t>Partition 1</a:t>
            </a:r>
            <a:endParaRPr lang="fr-CA" sz="1700" noProof="0" dirty="0"/>
          </a:p>
        </p:txBody>
      </p:sp>
      <p:sp>
        <p:nvSpPr>
          <p:cNvPr id="21" name="Shape 19"/>
          <p:cNvSpPr/>
          <p:nvPr>
            <p:custDataLst>
              <p:tags r:id="rId20"/>
            </p:custDataLst>
          </p:nvPr>
        </p:nvSpPr>
        <p:spPr>
          <a:xfrm>
            <a:off x="2304288" y="3425368"/>
            <a:ext cx="722376" cy="475488"/>
          </a:xfrm>
          <a:prstGeom prst="roundRect">
            <a:avLst>
              <a:gd name="adj" fmla="val 19231"/>
            </a:avLst>
          </a:prstGeom>
          <a:solidFill>
            <a:srgbClr val="EFF6FF"/>
          </a:solidFill>
          <a:ln w="8890">
            <a:solidFill>
              <a:srgbClr val="1F6FEB"/>
            </a:solidFill>
            <a:prstDash val="solid"/>
          </a:ln>
        </p:spPr>
        <p:txBody>
          <a:bodyPr/>
          <a:lstStyle/>
          <a:p>
            <a:endParaRPr lang="fr-CA" noProof="0" dirty="0"/>
          </a:p>
        </p:txBody>
      </p:sp>
      <p:sp>
        <p:nvSpPr>
          <p:cNvPr id="22" name="Text 20"/>
          <p:cNvSpPr/>
          <p:nvPr>
            <p:custDataLst>
              <p:tags r:id="rId21"/>
            </p:custDataLst>
          </p:nvPr>
        </p:nvSpPr>
        <p:spPr>
          <a:xfrm>
            <a:off x="2313432" y="3512236"/>
            <a:ext cx="704088" cy="301752"/>
          </a:xfrm>
          <a:prstGeom prst="rect">
            <a:avLst/>
          </a:prstGeom>
          <a:noFill/>
          <a:ln/>
        </p:spPr>
        <p:txBody>
          <a:bodyPr wrap="square" lIns="0" tIns="0" rIns="0" bIns="0" rtlCol="0" anchor="t">
            <a:normAutofit/>
          </a:bodyPr>
          <a:lstStyle/>
          <a:p>
            <a:pPr marL="0" indent="0" algn="ctr">
              <a:buNone/>
            </a:pPr>
            <a:r>
              <a:rPr lang="fr-CA" sz="1700" noProof="0" dirty="0">
                <a:solidFill>
                  <a:srgbClr val="1F6FEB"/>
                </a:solidFill>
                <a:latin typeface="Calibri" pitchFamily="34" charset="0"/>
                <a:ea typeface="Calibri" pitchFamily="34" charset="-122"/>
                <a:cs typeface="Calibri" pitchFamily="34" charset="-120"/>
              </a:rPr>
              <a:t>0</a:t>
            </a:r>
            <a:endParaRPr lang="fr-CA" sz="1700" noProof="0" dirty="0"/>
          </a:p>
        </p:txBody>
      </p:sp>
      <p:sp>
        <p:nvSpPr>
          <p:cNvPr id="23" name="Shape 21"/>
          <p:cNvSpPr/>
          <p:nvPr>
            <p:custDataLst>
              <p:tags r:id="rId22"/>
            </p:custDataLst>
          </p:nvPr>
        </p:nvSpPr>
        <p:spPr>
          <a:xfrm>
            <a:off x="3227832" y="3425368"/>
            <a:ext cx="722376" cy="475488"/>
          </a:xfrm>
          <a:prstGeom prst="roundRect">
            <a:avLst>
              <a:gd name="adj" fmla="val 19231"/>
            </a:avLst>
          </a:prstGeom>
          <a:solidFill>
            <a:srgbClr val="EFF6FF"/>
          </a:solidFill>
          <a:ln w="8890">
            <a:solidFill>
              <a:srgbClr val="1F6FEB"/>
            </a:solidFill>
            <a:prstDash val="solid"/>
          </a:ln>
        </p:spPr>
        <p:txBody>
          <a:bodyPr/>
          <a:lstStyle/>
          <a:p>
            <a:endParaRPr lang="fr-CA" noProof="0" dirty="0"/>
          </a:p>
        </p:txBody>
      </p:sp>
      <p:sp>
        <p:nvSpPr>
          <p:cNvPr id="24" name="Text 22"/>
          <p:cNvSpPr/>
          <p:nvPr>
            <p:custDataLst>
              <p:tags r:id="rId23"/>
            </p:custDataLst>
          </p:nvPr>
        </p:nvSpPr>
        <p:spPr>
          <a:xfrm>
            <a:off x="3236976" y="3512236"/>
            <a:ext cx="704088" cy="301752"/>
          </a:xfrm>
          <a:prstGeom prst="rect">
            <a:avLst/>
          </a:prstGeom>
          <a:noFill/>
          <a:ln/>
        </p:spPr>
        <p:txBody>
          <a:bodyPr wrap="square" lIns="0" tIns="0" rIns="0" bIns="0" rtlCol="0" anchor="t">
            <a:normAutofit/>
          </a:bodyPr>
          <a:lstStyle/>
          <a:p>
            <a:pPr marL="0" indent="0" algn="ctr">
              <a:buNone/>
            </a:pPr>
            <a:r>
              <a:rPr lang="fr-CA" sz="1700" noProof="0" dirty="0">
                <a:solidFill>
                  <a:srgbClr val="1F6FEB"/>
                </a:solidFill>
                <a:latin typeface="Calibri" pitchFamily="34" charset="0"/>
                <a:ea typeface="Calibri" pitchFamily="34" charset="-122"/>
                <a:cs typeface="Calibri" pitchFamily="34" charset="-120"/>
              </a:rPr>
              <a:t>1</a:t>
            </a:r>
            <a:endParaRPr lang="fr-CA" sz="1700" noProof="0" dirty="0"/>
          </a:p>
        </p:txBody>
      </p:sp>
      <p:sp>
        <p:nvSpPr>
          <p:cNvPr id="25" name="Shape 23"/>
          <p:cNvSpPr/>
          <p:nvPr>
            <p:custDataLst>
              <p:tags r:id="rId24"/>
            </p:custDataLst>
          </p:nvPr>
        </p:nvSpPr>
        <p:spPr>
          <a:xfrm>
            <a:off x="4151376" y="3425368"/>
            <a:ext cx="722376" cy="475488"/>
          </a:xfrm>
          <a:prstGeom prst="roundRect">
            <a:avLst>
              <a:gd name="adj" fmla="val 19231"/>
            </a:avLst>
          </a:prstGeom>
          <a:solidFill>
            <a:srgbClr val="EFF6FF"/>
          </a:solidFill>
          <a:ln w="8890">
            <a:solidFill>
              <a:srgbClr val="1F6FEB"/>
            </a:solidFill>
            <a:prstDash val="solid"/>
          </a:ln>
        </p:spPr>
        <p:txBody>
          <a:bodyPr/>
          <a:lstStyle/>
          <a:p>
            <a:endParaRPr lang="fr-CA" noProof="0" dirty="0"/>
          </a:p>
        </p:txBody>
      </p:sp>
      <p:sp>
        <p:nvSpPr>
          <p:cNvPr id="26" name="Text 24"/>
          <p:cNvSpPr/>
          <p:nvPr>
            <p:custDataLst>
              <p:tags r:id="rId25"/>
            </p:custDataLst>
          </p:nvPr>
        </p:nvSpPr>
        <p:spPr>
          <a:xfrm>
            <a:off x="4160520" y="3512236"/>
            <a:ext cx="704088" cy="301752"/>
          </a:xfrm>
          <a:prstGeom prst="rect">
            <a:avLst/>
          </a:prstGeom>
          <a:noFill/>
          <a:ln/>
        </p:spPr>
        <p:txBody>
          <a:bodyPr wrap="square" lIns="0" tIns="0" rIns="0" bIns="0" rtlCol="0" anchor="t">
            <a:normAutofit/>
          </a:bodyPr>
          <a:lstStyle/>
          <a:p>
            <a:pPr marL="0" indent="0" algn="ctr">
              <a:buNone/>
            </a:pPr>
            <a:r>
              <a:rPr lang="fr-CA" sz="1700" noProof="0" dirty="0">
                <a:solidFill>
                  <a:srgbClr val="1F6FEB"/>
                </a:solidFill>
                <a:latin typeface="Calibri" pitchFamily="34" charset="0"/>
                <a:ea typeface="Calibri" pitchFamily="34" charset="-122"/>
                <a:cs typeface="Calibri" pitchFamily="34" charset="-120"/>
              </a:rPr>
              <a:t>2</a:t>
            </a:r>
            <a:endParaRPr lang="fr-CA" sz="1700" noProof="0" dirty="0"/>
          </a:p>
        </p:txBody>
      </p:sp>
      <p:sp>
        <p:nvSpPr>
          <p:cNvPr id="27" name="Shape 25"/>
          <p:cNvSpPr/>
          <p:nvPr>
            <p:custDataLst>
              <p:tags r:id="rId26"/>
            </p:custDataLst>
          </p:nvPr>
        </p:nvSpPr>
        <p:spPr>
          <a:xfrm>
            <a:off x="5074920" y="3425368"/>
            <a:ext cx="722376" cy="475488"/>
          </a:xfrm>
          <a:prstGeom prst="roundRect">
            <a:avLst>
              <a:gd name="adj" fmla="val 19231"/>
            </a:avLst>
          </a:prstGeom>
          <a:solidFill>
            <a:srgbClr val="EFF6FF"/>
          </a:solidFill>
          <a:ln w="8890">
            <a:solidFill>
              <a:srgbClr val="1F6FEB"/>
            </a:solidFill>
            <a:prstDash val="solid"/>
          </a:ln>
        </p:spPr>
        <p:txBody>
          <a:bodyPr/>
          <a:lstStyle/>
          <a:p>
            <a:endParaRPr lang="fr-CA" noProof="0" dirty="0"/>
          </a:p>
        </p:txBody>
      </p:sp>
      <p:sp>
        <p:nvSpPr>
          <p:cNvPr id="28" name="Text 26"/>
          <p:cNvSpPr/>
          <p:nvPr>
            <p:custDataLst>
              <p:tags r:id="rId27"/>
            </p:custDataLst>
          </p:nvPr>
        </p:nvSpPr>
        <p:spPr>
          <a:xfrm>
            <a:off x="5084064" y="3512236"/>
            <a:ext cx="704088" cy="301752"/>
          </a:xfrm>
          <a:prstGeom prst="rect">
            <a:avLst/>
          </a:prstGeom>
          <a:noFill/>
          <a:ln/>
        </p:spPr>
        <p:txBody>
          <a:bodyPr wrap="square" lIns="0" tIns="0" rIns="0" bIns="0" rtlCol="0" anchor="t">
            <a:normAutofit/>
          </a:bodyPr>
          <a:lstStyle/>
          <a:p>
            <a:pPr marL="0" indent="0" algn="ctr">
              <a:buNone/>
            </a:pPr>
            <a:r>
              <a:rPr lang="fr-CA" sz="1700" noProof="0" dirty="0">
                <a:solidFill>
                  <a:srgbClr val="1F6FEB"/>
                </a:solidFill>
                <a:latin typeface="Calibri" pitchFamily="34" charset="0"/>
                <a:ea typeface="Calibri" pitchFamily="34" charset="-122"/>
                <a:cs typeface="Calibri" pitchFamily="34" charset="-120"/>
              </a:rPr>
              <a:t>3</a:t>
            </a:r>
            <a:endParaRPr lang="fr-CA" sz="1700" noProof="0" dirty="0"/>
          </a:p>
        </p:txBody>
      </p:sp>
      <p:sp>
        <p:nvSpPr>
          <p:cNvPr id="29" name="Text 27"/>
          <p:cNvSpPr/>
          <p:nvPr>
            <p:custDataLst>
              <p:tags r:id="rId28"/>
            </p:custDataLst>
          </p:nvPr>
        </p:nvSpPr>
        <p:spPr>
          <a:xfrm>
            <a:off x="795528" y="4294048"/>
            <a:ext cx="1353312" cy="329184"/>
          </a:xfrm>
          <a:prstGeom prst="rect">
            <a:avLst/>
          </a:prstGeom>
          <a:noFill/>
          <a:ln/>
        </p:spPr>
        <p:txBody>
          <a:bodyPr wrap="square" lIns="0" tIns="0" rIns="0" bIns="0" rtlCol="0" anchor="t">
            <a:normAutofit/>
          </a:bodyPr>
          <a:lstStyle/>
          <a:p>
            <a:pPr marL="0" indent="0">
              <a:buNone/>
            </a:pPr>
            <a:r>
              <a:rPr lang="fr-CA" sz="1700" b="1" noProof="0" dirty="0">
                <a:solidFill>
                  <a:srgbClr val="102A43"/>
                </a:solidFill>
                <a:latin typeface="Calibri" pitchFamily="34" charset="0"/>
                <a:ea typeface="Calibri" pitchFamily="34" charset="-122"/>
                <a:cs typeface="Calibri" pitchFamily="34" charset="-120"/>
              </a:rPr>
              <a:t>Partition 2</a:t>
            </a:r>
            <a:endParaRPr lang="fr-CA" sz="1700" noProof="0" dirty="0"/>
          </a:p>
        </p:txBody>
      </p:sp>
      <p:sp>
        <p:nvSpPr>
          <p:cNvPr id="30" name="Shape 28"/>
          <p:cNvSpPr/>
          <p:nvPr>
            <p:custDataLst>
              <p:tags r:id="rId29"/>
            </p:custDataLst>
          </p:nvPr>
        </p:nvSpPr>
        <p:spPr>
          <a:xfrm>
            <a:off x="2304288" y="4184320"/>
            <a:ext cx="722376" cy="475488"/>
          </a:xfrm>
          <a:prstGeom prst="roundRect">
            <a:avLst>
              <a:gd name="adj" fmla="val 19231"/>
            </a:avLst>
          </a:prstGeom>
          <a:solidFill>
            <a:srgbClr val="EFF6FF"/>
          </a:solidFill>
          <a:ln w="8890">
            <a:solidFill>
              <a:srgbClr val="1F6FEB"/>
            </a:solidFill>
            <a:prstDash val="solid"/>
          </a:ln>
        </p:spPr>
        <p:txBody>
          <a:bodyPr/>
          <a:lstStyle/>
          <a:p>
            <a:endParaRPr lang="fr-CA" noProof="0" dirty="0"/>
          </a:p>
        </p:txBody>
      </p:sp>
      <p:sp>
        <p:nvSpPr>
          <p:cNvPr id="31" name="Text 29"/>
          <p:cNvSpPr/>
          <p:nvPr>
            <p:custDataLst>
              <p:tags r:id="rId30"/>
            </p:custDataLst>
          </p:nvPr>
        </p:nvSpPr>
        <p:spPr>
          <a:xfrm>
            <a:off x="2313432" y="4271188"/>
            <a:ext cx="704088" cy="301752"/>
          </a:xfrm>
          <a:prstGeom prst="rect">
            <a:avLst/>
          </a:prstGeom>
          <a:noFill/>
          <a:ln/>
        </p:spPr>
        <p:txBody>
          <a:bodyPr wrap="square" lIns="0" tIns="0" rIns="0" bIns="0" rtlCol="0" anchor="t">
            <a:normAutofit/>
          </a:bodyPr>
          <a:lstStyle/>
          <a:p>
            <a:pPr marL="0" indent="0" algn="ctr">
              <a:buNone/>
            </a:pPr>
            <a:r>
              <a:rPr lang="fr-CA" sz="1700" noProof="0" dirty="0">
                <a:solidFill>
                  <a:srgbClr val="1F6FEB"/>
                </a:solidFill>
                <a:latin typeface="Calibri" pitchFamily="34" charset="0"/>
                <a:ea typeface="Calibri" pitchFamily="34" charset="-122"/>
                <a:cs typeface="Calibri" pitchFamily="34" charset="-120"/>
              </a:rPr>
              <a:t>0</a:t>
            </a:r>
            <a:endParaRPr lang="fr-CA" sz="1700" noProof="0" dirty="0"/>
          </a:p>
        </p:txBody>
      </p:sp>
      <p:sp>
        <p:nvSpPr>
          <p:cNvPr id="32" name="Shape 30"/>
          <p:cNvSpPr/>
          <p:nvPr>
            <p:custDataLst>
              <p:tags r:id="rId31"/>
            </p:custDataLst>
          </p:nvPr>
        </p:nvSpPr>
        <p:spPr>
          <a:xfrm>
            <a:off x="3227832" y="4184320"/>
            <a:ext cx="722376" cy="475488"/>
          </a:xfrm>
          <a:prstGeom prst="roundRect">
            <a:avLst>
              <a:gd name="adj" fmla="val 19231"/>
            </a:avLst>
          </a:prstGeom>
          <a:solidFill>
            <a:srgbClr val="EFF6FF"/>
          </a:solidFill>
          <a:ln w="8890">
            <a:solidFill>
              <a:srgbClr val="1F6FEB"/>
            </a:solidFill>
            <a:prstDash val="solid"/>
          </a:ln>
        </p:spPr>
        <p:txBody>
          <a:bodyPr/>
          <a:lstStyle/>
          <a:p>
            <a:endParaRPr lang="fr-CA" noProof="0" dirty="0"/>
          </a:p>
        </p:txBody>
      </p:sp>
      <p:sp>
        <p:nvSpPr>
          <p:cNvPr id="33" name="Text 31"/>
          <p:cNvSpPr/>
          <p:nvPr>
            <p:custDataLst>
              <p:tags r:id="rId32"/>
            </p:custDataLst>
          </p:nvPr>
        </p:nvSpPr>
        <p:spPr>
          <a:xfrm>
            <a:off x="3236976" y="4271188"/>
            <a:ext cx="704088" cy="301752"/>
          </a:xfrm>
          <a:prstGeom prst="rect">
            <a:avLst/>
          </a:prstGeom>
          <a:noFill/>
          <a:ln/>
        </p:spPr>
        <p:txBody>
          <a:bodyPr wrap="square" lIns="0" tIns="0" rIns="0" bIns="0" rtlCol="0" anchor="t">
            <a:normAutofit/>
          </a:bodyPr>
          <a:lstStyle/>
          <a:p>
            <a:pPr marL="0" indent="0" algn="ctr">
              <a:buNone/>
            </a:pPr>
            <a:r>
              <a:rPr lang="fr-CA" sz="1700" noProof="0" dirty="0">
                <a:solidFill>
                  <a:srgbClr val="1F6FEB"/>
                </a:solidFill>
                <a:latin typeface="Calibri" pitchFamily="34" charset="0"/>
                <a:ea typeface="Calibri" pitchFamily="34" charset="-122"/>
                <a:cs typeface="Calibri" pitchFamily="34" charset="-120"/>
              </a:rPr>
              <a:t>1</a:t>
            </a:r>
            <a:endParaRPr lang="fr-CA" sz="1700" noProof="0" dirty="0"/>
          </a:p>
        </p:txBody>
      </p:sp>
      <p:sp>
        <p:nvSpPr>
          <p:cNvPr id="34" name="Shape 32"/>
          <p:cNvSpPr/>
          <p:nvPr>
            <p:custDataLst>
              <p:tags r:id="rId33"/>
            </p:custDataLst>
          </p:nvPr>
        </p:nvSpPr>
        <p:spPr>
          <a:xfrm>
            <a:off x="4151376" y="4184320"/>
            <a:ext cx="722376" cy="475488"/>
          </a:xfrm>
          <a:prstGeom prst="roundRect">
            <a:avLst>
              <a:gd name="adj" fmla="val 19231"/>
            </a:avLst>
          </a:prstGeom>
          <a:solidFill>
            <a:srgbClr val="EFF6FF"/>
          </a:solidFill>
          <a:ln w="8890">
            <a:solidFill>
              <a:srgbClr val="1F6FEB"/>
            </a:solidFill>
            <a:prstDash val="solid"/>
          </a:ln>
        </p:spPr>
        <p:txBody>
          <a:bodyPr/>
          <a:lstStyle/>
          <a:p>
            <a:endParaRPr lang="fr-CA" noProof="0" dirty="0"/>
          </a:p>
        </p:txBody>
      </p:sp>
      <p:sp>
        <p:nvSpPr>
          <p:cNvPr id="35" name="Text 33"/>
          <p:cNvSpPr/>
          <p:nvPr>
            <p:custDataLst>
              <p:tags r:id="rId34"/>
            </p:custDataLst>
          </p:nvPr>
        </p:nvSpPr>
        <p:spPr>
          <a:xfrm>
            <a:off x="4160520" y="4271188"/>
            <a:ext cx="704088" cy="301752"/>
          </a:xfrm>
          <a:prstGeom prst="rect">
            <a:avLst/>
          </a:prstGeom>
          <a:noFill/>
          <a:ln/>
        </p:spPr>
        <p:txBody>
          <a:bodyPr wrap="square" lIns="0" tIns="0" rIns="0" bIns="0" rtlCol="0" anchor="t">
            <a:normAutofit/>
          </a:bodyPr>
          <a:lstStyle/>
          <a:p>
            <a:pPr marL="0" indent="0" algn="ctr">
              <a:buNone/>
            </a:pPr>
            <a:r>
              <a:rPr lang="fr-CA" sz="1700" noProof="0" dirty="0">
                <a:solidFill>
                  <a:srgbClr val="1F6FEB"/>
                </a:solidFill>
                <a:latin typeface="Calibri" pitchFamily="34" charset="0"/>
                <a:ea typeface="Calibri" pitchFamily="34" charset="-122"/>
                <a:cs typeface="Calibri" pitchFamily="34" charset="-120"/>
              </a:rPr>
              <a:t>2</a:t>
            </a:r>
            <a:endParaRPr lang="fr-CA" sz="1700" noProof="0" dirty="0"/>
          </a:p>
        </p:txBody>
      </p:sp>
      <p:sp>
        <p:nvSpPr>
          <p:cNvPr id="36" name="Shape 34"/>
          <p:cNvSpPr/>
          <p:nvPr>
            <p:custDataLst>
              <p:tags r:id="rId35"/>
            </p:custDataLst>
          </p:nvPr>
        </p:nvSpPr>
        <p:spPr>
          <a:xfrm>
            <a:off x="5074920" y="4184320"/>
            <a:ext cx="722376" cy="475488"/>
          </a:xfrm>
          <a:prstGeom prst="roundRect">
            <a:avLst>
              <a:gd name="adj" fmla="val 19231"/>
            </a:avLst>
          </a:prstGeom>
          <a:solidFill>
            <a:srgbClr val="EFF6FF"/>
          </a:solidFill>
          <a:ln w="8890">
            <a:solidFill>
              <a:srgbClr val="1F6FEB"/>
            </a:solidFill>
            <a:prstDash val="solid"/>
          </a:ln>
        </p:spPr>
        <p:txBody>
          <a:bodyPr/>
          <a:lstStyle/>
          <a:p>
            <a:endParaRPr lang="fr-CA" noProof="0" dirty="0"/>
          </a:p>
        </p:txBody>
      </p:sp>
      <p:sp>
        <p:nvSpPr>
          <p:cNvPr id="37" name="Text 35"/>
          <p:cNvSpPr/>
          <p:nvPr>
            <p:custDataLst>
              <p:tags r:id="rId36"/>
            </p:custDataLst>
          </p:nvPr>
        </p:nvSpPr>
        <p:spPr>
          <a:xfrm>
            <a:off x="5084064" y="4271188"/>
            <a:ext cx="704088" cy="301752"/>
          </a:xfrm>
          <a:prstGeom prst="rect">
            <a:avLst/>
          </a:prstGeom>
          <a:noFill/>
          <a:ln/>
        </p:spPr>
        <p:txBody>
          <a:bodyPr wrap="square" lIns="0" tIns="0" rIns="0" bIns="0" rtlCol="0" anchor="t">
            <a:normAutofit/>
          </a:bodyPr>
          <a:lstStyle/>
          <a:p>
            <a:pPr marL="0" indent="0" algn="ctr">
              <a:buNone/>
            </a:pPr>
            <a:r>
              <a:rPr lang="fr-CA" sz="1700" noProof="0" dirty="0">
                <a:solidFill>
                  <a:srgbClr val="1F6FEB"/>
                </a:solidFill>
                <a:latin typeface="Calibri" pitchFamily="34" charset="0"/>
                <a:ea typeface="Calibri" pitchFamily="34" charset="-122"/>
                <a:cs typeface="Calibri" pitchFamily="34" charset="-120"/>
              </a:rPr>
              <a:t>3</a:t>
            </a:r>
            <a:endParaRPr lang="fr-CA" sz="1700" noProof="0" dirty="0"/>
          </a:p>
        </p:txBody>
      </p:sp>
      <p:sp>
        <p:nvSpPr>
          <p:cNvPr id="38" name="Text 36"/>
          <p:cNvSpPr/>
          <p:nvPr>
            <p:custDataLst>
              <p:tags r:id="rId37"/>
            </p:custDataLst>
          </p:nvPr>
        </p:nvSpPr>
        <p:spPr>
          <a:xfrm>
            <a:off x="795528" y="5207059"/>
            <a:ext cx="5318760" cy="287095"/>
          </a:xfrm>
          <a:prstGeom prst="rect">
            <a:avLst/>
          </a:prstGeom>
          <a:noFill/>
          <a:ln/>
        </p:spPr>
        <p:txBody>
          <a:bodyPr wrap="square" lIns="0" tIns="0" rIns="0" bIns="0" rtlCol="0" anchor="t">
            <a:normAutofit/>
          </a:bodyPr>
          <a:lstStyle/>
          <a:p>
            <a:pPr marL="0" indent="0">
              <a:buNone/>
            </a:pPr>
            <a:r>
              <a:rPr lang="fr-CA" sz="1500" noProof="0" dirty="0">
                <a:solidFill>
                  <a:srgbClr val="486581"/>
                </a:solidFill>
                <a:latin typeface="Calibri" pitchFamily="34" charset="0"/>
                <a:ea typeface="Calibri" pitchFamily="34" charset="-122"/>
                <a:cs typeface="Calibri" pitchFamily="34" charset="-120"/>
              </a:rPr>
              <a:t>Offsets: positions local to each partition</a:t>
            </a:r>
            <a:endParaRPr lang="fr-CA" sz="1500" noProof="0" dirty="0"/>
          </a:p>
        </p:txBody>
      </p:sp>
      <p:sp>
        <p:nvSpPr>
          <p:cNvPr id="39" name="Shape 37"/>
          <p:cNvSpPr/>
          <p:nvPr>
            <p:custDataLst>
              <p:tags r:id="rId38"/>
            </p:custDataLst>
          </p:nvPr>
        </p:nvSpPr>
        <p:spPr>
          <a:xfrm>
            <a:off x="6748272" y="2017192"/>
            <a:ext cx="4919472" cy="3502964"/>
          </a:xfrm>
          <a:prstGeom prst="roundRect">
            <a:avLst>
              <a:gd name="adj" fmla="val 2849"/>
            </a:avLst>
          </a:prstGeom>
          <a:solidFill>
            <a:srgbClr val="EFFAF8"/>
          </a:solidFill>
          <a:ln w="8890">
            <a:solidFill>
              <a:srgbClr val="0F766E"/>
            </a:solidFill>
            <a:prstDash val="solid"/>
          </a:ln>
        </p:spPr>
        <p:txBody>
          <a:bodyPr/>
          <a:lstStyle/>
          <a:p>
            <a:endParaRPr lang="fr-CA" noProof="0" dirty="0"/>
          </a:p>
        </p:txBody>
      </p:sp>
      <p:sp>
        <p:nvSpPr>
          <p:cNvPr id="40" name="Text 38"/>
          <p:cNvSpPr/>
          <p:nvPr>
            <p:custDataLst>
              <p:tags r:id="rId39"/>
            </p:custDataLst>
          </p:nvPr>
        </p:nvSpPr>
        <p:spPr>
          <a:xfrm>
            <a:off x="6954012" y="2218360"/>
            <a:ext cx="34290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0F766E"/>
                </a:solidFill>
                <a:latin typeface="Calibri" pitchFamily="34" charset="0"/>
                <a:ea typeface="Calibri" pitchFamily="34" charset="-122"/>
                <a:cs typeface="Calibri" pitchFamily="34" charset="-120"/>
              </a:rPr>
              <a:t>CONSUMER GROUP</a:t>
            </a:r>
            <a:endParaRPr lang="fr-CA" sz="1100" noProof="0" dirty="0"/>
          </a:p>
        </p:txBody>
      </p:sp>
      <p:sp>
        <p:nvSpPr>
          <p:cNvPr id="41" name="Shape 39"/>
          <p:cNvSpPr/>
          <p:nvPr>
            <p:custDataLst>
              <p:tags r:id="rId40"/>
            </p:custDataLst>
          </p:nvPr>
        </p:nvSpPr>
        <p:spPr>
          <a:xfrm>
            <a:off x="7064596" y="2559997"/>
            <a:ext cx="2053642" cy="804672"/>
          </a:xfrm>
          <a:prstGeom prst="roundRect">
            <a:avLst>
              <a:gd name="adj" fmla="val 11364"/>
            </a:avLst>
          </a:prstGeom>
          <a:solidFill>
            <a:srgbClr val="FFFFFF"/>
          </a:solidFill>
          <a:ln w="8890">
            <a:solidFill>
              <a:srgbClr val="0F766E"/>
            </a:solidFill>
            <a:prstDash val="solid"/>
          </a:ln>
        </p:spPr>
        <p:txBody>
          <a:bodyPr/>
          <a:lstStyle/>
          <a:p>
            <a:endParaRPr lang="fr-CA" noProof="0" dirty="0"/>
          </a:p>
        </p:txBody>
      </p:sp>
      <p:sp>
        <p:nvSpPr>
          <p:cNvPr id="42" name="Text 40"/>
          <p:cNvSpPr/>
          <p:nvPr>
            <p:custDataLst>
              <p:tags r:id="rId41"/>
            </p:custDataLst>
          </p:nvPr>
        </p:nvSpPr>
        <p:spPr>
          <a:xfrm>
            <a:off x="7210900" y="2761165"/>
            <a:ext cx="1757026" cy="475488"/>
          </a:xfrm>
          <a:prstGeom prst="rect">
            <a:avLst/>
          </a:prstGeom>
          <a:noFill/>
          <a:ln/>
        </p:spPr>
        <p:txBody>
          <a:bodyPr wrap="square" lIns="0" tIns="0" rIns="0" bIns="0" rtlCol="0" anchor="t">
            <a:normAutofit fontScale="92500" lnSpcReduction="10000"/>
          </a:bodyPr>
          <a:lstStyle/>
          <a:p>
            <a:pPr marL="0" indent="0" algn="ctr">
              <a:buNone/>
            </a:pPr>
            <a:r>
              <a:rPr lang="fr-CA" sz="1850" b="1" noProof="0" dirty="0">
                <a:solidFill>
                  <a:srgbClr val="0F766E"/>
                </a:solidFill>
                <a:latin typeface="Calibri" pitchFamily="34" charset="0"/>
                <a:ea typeface="Calibri" pitchFamily="34" charset="-122"/>
                <a:cs typeface="Calibri" pitchFamily="34" charset="-120"/>
              </a:rPr>
              <a:t>Process/Thread</a:t>
            </a:r>
          </a:p>
          <a:p>
            <a:pPr marL="0" indent="0" algn="ctr">
              <a:buNone/>
            </a:pPr>
            <a:r>
              <a:rPr lang="fr-CA" sz="1850" b="1" noProof="0" dirty="0">
                <a:solidFill>
                  <a:srgbClr val="0F766E"/>
                </a:solidFill>
                <a:latin typeface="Calibri" pitchFamily="34" charset="0"/>
                <a:ea typeface="Calibri" pitchFamily="34" charset="-122"/>
                <a:cs typeface="Calibri" pitchFamily="34" charset="-120"/>
              </a:rPr>
              <a:t>Consumer A</a:t>
            </a:r>
            <a:endParaRPr lang="fr-CA" sz="1850" noProof="0" dirty="0"/>
          </a:p>
        </p:txBody>
      </p:sp>
      <p:sp>
        <p:nvSpPr>
          <p:cNvPr id="43" name="Shape 41"/>
          <p:cNvSpPr/>
          <p:nvPr>
            <p:custDataLst>
              <p:tags r:id="rId42"/>
            </p:custDataLst>
          </p:nvPr>
        </p:nvSpPr>
        <p:spPr>
          <a:xfrm>
            <a:off x="7064596" y="3492685"/>
            <a:ext cx="2053642" cy="804672"/>
          </a:xfrm>
          <a:prstGeom prst="roundRect">
            <a:avLst>
              <a:gd name="adj" fmla="val 11364"/>
            </a:avLst>
          </a:prstGeom>
          <a:solidFill>
            <a:srgbClr val="FFFFFF"/>
          </a:solidFill>
          <a:ln w="8890">
            <a:solidFill>
              <a:srgbClr val="0F766E"/>
            </a:solidFill>
            <a:prstDash val="solid"/>
          </a:ln>
        </p:spPr>
        <p:txBody>
          <a:bodyPr/>
          <a:lstStyle/>
          <a:p>
            <a:endParaRPr lang="fr-CA" noProof="0" dirty="0"/>
          </a:p>
        </p:txBody>
      </p:sp>
      <p:sp>
        <p:nvSpPr>
          <p:cNvPr id="44" name="Text 42"/>
          <p:cNvSpPr/>
          <p:nvPr>
            <p:custDataLst>
              <p:tags r:id="rId43"/>
            </p:custDataLst>
          </p:nvPr>
        </p:nvSpPr>
        <p:spPr>
          <a:xfrm>
            <a:off x="7210900" y="3693853"/>
            <a:ext cx="1757026" cy="475488"/>
          </a:xfrm>
          <a:prstGeom prst="rect">
            <a:avLst/>
          </a:prstGeom>
          <a:noFill/>
          <a:ln/>
        </p:spPr>
        <p:txBody>
          <a:bodyPr wrap="square" lIns="0" tIns="0" rIns="0" bIns="0" rtlCol="0" anchor="t">
            <a:normAutofit fontScale="92500" lnSpcReduction="10000"/>
          </a:bodyPr>
          <a:lstStyle/>
          <a:p>
            <a:pPr marL="0" indent="0" algn="ctr">
              <a:buNone/>
            </a:pPr>
            <a:r>
              <a:rPr lang="fr-CA" sz="1850" b="1" noProof="0" dirty="0">
                <a:solidFill>
                  <a:srgbClr val="0F766E"/>
                </a:solidFill>
                <a:latin typeface="Calibri" pitchFamily="34" charset="0"/>
                <a:ea typeface="Calibri" pitchFamily="34" charset="-122"/>
                <a:cs typeface="Calibri" pitchFamily="34" charset="-120"/>
              </a:rPr>
              <a:t>Process/Thread</a:t>
            </a:r>
          </a:p>
          <a:p>
            <a:pPr marL="0" indent="0" algn="ctr">
              <a:buNone/>
            </a:pPr>
            <a:r>
              <a:rPr lang="fr-CA" sz="1850" b="1" noProof="0" dirty="0">
                <a:solidFill>
                  <a:srgbClr val="0F766E"/>
                </a:solidFill>
                <a:latin typeface="Calibri" pitchFamily="34" charset="0"/>
                <a:ea typeface="Calibri" pitchFamily="34" charset="-122"/>
                <a:cs typeface="Calibri" pitchFamily="34" charset="-120"/>
              </a:rPr>
              <a:t>Consumer B</a:t>
            </a:r>
            <a:endParaRPr lang="fr-CA" sz="1850" noProof="0" dirty="0"/>
          </a:p>
        </p:txBody>
      </p:sp>
      <p:sp>
        <p:nvSpPr>
          <p:cNvPr id="45" name="Shape 43"/>
          <p:cNvSpPr/>
          <p:nvPr>
            <p:custDataLst>
              <p:tags r:id="rId44"/>
            </p:custDataLst>
          </p:nvPr>
        </p:nvSpPr>
        <p:spPr>
          <a:xfrm>
            <a:off x="5797296" y="2913304"/>
            <a:ext cx="1254148" cy="51231"/>
          </a:xfrm>
          <a:prstGeom prst="line">
            <a:avLst/>
          </a:prstGeom>
          <a:noFill/>
          <a:ln w="28575">
            <a:solidFill>
              <a:srgbClr val="1F6FEB"/>
            </a:solidFill>
            <a:prstDash val="solid"/>
            <a:headEnd type="none"/>
            <a:tailEnd type="triangle"/>
          </a:ln>
        </p:spPr>
        <p:txBody>
          <a:bodyPr/>
          <a:lstStyle/>
          <a:p>
            <a:endParaRPr lang="fr-CA" noProof="0" dirty="0"/>
          </a:p>
        </p:txBody>
      </p:sp>
      <p:sp>
        <p:nvSpPr>
          <p:cNvPr id="46" name="Shape 44"/>
          <p:cNvSpPr/>
          <p:nvPr>
            <p:custDataLst>
              <p:tags r:id="rId45"/>
            </p:custDataLst>
          </p:nvPr>
        </p:nvSpPr>
        <p:spPr>
          <a:xfrm>
            <a:off x="5788152" y="3639313"/>
            <a:ext cx="1272436" cy="279508"/>
          </a:xfrm>
          <a:prstGeom prst="line">
            <a:avLst/>
          </a:prstGeom>
          <a:noFill/>
          <a:ln w="28575">
            <a:solidFill>
              <a:srgbClr val="1F6FEB"/>
            </a:solidFill>
            <a:prstDash val="solid"/>
            <a:headEnd type="none"/>
            <a:tailEnd type="triangle"/>
          </a:ln>
        </p:spPr>
        <p:txBody>
          <a:bodyPr/>
          <a:lstStyle/>
          <a:p>
            <a:endParaRPr lang="fr-CA" noProof="0" dirty="0"/>
          </a:p>
        </p:txBody>
      </p:sp>
      <p:sp>
        <p:nvSpPr>
          <p:cNvPr id="48" name="Shape 46"/>
          <p:cNvSpPr/>
          <p:nvPr>
            <p:custDataLst>
              <p:tags r:id="rId46"/>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49" name="Text 47"/>
          <p:cNvSpPr/>
          <p:nvPr>
            <p:custDataLst>
              <p:tags r:id="rId47"/>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Order is guaranteed only within a partition (when a partition key is used), not globally across all partitions.</a:t>
            </a:r>
            <a:endParaRPr lang="fr-CA" sz="1550" noProof="0" dirty="0"/>
          </a:p>
        </p:txBody>
      </p:sp>
      <p:sp>
        <p:nvSpPr>
          <p:cNvPr id="51" name="Shape 41">
            <a:extLst>
              <a:ext uri="{FF2B5EF4-FFF2-40B4-BE49-F238E27FC236}">
                <a16:creationId xmlns:a16="http://schemas.microsoft.com/office/drawing/2014/main" id="{A5756048-6AEB-066A-2004-DA647740DC71}"/>
              </a:ext>
            </a:extLst>
          </p:cNvPr>
          <p:cNvSpPr/>
          <p:nvPr>
            <p:custDataLst>
              <p:tags r:id="rId48"/>
            </p:custDataLst>
          </p:nvPr>
        </p:nvSpPr>
        <p:spPr>
          <a:xfrm>
            <a:off x="7064596" y="4429945"/>
            <a:ext cx="2053642" cy="804672"/>
          </a:xfrm>
          <a:prstGeom prst="roundRect">
            <a:avLst>
              <a:gd name="adj" fmla="val 11364"/>
            </a:avLst>
          </a:prstGeom>
          <a:solidFill>
            <a:srgbClr val="FFFFFF"/>
          </a:solidFill>
          <a:ln w="8890">
            <a:solidFill>
              <a:srgbClr val="0F766E"/>
            </a:solidFill>
            <a:prstDash val="solid"/>
          </a:ln>
        </p:spPr>
        <p:txBody>
          <a:bodyPr/>
          <a:lstStyle/>
          <a:p>
            <a:endParaRPr lang="fr-CA" noProof="0" dirty="0"/>
          </a:p>
        </p:txBody>
      </p:sp>
      <p:sp>
        <p:nvSpPr>
          <p:cNvPr id="53" name="Text 42">
            <a:extLst>
              <a:ext uri="{FF2B5EF4-FFF2-40B4-BE49-F238E27FC236}">
                <a16:creationId xmlns:a16="http://schemas.microsoft.com/office/drawing/2014/main" id="{5048566B-1F2F-1243-1121-85E21E587642}"/>
              </a:ext>
            </a:extLst>
          </p:cNvPr>
          <p:cNvSpPr/>
          <p:nvPr>
            <p:custDataLst>
              <p:tags r:id="rId49"/>
            </p:custDataLst>
          </p:nvPr>
        </p:nvSpPr>
        <p:spPr>
          <a:xfrm>
            <a:off x="7210900" y="4580821"/>
            <a:ext cx="1757026" cy="523191"/>
          </a:xfrm>
          <a:prstGeom prst="rect">
            <a:avLst/>
          </a:prstGeom>
          <a:noFill/>
          <a:ln/>
        </p:spPr>
        <p:txBody>
          <a:bodyPr wrap="square" lIns="0" tIns="0" rIns="0" bIns="0" rtlCol="0" anchor="t">
            <a:normAutofit lnSpcReduction="10000"/>
          </a:bodyPr>
          <a:lstStyle/>
          <a:p>
            <a:pPr marL="0" indent="0" algn="ctr">
              <a:buNone/>
            </a:pPr>
            <a:r>
              <a:rPr lang="fr-CA" sz="1850" b="1" noProof="0" dirty="0">
                <a:solidFill>
                  <a:srgbClr val="0F766E"/>
                </a:solidFill>
                <a:latin typeface="Calibri" pitchFamily="34" charset="0"/>
                <a:ea typeface="Calibri" pitchFamily="34" charset="-122"/>
                <a:cs typeface="Calibri" pitchFamily="34" charset="-120"/>
              </a:rPr>
              <a:t>Process/Thread</a:t>
            </a:r>
          </a:p>
          <a:p>
            <a:pPr marL="0" indent="0" algn="ctr">
              <a:buNone/>
            </a:pPr>
            <a:r>
              <a:rPr lang="fr-CA" sz="1850" b="1" noProof="0" dirty="0">
                <a:solidFill>
                  <a:srgbClr val="0F766E"/>
                </a:solidFill>
                <a:latin typeface="Calibri" pitchFamily="34" charset="0"/>
                <a:ea typeface="Calibri" pitchFamily="34" charset="-122"/>
                <a:cs typeface="Calibri" pitchFamily="34" charset="-120"/>
              </a:rPr>
              <a:t>Consumer C</a:t>
            </a:r>
            <a:endParaRPr lang="fr-CA" sz="1850" noProof="0" dirty="0"/>
          </a:p>
        </p:txBody>
      </p:sp>
      <p:sp>
        <p:nvSpPr>
          <p:cNvPr id="57" name="Shape 44">
            <a:extLst>
              <a:ext uri="{FF2B5EF4-FFF2-40B4-BE49-F238E27FC236}">
                <a16:creationId xmlns:a16="http://schemas.microsoft.com/office/drawing/2014/main" id="{81CDAE44-57CE-6AA6-5D0C-9FE0B208525D}"/>
              </a:ext>
            </a:extLst>
          </p:cNvPr>
          <p:cNvSpPr/>
          <p:nvPr>
            <p:custDataLst>
              <p:tags r:id="rId50"/>
            </p:custDataLst>
          </p:nvPr>
        </p:nvSpPr>
        <p:spPr>
          <a:xfrm>
            <a:off x="5806440" y="4398263"/>
            <a:ext cx="1254148" cy="407526"/>
          </a:xfrm>
          <a:prstGeom prst="line">
            <a:avLst/>
          </a:prstGeom>
          <a:noFill/>
          <a:ln w="28575">
            <a:solidFill>
              <a:srgbClr val="1F6FEB"/>
            </a:solidFill>
            <a:prstDash val="solid"/>
            <a:headEnd type="none"/>
            <a:tailEnd type="triangle"/>
          </a:ln>
        </p:spPr>
        <p:txBody>
          <a:bodyPr/>
          <a:lstStyle/>
          <a:p>
            <a:endParaRPr lang="fr-CA" noProof="0" dirty="0"/>
          </a:p>
        </p:txBody>
      </p:sp>
      <p:sp>
        <p:nvSpPr>
          <p:cNvPr id="63" name="Shape 41">
            <a:extLst>
              <a:ext uri="{FF2B5EF4-FFF2-40B4-BE49-F238E27FC236}">
                <a16:creationId xmlns:a16="http://schemas.microsoft.com/office/drawing/2014/main" id="{F6A4DC40-1463-2550-656F-61C1BE44AE2E}"/>
              </a:ext>
            </a:extLst>
          </p:cNvPr>
          <p:cNvSpPr/>
          <p:nvPr>
            <p:custDataLst>
              <p:tags r:id="rId51"/>
            </p:custDataLst>
          </p:nvPr>
        </p:nvSpPr>
        <p:spPr>
          <a:xfrm>
            <a:off x="9270638" y="2552064"/>
            <a:ext cx="2053642" cy="804672"/>
          </a:xfrm>
          <a:prstGeom prst="roundRect">
            <a:avLst>
              <a:gd name="adj" fmla="val 11364"/>
            </a:avLst>
          </a:prstGeom>
          <a:solidFill>
            <a:srgbClr val="FFFFFF"/>
          </a:solidFill>
          <a:ln w="8890">
            <a:solidFill>
              <a:srgbClr val="0F766E"/>
            </a:solidFill>
            <a:prstDash val="solid"/>
          </a:ln>
        </p:spPr>
        <p:txBody>
          <a:bodyPr/>
          <a:lstStyle/>
          <a:p>
            <a:endParaRPr lang="fr-CA" noProof="0" dirty="0"/>
          </a:p>
        </p:txBody>
      </p:sp>
      <p:sp>
        <p:nvSpPr>
          <p:cNvPr id="65" name="Text 42">
            <a:extLst>
              <a:ext uri="{FF2B5EF4-FFF2-40B4-BE49-F238E27FC236}">
                <a16:creationId xmlns:a16="http://schemas.microsoft.com/office/drawing/2014/main" id="{057D526F-E971-B90E-A4AE-7DB6B3785535}"/>
              </a:ext>
            </a:extLst>
          </p:cNvPr>
          <p:cNvSpPr/>
          <p:nvPr>
            <p:custDataLst>
              <p:tags r:id="rId52"/>
            </p:custDataLst>
          </p:nvPr>
        </p:nvSpPr>
        <p:spPr>
          <a:xfrm>
            <a:off x="9416942" y="2702940"/>
            <a:ext cx="1757026" cy="523191"/>
          </a:xfrm>
          <a:prstGeom prst="rect">
            <a:avLst/>
          </a:prstGeom>
          <a:noFill/>
          <a:ln/>
        </p:spPr>
        <p:txBody>
          <a:bodyPr wrap="square" lIns="0" tIns="0" rIns="0" bIns="0" rtlCol="0" anchor="t">
            <a:normAutofit lnSpcReduction="10000"/>
          </a:bodyPr>
          <a:lstStyle/>
          <a:p>
            <a:pPr marL="0" indent="0" algn="ctr">
              <a:buNone/>
            </a:pPr>
            <a:r>
              <a:rPr lang="fr-CA" sz="1850" b="1" noProof="0" dirty="0">
                <a:solidFill>
                  <a:srgbClr val="0F766E"/>
                </a:solidFill>
                <a:latin typeface="Calibri" pitchFamily="34" charset="0"/>
                <a:ea typeface="Calibri" pitchFamily="34" charset="-122"/>
                <a:cs typeface="Calibri" pitchFamily="34" charset="-120"/>
              </a:rPr>
              <a:t>Process/Thread</a:t>
            </a:r>
          </a:p>
          <a:p>
            <a:pPr marL="0" indent="0" algn="ctr">
              <a:buNone/>
            </a:pPr>
            <a:r>
              <a:rPr lang="fr-CA" sz="1850" b="1" noProof="0" dirty="0">
                <a:solidFill>
                  <a:srgbClr val="0F766E"/>
                </a:solidFill>
                <a:latin typeface="Calibri" pitchFamily="34" charset="0"/>
                <a:ea typeface="Calibri" pitchFamily="34" charset="-122"/>
                <a:cs typeface="Calibri" pitchFamily="34" charset="-120"/>
              </a:rPr>
              <a:t>Consumer D</a:t>
            </a:r>
            <a:endParaRPr lang="fr-CA" sz="1850" noProof="0" dirty="0"/>
          </a:p>
        </p:txBody>
      </p:sp>
      <p:sp>
        <p:nvSpPr>
          <p:cNvPr id="67" name="Shape 18">
            <a:extLst>
              <a:ext uri="{FF2B5EF4-FFF2-40B4-BE49-F238E27FC236}">
                <a16:creationId xmlns:a16="http://schemas.microsoft.com/office/drawing/2014/main" id="{93522C07-2964-EC5B-5BC6-08C5DA7186C8}"/>
              </a:ext>
            </a:extLst>
          </p:cNvPr>
          <p:cNvSpPr/>
          <p:nvPr>
            <p:custDataLst>
              <p:tags r:id="rId53"/>
            </p:custDataLst>
          </p:nvPr>
        </p:nvSpPr>
        <p:spPr>
          <a:xfrm flipV="1">
            <a:off x="9752222" y="3377007"/>
            <a:ext cx="126345" cy="316846"/>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fr-CA" dirty="0"/>
          </a:p>
        </p:txBody>
      </p:sp>
      <p:sp>
        <p:nvSpPr>
          <p:cNvPr id="69" name="Text 15">
            <a:extLst>
              <a:ext uri="{FF2B5EF4-FFF2-40B4-BE49-F238E27FC236}">
                <a16:creationId xmlns:a16="http://schemas.microsoft.com/office/drawing/2014/main" id="{148D4289-2F56-7575-7B36-91CC7FB90331}"/>
              </a:ext>
            </a:extLst>
          </p:cNvPr>
          <p:cNvSpPr/>
          <p:nvPr>
            <p:custDataLst>
              <p:tags r:id="rId54"/>
            </p:custDataLst>
          </p:nvPr>
        </p:nvSpPr>
        <p:spPr>
          <a:xfrm>
            <a:off x="9416942" y="3804272"/>
            <a:ext cx="2053642" cy="380047"/>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Receives no messages.</a:t>
            </a:r>
            <a:endParaRPr lang="fr-CA" sz="1720" noProof="0" dirty="0"/>
          </a:p>
        </p:txBody>
      </p:sp>
      <p:sp>
        <p:nvSpPr>
          <p:cNvPr id="71" name="Shape 18">
            <a:extLst>
              <a:ext uri="{FF2B5EF4-FFF2-40B4-BE49-F238E27FC236}">
                <a16:creationId xmlns:a16="http://schemas.microsoft.com/office/drawing/2014/main" id="{51D3DBD1-7A7B-6D6E-0DBC-A7F6F4C24893}"/>
              </a:ext>
            </a:extLst>
          </p:cNvPr>
          <p:cNvSpPr/>
          <p:nvPr>
            <p:custDataLst>
              <p:tags r:id="rId55"/>
            </p:custDataLst>
          </p:nvPr>
        </p:nvSpPr>
        <p:spPr>
          <a:xfrm flipH="1" flipV="1">
            <a:off x="9226296" y="4248004"/>
            <a:ext cx="544213" cy="237743"/>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fr-CA" dirty="0"/>
          </a:p>
        </p:txBody>
      </p:sp>
      <p:sp>
        <p:nvSpPr>
          <p:cNvPr id="73" name="Text 15">
            <a:extLst>
              <a:ext uri="{FF2B5EF4-FFF2-40B4-BE49-F238E27FC236}">
                <a16:creationId xmlns:a16="http://schemas.microsoft.com/office/drawing/2014/main" id="{D12DECE4-4C7B-DCD6-774F-0D2FBF1523EE}"/>
              </a:ext>
            </a:extLst>
          </p:cNvPr>
          <p:cNvSpPr/>
          <p:nvPr>
            <p:custDataLst>
              <p:tags r:id="rId56"/>
            </p:custDataLst>
          </p:nvPr>
        </p:nvSpPr>
        <p:spPr>
          <a:xfrm>
            <a:off x="9434562" y="4580821"/>
            <a:ext cx="2053642" cy="583659"/>
          </a:xfrm>
          <a:prstGeom prst="rect">
            <a:avLst/>
          </a:prstGeom>
          <a:noFill/>
          <a:ln/>
        </p:spPr>
        <p:txBody>
          <a:bodyPr wrap="square" lIns="0" tIns="0" rIns="0" bIns="0" rtlCol="0" anchor="t">
            <a:normAutofit fontScale="77500" lnSpcReduction="20000"/>
          </a:bodyPr>
          <a:lstStyle/>
          <a:p>
            <a:pPr marL="0" indent="0">
              <a:buNone/>
            </a:pPr>
            <a:r>
              <a:rPr lang="fr-CA" sz="1720" noProof="0" dirty="0">
                <a:solidFill>
                  <a:srgbClr val="486581"/>
                </a:solidFill>
                <a:latin typeface="Calibri" pitchFamily="34" charset="0"/>
                <a:ea typeface="Calibri" pitchFamily="34" charset="-122"/>
                <a:cs typeface="Calibri" pitchFamily="34" charset="-120"/>
              </a:rPr>
              <a:t>Without a key ... All threads can write to the same record — no ordering.</a:t>
            </a:r>
            <a:endParaRPr lang="fr-CA" sz="172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4" name="Text 2"/>
          <p:cNvSpPr/>
          <p:nvPr>
            <p:custDataLst>
              <p:tags r:id="rId2"/>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HOT PARTITIONS</a:t>
            </a:r>
            <a:endParaRPr lang="fr-CA" sz="1000" noProof="0" dirty="0"/>
          </a:p>
        </p:txBody>
      </p:sp>
      <p:sp>
        <p:nvSpPr>
          <p:cNvPr id="5" name="Text 3"/>
          <p:cNvSpPr/>
          <p:nvPr>
            <p:custDataLst>
              <p:tags r:id="rId3"/>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An imbalanced key can neutralize horizontal elasticity</a:t>
            </a:r>
            <a:endParaRPr lang="fr-CA" sz="2700" noProof="0" dirty="0"/>
          </a:p>
        </p:txBody>
      </p:sp>
      <p:sp>
        <p:nvSpPr>
          <p:cNvPr id="6" name="Text 4"/>
          <p:cNvSpPr/>
          <p:nvPr>
            <p:custDataLst>
              <p:tags r:id="rId4"/>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Throughput can remain limited by a single partition, even when other consumers are available.</a:t>
            </a:r>
            <a:endParaRPr lang="fr-CA" sz="1650" noProof="0" dirty="0"/>
          </a:p>
        </p:txBody>
      </p:sp>
      <p:sp>
        <p:nvSpPr>
          <p:cNvPr id="7" name="Text 5"/>
          <p:cNvSpPr/>
          <p:nvPr>
            <p:custDataLst>
              <p:tags r:id="rId5"/>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8" name="Text 6"/>
          <p:cNvSpPr/>
          <p:nvPr>
            <p:custDataLst>
              <p:tags r:id="rId6"/>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11</a:t>
            </a:r>
            <a:endParaRPr lang="fr-CA" sz="900" noProof="0" dirty="0"/>
          </a:p>
        </p:txBody>
      </p:sp>
      <p:sp>
        <p:nvSpPr>
          <p:cNvPr id="9" name="Shape 7"/>
          <p:cNvSpPr/>
          <p:nvPr>
            <p:custDataLst>
              <p:tags r:id="rId7"/>
            </p:custDataLst>
          </p:nvPr>
        </p:nvSpPr>
        <p:spPr>
          <a:xfrm>
            <a:off x="534526" y="2016252"/>
            <a:ext cx="6404893" cy="3255264"/>
          </a:xfrm>
          <a:prstGeom prst="roundRect">
            <a:avLst>
              <a:gd name="adj" fmla="val 2809"/>
            </a:avLst>
          </a:prstGeom>
          <a:solidFill>
            <a:srgbClr val="F5F8FC"/>
          </a:solidFill>
          <a:ln w="8890">
            <a:solidFill>
              <a:srgbClr val="D9E2EC"/>
            </a:solidFill>
            <a:prstDash val="solid"/>
          </a:ln>
        </p:spPr>
        <p:txBody>
          <a:bodyPr/>
          <a:lstStyle/>
          <a:p>
            <a:endParaRPr lang="fr-CA" noProof="0" dirty="0"/>
          </a:p>
        </p:txBody>
      </p:sp>
      <p:sp>
        <p:nvSpPr>
          <p:cNvPr id="10" name="Text 8"/>
          <p:cNvSpPr/>
          <p:nvPr>
            <p:custDataLst>
              <p:tags r:id="rId8"/>
            </p:custDataLst>
          </p:nvPr>
        </p:nvSpPr>
        <p:spPr>
          <a:xfrm>
            <a:off x="790558" y="2253996"/>
            <a:ext cx="54864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IMBALANCE DIAGRAM</a:t>
            </a:r>
            <a:endParaRPr lang="fr-CA" sz="1100" noProof="0" dirty="0"/>
          </a:p>
        </p:txBody>
      </p:sp>
      <p:sp>
        <p:nvSpPr>
          <p:cNvPr id="12" name="Shape 10"/>
          <p:cNvSpPr/>
          <p:nvPr>
            <p:custDataLst>
              <p:tags r:id="rId9"/>
            </p:custDataLst>
          </p:nvPr>
        </p:nvSpPr>
        <p:spPr>
          <a:xfrm>
            <a:off x="1988422" y="2711196"/>
            <a:ext cx="438912" cy="411480"/>
          </a:xfrm>
          <a:prstGeom prst="roundRect">
            <a:avLst>
              <a:gd name="adj" fmla="val 22222"/>
            </a:avLst>
          </a:prstGeom>
          <a:solidFill>
            <a:srgbClr val="FFF7ED"/>
          </a:solidFill>
          <a:ln w="8890">
            <a:solidFill>
              <a:srgbClr val="B45309"/>
            </a:solidFill>
            <a:prstDash val="solid"/>
          </a:ln>
        </p:spPr>
        <p:txBody>
          <a:bodyPr/>
          <a:lstStyle/>
          <a:p>
            <a:endParaRPr lang="fr-CA" noProof="0" dirty="0"/>
          </a:p>
        </p:txBody>
      </p:sp>
      <p:sp>
        <p:nvSpPr>
          <p:cNvPr id="13" name="Shape 11"/>
          <p:cNvSpPr/>
          <p:nvPr>
            <p:custDataLst>
              <p:tags r:id="rId10"/>
            </p:custDataLst>
          </p:nvPr>
        </p:nvSpPr>
        <p:spPr>
          <a:xfrm>
            <a:off x="2591926" y="2711196"/>
            <a:ext cx="438912" cy="411480"/>
          </a:xfrm>
          <a:prstGeom prst="roundRect">
            <a:avLst>
              <a:gd name="adj" fmla="val 22222"/>
            </a:avLst>
          </a:prstGeom>
          <a:solidFill>
            <a:srgbClr val="FFF7ED"/>
          </a:solidFill>
          <a:ln w="8890">
            <a:solidFill>
              <a:srgbClr val="B45309"/>
            </a:solidFill>
            <a:prstDash val="solid"/>
          </a:ln>
        </p:spPr>
        <p:txBody>
          <a:bodyPr/>
          <a:lstStyle/>
          <a:p>
            <a:endParaRPr lang="fr-CA" noProof="0" dirty="0"/>
          </a:p>
        </p:txBody>
      </p:sp>
      <p:sp>
        <p:nvSpPr>
          <p:cNvPr id="14" name="Shape 12"/>
          <p:cNvSpPr/>
          <p:nvPr>
            <p:custDataLst>
              <p:tags r:id="rId11"/>
            </p:custDataLst>
          </p:nvPr>
        </p:nvSpPr>
        <p:spPr>
          <a:xfrm>
            <a:off x="3195430" y="2711196"/>
            <a:ext cx="438912" cy="411480"/>
          </a:xfrm>
          <a:prstGeom prst="roundRect">
            <a:avLst>
              <a:gd name="adj" fmla="val 22222"/>
            </a:avLst>
          </a:prstGeom>
          <a:solidFill>
            <a:srgbClr val="FFF7ED"/>
          </a:solidFill>
          <a:ln w="8890">
            <a:solidFill>
              <a:srgbClr val="B45309"/>
            </a:solidFill>
            <a:prstDash val="solid"/>
          </a:ln>
        </p:spPr>
        <p:txBody>
          <a:bodyPr/>
          <a:lstStyle/>
          <a:p>
            <a:endParaRPr lang="fr-CA" noProof="0" dirty="0"/>
          </a:p>
        </p:txBody>
      </p:sp>
      <p:sp>
        <p:nvSpPr>
          <p:cNvPr id="15" name="Shape 13"/>
          <p:cNvSpPr/>
          <p:nvPr>
            <p:custDataLst>
              <p:tags r:id="rId12"/>
            </p:custDataLst>
          </p:nvPr>
        </p:nvSpPr>
        <p:spPr>
          <a:xfrm>
            <a:off x="3798934" y="2711196"/>
            <a:ext cx="438912" cy="411480"/>
          </a:xfrm>
          <a:prstGeom prst="roundRect">
            <a:avLst>
              <a:gd name="adj" fmla="val 22222"/>
            </a:avLst>
          </a:prstGeom>
          <a:solidFill>
            <a:srgbClr val="FFF7ED"/>
          </a:solidFill>
          <a:ln w="8890">
            <a:solidFill>
              <a:srgbClr val="B45309"/>
            </a:solidFill>
            <a:prstDash val="solid"/>
          </a:ln>
        </p:spPr>
        <p:txBody>
          <a:bodyPr/>
          <a:lstStyle/>
          <a:p>
            <a:endParaRPr lang="fr-CA" noProof="0" dirty="0"/>
          </a:p>
        </p:txBody>
      </p:sp>
      <p:sp>
        <p:nvSpPr>
          <p:cNvPr id="16" name="Shape 14"/>
          <p:cNvSpPr/>
          <p:nvPr>
            <p:custDataLst>
              <p:tags r:id="rId13"/>
            </p:custDataLst>
          </p:nvPr>
        </p:nvSpPr>
        <p:spPr>
          <a:xfrm>
            <a:off x="4402438" y="2711196"/>
            <a:ext cx="438912" cy="411480"/>
          </a:xfrm>
          <a:prstGeom prst="roundRect">
            <a:avLst>
              <a:gd name="adj" fmla="val 22222"/>
            </a:avLst>
          </a:prstGeom>
          <a:solidFill>
            <a:srgbClr val="FFF7ED"/>
          </a:solidFill>
          <a:ln w="8890">
            <a:solidFill>
              <a:srgbClr val="B45309"/>
            </a:solidFill>
            <a:prstDash val="solid"/>
          </a:ln>
        </p:spPr>
        <p:txBody>
          <a:bodyPr/>
          <a:lstStyle/>
          <a:p>
            <a:endParaRPr lang="fr-CA" noProof="0" dirty="0"/>
          </a:p>
        </p:txBody>
      </p:sp>
      <p:sp>
        <p:nvSpPr>
          <p:cNvPr id="17" name="Shape 15"/>
          <p:cNvSpPr/>
          <p:nvPr>
            <p:custDataLst>
              <p:tags r:id="rId14"/>
            </p:custDataLst>
          </p:nvPr>
        </p:nvSpPr>
        <p:spPr>
          <a:xfrm>
            <a:off x="5005942" y="2711196"/>
            <a:ext cx="438912" cy="411480"/>
          </a:xfrm>
          <a:prstGeom prst="roundRect">
            <a:avLst>
              <a:gd name="adj" fmla="val 22222"/>
            </a:avLst>
          </a:prstGeom>
          <a:solidFill>
            <a:srgbClr val="FFF7ED"/>
          </a:solidFill>
          <a:ln w="8890">
            <a:solidFill>
              <a:srgbClr val="B45309"/>
            </a:solidFill>
            <a:prstDash val="solid"/>
          </a:ln>
        </p:spPr>
        <p:txBody>
          <a:bodyPr/>
          <a:lstStyle/>
          <a:p>
            <a:endParaRPr lang="fr-CA" noProof="0" dirty="0"/>
          </a:p>
        </p:txBody>
      </p:sp>
      <p:sp>
        <p:nvSpPr>
          <p:cNvPr id="18" name="Shape 16"/>
          <p:cNvSpPr/>
          <p:nvPr>
            <p:custDataLst>
              <p:tags r:id="rId15"/>
            </p:custDataLst>
          </p:nvPr>
        </p:nvSpPr>
        <p:spPr>
          <a:xfrm>
            <a:off x="5609446" y="2711196"/>
            <a:ext cx="438912" cy="411480"/>
          </a:xfrm>
          <a:prstGeom prst="roundRect">
            <a:avLst>
              <a:gd name="adj" fmla="val 22222"/>
            </a:avLst>
          </a:prstGeom>
          <a:solidFill>
            <a:srgbClr val="FFF7ED"/>
          </a:solidFill>
          <a:ln w="8890">
            <a:solidFill>
              <a:srgbClr val="B45309"/>
            </a:solidFill>
            <a:prstDash val="solid"/>
          </a:ln>
        </p:spPr>
        <p:txBody>
          <a:bodyPr/>
          <a:lstStyle/>
          <a:p>
            <a:endParaRPr lang="fr-CA" noProof="0" dirty="0"/>
          </a:p>
        </p:txBody>
      </p:sp>
      <p:sp>
        <p:nvSpPr>
          <p:cNvPr id="19" name="Shape 17"/>
          <p:cNvSpPr/>
          <p:nvPr>
            <p:custDataLst>
              <p:tags r:id="rId16"/>
            </p:custDataLst>
          </p:nvPr>
        </p:nvSpPr>
        <p:spPr>
          <a:xfrm>
            <a:off x="6212950" y="2711196"/>
            <a:ext cx="438912" cy="411480"/>
          </a:xfrm>
          <a:prstGeom prst="roundRect">
            <a:avLst>
              <a:gd name="adj" fmla="val 22222"/>
            </a:avLst>
          </a:prstGeom>
          <a:solidFill>
            <a:srgbClr val="FFF7ED"/>
          </a:solidFill>
          <a:ln w="8890">
            <a:solidFill>
              <a:srgbClr val="B45309"/>
            </a:solidFill>
            <a:prstDash val="solid"/>
          </a:ln>
        </p:spPr>
        <p:txBody>
          <a:bodyPr/>
          <a:lstStyle/>
          <a:p>
            <a:endParaRPr lang="fr-CA" noProof="0" dirty="0"/>
          </a:p>
        </p:txBody>
      </p:sp>
      <p:sp>
        <p:nvSpPr>
          <p:cNvPr id="21" name="Shape 19"/>
          <p:cNvSpPr/>
          <p:nvPr>
            <p:custDataLst>
              <p:tags r:id="rId17"/>
            </p:custDataLst>
          </p:nvPr>
        </p:nvSpPr>
        <p:spPr>
          <a:xfrm>
            <a:off x="1988422" y="3470148"/>
            <a:ext cx="438912" cy="411480"/>
          </a:xfrm>
          <a:prstGeom prst="roundRect">
            <a:avLst>
              <a:gd name="adj" fmla="val 22222"/>
            </a:avLst>
          </a:prstGeom>
          <a:solidFill>
            <a:srgbClr val="EFF6FF"/>
          </a:solidFill>
          <a:ln w="8890">
            <a:solidFill>
              <a:srgbClr val="1F6FEB"/>
            </a:solidFill>
            <a:prstDash val="solid"/>
          </a:ln>
        </p:spPr>
        <p:txBody>
          <a:bodyPr/>
          <a:lstStyle/>
          <a:p>
            <a:endParaRPr lang="fr-CA" noProof="0" dirty="0"/>
          </a:p>
        </p:txBody>
      </p:sp>
      <p:sp>
        <p:nvSpPr>
          <p:cNvPr id="22" name="Shape 20"/>
          <p:cNvSpPr/>
          <p:nvPr>
            <p:custDataLst>
              <p:tags r:id="rId18"/>
            </p:custDataLst>
          </p:nvPr>
        </p:nvSpPr>
        <p:spPr>
          <a:xfrm>
            <a:off x="2591926" y="3470148"/>
            <a:ext cx="438912" cy="411480"/>
          </a:xfrm>
          <a:prstGeom prst="roundRect">
            <a:avLst>
              <a:gd name="adj" fmla="val 22222"/>
            </a:avLst>
          </a:prstGeom>
          <a:solidFill>
            <a:srgbClr val="EFF6FF"/>
          </a:solidFill>
          <a:ln w="8890">
            <a:solidFill>
              <a:srgbClr val="1F6FEB"/>
            </a:solidFill>
            <a:prstDash val="solid"/>
          </a:ln>
        </p:spPr>
        <p:txBody>
          <a:bodyPr/>
          <a:lstStyle/>
          <a:p>
            <a:endParaRPr lang="fr-CA" noProof="0" dirty="0"/>
          </a:p>
        </p:txBody>
      </p:sp>
      <p:sp>
        <p:nvSpPr>
          <p:cNvPr id="24" name="Shape 22"/>
          <p:cNvSpPr/>
          <p:nvPr>
            <p:custDataLst>
              <p:tags r:id="rId19"/>
            </p:custDataLst>
          </p:nvPr>
        </p:nvSpPr>
        <p:spPr>
          <a:xfrm>
            <a:off x="1988422" y="4229100"/>
            <a:ext cx="438912" cy="411480"/>
          </a:xfrm>
          <a:prstGeom prst="roundRect">
            <a:avLst>
              <a:gd name="adj" fmla="val 22222"/>
            </a:avLst>
          </a:prstGeom>
          <a:solidFill>
            <a:srgbClr val="EFF6FF"/>
          </a:solidFill>
          <a:ln w="8890">
            <a:solidFill>
              <a:srgbClr val="1F6FEB"/>
            </a:solidFill>
            <a:prstDash val="solid"/>
          </a:ln>
        </p:spPr>
        <p:txBody>
          <a:bodyPr/>
          <a:lstStyle/>
          <a:p>
            <a:endParaRPr lang="fr-CA" noProof="0" dirty="0"/>
          </a:p>
        </p:txBody>
      </p:sp>
      <p:sp>
        <p:nvSpPr>
          <p:cNvPr id="25" name="Text 23"/>
          <p:cNvSpPr/>
          <p:nvPr>
            <p:custDataLst>
              <p:tags r:id="rId20"/>
            </p:custDataLst>
          </p:nvPr>
        </p:nvSpPr>
        <p:spPr>
          <a:xfrm>
            <a:off x="731520" y="4997196"/>
            <a:ext cx="5943600" cy="237744"/>
          </a:xfrm>
          <a:prstGeom prst="rect">
            <a:avLst/>
          </a:prstGeom>
          <a:noFill/>
          <a:ln/>
        </p:spPr>
        <p:txBody>
          <a:bodyPr wrap="square" lIns="0" tIns="0" rIns="0" bIns="0" rtlCol="0" anchor="t">
            <a:normAutofit/>
          </a:bodyPr>
          <a:lstStyle/>
          <a:p>
            <a:pPr marL="0" indent="0">
              <a:buNone/>
            </a:pPr>
            <a:r>
              <a:rPr lang="fr-CA" sz="1450" noProof="0" dirty="0">
                <a:solidFill>
                  <a:srgbClr val="486581"/>
                </a:solidFill>
                <a:latin typeface="Calibri" pitchFamily="34" charset="0"/>
                <a:ea typeface="Calibri" pitchFamily="34" charset="-122"/>
                <a:cs typeface="Calibri" pitchFamily="34" charset="-120"/>
              </a:rPr>
              <a:t>A dominant key concentrates the work.</a:t>
            </a:r>
            <a:endParaRPr lang="fr-CA" sz="1450" noProof="0" dirty="0"/>
          </a:p>
        </p:txBody>
      </p:sp>
      <p:sp>
        <p:nvSpPr>
          <p:cNvPr id="26" name="Text 24"/>
          <p:cNvSpPr/>
          <p:nvPr>
            <p:custDataLst>
              <p:tags r:id="rId21"/>
            </p:custDataLst>
          </p:nvPr>
        </p:nvSpPr>
        <p:spPr>
          <a:xfrm>
            <a:off x="7449312" y="2148840"/>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1F6FEB"/>
                </a:solidFill>
                <a:latin typeface="Calibri" pitchFamily="34" charset="0"/>
                <a:ea typeface="Calibri" pitchFamily="34" charset="-122"/>
                <a:cs typeface="Calibri" pitchFamily="34" charset="-120"/>
              </a:rPr>
              <a:t>01</a:t>
            </a:r>
            <a:endParaRPr lang="fr-CA" sz="2500" noProof="0" dirty="0"/>
          </a:p>
        </p:txBody>
      </p:sp>
      <p:sp>
        <p:nvSpPr>
          <p:cNvPr id="27" name="Text 25"/>
          <p:cNvSpPr/>
          <p:nvPr>
            <p:custDataLst>
              <p:tags r:id="rId22"/>
            </p:custDataLst>
          </p:nvPr>
        </p:nvSpPr>
        <p:spPr>
          <a:xfrm>
            <a:off x="8153400" y="2157984"/>
            <a:ext cx="3163824" cy="36576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Measure distribution</a:t>
            </a:r>
            <a:endParaRPr lang="fr-CA" sz="2000" noProof="0" dirty="0"/>
          </a:p>
        </p:txBody>
      </p:sp>
      <p:sp>
        <p:nvSpPr>
          <p:cNvPr id="28" name="Text 26"/>
          <p:cNvSpPr/>
          <p:nvPr>
            <p:custDataLst>
              <p:tags r:id="rId23"/>
            </p:custDataLst>
          </p:nvPr>
        </p:nvSpPr>
        <p:spPr>
          <a:xfrm>
            <a:off x="8135112" y="2502433"/>
            <a:ext cx="3505200" cy="658368"/>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Observe lag by partition, not just the total.</a:t>
            </a:r>
            <a:endParaRPr lang="fr-CA" sz="1720" noProof="0" dirty="0"/>
          </a:p>
        </p:txBody>
      </p:sp>
      <p:sp>
        <p:nvSpPr>
          <p:cNvPr id="29" name="Text 27"/>
          <p:cNvSpPr/>
          <p:nvPr>
            <p:custDataLst>
              <p:tags r:id="rId24"/>
            </p:custDataLst>
          </p:nvPr>
        </p:nvSpPr>
        <p:spPr>
          <a:xfrm>
            <a:off x="7449312" y="3136392"/>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0F766E"/>
                </a:solidFill>
                <a:latin typeface="Calibri" pitchFamily="34" charset="0"/>
                <a:ea typeface="Calibri" pitchFamily="34" charset="-122"/>
                <a:cs typeface="Calibri" pitchFamily="34" charset="-120"/>
              </a:rPr>
              <a:t>02</a:t>
            </a:r>
            <a:endParaRPr lang="fr-CA" sz="2500" noProof="0" dirty="0"/>
          </a:p>
        </p:txBody>
      </p:sp>
      <p:sp>
        <p:nvSpPr>
          <p:cNvPr id="30" name="Text 28"/>
          <p:cNvSpPr/>
          <p:nvPr>
            <p:custDataLst>
              <p:tags r:id="rId25"/>
            </p:custDataLst>
          </p:nvPr>
        </p:nvSpPr>
        <p:spPr>
          <a:xfrm>
            <a:off x="8153400" y="3145536"/>
            <a:ext cx="3163824" cy="36576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Locate the bottleneck</a:t>
            </a:r>
            <a:endParaRPr lang="fr-CA" sz="2000" noProof="0" dirty="0"/>
          </a:p>
        </p:txBody>
      </p:sp>
      <p:sp>
        <p:nvSpPr>
          <p:cNvPr id="31" name="Text 29"/>
          <p:cNvSpPr/>
          <p:nvPr>
            <p:custDataLst>
              <p:tags r:id="rId26"/>
            </p:custDataLst>
          </p:nvPr>
        </p:nvSpPr>
        <p:spPr>
          <a:xfrm>
            <a:off x="8153400" y="3556739"/>
            <a:ext cx="3377184" cy="658368"/>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Key, lock, database, or external resource.</a:t>
            </a:r>
            <a:endParaRPr lang="fr-CA" sz="1720" noProof="0" dirty="0"/>
          </a:p>
        </p:txBody>
      </p:sp>
      <p:sp>
        <p:nvSpPr>
          <p:cNvPr id="32" name="Shape 30"/>
          <p:cNvSpPr/>
          <p:nvPr>
            <p:custDataLst>
              <p:tags r:id="rId27"/>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33" name="Text 31"/>
          <p:cNvSpPr/>
          <p:nvPr>
            <p:custDataLst>
              <p:tags r:id="rId28"/>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Distributing more is useful only if business ordering and invariants remain preserved.</a:t>
            </a:r>
            <a:endParaRPr lang="fr-CA" sz="1550" noProof="0" dirty="0"/>
          </a:p>
        </p:txBody>
      </p:sp>
      <p:sp>
        <p:nvSpPr>
          <p:cNvPr id="43" name="Text 9">
            <a:extLst>
              <a:ext uri="{FF2B5EF4-FFF2-40B4-BE49-F238E27FC236}">
                <a16:creationId xmlns:a16="http://schemas.microsoft.com/office/drawing/2014/main" id="{D2625CC4-A82F-3DFF-6D18-99C72A44DB19}"/>
              </a:ext>
            </a:extLst>
          </p:cNvPr>
          <p:cNvSpPr/>
          <p:nvPr>
            <p:custDataLst>
              <p:tags r:id="rId29"/>
            </p:custDataLst>
          </p:nvPr>
        </p:nvSpPr>
        <p:spPr>
          <a:xfrm>
            <a:off x="795528" y="2776144"/>
            <a:ext cx="1353312" cy="329184"/>
          </a:xfrm>
          <a:prstGeom prst="rect">
            <a:avLst/>
          </a:prstGeom>
          <a:noFill/>
          <a:ln/>
        </p:spPr>
        <p:txBody>
          <a:bodyPr wrap="square" lIns="0" tIns="0" rIns="0" bIns="0" rtlCol="0" anchor="t">
            <a:normAutofit/>
          </a:bodyPr>
          <a:lstStyle/>
          <a:p>
            <a:pPr marL="0" indent="0">
              <a:buNone/>
            </a:pPr>
            <a:r>
              <a:rPr lang="fr-CA" sz="1700" b="1" noProof="0" dirty="0">
                <a:solidFill>
                  <a:srgbClr val="102A43"/>
                </a:solidFill>
                <a:latin typeface="Calibri" pitchFamily="34" charset="0"/>
                <a:ea typeface="Calibri" pitchFamily="34" charset="-122"/>
                <a:cs typeface="Calibri" pitchFamily="34" charset="-120"/>
              </a:rPr>
              <a:t>Partition 0</a:t>
            </a:r>
            <a:endParaRPr lang="fr-CA" sz="1700" noProof="0" dirty="0"/>
          </a:p>
        </p:txBody>
      </p:sp>
      <p:sp>
        <p:nvSpPr>
          <p:cNvPr id="45" name="Text 18">
            <a:extLst>
              <a:ext uri="{FF2B5EF4-FFF2-40B4-BE49-F238E27FC236}">
                <a16:creationId xmlns:a16="http://schemas.microsoft.com/office/drawing/2014/main" id="{267B5C45-CC37-91B9-9DAF-DBEE4D918353}"/>
              </a:ext>
            </a:extLst>
          </p:cNvPr>
          <p:cNvSpPr/>
          <p:nvPr>
            <p:custDataLst>
              <p:tags r:id="rId30"/>
            </p:custDataLst>
          </p:nvPr>
        </p:nvSpPr>
        <p:spPr>
          <a:xfrm>
            <a:off x="795528" y="3535096"/>
            <a:ext cx="1353312" cy="329184"/>
          </a:xfrm>
          <a:prstGeom prst="rect">
            <a:avLst/>
          </a:prstGeom>
          <a:noFill/>
          <a:ln/>
        </p:spPr>
        <p:txBody>
          <a:bodyPr wrap="square" lIns="0" tIns="0" rIns="0" bIns="0" rtlCol="0" anchor="t">
            <a:normAutofit/>
          </a:bodyPr>
          <a:lstStyle/>
          <a:p>
            <a:pPr marL="0" indent="0">
              <a:buNone/>
            </a:pPr>
            <a:r>
              <a:rPr lang="fr-CA" sz="1700" b="1" noProof="0" dirty="0">
                <a:solidFill>
                  <a:srgbClr val="102A43"/>
                </a:solidFill>
                <a:latin typeface="Calibri" pitchFamily="34" charset="0"/>
                <a:ea typeface="Calibri" pitchFamily="34" charset="-122"/>
                <a:cs typeface="Calibri" pitchFamily="34" charset="-120"/>
              </a:rPr>
              <a:t>Partition 1</a:t>
            </a:r>
            <a:endParaRPr lang="fr-CA" sz="1700" noProof="0" dirty="0"/>
          </a:p>
        </p:txBody>
      </p:sp>
      <p:sp>
        <p:nvSpPr>
          <p:cNvPr id="47" name="Text 27">
            <a:extLst>
              <a:ext uri="{FF2B5EF4-FFF2-40B4-BE49-F238E27FC236}">
                <a16:creationId xmlns:a16="http://schemas.microsoft.com/office/drawing/2014/main" id="{7E296B34-3BA5-2D40-B2AC-B703DF423827}"/>
              </a:ext>
            </a:extLst>
          </p:cNvPr>
          <p:cNvSpPr/>
          <p:nvPr>
            <p:custDataLst>
              <p:tags r:id="rId31"/>
            </p:custDataLst>
          </p:nvPr>
        </p:nvSpPr>
        <p:spPr>
          <a:xfrm>
            <a:off x="795528" y="4294048"/>
            <a:ext cx="1353312" cy="329184"/>
          </a:xfrm>
          <a:prstGeom prst="rect">
            <a:avLst/>
          </a:prstGeom>
          <a:noFill/>
          <a:ln/>
        </p:spPr>
        <p:txBody>
          <a:bodyPr wrap="square" lIns="0" tIns="0" rIns="0" bIns="0" rtlCol="0" anchor="t">
            <a:normAutofit/>
          </a:bodyPr>
          <a:lstStyle/>
          <a:p>
            <a:pPr marL="0" indent="0">
              <a:buNone/>
            </a:pPr>
            <a:r>
              <a:rPr lang="fr-CA" sz="1700" b="1" noProof="0" dirty="0">
                <a:solidFill>
                  <a:srgbClr val="102A43"/>
                </a:solidFill>
                <a:latin typeface="Calibri" pitchFamily="34" charset="0"/>
                <a:ea typeface="Calibri" pitchFamily="34" charset="-122"/>
                <a:cs typeface="Calibri" pitchFamily="34" charset="-120"/>
              </a:rPr>
              <a:t>Partition 2</a:t>
            </a:r>
            <a:endParaRPr lang="fr-CA" sz="1700" noProof="0" dirty="0"/>
          </a:p>
        </p:txBody>
      </p:sp>
      <p:sp>
        <p:nvSpPr>
          <p:cNvPr id="49" name="Text 1">
            <a:extLst>
              <a:ext uri="{FF2B5EF4-FFF2-40B4-BE49-F238E27FC236}">
                <a16:creationId xmlns:a16="http://schemas.microsoft.com/office/drawing/2014/main" id="{641516F3-7E98-5A33-142A-878B02B50106}"/>
              </a:ext>
            </a:extLst>
          </p:cNvPr>
          <p:cNvSpPr/>
          <p:nvPr>
            <p:custDataLst>
              <p:tags r:id="rId3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02 / UNDERSTAND KAFKA</a:t>
            </a:r>
            <a:endParaRPr lang="fr-CA" sz="1100" noProof="0" dirty="0"/>
          </a:p>
        </p:txBody>
      </p:sp>
      <p:sp>
        <p:nvSpPr>
          <p:cNvPr id="51" name="Text 27">
            <a:extLst>
              <a:ext uri="{FF2B5EF4-FFF2-40B4-BE49-F238E27FC236}">
                <a16:creationId xmlns:a16="http://schemas.microsoft.com/office/drawing/2014/main" id="{251A1B6C-AC9B-F089-44BD-6868702FDF42}"/>
              </a:ext>
            </a:extLst>
          </p:cNvPr>
          <p:cNvSpPr/>
          <p:nvPr>
            <p:custDataLst>
              <p:tags r:id="rId33"/>
            </p:custDataLst>
          </p:nvPr>
        </p:nvSpPr>
        <p:spPr>
          <a:xfrm>
            <a:off x="7448186" y="4251406"/>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C00000"/>
                </a:solidFill>
                <a:latin typeface="Calibri" pitchFamily="34" charset="0"/>
                <a:ea typeface="Calibri" pitchFamily="34" charset="-122"/>
                <a:cs typeface="Calibri" pitchFamily="34" charset="-120"/>
              </a:rPr>
              <a:t>03</a:t>
            </a:r>
            <a:endParaRPr lang="fr-CA" sz="2500" noProof="0" dirty="0">
              <a:solidFill>
                <a:srgbClr val="C00000"/>
              </a:solidFill>
            </a:endParaRPr>
          </a:p>
        </p:txBody>
      </p:sp>
      <p:sp>
        <p:nvSpPr>
          <p:cNvPr id="53" name="Text 28">
            <a:extLst>
              <a:ext uri="{FF2B5EF4-FFF2-40B4-BE49-F238E27FC236}">
                <a16:creationId xmlns:a16="http://schemas.microsoft.com/office/drawing/2014/main" id="{AA61C806-B8C2-D6CF-BF4A-97F130586348}"/>
              </a:ext>
            </a:extLst>
          </p:cNvPr>
          <p:cNvSpPr/>
          <p:nvPr>
            <p:custDataLst>
              <p:tags r:id="rId34"/>
            </p:custDataLst>
          </p:nvPr>
        </p:nvSpPr>
        <p:spPr>
          <a:xfrm>
            <a:off x="8152274" y="4260550"/>
            <a:ext cx="3163824" cy="36576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EKS – Kafka rebalance</a:t>
            </a:r>
            <a:endParaRPr lang="fr-CA" sz="2000" noProof="0" dirty="0"/>
          </a:p>
        </p:txBody>
      </p:sp>
      <p:sp>
        <p:nvSpPr>
          <p:cNvPr id="55" name="Text 29">
            <a:extLst>
              <a:ext uri="{FF2B5EF4-FFF2-40B4-BE49-F238E27FC236}">
                <a16:creationId xmlns:a16="http://schemas.microsoft.com/office/drawing/2014/main" id="{E93D3178-B294-76D3-FFA4-C450C87ABD1D}"/>
              </a:ext>
            </a:extLst>
          </p:cNvPr>
          <p:cNvSpPr/>
          <p:nvPr>
            <p:custDataLst>
              <p:tags r:id="rId35"/>
            </p:custDataLst>
          </p:nvPr>
        </p:nvSpPr>
        <p:spPr>
          <a:xfrm>
            <a:off x="8152274" y="4671752"/>
            <a:ext cx="3505200" cy="759783"/>
          </a:xfrm>
          <a:prstGeom prst="rect">
            <a:avLst/>
          </a:prstGeom>
          <a:noFill/>
          <a:ln/>
        </p:spPr>
        <p:txBody>
          <a:bodyPr wrap="square" lIns="0" tIns="0" rIns="0" bIns="0" rtlCol="0" anchor="t">
            <a:normAutofit fontScale="92500"/>
          </a:bodyPr>
          <a:lstStyle/>
          <a:p>
            <a:pPr marL="0" indent="0">
              <a:buNone/>
            </a:pPr>
            <a:r>
              <a:rPr lang="fr-CA" sz="1720" noProof="0" dirty="0">
                <a:solidFill>
                  <a:srgbClr val="486581"/>
                </a:solidFill>
                <a:latin typeface="Calibri" pitchFamily="34" charset="0"/>
                <a:ea typeface="Calibri" pitchFamily="34" charset="-122"/>
                <a:cs typeface="Calibri" pitchFamily="34" charset="-120"/>
              </a:rPr>
              <a:t>An inactive (underactive) pod is removed, continuously causing partition rebalances toward other pods ... Ouch!</a:t>
            </a:r>
            <a:endParaRPr lang="fr-CA" sz="172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02 / UNDERSTAND KAFKA</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ORDER BY ENTITY</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The Kafka key must express the desired business ordering</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In the project, the “productId” key provides message ordering for the inventory invariant.</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12</a:t>
            </a:r>
            <a:endParaRPr lang="fr-CA" sz="900" noProof="0" dirty="0"/>
          </a:p>
        </p:txBody>
      </p:sp>
      <p:sp>
        <p:nvSpPr>
          <p:cNvPr id="9" name="Shape 7"/>
          <p:cNvSpPr/>
          <p:nvPr>
            <p:custDataLst>
              <p:tags r:id="rId8"/>
            </p:custDataLst>
          </p:nvPr>
        </p:nvSpPr>
        <p:spPr>
          <a:xfrm>
            <a:off x="530352" y="2008792"/>
            <a:ext cx="5367528" cy="3422743"/>
          </a:xfrm>
          <a:prstGeom prst="roundRect">
            <a:avLst>
              <a:gd name="adj" fmla="val 2833"/>
            </a:avLst>
          </a:prstGeom>
          <a:solidFill>
            <a:srgbClr val="FFF7ED"/>
          </a:solidFill>
          <a:ln w="8890">
            <a:solidFill>
              <a:srgbClr val="D9E2EC"/>
            </a:solidFill>
            <a:prstDash val="solid"/>
          </a:ln>
        </p:spPr>
        <p:txBody>
          <a:bodyPr/>
          <a:lstStyle/>
          <a:p>
            <a:endParaRPr lang="fr-CA" noProof="0" dirty="0"/>
          </a:p>
        </p:txBody>
      </p:sp>
      <p:sp>
        <p:nvSpPr>
          <p:cNvPr id="10" name="Shape 8"/>
          <p:cNvSpPr/>
          <p:nvPr>
            <p:custDataLst>
              <p:tags r:id="rId9"/>
            </p:custDataLst>
          </p:nvPr>
        </p:nvSpPr>
        <p:spPr>
          <a:xfrm>
            <a:off x="758952" y="2264825"/>
            <a:ext cx="731520" cy="0"/>
          </a:xfrm>
          <a:prstGeom prst="line">
            <a:avLst/>
          </a:prstGeom>
          <a:noFill/>
          <a:ln w="29210">
            <a:solidFill>
              <a:srgbClr val="B45309"/>
            </a:solidFill>
            <a:prstDash val="solid"/>
          </a:ln>
        </p:spPr>
        <p:txBody>
          <a:bodyPr/>
          <a:lstStyle/>
          <a:p>
            <a:endParaRPr lang="fr-CA" noProof="0" dirty="0"/>
          </a:p>
        </p:txBody>
      </p:sp>
      <p:sp>
        <p:nvSpPr>
          <p:cNvPr id="11" name="Text 9"/>
          <p:cNvSpPr/>
          <p:nvPr>
            <p:custDataLst>
              <p:tags r:id="rId10"/>
            </p:custDataLst>
          </p:nvPr>
        </p:nvSpPr>
        <p:spPr>
          <a:xfrm>
            <a:off x="758952" y="2493425"/>
            <a:ext cx="4910328"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Without a key</a:t>
            </a:r>
            <a:endParaRPr lang="fr-CA" sz="2000" noProof="0" dirty="0"/>
          </a:p>
        </p:txBody>
      </p:sp>
      <p:sp>
        <p:nvSpPr>
          <p:cNvPr id="12" name="Text 10"/>
          <p:cNvSpPr/>
          <p:nvPr>
            <p:custDataLst>
              <p:tags r:id="rId11"/>
            </p:custDataLst>
          </p:nvPr>
        </p:nvSpPr>
        <p:spPr>
          <a:xfrm>
            <a:off x="758952" y="3124361"/>
            <a:ext cx="4910328" cy="1947672"/>
          </a:xfrm>
          <a:prstGeom prst="rect">
            <a:avLst/>
          </a:prstGeom>
          <a:noFill/>
          <a:ln/>
        </p:spPr>
        <p:txBody>
          <a:bodyPr wrap="square" lIns="0" tIns="0" rIns="0" bIns="0" rtlCol="0" anchor="t">
            <a:normAutofit/>
          </a:bodyPr>
          <a:lstStyle/>
          <a:p>
            <a:pPr marL="0" indent="0">
              <a:buNone/>
            </a:pPr>
            <a:r>
              <a:rPr lang="fr-CA" sz="1750" noProof="0" dirty="0">
                <a:solidFill>
                  <a:srgbClr val="486581"/>
                </a:solidFill>
                <a:latin typeface="Calibri" pitchFamily="34" charset="0"/>
                <a:ea typeface="Calibri" pitchFamily="34" charset="-122"/>
                <a:cs typeface="Calibri" pitchFamily="34" charset="-120"/>
              </a:rPr>
              <a:t>The same product may appear in several partitions.</a:t>
            </a:r>
            <a:endParaRPr lang="fr-CA" sz="1750" noProof="0" dirty="0"/>
          </a:p>
          <a:p>
            <a:pPr marL="0" indent="0">
              <a:buNone/>
            </a:pP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Multiple threads may act on the same inventory.</a:t>
            </a:r>
            <a:endParaRPr lang="fr-CA" sz="1750" noProof="0" dirty="0"/>
          </a:p>
        </p:txBody>
      </p:sp>
      <p:sp>
        <p:nvSpPr>
          <p:cNvPr id="13" name="Shape 11"/>
          <p:cNvSpPr/>
          <p:nvPr>
            <p:custDataLst>
              <p:tags r:id="rId12"/>
            </p:custDataLst>
          </p:nvPr>
        </p:nvSpPr>
        <p:spPr>
          <a:xfrm>
            <a:off x="6281928" y="2008793"/>
            <a:ext cx="5376672" cy="3422742"/>
          </a:xfrm>
          <a:prstGeom prst="roundRect">
            <a:avLst>
              <a:gd name="adj" fmla="val 2833"/>
            </a:avLst>
          </a:prstGeom>
          <a:solidFill>
            <a:srgbClr val="EFFAF8"/>
          </a:solidFill>
          <a:ln w="8890">
            <a:solidFill>
              <a:srgbClr val="D9E2EC"/>
            </a:solidFill>
            <a:prstDash val="solid"/>
          </a:ln>
        </p:spPr>
        <p:txBody>
          <a:bodyPr/>
          <a:lstStyle/>
          <a:p>
            <a:endParaRPr lang="fr-CA" noProof="0" dirty="0"/>
          </a:p>
        </p:txBody>
      </p:sp>
      <p:sp>
        <p:nvSpPr>
          <p:cNvPr id="14" name="Shape 12"/>
          <p:cNvSpPr/>
          <p:nvPr>
            <p:custDataLst>
              <p:tags r:id="rId13"/>
            </p:custDataLst>
          </p:nvPr>
        </p:nvSpPr>
        <p:spPr>
          <a:xfrm>
            <a:off x="6510528" y="2264825"/>
            <a:ext cx="731520" cy="0"/>
          </a:xfrm>
          <a:prstGeom prst="line">
            <a:avLst/>
          </a:prstGeom>
          <a:noFill/>
          <a:ln w="29210">
            <a:solidFill>
              <a:srgbClr val="0F766E"/>
            </a:solidFill>
            <a:prstDash val="solid"/>
          </a:ln>
        </p:spPr>
        <p:txBody>
          <a:bodyPr/>
          <a:lstStyle/>
          <a:p>
            <a:endParaRPr lang="fr-CA" noProof="0" dirty="0"/>
          </a:p>
        </p:txBody>
      </p:sp>
      <p:sp>
        <p:nvSpPr>
          <p:cNvPr id="15" name="Text 13"/>
          <p:cNvSpPr/>
          <p:nvPr>
            <p:custDataLst>
              <p:tags r:id="rId14"/>
            </p:custDataLst>
          </p:nvPr>
        </p:nvSpPr>
        <p:spPr>
          <a:xfrm>
            <a:off x="6510528" y="2493425"/>
            <a:ext cx="4919472"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With “productId” as the key</a:t>
            </a:r>
            <a:endParaRPr lang="fr-CA" sz="2000" noProof="0" dirty="0"/>
          </a:p>
        </p:txBody>
      </p:sp>
      <p:sp>
        <p:nvSpPr>
          <p:cNvPr id="16" name="Text 14"/>
          <p:cNvSpPr/>
          <p:nvPr>
            <p:custDataLst>
              <p:tags r:id="rId15"/>
            </p:custDataLst>
          </p:nvPr>
        </p:nvSpPr>
        <p:spPr>
          <a:xfrm>
            <a:off x="6510528" y="3124361"/>
            <a:ext cx="4919472" cy="1947672"/>
          </a:xfrm>
          <a:prstGeom prst="rect">
            <a:avLst/>
          </a:prstGeom>
          <a:noFill/>
          <a:ln/>
        </p:spPr>
        <p:txBody>
          <a:bodyPr wrap="square" lIns="0" tIns="0" rIns="0" bIns="0" rtlCol="0" anchor="t">
            <a:normAutofit/>
          </a:bodyPr>
          <a:lstStyle/>
          <a:p>
            <a:pPr marL="0" indent="0">
              <a:buNone/>
            </a:pPr>
            <a:r>
              <a:rPr lang="fr-CA" sz="1750" noProof="0" dirty="0">
                <a:solidFill>
                  <a:srgbClr val="486581"/>
                </a:solidFill>
                <a:latin typeface="Calibri" pitchFamily="34" charset="0"/>
                <a:ea typeface="Calibri" pitchFamily="34" charset="-122"/>
                <a:cs typeface="Calibri" pitchFamily="34" charset="-120"/>
              </a:rPr>
              <a:t>Product requests go to the same partition.</a:t>
            </a:r>
            <a:endParaRPr lang="fr-CA" sz="1750" noProof="0" dirty="0"/>
          </a:p>
          <a:p>
            <a:pPr marL="0" indent="0">
              <a:buNone/>
            </a:pP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The direct path preserves sequential processing by product.</a:t>
            </a:r>
          </a:p>
          <a:p>
            <a:pPr marL="0" indent="0">
              <a:buNone/>
            </a:pPr>
            <a:endParaRPr lang="fr-CA" sz="1750" noProof="0" dirty="0">
              <a:solidFill>
                <a:srgbClr val="486581"/>
              </a:solidFill>
              <a:latin typeface="Calibri" pitchFamily="34" charset="0"/>
              <a:ea typeface="Calibri" pitchFamily="34" charset="-122"/>
              <a:cs typeface="Calibri" pitchFamily="34" charset="-120"/>
            </a:endParaRPr>
          </a:p>
          <a:p>
            <a:pPr marL="0" indent="0">
              <a:buNone/>
            </a:pPr>
            <a:r>
              <a:rPr lang="fr-CA" sz="1750" noProof="0" dirty="0">
                <a:solidFill>
                  <a:srgbClr val="486581"/>
                </a:solidFill>
                <a:latin typeface="Calibri" pitchFamily="34" charset="0"/>
                <a:ea typeface="Calibri" pitchFamily="34" charset="-122"/>
                <a:cs typeface="Calibri" pitchFamily="34" charset="-120"/>
              </a:rPr>
              <a:t>However, this ordering does not address synchronization of the person balance.</a:t>
            </a:r>
            <a:endParaRPr lang="fr-CA" sz="1750" noProof="0" dirty="0"/>
          </a:p>
        </p:txBody>
      </p:sp>
      <p:sp>
        <p:nvSpPr>
          <p:cNvPr id="17" name="Shape 15"/>
          <p:cNvSpPr/>
          <p:nvPr>
            <p:custDataLst>
              <p:tags r:id="rId16"/>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18" name="Text 16"/>
          <p:cNvSpPr/>
          <p:nvPr>
            <p:custDataLst>
              <p:tags r:id="rId17"/>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Design decision: order events where the business requires it.</a:t>
            </a:r>
            <a:endParaRPr lang="fr-CA" sz="1550"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en-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en-CA" sz="1100" b="1" kern="0" spc="50" noProof="0" dirty="0">
                <a:solidFill>
                  <a:srgbClr val="1F6FEB"/>
                </a:solidFill>
                <a:latin typeface="Calibri" pitchFamily="34" charset="0"/>
                <a:ea typeface="Calibri" pitchFamily="34" charset="-122"/>
                <a:cs typeface="Calibri" pitchFamily="34" charset="-120"/>
              </a:rPr>
              <a:t>02 / UNDERSTAND KAFKA</a:t>
            </a:r>
            <a:endParaRPr lang="en-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en-CA" sz="1000" b="1" noProof="0" dirty="0">
                <a:solidFill>
                  <a:srgbClr val="829AB1"/>
                </a:solidFill>
                <a:latin typeface="Calibri" pitchFamily="34" charset="0"/>
                <a:ea typeface="Calibri" pitchFamily="34" charset="-122"/>
                <a:cs typeface="Calibri" pitchFamily="34" charset="-120"/>
              </a:rPr>
              <a:t>PROVIDED REPORTS</a:t>
            </a:r>
            <a:endParaRPr lang="en-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en-CA" sz="2700" b="1" noProof="0" dirty="0">
                <a:solidFill>
                  <a:srgbClr val="102A43"/>
                </a:solidFill>
                <a:latin typeface="Calibri" pitchFamily="34" charset="0"/>
                <a:ea typeface="Calibri" pitchFamily="34" charset="-122"/>
                <a:cs typeface="Calibri" pitchFamily="34" charset="-120"/>
              </a:rPr>
              <a:t>Only one option changes; the invariant can break</a:t>
            </a:r>
            <a:endParaRPr lang="en-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en-CA" sz="1650" noProof="0" dirty="0">
                <a:solidFill>
                  <a:srgbClr val="486581"/>
                </a:solidFill>
                <a:latin typeface="Calibri" pitchFamily="34" charset="0"/>
                <a:ea typeface="Calibri" pitchFamily="34" charset="-122"/>
                <a:cs typeface="Calibri" pitchFamily="34" charset="-120"/>
              </a:rPr>
              <a:t>The two reports in the project documentation use the same initial inventory and the same requests, with or without a key.</a:t>
            </a:r>
            <a:endParaRPr lang="en-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en-CA" sz="900" noProof="0" dirty="0">
                <a:solidFill>
                  <a:srgbClr val="486581"/>
                </a:solidFill>
                <a:latin typeface="Calibri" pitchFamily="34" charset="0"/>
                <a:ea typeface="Calibri" pitchFamily="34" charset="-122"/>
                <a:cs typeface="Calibri" pitchFamily="34" charset="-120"/>
              </a:rPr>
              <a:t>Kafka Engineering Guide · EDA Project</a:t>
            </a:r>
            <a:endParaRPr lang="en-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en-CA" sz="900" noProof="0" dirty="0">
                <a:solidFill>
                  <a:srgbClr val="486581"/>
                </a:solidFill>
                <a:latin typeface="Calibri" pitchFamily="34" charset="0"/>
                <a:ea typeface="Calibri" pitchFamily="34" charset="-122"/>
                <a:cs typeface="Calibri" pitchFamily="34" charset="-120"/>
              </a:rPr>
              <a:t>13</a:t>
            </a:r>
            <a:endParaRPr lang="en-CA" sz="900" noProof="0" dirty="0"/>
          </a:p>
        </p:txBody>
      </p:sp>
      <p:sp>
        <p:nvSpPr>
          <p:cNvPr id="9" name="Shape 7"/>
          <p:cNvSpPr/>
          <p:nvPr>
            <p:custDataLst>
              <p:tags r:id="rId8"/>
            </p:custDataLst>
          </p:nvPr>
        </p:nvSpPr>
        <p:spPr>
          <a:xfrm>
            <a:off x="530352" y="2007348"/>
            <a:ext cx="5376672" cy="3424187"/>
          </a:xfrm>
          <a:prstGeom prst="roundRect">
            <a:avLst>
              <a:gd name="adj" fmla="val 2740"/>
            </a:avLst>
          </a:prstGeom>
          <a:solidFill>
            <a:srgbClr val="FFFFFF"/>
          </a:solidFill>
          <a:ln w="8890">
            <a:solidFill>
              <a:srgbClr val="D9E2EC"/>
            </a:solidFill>
            <a:prstDash val="solid"/>
          </a:ln>
        </p:spPr>
        <p:txBody>
          <a:bodyPr/>
          <a:lstStyle/>
          <a:p>
            <a:endParaRPr lang="en-CA" noProof="0" dirty="0"/>
          </a:p>
        </p:txBody>
      </p:sp>
      <p:sp>
        <p:nvSpPr>
          <p:cNvPr id="10" name="Shape 8"/>
          <p:cNvSpPr/>
          <p:nvPr>
            <p:custDataLst>
              <p:tags r:id="rId9"/>
            </p:custDataLst>
          </p:nvPr>
        </p:nvSpPr>
        <p:spPr>
          <a:xfrm>
            <a:off x="6291072" y="2007349"/>
            <a:ext cx="5367528" cy="3424186"/>
          </a:xfrm>
          <a:prstGeom prst="roundRect">
            <a:avLst>
              <a:gd name="adj" fmla="val 2740"/>
            </a:avLst>
          </a:prstGeom>
          <a:solidFill>
            <a:srgbClr val="FFFFFF"/>
          </a:solidFill>
          <a:ln w="8890">
            <a:solidFill>
              <a:srgbClr val="D9E2EC"/>
            </a:solidFill>
            <a:prstDash val="solid"/>
          </a:ln>
        </p:spPr>
        <p:txBody>
          <a:bodyPr/>
          <a:lstStyle/>
          <a:p>
            <a:endParaRPr lang="en-CA" noProof="0" dirty="0"/>
          </a:p>
        </p:txBody>
      </p:sp>
      <p:sp>
        <p:nvSpPr>
          <p:cNvPr id="11" name="Text 9"/>
          <p:cNvSpPr/>
          <p:nvPr>
            <p:custDataLst>
              <p:tags r:id="rId10"/>
            </p:custDataLst>
          </p:nvPr>
        </p:nvSpPr>
        <p:spPr>
          <a:xfrm>
            <a:off x="777240" y="2157984"/>
            <a:ext cx="3657600" cy="315709"/>
          </a:xfrm>
          <a:prstGeom prst="rect">
            <a:avLst/>
          </a:prstGeom>
          <a:noFill/>
          <a:ln/>
        </p:spPr>
        <p:txBody>
          <a:bodyPr wrap="square" lIns="0" tIns="0" rIns="0" bIns="0" rtlCol="0" anchor="t">
            <a:normAutofit/>
          </a:bodyPr>
          <a:lstStyle/>
          <a:p>
            <a:pPr marL="0" indent="0">
              <a:buNone/>
            </a:pPr>
            <a:r>
              <a:rPr lang="en-CA" sz="1600" b="1" kern="0" spc="50" noProof="0" dirty="0">
                <a:solidFill>
                  <a:srgbClr val="0F766E"/>
                </a:solidFill>
                <a:latin typeface="Calibri" pitchFamily="34" charset="0"/>
                <a:ea typeface="Calibri" pitchFamily="34" charset="-122"/>
                <a:cs typeface="Calibri" pitchFamily="34" charset="-120"/>
              </a:rPr>
              <a:t>WITH KEY</a:t>
            </a:r>
            <a:endParaRPr lang="en-CA" sz="1600" noProof="0" dirty="0"/>
          </a:p>
        </p:txBody>
      </p:sp>
      <p:sp>
        <p:nvSpPr>
          <p:cNvPr id="12" name="Text 10"/>
          <p:cNvSpPr/>
          <p:nvPr>
            <p:custDataLst>
              <p:tags r:id="rId11"/>
            </p:custDataLst>
          </p:nvPr>
        </p:nvSpPr>
        <p:spPr>
          <a:xfrm>
            <a:off x="6547104" y="2235948"/>
            <a:ext cx="4901184" cy="251403"/>
          </a:xfrm>
          <a:prstGeom prst="rect">
            <a:avLst/>
          </a:prstGeom>
          <a:noFill/>
          <a:ln/>
        </p:spPr>
        <p:txBody>
          <a:bodyPr wrap="square" lIns="0" tIns="0" rIns="0" bIns="0" rtlCol="0" anchor="t">
            <a:normAutofit/>
          </a:bodyPr>
          <a:lstStyle/>
          <a:p>
            <a:pPr marL="0" indent="0">
              <a:buNone/>
            </a:pPr>
            <a:r>
              <a:rPr lang="en-CA" sz="1600" b="1" kern="0" spc="50" noProof="0" dirty="0">
                <a:solidFill>
                  <a:srgbClr val="B45309"/>
                </a:solidFill>
                <a:latin typeface="Calibri" pitchFamily="34" charset="0"/>
                <a:ea typeface="Calibri" pitchFamily="34" charset="-122"/>
                <a:cs typeface="Calibri" pitchFamily="34" charset="-120"/>
              </a:rPr>
              <a:t>WITHOUT KEY or key on “personId”.</a:t>
            </a:r>
            <a:endParaRPr lang="en-CA" sz="1100" noProof="0" dirty="0"/>
          </a:p>
        </p:txBody>
      </p:sp>
      <p:sp>
        <p:nvSpPr>
          <p:cNvPr id="13" name="Text 11"/>
          <p:cNvSpPr/>
          <p:nvPr>
            <p:custDataLst>
              <p:tags r:id="rId12"/>
            </p:custDataLst>
          </p:nvPr>
        </p:nvSpPr>
        <p:spPr>
          <a:xfrm>
            <a:off x="777240" y="2619997"/>
            <a:ext cx="4389120" cy="576072"/>
          </a:xfrm>
          <a:prstGeom prst="rect">
            <a:avLst/>
          </a:prstGeom>
          <a:noFill/>
          <a:ln/>
        </p:spPr>
        <p:txBody>
          <a:bodyPr wrap="square" lIns="0" tIns="0" rIns="0" bIns="0" rtlCol="0" anchor="t">
            <a:normAutofit/>
          </a:bodyPr>
          <a:lstStyle/>
          <a:p>
            <a:pPr marL="0" indent="0">
              <a:buNone/>
            </a:pPr>
            <a:r>
              <a:rPr lang="en-CA" sz="3200" b="1" noProof="0" dirty="0">
                <a:solidFill>
                  <a:srgbClr val="0F766E"/>
                </a:solidFill>
                <a:latin typeface="Calibri" pitchFamily="34" charset="0"/>
                <a:ea typeface="Calibri" pitchFamily="34" charset="-122"/>
                <a:cs typeface="Calibri" pitchFamily="34" charset="-120"/>
              </a:rPr>
              <a:t>Banana : 0</a:t>
            </a:r>
            <a:endParaRPr lang="en-CA" sz="3200" noProof="0" dirty="0"/>
          </a:p>
        </p:txBody>
      </p:sp>
      <p:sp>
        <p:nvSpPr>
          <p:cNvPr id="14" name="Text 12"/>
          <p:cNvSpPr/>
          <p:nvPr>
            <p:custDataLst>
              <p:tags r:id="rId13"/>
            </p:custDataLst>
          </p:nvPr>
        </p:nvSpPr>
        <p:spPr>
          <a:xfrm>
            <a:off x="6547104" y="2619997"/>
            <a:ext cx="4389120" cy="576072"/>
          </a:xfrm>
          <a:prstGeom prst="rect">
            <a:avLst/>
          </a:prstGeom>
          <a:noFill/>
          <a:ln/>
        </p:spPr>
        <p:txBody>
          <a:bodyPr wrap="square" lIns="0" tIns="0" rIns="0" bIns="0" rtlCol="0" anchor="t">
            <a:normAutofit/>
          </a:bodyPr>
          <a:lstStyle/>
          <a:p>
            <a:pPr marL="0" indent="0">
              <a:buNone/>
            </a:pPr>
            <a:r>
              <a:rPr lang="en-CA" sz="3200" b="1" noProof="0" dirty="0">
                <a:solidFill>
                  <a:srgbClr val="B42318"/>
                </a:solidFill>
                <a:latin typeface="Calibri" pitchFamily="34" charset="0"/>
                <a:ea typeface="Calibri" pitchFamily="34" charset="-122"/>
                <a:cs typeface="Calibri" pitchFamily="34" charset="-120"/>
              </a:rPr>
              <a:t>Banana : -10</a:t>
            </a:r>
            <a:endParaRPr lang="en-CA" sz="3200" noProof="0" dirty="0"/>
          </a:p>
        </p:txBody>
      </p:sp>
      <p:pic>
        <p:nvPicPr>
          <p:cNvPr id="15" name="Image 0" descr="/mnt/data/eda_presentation_work/assets/Withkey-Report.png"/>
          <p:cNvPicPr>
            <a:picLocks noChangeAspect="1"/>
          </p:cNvPicPr>
          <p:nvPr>
            <p:custDataLst>
              <p:tags r:id="rId14"/>
            </p:custDataLst>
          </p:nvPr>
        </p:nvPicPr>
        <p:blipFill>
          <a:blip r:embed="rId22"/>
          <a:stretch>
            <a:fillRect/>
          </a:stretch>
        </p:blipFill>
        <p:spPr>
          <a:xfrm>
            <a:off x="740664" y="3475502"/>
            <a:ext cx="4965192" cy="1132775"/>
          </a:xfrm>
          <a:prstGeom prst="rect">
            <a:avLst/>
          </a:prstGeom>
        </p:spPr>
      </p:pic>
      <p:pic>
        <p:nvPicPr>
          <p:cNvPr id="16" name="Image 1" descr="/mnt/data/eda_presentation_work/assets/Nokey-Report.png"/>
          <p:cNvPicPr>
            <a:picLocks noChangeAspect="1"/>
          </p:cNvPicPr>
          <p:nvPr>
            <p:custDataLst>
              <p:tags r:id="rId15"/>
            </p:custDataLst>
          </p:nvPr>
        </p:nvPicPr>
        <p:blipFill>
          <a:blip r:embed="rId23"/>
          <a:stretch>
            <a:fillRect/>
          </a:stretch>
        </p:blipFill>
        <p:spPr>
          <a:xfrm>
            <a:off x="6501384" y="3475502"/>
            <a:ext cx="4965192" cy="1132775"/>
          </a:xfrm>
          <a:prstGeom prst="rect">
            <a:avLst/>
          </a:prstGeom>
        </p:spPr>
      </p:pic>
      <p:sp>
        <p:nvSpPr>
          <p:cNvPr id="17" name="Text 13"/>
          <p:cNvSpPr/>
          <p:nvPr>
            <p:custDataLst>
              <p:tags r:id="rId16"/>
            </p:custDataLst>
          </p:nvPr>
        </p:nvSpPr>
        <p:spPr>
          <a:xfrm>
            <a:off x="777240" y="5006282"/>
            <a:ext cx="4690872" cy="292608"/>
          </a:xfrm>
          <a:prstGeom prst="rect">
            <a:avLst/>
          </a:prstGeom>
          <a:noFill/>
          <a:ln/>
        </p:spPr>
        <p:txBody>
          <a:bodyPr wrap="square" lIns="0" tIns="0" rIns="0" bIns="0" rtlCol="0" anchor="t">
            <a:normAutofit/>
          </a:bodyPr>
          <a:lstStyle/>
          <a:p>
            <a:pPr marL="0" indent="0">
              <a:buNone/>
            </a:pPr>
            <a:r>
              <a:rPr lang="en-CA" sz="1600" noProof="0" dirty="0">
                <a:solidFill>
                  <a:srgbClr val="0F766E"/>
                </a:solidFill>
                <a:latin typeface="Calibri" pitchFamily="34" charset="0"/>
                <a:ea typeface="Calibri" pitchFamily="34" charset="-122"/>
                <a:cs typeface="Calibri" pitchFamily="34" charset="-120"/>
              </a:rPr>
              <a:t>Illustrated result: non-negative inventory.</a:t>
            </a:r>
            <a:endParaRPr lang="en-CA" sz="1600" noProof="0" dirty="0"/>
          </a:p>
        </p:txBody>
      </p:sp>
      <p:sp>
        <p:nvSpPr>
          <p:cNvPr id="18" name="Text 14"/>
          <p:cNvSpPr/>
          <p:nvPr>
            <p:custDataLst>
              <p:tags r:id="rId17"/>
            </p:custDataLst>
          </p:nvPr>
        </p:nvSpPr>
        <p:spPr>
          <a:xfrm>
            <a:off x="6547104" y="5006282"/>
            <a:ext cx="4681728" cy="292608"/>
          </a:xfrm>
          <a:prstGeom prst="rect">
            <a:avLst/>
          </a:prstGeom>
          <a:noFill/>
          <a:ln/>
        </p:spPr>
        <p:txBody>
          <a:bodyPr wrap="square" lIns="0" tIns="0" rIns="0" bIns="0" rtlCol="0" anchor="t">
            <a:normAutofit/>
          </a:bodyPr>
          <a:lstStyle/>
          <a:p>
            <a:pPr marL="0" indent="0">
              <a:buNone/>
            </a:pPr>
            <a:r>
              <a:rPr lang="en-CA" sz="1600" noProof="0" dirty="0">
                <a:solidFill>
                  <a:srgbClr val="B42318"/>
                </a:solidFill>
                <a:latin typeface="Calibri" pitchFamily="34" charset="0"/>
                <a:ea typeface="Calibri" pitchFamily="34" charset="-122"/>
                <a:cs typeface="Calibri" pitchFamily="34" charset="-120"/>
              </a:rPr>
              <a:t>Illustrated result: silent overselling.</a:t>
            </a:r>
            <a:endParaRPr lang="en-CA" sz="1600" noProof="0" dirty="0"/>
          </a:p>
        </p:txBody>
      </p:sp>
      <p:sp>
        <p:nvSpPr>
          <p:cNvPr id="19" name="Shape 15"/>
          <p:cNvSpPr/>
          <p:nvPr>
            <p:custDataLst>
              <p:tags r:id="rId18"/>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en-CA" noProof="0" dirty="0"/>
          </a:p>
        </p:txBody>
      </p:sp>
      <p:sp>
        <p:nvSpPr>
          <p:cNvPr id="20" name="Text 16"/>
          <p:cNvSpPr/>
          <p:nvPr>
            <p:custDataLst>
              <p:tags r:id="rId19"/>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en-CA" sz="1550" b="1" noProof="0" dirty="0">
                <a:solidFill>
                  <a:srgbClr val="102A43"/>
                </a:solidFill>
                <a:latin typeface="Calibri" pitchFamily="34" charset="0"/>
                <a:ea typeface="Calibri" pitchFamily="34" charset="-122"/>
                <a:cs typeface="Calibri" pitchFamily="34" charset="-120"/>
              </a:rPr>
              <a:t>Documentation excerpts: the comparison must focus on business effects, not only on data flow.</a:t>
            </a:r>
            <a:endParaRPr lang="en-CA" sz="1550" noProof="0" dirty="0"/>
          </a:p>
        </p:txBody>
      </p:sp>
      <p:sp>
        <p:nvSpPr>
          <p:cNvPr id="22" name="Rectangle 21">
            <a:extLst>
              <a:ext uri="{FF2B5EF4-FFF2-40B4-BE49-F238E27FC236}">
                <a16:creationId xmlns:a16="http://schemas.microsoft.com/office/drawing/2014/main" id="{3387FE18-637D-A97C-2A7B-20939A813C22}"/>
              </a:ext>
            </a:extLst>
          </p:cNvPr>
          <p:cNvSpPr/>
          <p:nvPr/>
        </p:nvSpPr>
        <p:spPr>
          <a:xfrm rot="20144083">
            <a:off x="8055365" y="2457311"/>
            <a:ext cx="3729113" cy="923330"/>
          </a:xfrm>
          <a:prstGeom prst="rect">
            <a:avLst/>
          </a:prstGeom>
          <a:noFill/>
        </p:spPr>
        <p:txBody>
          <a:bodyPr wrap="square" lIns="91440" tIns="45720" rIns="91440" bIns="45720">
            <a:spAutoFit/>
          </a:bodyPr>
          <a:lstStyle/>
          <a:p>
            <a:pPr algn="ctr"/>
            <a:r>
              <a:rPr lang="fr-FR" sz="5400" b="1" cap="none" spc="0" dirty="0">
                <a:ln w="12700">
                  <a:solidFill>
                    <a:schemeClr val="accent5"/>
                  </a:solidFill>
                  <a:prstDash val="solid"/>
                </a:ln>
                <a:pattFill prst="ltDnDiag">
                  <a:fgClr>
                    <a:schemeClr val="accent5">
                      <a:lumMod val="60000"/>
                      <a:lumOff val="40000"/>
                    </a:schemeClr>
                  </a:fgClr>
                  <a:bgClr>
                    <a:schemeClr val="bg1"/>
                  </a:bgClr>
                </a:pattFill>
                <a:effectLst/>
              </a:rPr>
              <a:t>Observation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02 / UNDERSTAND KAFKA</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SANDBOX CONCURRENCY</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Protect the person and the product</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The Hazelcast lock is indexed on PERSON_ID; the INVENTORY row is ordered by PRODUCT_ID.</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14</a:t>
            </a:r>
            <a:endParaRPr lang="fr-CA" sz="900" noProof="0" dirty="0"/>
          </a:p>
        </p:txBody>
      </p:sp>
      <p:sp>
        <p:nvSpPr>
          <p:cNvPr id="9" name="Shape 7"/>
          <p:cNvSpPr/>
          <p:nvPr>
            <p:custDataLst>
              <p:tags r:id="rId8"/>
            </p:custDataLst>
          </p:nvPr>
        </p:nvSpPr>
        <p:spPr>
          <a:xfrm>
            <a:off x="530352" y="2299958"/>
            <a:ext cx="2916936" cy="886968"/>
          </a:xfrm>
          <a:prstGeom prst="roundRect">
            <a:avLst>
              <a:gd name="adj" fmla="val 7752"/>
            </a:avLst>
          </a:prstGeom>
          <a:solidFill>
            <a:srgbClr val="EFF6FF"/>
          </a:solidFill>
          <a:ln w="8890">
            <a:solidFill>
              <a:srgbClr val="1F6FEB"/>
            </a:solidFill>
            <a:prstDash val="solid"/>
          </a:ln>
        </p:spPr>
        <p:txBody>
          <a:bodyPr/>
          <a:lstStyle/>
          <a:p>
            <a:endParaRPr lang="fr-CA" noProof="0" dirty="0"/>
          </a:p>
        </p:txBody>
      </p:sp>
      <p:sp>
        <p:nvSpPr>
          <p:cNvPr id="10" name="Text 8"/>
          <p:cNvSpPr/>
          <p:nvPr>
            <p:custDataLst>
              <p:tags r:id="rId9"/>
            </p:custDataLst>
          </p:nvPr>
        </p:nvSpPr>
        <p:spPr>
          <a:xfrm>
            <a:off x="676656" y="2507984"/>
            <a:ext cx="2624328" cy="475488"/>
          </a:xfrm>
          <a:prstGeom prst="rect">
            <a:avLst/>
          </a:prstGeom>
          <a:noFill/>
          <a:ln/>
        </p:spPr>
        <p:txBody>
          <a:bodyPr wrap="square" lIns="0" tIns="0" rIns="0" bIns="0" rtlCol="0" anchor="t">
            <a:normAutofit fontScale="92500" lnSpcReduction="10000"/>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Process / Thread</a:t>
            </a:r>
          </a:p>
          <a:p>
            <a:pPr marL="0" indent="0" algn="ctr">
              <a:buNone/>
            </a:pPr>
            <a:r>
              <a:rPr lang="fr-CA" sz="1850" b="1" noProof="0" dirty="0">
                <a:solidFill>
                  <a:srgbClr val="1F6FEB"/>
                </a:solidFill>
                <a:latin typeface="Calibri" pitchFamily="34" charset="0"/>
                <a:ea typeface="Calibri" pitchFamily="34" charset="-122"/>
                <a:cs typeface="Calibri" pitchFamily="34" charset="-120"/>
              </a:rPr>
              <a:t>Product A / Person 1</a:t>
            </a:r>
            <a:endParaRPr lang="fr-CA" sz="1850" noProof="0" dirty="0"/>
          </a:p>
        </p:txBody>
      </p:sp>
      <p:sp>
        <p:nvSpPr>
          <p:cNvPr id="12" name="Shape 10"/>
          <p:cNvSpPr/>
          <p:nvPr>
            <p:custDataLst>
              <p:tags r:id="rId10"/>
            </p:custDataLst>
          </p:nvPr>
        </p:nvSpPr>
        <p:spPr>
          <a:xfrm>
            <a:off x="530352" y="3790430"/>
            <a:ext cx="2916936" cy="849908"/>
          </a:xfrm>
          <a:prstGeom prst="roundRect">
            <a:avLst>
              <a:gd name="adj" fmla="val 7752"/>
            </a:avLst>
          </a:prstGeom>
          <a:solidFill>
            <a:srgbClr val="EFF6FF"/>
          </a:solidFill>
          <a:ln w="8890">
            <a:solidFill>
              <a:srgbClr val="1F6FEB"/>
            </a:solidFill>
            <a:prstDash val="solid"/>
          </a:ln>
        </p:spPr>
        <p:txBody>
          <a:bodyPr/>
          <a:lstStyle/>
          <a:p>
            <a:endParaRPr lang="fr-CA" noProof="0" dirty="0"/>
          </a:p>
        </p:txBody>
      </p:sp>
      <p:sp>
        <p:nvSpPr>
          <p:cNvPr id="13" name="Text 11"/>
          <p:cNvSpPr/>
          <p:nvPr>
            <p:custDataLst>
              <p:tags r:id="rId11"/>
            </p:custDataLst>
          </p:nvPr>
        </p:nvSpPr>
        <p:spPr>
          <a:xfrm>
            <a:off x="676656" y="4000742"/>
            <a:ext cx="2624328" cy="475488"/>
          </a:xfrm>
          <a:prstGeom prst="rect">
            <a:avLst/>
          </a:prstGeom>
          <a:noFill/>
          <a:ln/>
        </p:spPr>
        <p:txBody>
          <a:bodyPr wrap="square" lIns="0" tIns="0" rIns="0" bIns="0" rtlCol="0" anchor="t">
            <a:normAutofit fontScale="92500" lnSpcReduction="10000"/>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Process / Thread</a:t>
            </a:r>
          </a:p>
          <a:p>
            <a:pPr marL="0" indent="0" algn="ctr">
              <a:buNone/>
            </a:pPr>
            <a:r>
              <a:rPr lang="fr-CA" sz="1850" b="1" noProof="0" dirty="0">
                <a:solidFill>
                  <a:srgbClr val="1F6FEB"/>
                </a:solidFill>
                <a:latin typeface="Calibri" pitchFamily="34" charset="0"/>
                <a:ea typeface="Calibri" pitchFamily="34" charset="-122"/>
                <a:cs typeface="Calibri" pitchFamily="34" charset="-120"/>
              </a:rPr>
              <a:t>Product B / Person 1</a:t>
            </a:r>
            <a:endParaRPr lang="fr-CA" sz="1850" noProof="0" dirty="0"/>
          </a:p>
        </p:txBody>
      </p:sp>
      <p:sp>
        <p:nvSpPr>
          <p:cNvPr id="15" name="Shape 13"/>
          <p:cNvSpPr/>
          <p:nvPr>
            <p:custDataLst>
              <p:tags r:id="rId12"/>
            </p:custDataLst>
          </p:nvPr>
        </p:nvSpPr>
        <p:spPr>
          <a:xfrm>
            <a:off x="4114800" y="2937389"/>
            <a:ext cx="3392424" cy="1101611"/>
          </a:xfrm>
          <a:prstGeom prst="roundRect">
            <a:avLst>
              <a:gd name="adj" fmla="val 6494"/>
            </a:avLst>
          </a:prstGeom>
          <a:solidFill>
            <a:srgbClr val="FFF7ED"/>
          </a:solidFill>
          <a:ln w="8890">
            <a:solidFill>
              <a:srgbClr val="B45309"/>
            </a:solidFill>
            <a:prstDash val="solid"/>
          </a:ln>
        </p:spPr>
        <p:txBody>
          <a:bodyPr/>
          <a:lstStyle/>
          <a:p>
            <a:endParaRPr lang="fr-CA" noProof="0" dirty="0"/>
          </a:p>
        </p:txBody>
      </p:sp>
      <p:sp>
        <p:nvSpPr>
          <p:cNvPr id="16" name="Text 14"/>
          <p:cNvSpPr/>
          <p:nvPr>
            <p:custDataLst>
              <p:tags r:id="rId13"/>
            </p:custDataLst>
          </p:nvPr>
        </p:nvSpPr>
        <p:spPr>
          <a:xfrm>
            <a:off x="4261104" y="3138557"/>
            <a:ext cx="3099816" cy="406666"/>
          </a:xfrm>
          <a:prstGeom prst="rect">
            <a:avLst/>
          </a:prstGeom>
          <a:noFill/>
          <a:ln/>
        </p:spPr>
        <p:txBody>
          <a:bodyPr wrap="square" lIns="0" tIns="0" rIns="0" bIns="0" rtlCol="0" anchor="t">
            <a:normAutofit/>
          </a:bodyPr>
          <a:lstStyle/>
          <a:p>
            <a:pPr marL="0" indent="0" algn="ctr">
              <a:buNone/>
            </a:pPr>
            <a:r>
              <a:rPr lang="fr-CA" sz="1850" b="1" noProof="0" dirty="0">
                <a:solidFill>
                  <a:srgbClr val="B45309"/>
                </a:solidFill>
                <a:latin typeface="Calibri" pitchFamily="34" charset="0"/>
                <a:ea typeface="Calibri" pitchFamily="34" charset="-122"/>
                <a:cs typeface="Calibri" pitchFamily="34" charset="-120"/>
              </a:rPr>
              <a:t>Person 1</a:t>
            </a:r>
            <a:endParaRPr lang="fr-CA" sz="1850" noProof="0" dirty="0"/>
          </a:p>
        </p:txBody>
      </p:sp>
      <p:sp>
        <p:nvSpPr>
          <p:cNvPr id="17" name="Text 15"/>
          <p:cNvSpPr/>
          <p:nvPr>
            <p:custDataLst>
              <p:tags r:id="rId14"/>
            </p:custDataLst>
          </p:nvPr>
        </p:nvSpPr>
        <p:spPr>
          <a:xfrm>
            <a:off x="4279392" y="3454025"/>
            <a:ext cx="3063240" cy="502920"/>
          </a:xfrm>
          <a:prstGeom prst="rect">
            <a:avLst/>
          </a:prstGeom>
          <a:noFill/>
          <a:ln/>
        </p:spPr>
        <p:txBody>
          <a:bodyPr wrap="square" lIns="0" tIns="0" rIns="0" bIns="0" rtlCol="0" anchor="t">
            <a:normAutofit/>
          </a:bodyPr>
          <a:lstStyle/>
          <a:p>
            <a:pPr algn="ctr"/>
            <a:r>
              <a:rPr lang="fr-CA" sz="1620" b="1" dirty="0">
                <a:solidFill>
                  <a:srgbClr val="C00000"/>
                </a:solidFill>
                <a:latin typeface="Calibri" pitchFamily="34" charset="0"/>
                <a:ea typeface="Calibri" pitchFamily="34" charset="-122"/>
                <a:cs typeface="Calibri" pitchFamily="34" charset="-120"/>
              </a:rPr>
              <a:t>In-memory lock — person 1</a:t>
            </a:r>
            <a:endParaRPr lang="fr-CA" sz="1620" noProof="0" dirty="0">
              <a:solidFill>
                <a:srgbClr val="486581"/>
              </a:solidFill>
              <a:latin typeface="Calibri" pitchFamily="34" charset="0"/>
              <a:ea typeface="Calibri" pitchFamily="34" charset="-122"/>
              <a:cs typeface="Calibri" pitchFamily="34" charset="-120"/>
            </a:endParaRPr>
          </a:p>
          <a:p>
            <a:pPr marL="0" indent="0" algn="ctr">
              <a:buNone/>
            </a:pPr>
            <a:r>
              <a:rPr lang="fr-CA" sz="1620" noProof="0" dirty="0">
                <a:solidFill>
                  <a:srgbClr val="486581"/>
                </a:solidFill>
                <a:latin typeface="Calibri" pitchFamily="34" charset="0"/>
                <a:ea typeface="Calibri" pitchFamily="34" charset="-122"/>
                <a:cs typeface="Calibri" pitchFamily="34" charset="-120"/>
              </a:rPr>
              <a:t>One row for the balance</a:t>
            </a:r>
            <a:endParaRPr lang="fr-CA" sz="1620" noProof="0" dirty="0"/>
          </a:p>
        </p:txBody>
      </p:sp>
      <p:sp>
        <p:nvSpPr>
          <p:cNvPr id="18" name="Shape 16"/>
          <p:cNvSpPr/>
          <p:nvPr>
            <p:custDataLst>
              <p:tags r:id="rId15"/>
            </p:custDataLst>
          </p:nvPr>
        </p:nvSpPr>
        <p:spPr>
          <a:xfrm>
            <a:off x="3447287" y="2748014"/>
            <a:ext cx="683513" cy="544068"/>
          </a:xfrm>
          <a:prstGeom prst="line">
            <a:avLst/>
          </a:prstGeom>
          <a:noFill/>
          <a:ln w="28575">
            <a:solidFill>
              <a:srgbClr val="1F6FEB"/>
            </a:solidFill>
            <a:prstDash val="solid"/>
            <a:headEnd type="none"/>
            <a:tailEnd type="triangle"/>
          </a:ln>
        </p:spPr>
        <p:txBody>
          <a:bodyPr/>
          <a:lstStyle/>
          <a:p>
            <a:endParaRPr lang="fr-CA" noProof="0" dirty="0"/>
          </a:p>
        </p:txBody>
      </p:sp>
      <p:sp>
        <p:nvSpPr>
          <p:cNvPr id="19" name="Shape 17"/>
          <p:cNvSpPr/>
          <p:nvPr>
            <p:custDataLst>
              <p:tags r:id="rId16"/>
            </p:custDataLst>
          </p:nvPr>
        </p:nvSpPr>
        <p:spPr>
          <a:xfrm flipV="1">
            <a:off x="3447288" y="3735566"/>
            <a:ext cx="667512" cy="502920"/>
          </a:xfrm>
          <a:prstGeom prst="line">
            <a:avLst/>
          </a:prstGeom>
          <a:noFill/>
          <a:ln w="28575">
            <a:solidFill>
              <a:srgbClr val="1F6FEB"/>
            </a:solidFill>
            <a:prstDash val="solid"/>
            <a:headEnd type="none"/>
            <a:tailEnd type="triangle"/>
          </a:ln>
        </p:spPr>
        <p:txBody>
          <a:bodyPr/>
          <a:lstStyle/>
          <a:p>
            <a:endParaRPr lang="fr-CA" noProof="0" dirty="0"/>
          </a:p>
        </p:txBody>
      </p:sp>
      <p:sp>
        <p:nvSpPr>
          <p:cNvPr id="20" name="Shape 18"/>
          <p:cNvSpPr/>
          <p:nvPr>
            <p:custDataLst>
              <p:tags r:id="rId17"/>
            </p:custDataLst>
          </p:nvPr>
        </p:nvSpPr>
        <p:spPr>
          <a:xfrm>
            <a:off x="8174736" y="2007350"/>
            <a:ext cx="3483864" cy="3424186"/>
          </a:xfrm>
          <a:prstGeom prst="roundRect">
            <a:avLst>
              <a:gd name="adj" fmla="val 2890"/>
            </a:avLst>
          </a:prstGeom>
          <a:solidFill>
            <a:srgbClr val="FFF2F2"/>
          </a:solidFill>
          <a:ln w="8890">
            <a:solidFill>
              <a:srgbClr val="D9E2EC"/>
            </a:solidFill>
            <a:prstDash val="solid"/>
          </a:ln>
        </p:spPr>
        <p:txBody>
          <a:bodyPr/>
          <a:lstStyle/>
          <a:p>
            <a:endParaRPr lang="fr-CA" noProof="0" dirty="0"/>
          </a:p>
        </p:txBody>
      </p:sp>
      <p:sp>
        <p:nvSpPr>
          <p:cNvPr id="21" name="Shape 19"/>
          <p:cNvSpPr/>
          <p:nvPr>
            <p:custDataLst>
              <p:tags r:id="rId18"/>
            </p:custDataLst>
          </p:nvPr>
        </p:nvSpPr>
        <p:spPr>
          <a:xfrm>
            <a:off x="8403336" y="2263382"/>
            <a:ext cx="731520" cy="0"/>
          </a:xfrm>
          <a:prstGeom prst="line">
            <a:avLst/>
          </a:prstGeom>
          <a:noFill/>
          <a:ln w="29210">
            <a:solidFill>
              <a:srgbClr val="B42318"/>
            </a:solidFill>
            <a:prstDash val="solid"/>
          </a:ln>
        </p:spPr>
        <p:txBody>
          <a:bodyPr/>
          <a:lstStyle/>
          <a:p>
            <a:endParaRPr lang="fr-CA" noProof="0" dirty="0"/>
          </a:p>
        </p:txBody>
      </p:sp>
      <p:sp>
        <p:nvSpPr>
          <p:cNvPr id="22" name="Text 20"/>
          <p:cNvSpPr/>
          <p:nvPr>
            <p:custDataLst>
              <p:tags r:id="rId19"/>
            </p:custDataLst>
          </p:nvPr>
        </p:nvSpPr>
        <p:spPr>
          <a:xfrm>
            <a:off x="8403336" y="2491982"/>
            <a:ext cx="3026664"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The race</a:t>
            </a:r>
            <a:endParaRPr lang="fr-CA" sz="2000" noProof="0" dirty="0"/>
          </a:p>
        </p:txBody>
      </p:sp>
      <p:sp>
        <p:nvSpPr>
          <p:cNvPr id="23" name="Text 21"/>
          <p:cNvSpPr/>
          <p:nvPr>
            <p:custDataLst>
              <p:tags r:id="rId20"/>
            </p:custDataLst>
          </p:nvPr>
        </p:nvSpPr>
        <p:spPr>
          <a:xfrm>
            <a:off x="8403336" y="2837168"/>
            <a:ext cx="3026664" cy="2389350"/>
          </a:xfrm>
          <a:prstGeom prst="rect">
            <a:avLst/>
          </a:prstGeom>
          <a:noFill/>
          <a:ln/>
        </p:spPr>
        <p:txBody>
          <a:bodyPr wrap="square" lIns="0" tIns="0" rIns="0" bIns="0" rtlCol="0" anchor="t">
            <a:normAutofit lnSpcReduction="10000"/>
          </a:bodyPr>
          <a:lstStyle/>
          <a:p>
            <a:pPr marL="0" indent="0">
              <a:buNone/>
            </a:pPr>
            <a:r>
              <a:rPr lang="fr-CA" sz="1750" noProof="0" dirty="0">
                <a:solidFill>
                  <a:srgbClr val="486581"/>
                </a:solidFill>
                <a:latin typeface="Calibri" pitchFamily="34" charset="0"/>
                <a:ea typeface="Calibri" pitchFamily="34" charset="-122"/>
                <a:cs typeface="Calibri" pitchFamily="34" charset="-120"/>
              </a:rPr>
              <a:t>Read the person balance</a:t>
            </a: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Validate the balance and modify it.</a:t>
            </a:r>
            <a:endParaRPr lang="fr-CA" sz="1750" noProof="0" dirty="0"/>
          </a:p>
          <a:p>
            <a:pPr marL="0" indent="0">
              <a:buNone/>
            </a:pP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Two processing flows can pass the same balance validation.</a:t>
            </a:r>
          </a:p>
          <a:p>
            <a:pPr marL="0" indent="0">
              <a:buNone/>
            </a:pPr>
            <a:endParaRPr lang="fr-CA" sz="1750" dirty="0">
              <a:solidFill>
                <a:srgbClr val="486581"/>
              </a:solidFill>
              <a:latin typeface="Calibri" pitchFamily="34" charset="0"/>
              <a:ea typeface="Calibri" pitchFamily="34" charset="-122"/>
              <a:cs typeface="Calibri" pitchFamily="34" charset="-120"/>
            </a:endParaRPr>
          </a:p>
          <a:p>
            <a:pPr marL="0" indent="0">
              <a:buNone/>
            </a:pPr>
            <a:r>
              <a:rPr lang="fr-CA" sz="1750" noProof="0" dirty="0">
                <a:solidFill>
                  <a:srgbClr val="486581"/>
                </a:solidFill>
                <a:latin typeface="Calibri" pitchFamily="34" charset="0"/>
                <a:ea typeface="Calibri" pitchFamily="34" charset="-122"/>
                <a:cs typeface="Calibri" pitchFamily="34" charset="-120"/>
              </a:rPr>
              <a:t>Adding “personId” to the current key will not work!</a:t>
            </a:r>
          </a:p>
          <a:p>
            <a:pPr marL="0" indent="0">
              <a:buNone/>
            </a:pPr>
            <a:endParaRPr lang="fr-CA" sz="1750" dirty="0">
              <a:solidFill>
                <a:srgbClr val="486581"/>
              </a:solidFill>
              <a:latin typeface="Calibri" pitchFamily="34" charset="0"/>
              <a:ea typeface="Calibri" pitchFamily="34" charset="-122"/>
              <a:cs typeface="Calibri" pitchFamily="34" charset="-120"/>
            </a:endParaRPr>
          </a:p>
          <a:p>
            <a:pPr marL="0" indent="0">
              <a:buNone/>
            </a:pPr>
            <a:endParaRPr lang="fr-CA" sz="1750" noProof="0" dirty="0"/>
          </a:p>
        </p:txBody>
      </p:sp>
      <p:sp>
        <p:nvSpPr>
          <p:cNvPr id="24" name="Shape 22"/>
          <p:cNvSpPr/>
          <p:nvPr>
            <p:custDataLst>
              <p:tags r:id="rId21"/>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25" name="Text 23"/>
          <p:cNvSpPr/>
          <p:nvPr>
            <p:custDataLst>
              <p:tags r:id="rId22"/>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The scope of a protection must match the invariant it is intended to protect.</a:t>
            </a:r>
            <a:endParaRPr lang="fr-CA" sz="1550" noProof="0" dirty="0"/>
          </a:p>
        </p:txBody>
      </p:sp>
      <p:sp>
        <p:nvSpPr>
          <p:cNvPr id="29" name="Shape 20">
            <a:extLst>
              <a:ext uri="{FF2B5EF4-FFF2-40B4-BE49-F238E27FC236}">
                <a16:creationId xmlns:a16="http://schemas.microsoft.com/office/drawing/2014/main" id="{079C5E24-DF1A-4032-C227-B34159CEB12F}"/>
              </a:ext>
            </a:extLst>
          </p:cNvPr>
          <p:cNvSpPr/>
          <p:nvPr>
            <p:custDataLst>
              <p:tags r:id="rId23"/>
            </p:custDataLst>
          </p:nvPr>
        </p:nvSpPr>
        <p:spPr>
          <a:xfrm>
            <a:off x="5033771" y="2716010"/>
            <a:ext cx="1581913" cy="406666"/>
          </a:xfrm>
          <a:prstGeom prst="roundRect">
            <a:avLst>
              <a:gd name="adj" fmla="val 8850"/>
            </a:avLst>
          </a:prstGeom>
          <a:solidFill>
            <a:srgbClr val="EFFAF8"/>
          </a:solidFill>
          <a:ln w="8890">
            <a:solidFill>
              <a:srgbClr val="0F766E"/>
            </a:solidFill>
            <a:prstDash val="solid"/>
          </a:ln>
        </p:spPr>
        <p:txBody>
          <a:bodyPr/>
          <a:lstStyle/>
          <a:p>
            <a:endParaRPr lang="fr-CA" noProof="0" dirty="0"/>
          </a:p>
        </p:txBody>
      </p:sp>
      <p:sp>
        <p:nvSpPr>
          <p:cNvPr id="31" name="Text 21">
            <a:extLst>
              <a:ext uri="{FF2B5EF4-FFF2-40B4-BE49-F238E27FC236}">
                <a16:creationId xmlns:a16="http://schemas.microsoft.com/office/drawing/2014/main" id="{813188D3-0007-2476-F28A-13774540757F}"/>
              </a:ext>
            </a:extLst>
          </p:cNvPr>
          <p:cNvSpPr/>
          <p:nvPr>
            <p:custDataLst>
              <p:tags r:id="rId24"/>
            </p:custDataLst>
          </p:nvPr>
        </p:nvSpPr>
        <p:spPr>
          <a:xfrm>
            <a:off x="5022341" y="2761729"/>
            <a:ext cx="1581913" cy="475488"/>
          </a:xfrm>
          <a:prstGeom prst="rect">
            <a:avLst/>
          </a:prstGeom>
          <a:noFill/>
          <a:ln/>
        </p:spPr>
        <p:txBody>
          <a:bodyPr wrap="square" lIns="0" tIns="0" rIns="0" bIns="0" rtlCol="0" anchor="t">
            <a:normAutofit/>
          </a:bodyPr>
          <a:lstStyle/>
          <a:p>
            <a:pPr marL="0" indent="0" algn="ctr">
              <a:buNone/>
            </a:pPr>
            <a:r>
              <a:rPr lang="fr-CA" sz="1850" b="1" noProof="0" dirty="0">
                <a:solidFill>
                  <a:srgbClr val="0F766E"/>
                </a:solidFill>
                <a:latin typeface="Calibri" pitchFamily="34" charset="0"/>
                <a:ea typeface="Calibri" pitchFamily="34" charset="-122"/>
                <a:cs typeface="Calibri" pitchFamily="34" charset="-120"/>
              </a:rPr>
              <a:t>Hazelcast</a:t>
            </a:r>
            <a:endParaRPr lang="fr-CA" sz="1850" noProof="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FAB1791D-1DBB-AC27-8AA7-B791C29D78A7}"/>
              </a:ext>
            </a:extLst>
          </p:cNvPr>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5" name="Text 1">
            <a:extLst>
              <a:ext uri="{FF2B5EF4-FFF2-40B4-BE49-F238E27FC236}">
                <a16:creationId xmlns:a16="http://schemas.microsoft.com/office/drawing/2014/main" id="{F0B979E6-1BEF-E75D-7B48-ADD31F6AF5FE}"/>
              </a:ext>
            </a:extLst>
          </p:cNvPr>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02 / UNDERSTAND KAFKA</a:t>
            </a:r>
            <a:endParaRPr lang="fr-CA" sz="1100" noProof="0" dirty="0"/>
          </a:p>
        </p:txBody>
      </p:sp>
      <p:sp>
        <p:nvSpPr>
          <p:cNvPr id="7" name="Text 2">
            <a:extLst>
              <a:ext uri="{FF2B5EF4-FFF2-40B4-BE49-F238E27FC236}">
                <a16:creationId xmlns:a16="http://schemas.microsoft.com/office/drawing/2014/main" id="{36E866B7-13B1-A77D-8AB9-A062FA5DFE75}"/>
              </a:ext>
            </a:extLst>
          </p:cNvPr>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SANDBOX CONCURRENCY</a:t>
            </a:r>
            <a:endParaRPr lang="fr-CA" sz="1000" noProof="0" dirty="0"/>
          </a:p>
        </p:txBody>
      </p:sp>
      <p:sp>
        <p:nvSpPr>
          <p:cNvPr id="9" name="Text 3">
            <a:extLst>
              <a:ext uri="{FF2B5EF4-FFF2-40B4-BE49-F238E27FC236}">
                <a16:creationId xmlns:a16="http://schemas.microsoft.com/office/drawing/2014/main" id="{187A6351-E362-A82C-2BA8-FD6B22005518}"/>
              </a:ext>
            </a:extLst>
          </p:cNvPr>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Alternative - Protect PERSON or INVENTORY using SQL locking</a:t>
            </a:r>
            <a:endParaRPr lang="fr-CA" sz="2700" noProof="0" dirty="0"/>
          </a:p>
        </p:txBody>
      </p:sp>
      <p:sp>
        <p:nvSpPr>
          <p:cNvPr id="11" name="Text 4">
            <a:extLst>
              <a:ext uri="{FF2B5EF4-FFF2-40B4-BE49-F238E27FC236}">
                <a16:creationId xmlns:a16="http://schemas.microsoft.com/office/drawing/2014/main" id="{0D7B9F98-4467-7875-E15A-1D23653D3FF6}"/>
              </a:ext>
            </a:extLst>
          </p:cNvPr>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The SQL approach ... an alternative that does not preserve ordering.</a:t>
            </a:r>
            <a:endParaRPr lang="fr-CA" sz="1650" noProof="0" dirty="0"/>
          </a:p>
        </p:txBody>
      </p:sp>
      <p:sp>
        <p:nvSpPr>
          <p:cNvPr id="13" name="Text 5">
            <a:extLst>
              <a:ext uri="{FF2B5EF4-FFF2-40B4-BE49-F238E27FC236}">
                <a16:creationId xmlns:a16="http://schemas.microsoft.com/office/drawing/2014/main" id="{01BA2497-EBFD-1F49-A1B5-229200340B76}"/>
              </a:ext>
            </a:extLst>
          </p:cNvPr>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15" name="Text 6">
            <a:extLst>
              <a:ext uri="{FF2B5EF4-FFF2-40B4-BE49-F238E27FC236}">
                <a16:creationId xmlns:a16="http://schemas.microsoft.com/office/drawing/2014/main" id="{A0393173-7D41-BA0C-BB3D-A2A5842C3F25}"/>
              </a:ext>
            </a:extLst>
          </p:cNvPr>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15</a:t>
            </a:r>
            <a:endParaRPr lang="fr-CA" sz="900" noProof="0" dirty="0"/>
          </a:p>
        </p:txBody>
      </p:sp>
      <p:sp>
        <p:nvSpPr>
          <p:cNvPr id="51" name="Shape 7">
            <a:extLst>
              <a:ext uri="{FF2B5EF4-FFF2-40B4-BE49-F238E27FC236}">
                <a16:creationId xmlns:a16="http://schemas.microsoft.com/office/drawing/2014/main" id="{33908878-615E-5B53-8FFD-3D310455CB72}"/>
              </a:ext>
            </a:extLst>
          </p:cNvPr>
          <p:cNvSpPr/>
          <p:nvPr>
            <p:custDataLst>
              <p:tags r:id="rId8"/>
            </p:custDataLst>
          </p:nvPr>
        </p:nvSpPr>
        <p:spPr>
          <a:xfrm>
            <a:off x="530352" y="2026117"/>
            <a:ext cx="3520440" cy="3405420"/>
          </a:xfrm>
          <a:prstGeom prst="roundRect">
            <a:avLst>
              <a:gd name="adj" fmla="val 2833"/>
            </a:avLst>
          </a:prstGeom>
          <a:solidFill>
            <a:srgbClr val="FFF7ED"/>
          </a:solidFill>
          <a:ln w="8890">
            <a:solidFill>
              <a:srgbClr val="D9E2EC"/>
            </a:solidFill>
            <a:prstDash val="solid"/>
          </a:ln>
        </p:spPr>
        <p:txBody>
          <a:bodyPr/>
          <a:lstStyle/>
          <a:p>
            <a:endParaRPr lang="fr-CA" noProof="0" dirty="0"/>
          </a:p>
        </p:txBody>
      </p:sp>
      <p:sp>
        <p:nvSpPr>
          <p:cNvPr id="53" name="Shape 8">
            <a:extLst>
              <a:ext uri="{FF2B5EF4-FFF2-40B4-BE49-F238E27FC236}">
                <a16:creationId xmlns:a16="http://schemas.microsoft.com/office/drawing/2014/main" id="{509C9247-FECE-1AC4-FE5B-70E5C9EEC767}"/>
              </a:ext>
            </a:extLst>
          </p:cNvPr>
          <p:cNvSpPr/>
          <p:nvPr>
            <p:custDataLst>
              <p:tags r:id="rId9"/>
            </p:custDataLst>
          </p:nvPr>
        </p:nvSpPr>
        <p:spPr>
          <a:xfrm>
            <a:off x="758952" y="2282149"/>
            <a:ext cx="731520" cy="0"/>
          </a:xfrm>
          <a:prstGeom prst="line">
            <a:avLst/>
          </a:prstGeom>
          <a:noFill/>
          <a:ln w="29210">
            <a:solidFill>
              <a:srgbClr val="B45309"/>
            </a:solidFill>
            <a:prstDash val="solid"/>
          </a:ln>
        </p:spPr>
        <p:txBody>
          <a:bodyPr/>
          <a:lstStyle/>
          <a:p>
            <a:endParaRPr lang="fr-CA" noProof="0" dirty="0"/>
          </a:p>
        </p:txBody>
      </p:sp>
      <p:sp>
        <p:nvSpPr>
          <p:cNvPr id="55" name="Text 9">
            <a:extLst>
              <a:ext uri="{FF2B5EF4-FFF2-40B4-BE49-F238E27FC236}">
                <a16:creationId xmlns:a16="http://schemas.microsoft.com/office/drawing/2014/main" id="{A2C2F667-3201-FA70-F985-7BBDF0E52986}"/>
              </a:ext>
            </a:extLst>
          </p:cNvPr>
          <p:cNvSpPr/>
          <p:nvPr>
            <p:custDataLst>
              <p:tags r:id="rId10"/>
            </p:custDataLst>
          </p:nvPr>
        </p:nvSpPr>
        <p:spPr>
          <a:xfrm>
            <a:off x="758952" y="2510749"/>
            <a:ext cx="3063240" cy="548640"/>
          </a:xfrm>
          <a:prstGeom prst="rect">
            <a:avLst/>
          </a:prstGeom>
          <a:noFill/>
          <a:ln/>
        </p:spPr>
        <p:txBody>
          <a:bodyPr wrap="square" lIns="0" tIns="0" rIns="0" bIns="0" rtlCol="0" anchor="t">
            <a:normAutofit/>
          </a:bodyPr>
          <a:lstStyle/>
          <a:p>
            <a:r>
              <a:rPr lang="fr-CA" sz="2000" b="1" dirty="0">
                <a:solidFill>
                  <a:srgbClr val="102A43"/>
                </a:solidFill>
                <a:latin typeface="Calibri" pitchFamily="34" charset="0"/>
                <a:ea typeface="Calibri" pitchFamily="34" charset="-122"/>
                <a:cs typeface="Calibri" pitchFamily="34" charset="-120"/>
              </a:rPr>
              <a:t>Pessimistic locking</a:t>
            </a:r>
            <a:endParaRPr lang="fr-CA" sz="2000" noProof="0" dirty="0"/>
          </a:p>
        </p:txBody>
      </p:sp>
      <p:sp>
        <p:nvSpPr>
          <p:cNvPr id="57" name="Text 10">
            <a:extLst>
              <a:ext uri="{FF2B5EF4-FFF2-40B4-BE49-F238E27FC236}">
                <a16:creationId xmlns:a16="http://schemas.microsoft.com/office/drawing/2014/main" id="{907367D9-7D97-A496-CC82-520D9E09E899}"/>
              </a:ext>
            </a:extLst>
          </p:cNvPr>
          <p:cNvSpPr/>
          <p:nvPr>
            <p:custDataLst>
              <p:tags r:id="rId11"/>
            </p:custDataLst>
          </p:nvPr>
        </p:nvSpPr>
        <p:spPr>
          <a:xfrm>
            <a:off x="758952" y="2906758"/>
            <a:ext cx="3063240" cy="2442481"/>
          </a:xfrm>
          <a:prstGeom prst="rect">
            <a:avLst/>
          </a:prstGeom>
          <a:noFill/>
          <a:ln/>
        </p:spPr>
        <p:txBody>
          <a:bodyPr wrap="square" lIns="0" tIns="0" rIns="0" bIns="0" rtlCol="0" anchor="t">
            <a:normAutofit/>
          </a:bodyPr>
          <a:lstStyle/>
          <a:p>
            <a:r>
              <a:rPr lang="fr-CA" sz="1750" dirty="0">
                <a:solidFill>
                  <a:srgbClr val="486581"/>
                </a:solidFill>
                <a:latin typeface="Calibri" pitchFamily="34" charset="0"/>
                <a:ea typeface="Calibri" pitchFamily="34" charset="-122"/>
                <a:cs typeface="Calibri" pitchFamily="34" charset="-120"/>
              </a:rPr>
              <a:t>Lock the row on read so others wait. In SQL: SELECT ... FOR UPDATE.</a:t>
            </a:r>
            <a:endParaRPr lang="fr-CA" sz="1750" noProof="0" dirty="0"/>
          </a:p>
          <a:p>
            <a:pPr marL="0" indent="0">
              <a:buNone/>
            </a:pPr>
            <a:endParaRPr lang="fr-CA" sz="1750" noProof="0" dirty="0"/>
          </a:p>
          <a:p>
            <a:pPr marL="0" indent="0">
              <a:buNone/>
            </a:pPr>
            <a:r>
              <a:rPr lang="fr-CA" sz="1750" dirty="0">
                <a:solidFill>
                  <a:srgbClr val="486581"/>
                </a:solidFill>
                <a:latin typeface="Calibri" pitchFamily="34" charset="0"/>
                <a:ea typeface="Calibri" pitchFamily="34" charset="-122"/>
                <a:cs typeface="Calibri" pitchFamily="34" charset="-120"/>
              </a:rPr>
              <a:t>Process waiting on the database. “sleep mode”.</a:t>
            </a:r>
          </a:p>
          <a:p>
            <a:pPr marL="0" indent="0">
              <a:buNone/>
            </a:pPr>
            <a:endParaRPr lang="fr-CA" sz="1750" dirty="0">
              <a:solidFill>
                <a:srgbClr val="486581"/>
              </a:solidFill>
              <a:latin typeface="Calibri" pitchFamily="34" charset="0"/>
              <a:ea typeface="Calibri" pitchFamily="34" charset="-122"/>
              <a:cs typeface="Calibri" pitchFamily="34" charset="-120"/>
            </a:endParaRPr>
          </a:p>
          <a:p>
            <a:pPr marL="0" indent="0">
              <a:buNone/>
            </a:pPr>
            <a:r>
              <a:rPr lang="fr-CA" sz="1750" noProof="0" dirty="0">
                <a:solidFill>
                  <a:srgbClr val="486581"/>
                </a:solidFill>
                <a:latin typeface="Calibri" pitchFamily="34" charset="0"/>
                <a:ea typeface="Calibri" pitchFamily="34" charset="-122"/>
                <a:cs typeface="Calibri" pitchFamily="34" charset="-120"/>
              </a:rPr>
              <a:t>Less elasticity and an impact on the lifecycle of a pod.</a:t>
            </a:r>
          </a:p>
          <a:p>
            <a:pPr marL="0" indent="0">
              <a:buNone/>
            </a:pPr>
            <a:endParaRPr lang="fr-CA" sz="1750" dirty="0">
              <a:solidFill>
                <a:srgbClr val="486581"/>
              </a:solidFill>
              <a:latin typeface="Calibri" pitchFamily="34" charset="0"/>
              <a:ea typeface="Calibri" pitchFamily="34" charset="-122"/>
              <a:cs typeface="Calibri" pitchFamily="34" charset="-120"/>
            </a:endParaRPr>
          </a:p>
          <a:p>
            <a:pPr marL="0" indent="0">
              <a:buNone/>
            </a:pPr>
            <a:endParaRPr lang="fr-CA" sz="1750" noProof="0" dirty="0"/>
          </a:p>
        </p:txBody>
      </p:sp>
      <p:sp>
        <p:nvSpPr>
          <p:cNvPr id="59" name="Shape 11">
            <a:extLst>
              <a:ext uri="{FF2B5EF4-FFF2-40B4-BE49-F238E27FC236}">
                <a16:creationId xmlns:a16="http://schemas.microsoft.com/office/drawing/2014/main" id="{E34691AF-EED7-4795-3636-20A1093EFCE1}"/>
              </a:ext>
            </a:extLst>
          </p:cNvPr>
          <p:cNvSpPr/>
          <p:nvPr>
            <p:custDataLst>
              <p:tags r:id="rId12"/>
            </p:custDataLst>
          </p:nvPr>
        </p:nvSpPr>
        <p:spPr>
          <a:xfrm>
            <a:off x="4334256" y="2026116"/>
            <a:ext cx="3520440" cy="3405419"/>
          </a:xfrm>
          <a:prstGeom prst="roundRect">
            <a:avLst>
              <a:gd name="adj" fmla="val 2833"/>
            </a:avLst>
          </a:prstGeom>
          <a:solidFill>
            <a:srgbClr val="EFF6FF"/>
          </a:solidFill>
          <a:ln w="8890">
            <a:solidFill>
              <a:srgbClr val="D9E2EC"/>
            </a:solidFill>
            <a:prstDash val="solid"/>
          </a:ln>
        </p:spPr>
        <p:txBody>
          <a:bodyPr/>
          <a:lstStyle/>
          <a:p>
            <a:endParaRPr lang="fr-CA" noProof="0" dirty="0"/>
          </a:p>
        </p:txBody>
      </p:sp>
      <p:sp>
        <p:nvSpPr>
          <p:cNvPr id="61" name="Shape 12">
            <a:extLst>
              <a:ext uri="{FF2B5EF4-FFF2-40B4-BE49-F238E27FC236}">
                <a16:creationId xmlns:a16="http://schemas.microsoft.com/office/drawing/2014/main" id="{554D652B-796F-3393-203F-68042B302D7C}"/>
              </a:ext>
            </a:extLst>
          </p:cNvPr>
          <p:cNvSpPr/>
          <p:nvPr>
            <p:custDataLst>
              <p:tags r:id="rId13"/>
            </p:custDataLst>
          </p:nvPr>
        </p:nvSpPr>
        <p:spPr>
          <a:xfrm>
            <a:off x="4562856" y="2282149"/>
            <a:ext cx="731520" cy="0"/>
          </a:xfrm>
          <a:prstGeom prst="line">
            <a:avLst/>
          </a:prstGeom>
          <a:noFill/>
          <a:ln w="29210">
            <a:solidFill>
              <a:srgbClr val="1F6FEB"/>
            </a:solidFill>
            <a:prstDash val="solid"/>
          </a:ln>
        </p:spPr>
        <p:txBody>
          <a:bodyPr/>
          <a:lstStyle/>
          <a:p>
            <a:endParaRPr lang="fr-CA" noProof="0" dirty="0"/>
          </a:p>
        </p:txBody>
      </p:sp>
      <p:sp>
        <p:nvSpPr>
          <p:cNvPr id="63" name="Text 13">
            <a:extLst>
              <a:ext uri="{FF2B5EF4-FFF2-40B4-BE49-F238E27FC236}">
                <a16:creationId xmlns:a16="http://schemas.microsoft.com/office/drawing/2014/main" id="{148D8C7B-F4A8-1A06-1C93-78CC9A097A66}"/>
              </a:ext>
            </a:extLst>
          </p:cNvPr>
          <p:cNvSpPr/>
          <p:nvPr>
            <p:custDataLst>
              <p:tags r:id="rId14"/>
            </p:custDataLst>
          </p:nvPr>
        </p:nvSpPr>
        <p:spPr>
          <a:xfrm>
            <a:off x="4562856" y="2510748"/>
            <a:ext cx="3063240" cy="396011"/>
          </a:xfrm>
          <a:prstGeom prst="rect">
            <a:avLst/>
          </a:prstGeom>
          <a:noFill/>
          <a:ln/>
        </p:spPr>
        <p:txBody>
          <a:bodyPr wrap="square" lIns="0" tIns="0" rIns="0" bIns="0" rtlCol="0" anchor="t">
            <a:normAutofit/>
          </a:bodyPr>
          <a:lstStyle/>
          <a:p>
            <a:r>
              <a:rPr lang="fr-CA" sz="2000" b="1" dirty="0"/>
              <a:t>Optimistic locking</a:t>
            </a:r>
            <a:endParaRPr lang="fr-CA" sz="2000" noProof="0" dirty="0"/>
          </a:p>
        </p:txBody>
      </p:sp>
      <p:sp>
        <p:nvSpPr>
          <p:cNvPr id="65" name="Text 14">
            <a:extLst>
              <a:ext uri="{FF2B5EF4-FFF2-40B4-BE49-F238E27FC236}">
                <a16:creationId xmlns:a16="http://schemas.microsoft.com/office/drawing/2014/main" id="{5CEBA874-A334-A70B-77A5-7FD4C4D5AB82}"/>
              </a:ext>
            </a:extLst>
          </p:cNvPr>
          <p:cNvSpPr/>
          <p:nvPr>
            <p:custDataLst>
              <p:tags r:id="rId15"/>
            </p:custDataLst>
          </p:nvPr>
        </p:nvSpPr>
        <p:spPr>
          <a:xfrm>
            <a:off x="4562856" y="2906759"/>
            <a:ext cx="3063240" cy="2442480"/>
          </a:xfrm>
          <a:prstGeom prst="rect">
            <a:avLst/>
          </a:prstGeom>
          <a:noFill/>
          <a:ln/>
        </p:spPr>
        <p:txBody>
          <a:bodyPr wrap="square" lIns="0" tIns="0" rIns="0" bIns="0" rtlCol="0" anchor="t">
            <a:normAutofit/>
          </a:bodyPr>
          <a:lstStyle/>
          <a:p>
            <a:r>
              <a:rPr lang="fr-CA" sz="1750" dirty="0">
                <a:solidFill>
                  <a:srgbClr val="486581"/>
                </a:solidFill>
                <a:latin typeface="Calibri" pitchFamily="34" charset="0"/>
                <a:ea typeface="Calibri" pitchFamily="34" charset="-122"/>
                <a:cs typeface="Calibri" pitchFamily="34" charset="-120"/>
              </a:rPr>
              <a:t>A @Version column; the update succeeds only if the version is unchanged, otherwise the application must retry.</a:t>
            </a:r>
            <a:endParaRPr lang="fr-CA" sz="1750" noProof="0" dirty="0">
              <a:solidFill>
                <a:srgbClr val="486581"/>
              </a:solidFill>
              <a:latin typeface="Calibri" pitchFamily="34" charset="0"/>
              <a:ea typeface="Calibri" pitchFamily="34" charset="-122"/>
              <a:cs typeface="Calibri" pitchFamily="34" charset="-120"/>
            </a:endParaRPr>
          </a:p>
          <a:p>
            <a:pPr marL="0" indent="0">
              <a:buNone/>
            </a:pPr>
            <a:endParaRPr lang="fr-CA" sz="1750" dirty="0">
              <a:solidFill>
                <a:srgbClr val="486581"/>
              </a:solidFill>
              <a:latin typeface="Calibri" pitchFamily="34" charset="0"/>
              <a:ea typeface="Calibri" pitchFamily="34" charset="-122"/>
              <a:cs typeface="Calibri" pitchFamily="34" charset="-120"/>
            </a:endParaRPr>
          </a:p>
          <a:p>
            <a:pPr marL="0" indent="0">
              <a:buNone/>
            </a:pPr>
            <a:r>
              <a:rPr lang="fr-CA" sz="1750" noProof="0" dirty="0">
                <a:solidFill>
                  <a:srgbClr val="486581"/>
                </a:solidFill>
                <a:latin typeface="Calibri" pitchFamily="34" charset="0"/>
                <a:ea typeface="Calibri" pitchFamily="34" charset="-122"/>
                <a:cs typeface="Calibri" pitchFamily="34" charset="-120"/>
              </a:rPr>
              <a:t>Spins in circles ... consumes $$$ resources. Fight between pods (Process/Thread)!!!</a:t>
            </a:r>
            <a:endParaRPr lang="fr-CA" sz="1750" noProof="0" dirty="0"/>
          </a:p>
        </p:txBody>
      </p:sp>
      <p:sp>
        <p:nvSpPr>
          <p:cNvPr id="67" name="Shape 15">
            <a:extLst>
              <a:ext uri="{FF2B5EF4-FFF2-40B4-BE49-F238E27FC236}">
                <a16:creationId xmlns:a16="http://schemas.microsoft.com/office/drawing/2014/main" id="{CFA0F4F5-2872-32A1-E7ED-57C1565E76F1}"/>
              </a:ext>
            </a:extLst>
          </p:cNvPr>
          <p:cNvSpPr/>
          <p:nvPr>
            <p:custDataLst>
              <p:tags r:id="rId16"/>
            </p:custDataLst>
          </p:nvPr>
        </p:nvSpPr>
        <p:spPr>
          <a:xfrm>
            <a:off x="8138160" y="2026117"/>
            <a:ext cx="3520440" cy="3405420"/>
          </a:xfrm>
          <a:prstGeom prst="roundRect">
            <a:avLst>
              <a:gd name="adj" fmla="val 2833"/>
            </a:avLst>
          </a:prstGeom>
          <a:solidFill>
            <a:srgbClr val="EFFAF8"/>
          </a:solidFill>
          <a:ln w="8890">
            <a:solidFill>
              <a:srgbClr val="D9E2EC"/>
            </a:solidFill>
            <a:prstDash val="solid"/>
          </a:ln>
        </p:spPr>
        <p:txBody>
          <a:bodyPr/>
          <a:lstStyle/>
          <a:p>
            <a:endParaRPr lang="fr-CA" noProof="0" dirty="0"/>
          </a:p>
        </p:txBody>
      </p:sp>
      <p:sp>
        <p:nvSpPr>
          <p:cNvPr id="69" name="Shape 16">
            <a:extLst>
              <a:ext uri="{FF2B5EF4-FFF2-40B4-BE49-F238E27FC236}">
                <a16:creationId xmlns:a16="http://schemas.microsoft.com/office/drawing/2014/main" id="{A1513D44-674A-8E45-F177-7B2C78DC78E7}"/>
              </a:ext>
            </a:extLst>
          </p:cNvPr>
          <p:cNvSpPr/>
          <p:nvPr>
            <p:custDataLst>
              <p:tags r:id="rId17"/>
            </p:custDataLst>
          </p:nvPr>
        </p:nvSpPr>
        <p:spPr>
          <a:xfrm>
            <a:off x="8366760" y="2282149"/>
            <a:ext cx="731520" cy="0"/>
          </a:xfrm>
          <a:prstGeom prst="line">
            <a:avLst/>
          </a:prstGeom>
          <a:noFill/>
          <a:ln w="29210">
            <a:solidFill>
              <a:srgbClr val="0F766E"/>
            </a:solidFill>
            <a:prstDash val="solid"/>
          </a:ln>
        </p:spPr>
        <p:txBody>
          <a:bodyPr/>
          <a:lstStyle/>
          <a:p>
            <a:endParaRPr lang="fr-CA" noProof="0" dirty="0"/>
          </a:p>
        </p:txBody>
      </p:sp>
      <p:sp>
        <p:nvSpPr>
          <p:cNvPr id="71" name="Text 17">
            <a:extLst>
              <a:ext uri="{FF2B5EF4-FFF2-40B4-BE49-F238E27FC236}">
                <a16:creationId xmlns:a16="http://schemas.microsoft.com/office/drawing/2014/main" id="{5A0CCCB1-A2C2-9D23-D5FE-3B4FE204B31F}"/>
              </a:ext>
            </a:extLst>
          </p:cNvPr>
          <p:cNvSpPr/>
          <p:nvPr>
            <p:custDataLst>
              <p:tags r:id="rId18"/>
            </p:custDataLst>
          </p:nvPr>
        </p:nvSpPr>
        <p:spPr>
          <a:xfrm>
            <a:off x="8366760" y="2510749"/>
            <a:ext cx="3291840" cy="548640"/>
          </a:xfrm>
          <a:prstGeom prst="rect">
            <a:avLst/>
          </a:prstGeom>
          <a:noFill/>
          <a:ln/>
        </p:spPr>
        <p:txBody>
          <a:bodyPr wrap="square" lIns="0" tIns="0" rIns="0" bIns="0" rtlCol="0" anchor="t">
            <a:normAutofit/>
          </a:bodyPr>
          <a:lstStyle/>
          <a:p>
            <a:r>
              <a:rPr lang="fr-CA" sz="2000" b="1" dirty="0"/>
              <a:t>Conditional update</a:t>
            </a:r>
            <a:endParaRPr lang="fr-CA" sz="2000" noProof="0" dirty="0"/>
          </a:p>
        </p:txBody>
      </p:sp>
      <p:sp>
        <p:nvSpPr>
          <p:cNvPr id="73" name="Text 18">
            <a:extLst>
              <a:ext uri="{FF2B5EF4-FFF2-40B4-BE49-F238E27FC236}">
                <a16:creationId xmlns:a16="http://schemas.microsoft.com/office/drawing/2014/main" id="{3D90361F-BA1F-E0BC-D7C5-BDCB81684F35}"/>
              </a:ext>
            </a:extLst>
          </p:cNvPr>
          <p:cNvSpPr/>
          <p:nvPr>
            <p:custDataLst>
              <p:tags r:id="rId19"/>
            </p:custDataLst>
          </p:nvPr>
        </p:nvSpPr>
        <p:spPr>
          <a:xfrm>
            <a:off x="8366760" y="2906758"/>
            <a:ext cx="3063240" cy="2442481"/>
          </a:xfrm>
          <a:prstGeom prst="rect">
            <a:avLst/>
          </a:prstGeom>
          <a:noFill/>
          <a:ln/>
        </p:spPr>
        <p:txBody>
          <a:bodyPr wrap="square" lIns="0" tIns="0" rIns="0" bIns="0" rtlCol="0" anchor="t">
            <a:normAutofit fontScale="47500" lnSpcReduction="20000"/>
          </a:bodyPr>
          <a:lstStyle/>
          <a:p>
            <a:r>
              <a:rPr lang="fr-CA" sz="3400" dirty="0">
                <a:solidFill>
                  <a:srgbClr val="486581"/>
                </a:solidFill>
                <a:latin typeface="Calibri" pitchFamily="34" charset="0"/>
                <a:ea typeface="Calibri" pitchFamily="34" charset="-122"/>
                <a:cs typeface="Calibri" pitchFamily="34" charset="-120"/>
              </a:rPr>
              <a:t>Delegate the balance check to the database write (where clause).</a:t>
            </a:r>
          </a:p>
          <a:p>
            <a:endParaRPr lang="fr-CA" sz="3400" dirty="0">
              <a:solidFill>
                <a:srgbClr val="486581"/>
              </a:solidFill>
              <a:latin typeface="Calibri" pitchFamily="34" charset="0"/>
              <a:ea typeface="Calibri" pitchFamily="34" charset="-122"/>
              <a:cs typeface="Calibri" pitchFamily="34" charset="-120"/>
            </a:endParaRPr>
          </a:p>
          <a:p>
            <a:r>
              <a:rPr lang="fr-CA" sz="3400" u="sng" dirty="0">
                <a:solidFill>
                  <a:srgbClr val="486581"/>
                </a:solidFill>
                <a:latin typeface="Calibri" pitchFamily="34" charset="0"/>
                <a:ea typeface="Calibri" pitchFamily="34" charset="-122"/>
                <a:cs typeface="Calibri" pitchFamily="34" charset="-120"/>
              </a:rPr>
              <a:t>Business logic moves down into the SQL query — breaks the JPA cache.</a:t>
            </a:r>
          </a:p>
          <a:p>
            <a:endParaRPr lang="fr-CA" sz="3400" dirty="0">
              <a:solidFill>
                <a:srgbClr val="486581"/>
              </a:solidFill>
              <a:latin typeface="Calibri" pitchFamily="34" charset="0"/>
              <a:ea typeface="Calibri" pitchFamily="34" charset="-122"/>
              <a:cs typeface="Calibri" pitchFamily="34" charset="-120"/>
            </a:endParaRPr>
          </a:p>
          <a:p>
            <a:r>
              <a:rPr lang="fr-CA" sz="3400" dirty="0">
                <a:solidFill>
                  <a:srgbClr val="486581"/>
                </a:solidFill>
                <a:latin typeface="Calibri" pitchFamily="34" charset="0"/>
                <a:ea typeface="Calibri" pitchFamily="34" charset="-122"/>
                <a:cs typeface="Calibri" pitchFamily="34" charset="-120"/>
              </a:rPr>
              <a:t>Protects only the invariants explicitly guarded, without automatically protecting the entire entity from all concurrent changes.</a:t>
            </a:r>
            <a:endParaRPr lang="fr-CA" sz="3400" noProof="0" dirty="0">
              <a:solidFill>
                <a:srgbClr val="486581"/>
              </a:solidFill>
              <a:latin typeface="Calibri" pitchFamily="34" charset="0"/>
              <a:ea typeface="Calibri" pitchFamily="34" charset="-122"/>
              <a:cs typeface="Calibri" pitchFamily="34" charset="-120"/>
            </a:endParaRPr>
          </a:p>
        </p:txBody>
      </p:sp>
      <p:sp>
        <p:nvSpPr>
          <p:cNvPr id="77" name="Shape 25">
            <a:extLst>
              <a:ext uri="{FF2B5EF4-FFF2-40B4-BE49-F238E27FC236}">
                <a16:creationId xmlns:a16="http://schemas.microsoft.com/office/drawing/2014/main" id="{511304E5-56F7-519C-C417-A1922B074D16}"/>
              </a:ext>
            </a:extLst>
          </p:cNvPr>
          <p:cNvSpPr/>
          <p:nvPr>
            <p:custDataLst>
              <p:tags r:id="rId20"/>
            </p:custDataLst>
          </p:nvPr>
        </p:nvSpPr>
        <p:spPr>
          <a:xfrm>
            <a:off x="530352" y="5559552"/>
            <a:ext cx="11128248" cy="603504"/>
          </a:xfrm>
          <a:prstGeom prst="roundRect">
            <a:avLst>
              <a:gd name="adj" fmla="val 20408"/>
            </a:avLst>
          </a:prstGeom>
          <a:solidFill>
            <a:srgbClr val="FFF7ED"/>
          </a:solidFill>
          <a:ln w="8890">
            <a:solidFill>
              <a:srgbClr val="FFF7ED"/>
            </a:solidFill>
            <a:prstDash val="solid"/>
          </a:ln>
        </p:spPr>
        <p:txBody>
          <a:bodyPr/>
          <a:lstStyle/>
          <a:p>
            <a:endParaRPr lang="fr-CA" noProof="0" dirty="0"/>
          </a:p>
        </p:txBody>
      </p:sp>
      <p:sp>
        <p:nvSpPr>
          <p:cNvPr id="79" name="Text 26">
            <a:extLst>
              <a:ext uri="{FF2B5EF4-FFF2-40B4-BE49-F238E27FC236}">
                <a16:creationId xmlns:a16="http://schemas.microsoft.com/office/drawing/2014/main" id="{A57D26DF-DB74-7919-D6CC-7D9EEA34D5EC}"/>
              </a:ext>
            </a:extLst>
          </p:cNvPr>
          <p:cNvSpPr/>
          <p:nvPr>
            <p:custDataLst>
              <p:tags r:id="rId21"/>
            </p:custDataLst>
          </p:nvPr>
        </p:nvSpPr>
        <p:spPr>
          <a:xfrm>
            <a:off x="731520" y="5632702"/>
            <a:ext cx="10927080" cy="461774"/>
          </a:xfrm>
          <a:prstGeom prst="rect">
            <a:avLst/>
          </a:prstGeom>
          <a:noFill/>
          <a:ln/>
        </p:spPr>
        <p:txBody>
          <a:bodyPr wrap="square" lIns="0" tIns="0" rIns="0" bIns="0" rtlCol="0" anchor="t">
            <a:normAutofit lnSpcReduction="10000"/>
          </a:bodyPr>
          <a:lstStyle/>
          <a:p>
            <a:pPr marL="0" indent="0">
              <a:buNone/>
            </a:pPr>
            <a:r>
              <a:rPr lang="fr-CA" sz="1550" b="1" noProof="0" dirty="0">
                <a:solidFill>
                  <a:srgbClr val="B45309"/>
                </a:solidFill>
                <a:latin typeface="Calibri" pitchFamily="34" charset="0"/>
                <a:ea typeface="Calibri" pitchFamily="34" charset="-122"/>
                <a:cs typeface="Calibri" pitchFamily="34" charset="-120"/>
              </a:rPr>
              <a:t>Breaks horizontal elasticity, generates DLT, consumes resources, and can cause repeated retries.</a:t>
            </a:r>
          </a:p>
          <a:p>
            <a:pPr marL="0" indent="0">
              <a:buNone/>
            </a:pPr>
            <a:r>
              <a:rPr lang="fr-CA" sz="1550" b="1" dirty="0">
                <a:solidFill>
                  <a:srgbClr val="B45309"/>
                </a:solidFill>
                <a:latin typeface="Calibri" pitchFamily="34" charset="0"/>
                <a:ea typeface="Calibri" pitchFamily="34" charset="-122"/>
                <a:cs typeface="Calibri" pitchFamily="34" charset="-120"/>
              </a:rPr>
              <a:t>This alternative does not preserve ordering!!!</a:t>
            </a:r>
            <a:endParaRPr lang="fr-CA" sz="1550" noProof="0" dirty="0"/>
          </a:p>
        </p:txBody>
      </p:sp>
      <p:pic>
        <p:nvPicPr>
          <p:cNvPr id="4" name="Image 3">
            <a:extLst>
              <a:ext uri="{FF2B5EF4-FFF2-40B4-BE49-F238E27FC236}">
                <a16:creationId xmlns:a16="http://schemas.microsoft.com/office/drawing/2014/main" id="{99133F9F-F8B4-652B-A85A-033EBF134C47}"/>
              </a:ext>
            </a:extLst>
          </p:cNvPr>
          <p:cNvPicPr>
            <a:picLocks noChangeAspect="1"/>
          </p:cNvPicPr>
          <p:nvPr>
            <p:custDataLst>
              <p:tags r:id="rId22"/>
            </p:custDataLst>
          </p:nvPr>
        </p:nvPicPr>
        <p:blipFill>
          <a:blip r:embed="rId25"/>
          <a:stretch>
            <a:fillRect/>
          </a:stretch>
        </p:blipFill>
        <p:spPr>
          <a:xfrm>
            <a:off x="7064587" y="2045367"/>
            <a:ext cx="761715" cy="752625"/>
          </a:xfrm>
          <a:prstGeom prst="rect">
            <a:avLst/>
          </a:prstGeom>
        </p:spPr>
      </p:pic>
    </p:spTree>
    <p:extLst>
      <p:ext uri="{BB962C8B-B14F-4D97-AF65-F5344CB8AC3E}">
        <p14:creationId xmlns:p14="http://schemas.microsoft.com/office/powerpoint/2010/main" val="39567233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03 / MAKE EFFECTS RELIABLE</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DELIVERY SEMANTICS</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Three guarantees, but always a boundary to define</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The question is not only how many times a message arrives, but which effects become visible.</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16</a:t>
            </a:r>
            <a:endParaRPr lang="fr-CA" sz="900" noProof="0" dirty="0"/>
          </a:p>
        </p:txBody>
      </p:sp>
      <p:sp>
        <p:nvSpPr>
          <p:cNvPr id="9" name="Shape 7"/>
          <p:cNvSpPr/>
          <p:nvPr>
            <p:custDataLst>
              <p:tags r:id="rId8"/>
            </p:custDataLst>
          </p:nvPr>
        </p:nvSpPr>
        <p:spPr>
          <a:xfrm>
            <a:off x="530352" y="2006381"/>
            <a:ext cx="1798320" cy="475488"/>
          </a:xfrm>
          <a:prstGeom prst="roundRect">
            <a:avLst>
              <a:gd name="adj" fmla="val 19231"/>
            </a:avLst>
          </a:prstGeom>
          <a:solidFill>
            <a:srgbClr val="1F6FEB"/>
          </a:solidFill>
          <a:ln w="8890">
            <a:solidFill>
              <a:srgbClr val="1F6FEB"/>
            </a:solidFill>
            <a:prstDash val="solid"/>
          </a:ln>
        </p:spPr>
        <p:txBody>
          <a:bodyPr/>
          <a:lstStyle/>
          <a:p>
            <a:endParaRPr lang="fr-CA" noProof="0" dirty="0"/>
          </a:p>
        </p:txBody>
      </p:sp>
      <p:sp>
        <p:nvSpPr>
          <p:cNvPr id="10" name="Text 8"/>
          <p:cNvSpPr/>
          <p:nvPr>
            <p:custDataLst>
              <p:tags r:id="rId9"/>
            </p:custDataLst>
          </p:nvPr>
        </p:nvSpPr>
        <p:spPr>
          <a:xfrm>
            <a:off x="658368" y="2116109"/>
            <a:ext cx="2194560" cy="265176"/>
          </a:xfrm>
          <a:prstGeom prst="rect">
            <a:avLst/>
          </a:prstGeom>
          <a:noFill/>
          <a:ln/>
        </p:spPr>
        <p:txBody>
          <a:bodyPr wrap="square" lIns="0" tIns="0" rIns="0" bIns="0" rtlCol="0" anchor="t">
            <a:normAutofit/>
          </a:bodyPr>
          <a:lstStyle/>
          <a:p>
            <a:pPr marL="0" indent="0">
              <a:buNone/>
            </a:pPr>
            <a:r>
              <a:rPr lang="fr-CA" sz="1520" b="1" noProof="0" dirty="0">
                <a:solidFill>
                  <a:srgbClr val="FFFFFF"/>
                </a:solidFill>
                <a:latin typeface="Calibri" pitchFamily="34" charset="0"/>
                <a:ea typeface="Calibri" pitchFamily="34" charset="-122"/>
                <a:cs typeface="Calibri" pitchFamily="34" charset="-120"/>
              </a:rPr>
              <a:t>Guarantee</a:t>
            </a:r>
            <a:endParaRPr lang="fr-CA" sz="1520" noProof="0" dirty="0"/>
          </a:p>
        </p:txBody>
      </p:sp>
      <p:sp>
        <p:nvSpPr>
          <p:cNvPr id="11" name="Shape 9"/>
          <p:cNvSpPr/>
          <p:nvPr>
            <p:custDataLst>
              <p:tags r:id="rId10"/>
            </p:custDataLst>
          </p:nvPr>
        </p:nvSpPr>
        <p:spPr>
          <a:xfrm>
            <a:off x="2422398" y="2008781"/>
            <a:ext cx="2649474" cy="475488"/>
          </a:xfrm>
          <a:prstGeom prst="roundRect">
            <a:avLst>
              <a:gd name="adj" fmla="val 19231"/>
            </a:avLst>
          </a:prstGeom>
          <a:solidFill>
            <a:srgbClr val="1F6FEB"/>
          </a:solidFill>
          <a:ln w="8890">
            <a:solidFill>
              <a:srgbClr val="1F6FEB"/>
            </a:solidFill>
            <a:prstDash val="solid"/>
          </a:ln>
        </p:spPr>
        <p:txBody>
          <a:bodyPr/>
          <a:lstStyle/>
          <a:p>
            <a:endParaRPr lang="fr-CA" noProof="0" dirty="0"/>
          </a:p>
        </p:txBody>
      </p:sp>
      <p:sp>
        <p:nvSpPr>
          <p:cNvPr id="12" name="Text 10"/>
          <p:cNvSpPr/>
          <p:nvPr>
            <p:custDataLst>
              <p:tags r:id="rId11"/>
            </p:custDataLst>
          </p:nvPr>
        </p:nvSpPr>
        <p:spPr>
          <a:xfrm>
            <a:off x="2550414" y="2132475"/>
            <a:ext cx="4023360" cy="265176"/>
          </a:xfrm>
          <a:prstGeom prst="rect">
            <a:avLst/>
          </a:prstGeom>
          <a:noFill/>
          <a:ln/>
        </p:spPr>
        <p:txBody>
          <a:bodyPr wrap="square" lIns="0" tIns="0" rIns="0" bIns="0" rtlCol="0" anchor="t">
            <a:normAutofit/>
          </a:bodyPr>
          <a:lstStyle/>
          <a:p>
            <a:pPr marL="0" indent="0">
              <a:buNone/>
            </a:pPr>
            <a:r>
              <a:rPr lang="fr-CA" sz="1520" b="1" noProof="0" dirty="0">
                <a:solidFill>
                  <a:srgbClr val="FFFFFF"/>
                </a:solidFill>
                <a:latin typeface="Calibri" pitchFamily="34" charset="0"/>
                <a:ea typeface="Calibri" pitchFamily="34" charset="-122"/>
                <a:cs typeface="Calibri" pitchFamily="34" charset="-120"/>
              </a:rPr>
              <a:t>Principle</a:t>
            </a:r>
            <a:endParaRPr lang="fr-CA" sz="1520" noProof="0" dirty="0"/>
          </a:p>
        </p:txBody>
      </p:sp>
      <p:sp>
        <p:nvSpPr>
          <p:cNvPr id="13" name="Shape 11"/>
          <p:cNvSpPr/>
          <p:nvPr>
            <p:custDataLst>
              <p:tags r:id="rId12"/>
            </p:custDataLst>
          </p:nvPr>
        </p:nvSpPr>
        <p:spPr>
          <a:xfrm>
            <a:off x="5165598" y="2006381"/>
            <a:ext cx="2743200" cy="475488"/>
          </a:xfrm>
          <a:prstGeom prst="roundRect">
            <a:avLst>
              <a:gd name="adj" fmla="val 19231"/>
            </a:avLst>
          </a:prstGeom>
          <a:solidFill>
            <a:srgbClr val="1F6FEB"/>
          </a:solidFill>
          <a:ln w="8890">
            <a:solidFill>
              <a:srgbClr val="1F6FEB"/>
            </a:solidFill>
            <a:prstDash val="solid"/>
          </a:ln>
        </p:spPr>
        <p:txBody>
          <a:bodyPr/>
          <a:lstStyle/>
          <a:p>
            <a:endParaRPr lang="fr-CA" noProof="0" dirty="0"/>
          </a:p>
        </p:txBody>
      </p:sp>
      <p:sp>
        <p:nvSpPr>
          <p:cNvPr id="14" name="Text 12"/>
          <p:cNvSpPr/>
          <p:nvPr>
            <p:custDataLst>
              <p:tags r:id="rId13"/>
            </p:custDataLst>
          </p:nvPr>
        </p:nvSpPr>
        <p:spPr>
          <a:xfrm>
            <a:off x="5293614" y="2116109"/>
            <a:ext cx="4087368" cy="265176"/>
          </a:xfrm>
          <a:prstGeom prst="rect">
            <a:avLst/>
          </a:prstGeom>
          <a:noFill/>
          <a:ln/>
        </p:spPr>
        <p:txBody>
          <a:bodyPr wrap="square" lIns="0" tIns="0" rIns="0" bIns="0" rtlCol="0" anchor="t">
            <a:normAutofit/>
          </a:bodyPr>
          <a:lstStyle/>
          <a:p>
            <a:pPr marL="0" indent="0">
              <a:buNone/>
            </a:pPr>
            <a:r>
              <a:rPr lang="fr-CA" sz="1520" b="1" noProof="0" dirty="0">
                <a:solidFill>
                  <a:srgbClr val="FFFFFF"/>
                </a:solidFill>
                <a:latin typeface="Calibri" pitchFamily="34" charset="0"/>
                <a:ea typeface="Calibri" pitchFamily="34" charset="-122"/>
                <a:cs typeface="Calibri" pitchFamily="34" charset="-120"/>
              </a:rPr>
              <a:t>Trade-off</a:t>
            </a:r>
            <a:endParaRPr lang="fr-CA" sz="1520" noProof="0" dirty="0"/>
          </a:p>
        </p:txBody>
      </p:sp>
      <p:sp>
        <p:nvSpPr>
          <p:cNvPr id="15" name="Shape 13"/>
          <p:cNvSpPr/>
          <p:nvPr>
            <p:custDataLst>
              <p:tags r:id="rId14"/>
            </p:custDataLst>
          </p:nvPr>
        </p:nvSpPr>
        <p:spPr>
          <a:xfrm>
            <a:off x="530352" y="2536733"/>
            <a:ext cx="1798320" cy="813816"/>
          </a:xfrm>
          <a:prstGeom prst="roundRect">
            <a:avLst>
              <a:gd name="adj" fmla="val 11236"/>
            </a:avLst>
          </a:prstGeom>
          <a:solidFill>
            <a:srgbClr val="F5F8FC"/>
          </a:solidFill>
          <a:ln w="8890">
            <a:solidFill>
              <a:srgbClr val="D9E2EC"/>
            </a:solidFill>
            <a:prstDash val="solid"/>
          </a:ln>
        </p:spPr>
        <p:txBody>
          <a:bodyPr/>
          <a:lstStyle/>
          <a:p>
            <a:endParaRPr lang="fr-CA" noProof="0" dirty="0"/>
          </a:p>
        </p:txBody>
      </p:sp>
      <p:sp>
        <p:nvSpPr>
          <p:cNvPr id="16" name="Text 14"/>
          <p:cNvSpPr/>
          <p:nvPr>
            <p:custDataLst>
              <p:tags r:id="rId15"/>
            </p:custDataLst>
          </p:nvPr>
        </p:nvSpPr>
        <p:spPr>
          <a:xfrm>
            <a:off x="658368" y="2646461"/>
            <a:ext cx="1560576" cy="676656"/>
          </a:xfrm>
          <a:prstGeom prst="rect">
            <a:avLst/>
          </a:prstGeom>
          <a:noFill/>
          <a:ln/>
        </p:spPr>
        <p:txBody>
          <a:bodyPr wrap="square" lIns="0" tIns="0" rIns="0" bIns="0" rtlCol="0" anchor="t">
            <a:normAutofit/>
          </a:bodyPr>
          <a:lstStyle/>
          <a:p>
            <a:pPr marL="0" indent="0">
              <a:buNone/>
            </a:pPr>
            <a:r>
              <a:rPr lang="en-CA" sz="1600" b="1" noProof="0" dirty="0">
                <a:solidFill>
                  <a:srgbClr val="102A43"/>
                </a:solidFill>
                <a:latin typeface="Calibri" pitchFamily="34" charset="0"/>
                <a:ea typeface="Calibri" pitchFamily="34" charset="-122"/>
                <a:cs typeface="Calibri" pitchFamily="34" charset="-120"/>
              </a:rPr>
              <a:t>At-most-once</a:t>
            </a:r>
            <a:endParaRPr lang="fr-CA" sz="1600" noProof="0" dirty="0"/>
          </a:p>
        </p:txBody>
      </p:sp>
      <p:sp>
        <p:nvSpPr>
          <p:cNvPr id="17" name="Shape 15"/>
          <p:cNvSpPr/>
          <p:nvPr>
            <p:custDataLst>
              <p:tags r:id="rId16"/>
            </p:custDataLst>
          </p:nvPr>
        </p:nvSpPr>
        <p:spPr>
          <a:xfrm>
            <a:off x="2422398" y="2539133"/>
            <a:ext cx="2649474" cy="813816"/>
          </a:xfrm>
          <a:prstGeom prst="roundRect">
            <a:avLst>
              <a:gd name="adj" fmla="val 11236"/>
            </a:avLst>
          </a:prstGeom>
          <a:solidFill>
            <a:srgbClr val="F5F8FC"/>
          </a:solidFill>
          <a:ln w="8890">
            <a:solidFill>
              <a:srgbClr val="D9E2EC"/>
            </a:solidFill>
            <a:prstDash val="solid"/>
          </a:ln>
        </p:spPr>
        <p:txBody>
          <a:bodyPr/>
          <a:lstStyle/>
          <a:p>
            <a:endParaRPr lang="fr-CA" noProof="0" dirty="0"/>
          </a:p>
        </p:txBody>
      </p:sp>
      <p:sp>
        <p:nvSpPr>
          <p:cNvPr id="18" name="Text 16"/>
          <p:cNvSpPr/>
          <p:nvPr>
            <p:custDataLst>
              <p:tags r:id="rId17"/>
            </p:custDataLst>
          </p:nvPr>
        </p:nvSpPr>
        <p:spPr>
          <a:xfrm>
            <a:off x="2550414" y="2648861"/>
            <a:ext cx="2423922" cy="676656"/>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Validate the position before processing.</a:t>
            </a:r>
            <a:endParaRPr lang="fr-CA" sz="1600" noProof="0" dirty="0"/>
          </a:p>
        </p:txBody>
      </p:sp>
      <p:sp>
        <p:nvSpPr>
          <p:cNvPr id="19" name="Shape 17"/>
          <p:cNvSpPr/>
          <p:nvPr>
            <p:custDataLst>
              <p:tags r:id="rId18"/>
            </p:custDataLst>
          </p:nvPr>
        </p:nvSpPr>
        <p:spPr>
          <a:xfrm>
            <a:off x="5165598" y="2536733"/>
            <a:ext cx="2743200" cy="813816"/>
          </a:xfrm>
          <a:prstGeom prst="roundRect">
            <a:avLst>
              <a:gd name="adj" fmla="val 11236"/>
            </a:avLst>
          </a:prstGeom>
          <a:solidFill>
            <a:srgbClr val="F5F8FC"/>
          </a:solidFill>
          <a:ln w="8890">
            <a:solidFill>
              <a:srgbClr val="D9E2EC"/>
            </a:solidFill>
            <a:prstDash val="solid"/>
          </a:ln>
        </p:spPr>
        <p:txBody>
          <a:bodyPr/>
          <a:lstStyle/>
          <a:p>
            <a:endParaRPr lang="fr-CA" noProof="0" dirty="0"/>
          </a:p>
        </p:txBody>
      </p:sp>
      <p:sp>
        <p:nvSpPr>
          <p:cNvPr id="20" name="Text 18"/>
          <p:cNvSpPr/>
          <p:nvPr>
            <p:custDataLst>
              <p:tags r:id="rId19"/>
            </p:custDataLst>
          </p:nvPr>
        </p:nvSpPr>
        <p:spPr>
          <a:xfrm>
            <a:off x="5293614" y="2646461"/>
            <a:ext cx="2517648" cy="676656"/>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Loss is possible and will occur!!!</a:t>
            </a:r>
            <a:endParaRPr lang="fr-CA" sz="1600" noProof="0" dirty="0"/>
          </a:p>
        </p:txBody>
      </p:sp>
      <p:sp>
        <p:nvSpPr>
          <p:cNvPr id="21" name="Shape 19"/>
          <p:cNvSpPr/>
          <p:nvPr>
            <p:custDataLst>
              <p:tags r:id="rId20"/>
            </p:custDataLst>
          </p:nvPr>
        </p:nvSpPr>
        <p:spPr>
          <a:xfrm>
            <a:off x="530352" y="3414557"/>
            <a:ext cx="1798320" cy="813816"/>
          </a:xfrm>
          <a:prstGeom prst="roundRect">
            <a:avLst>
              <a:gd name="adj" fmla="val 11236"/>
            </a:avLst>
          </a:prstGeom>
          <a:solidFill>
            <a:srgbClr val="FFFFFF"/>
          </a:solidFill>
          <a:ln w="8890">
            <a:solidFill>
              <a:srgbClr val="D9E2EC"/>
            </a:solidFill>
            <a:prstDash val="solid"/>
          </a:ln>
        </p:spPr>
        <p:txBody>
          <a:bodyPr/>
          <a:lstStyle/>
          <a:p>
            <a:endParaRPr lang="fr-CA" noProof="0" dirty="0"/>
          </a:p>
        </p:txBody>
      </p:sp>
      <p:sp>
        <p:nvSpPr>
          <p:cNvPr id="22" name="Text 20"/>
          <p:cNvSpPr/>
          <p:nvPr>
            <p:custDataLst>
              <p:tags r:id="rId21"/>
            </p:custDataLst>
          </p:nvPr>
        </p:nvSpPr>
        <p:spPr>
          <a:xfrm>
            <a:off x="658368" y="3524285"/>
            <a:ext cx="1560576" cy="676656"/>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At-least-once</a:t>
            </a:r>
            <a:endParaRPr lang="fr-CA" sz="1600" noProof="0" dirty="0"/>
          </a:p>
        </p:txBody>
      </p:sp>
      <p:sp>
        <p:nvSpPr>
          <p:cNvPr id="23" name="Shape 21"/>
          <p:cNvSpPr/>
          <p:nvPr>
            <p:custDataLst>
              <p:tags r:id="rId22"/>
            </p:custDataLst>
          </p:nvPr>
        </p:nvSpPr>
        <p:spPr>
          <a:xfrm>
            <a:off x="2422398" y="3416957"/>
            <a:ext cx="2649474" cy="813816"/>
          </a:xfrm>
          <a:prstGeom prst="roundRect">
            <a:avLst>
              <a:gd name="adj" fmla="val 11236"/>
            </a:avLst>
          </a:prstGeom>
          <a:solidFill>
            <a:srgbClr val="FFFFFF"/>
          </a:solidFill>
          <a:ln w="8890">
            <a:solidFill>
              <a:srgbClr val="D9E2EC"/>
            </a:solidFill>
            <a:prstDash val="solid"/>
          </a:ln>
        </p:spPr>
        <p:txBody>
          <a:bodyPr/>
          <a:lstStyle/>
          <a:p>
            <a:endParaRPr lang="fr-CA" noProof="0" dirty="0"/>
          </a:p>
        </p:txBody>
      </p:sp>
      <p:sp>
        <p:nvSpPr>
          <p:cNvPr id="24" name="Text 22"/>
          <p:cNvSpPr/>
          <p:nvPr>
            <p:custDataLst>
              <p:tags r:id="rId23"/>
            </p:custDataLst>
          </p:nvPr>
        </p:nvSpPr>
        <p:spPr>
          <a:xfrm>
            <a:off x="2550414" y="3526685"/>
            <a:ext cx="2423922" cy="676656"/>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Validate after successful work.</a:t>
            </a:r>
            <a:endParaRPr lang="fr-CA" sz="1600" noProof="0" dirty="0"/>
          </a:p>
        </p:txBody>
      </p:sp>
      <p:sp>
        <p:nvSpPr>
          <p:cNvPr id="25" name="Shape 23"/>
          <p:cNvSpPr/>
          <p:nvPr>
            <p:custDataLst>
              <p:tags r:id="rId24"/>
            </p:custDataLst>
          </p:nvPr>
        </p:nvSpPr>
        <p:spPr>
          <a:xfrm>
            <a:off x="5165598" y="3414557"/>
            <a:ext cx="2743200" cy="813816"/>
          </a:xfrm>
          <a:prstGeom prst="roundRect">
            <a:avLst>
              <a:gd name="adj" fmla="val 11236"/>
            </a:avLst>
          </a:prstGeom>
          <a:solidFill>
            <a:srgbClr val="FFFFFF"/>
          </a:solidFill>
          <a:ln w="8890">
            <a:solidFill>
              <a:srgbClr val="D9E2EC"/>
            </a:solidFill>
            <a:prstDash val="solid"/>
          </a:ln>
        </p:spPr>
        <p:txBody>
          <a:bodyPr/>
          <a:lstStyle/>
          <a:p>
            <a:endParaRPr lang="fr-CA" noProof="0" dirty="0"/>
          </a:p>
        </p:txBody>
      </p:sp>
      <p:sp>
        <p:nvSpPr>
          <p:cNvPr id="26" name="Text 24"/>
          <p:cNvSpPr/>
          <p:nvPr>
            <p:custDataLst>
              <p:tags r:id="rId25"/>
            </p:custDataLst>
          </p:nvPr>
        </p:nvSpPr>
        <p:spPr>
          <a:xfrm>
            <a:off x="5293614" y="3524285"/>
            <a:ext cx="2517648" cy="676656"/>
          </a:xfrm>
          <a:prstGeom prst="rect">
            <a:avLst/>
          </a:prstGeom>
          <a:noFill/>
          <a:ln/>
        </p:spPr>
        <p:txBody>
          <a:bodyPr wrap="square" lIns="0" tIns="0" rIns="0" bIns="0" rtlCol="0" anchor="t">
            <a:normAutofit lnSpcReduction="10000"/>
          </a:bodyPr>
          <a:lstStyle/>
          <a:p>
            <a:r>
              <a:rPr lang="fr-CA" sz="1600" noProof="0" dirty="0">
                <a:solidFill>
                  <a:srgbClr val="486581"/>
                </a:solidFill>
                <a:latin typeface="Calibri" pitchFamily="34" charset="0"/>
                <a:ea typeface="Calibri" pitchFamily="34" charset="-122"/>
                <a:cs typeface="Calibri" pitchFamily="34" charset="-120"/>
              </a:rPr>
              <a:t>Duplicates are possible. Idempotence must be implemented.</a:t>
            </a:r>
            <a:endParaRPr lang="fr-CA" sz="1600" noProof="0" dirty="0"/>
          </a:p>
        </p:txBody>
      </p:sp>
      <p:sp>
        <p:nvSpPr>
          <p:cNvPr id="27" name="Shape 25"/>
          <p:cNvSpPr/>
          <p:nvPr>
            <p:custDataLst>
              <p:tags r:id="rId26"/>
            </p:custDataLst>
          </p:nvPr>
        </p:nvSpPr>
        <p:spPr>
          <a:xfrm>
            <a:off x="530352" y="4292381"/>
            <a:ext cx="1798320" cy="813816"/>
          </a:xfrm>
          <a:prstGeom prst="roundRect">
            <a:avLst>
              <a:gd name="adj" fmla="val 11236"/>
            </a:avLst>
          </a:prstGeom>
          <a:solidFill>
            <a:srgbClr val="F5F8FC"/>
          </a:solidFill>
          <a:ln w="8890">
            <a:solidFill>
              <a:srgbClr val="D9E2EC"/>
            </a:solidFill>
            <a:prstDash val="solid"/>
          </a:ln>
        </p:spPr>
        <p:txBody>
          <a:bodyPr/>
          <a:lstStyle/>
          <a:p>
            <a:endParaRPr lang="fr-CA" noProof="0" dirty="0"/>
          </a:p>
        </p:txBody>
      </p:sp>
      <p:sp>
        <p:nvSpPr>
          <p:cNvPr id="28" name="Text 26"/>
          <p:cNvSpPr/>
          <p:nvPr>
            <p:custDataLst>
              <p:tags r:id="rId27"/>
            </p:custDataLst>
          </p:nvPr>
        </p:nvSpPr>
        <p:spPr>
          <a:xfrm>
            <a:off x="658368" y="4402109"/>
            <a:ext cx="2185416" cy="676656"/>
          </a:xfrm>
          <a:prstGeom prst="rect">
            <a:avLst/>
          </a:prstGeom>
          <a:noFill/>
          <a:ln/>
        </p:spPr>
        <p:txBody>
          <a:bodyPr wrap="square" lIns="0" tIns="0" rIns="0" bIns="0" rtlCol="0" anchor="t">
            <a:normAutofit/>
          </a:bodyPr>
          <a:lstStyle/>
          <a:p>
            <a:pPr marL="0" indent="0">
              <a:buNone/>
            </a:pPr>
            <a:r>
              <a:rPr lang="en-CA" sz="1600" b="1" noProof="0" dirty="0">
                <a:solidFill>
                  <a:srgbClr val="102A43"/>
                </a:solidFill>
                <a:latin typeface="Calibri" pitchFamily="34" charset="0"/>
                <a:ea typeface="Calibri" pitchFamily="34" charset="-122"/>
                <a:cs typeface="Calibri" pitchFamily="34" charset="-120"/>
              </a:rPr>
              <a:t>Exactly-once</a:t>
            </a:r>
            <a:endParaRPr lang="fr-CA" sz="1600" noProof="0" dirty="0"/>
          </a:p>
        </p:txBody>
      </p:sp>
      <p:sp>
        <p:nvSpPr>
          <p:cNvPr id="29" name="Shape 27"/>
          <p:cNvSpPr/>
          <p:nvPr>
            <p:custDataLst>
              <p:tags r:id="rId28"/>
            </p:custDataLst>
          </p:nvPr>
        </p:nvSpPr>
        <p:spPr>
          <a:xfrm>
            <a:off x="2422398" y="4294781"/>
            <a:ext cx="2649474" cy="813816"/>
          </a:xfrm>
          <a:prstGeom prst="roundRect">
            <a:avLst>
              <a:gd name="adj" fmla="val 11236"/>
            </a:avLst>
          </a:prstGeom>
          <a:solidFill>
            <a:srgbClr val="F5F8FC"/>
          </a:solidFill>
          <a:ln w="8890">
            <a:solidFill>
              <a:srgbClr val="D9E2EC"/>
            </a:solidFill>
            <a:prstDash val="solid"/>
          </a:ln>
        </p:spPr>
        <p:txBody>
          <a:bodyPr/>
          <a:lstStyle/>
          <a:p>
            <a:endParaRPr lang="fr-CA" noProof="0" dirty="0"/>
          </a:p>
        </p:txBody>
      </p:sp>
      <p:sp>
        <p:nvSpPr>
          <p:cNvPr id="30" name="Text 28"/>
          <p:cNvSpPr/>
          <p:nvPr>
            <p:custDataLst>
              <p:tags r:id="rId29"/>
            </p:custDataLst>
          </p:nvPr>
        </p:nvSpPr>
        <p:spPr>
          <a:xfrm>
            <a:off x="2550414" y="4404509"/>
            <a:ext cx="2521458" cy="676656"/>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Atomic Kafka results</a:t>
            </a:r>
          </a:p>
          <a:p>
            <a:pPr marL="0" indent="0">
              <a:buNone/>
            </a:pPr>
            <a:r>
              <a:rPr lang="fr-CA" sz="1600" dirty="0">
                <a:solidFill>
                  <a:srgbClr val="486581"/>
                </a:solidFill>
                <a:latin typeface="Calibri" pitchFamily="34" charset="0"/>
                <a:ea typeface="Calibri" pitchFamily="34" charset="-122"/>
                <a:cs typeface="Calibri" pitchFamily="34" charset="-120"/>
              </a:rPr>
              <a:t>and source offsets.</a:t>
            </a:r>
            <a:endParaRPr lang="fr-CA" sz="1600" noProof="0" dirty="0"/>
          </a:p>
        </p:txBody>
      </p:sp>
      <p:sp>
        <p:nvSpPr>
          <p:cNvPr id="31" name="Shape 29"/>
          <p:cNvSpPr/>
          <p:nvPr>
            <p:custDataLst>
              <p:tags r:id="rId30"/>
            </p:custDataLst>
          </p:nvPr>
        </p:nvSpPr>
        <p:spPr>
          <a:xfrm>
            <a:off x="5165598" y="4292381"/>
            <a:ext cx="2743200" cy="813816"/>
          </a:xfrm>
          <a:prstGeom prst="roundRect">
            <a:avLst>
              <a:gd name="adj" fmla="val 11236"/>
            </a:avLst>
          </a:prstGeom>
          <a:solidFill>
            <a:srgbClr val="F5F8FC"/>
          </a:solidFill>
          <a:ln w="8890">
            <a:solidFill>
              <a:srgbClr val="D9E2EC"/>
            </a:solidFill>
            <a:prstDash val="solid"/>
          </a:ln>
        </p:spPr>
        <p:txBody>
          <a:bodyPr/>
          <a:lstStyle/>
          <a:p>
            <a:endParaRPr lang="fr-CA" noProof="0" dirty="0"/>
          </a:p>
        </p:txBody>
      </p:sp>
      <p:sp>
        <p:nvSpPr>
          <p:cNvPr id="32" name="Text 30"/>
          <p:cNvSpPr/>
          <p:nvPr>
            <p:custDataLst>
              <p:tags r:id="rId31"/>
            </p:custDataLst>
          </p:nvPr>
        </p:nvSpPr>
        <p:spPr>
          <a:xfrm>
            <a:off x="5293614" y="4402109"/>
            <a:ext cx="2615184" cy="676656"/>
          </a:xfrm>
          <a:prstGeom prst="rect">
            <a:avLst/>
          </a:prstGeom>
          <a:noFill/>
          <a:ln/>
        </p:spPr>
        <p:txBody>
          <a:bodyPr wrap="square" lIns="0" tIns="0" rIns="0" bIns="0" rtlCol="0" anchor="t">
            <a:normAutofit/>
          </a:bodyPr>
          <a:lstStyle/>
          <a:p>
            <a:pPr marL="0" indent="0">
              <a:buNone/>
            </a:pPr>
            <a:r>
              <a:rPr lang="fr-CA" sz="1600" b="1" u="sng" noProof="0" dirty="0">
                <a:solidFill>
                  <a:srgbClr val="486581"/>
                </a:solidFill>
                <a:latin typeface="Calibri" pitchFamily="34" charset="0"/>
                <a:ea typeface="Calibri" pitchFamily="34" charset="-122"/>
                <a:cs typeface="Calibri" pitchFamily="34" charset="-120"/>
              </a:rPr>
              <a:t>External effects are not included. Note: checkpoint!</a:t>
            </a:r>
            <a:endParaRPr lang="fr-CA" sz="1600" noProof="0" dirty="0"/>
          </a:p>
        </p:txBody>
      </p:sp>
      <p:sp>
        <p:nvSpPr>
          <p:cNvPr id="33" name="Shape 31"/>
          <p:cNvSpPr/>
          <p:nvPr>
            <p:custDataLst>
              <p:tags r:id="rId32"/>
            </p:custDataLst>
          </p:nvPr>
        </p:nvSpPr>
        <p:spPr>
          <a:xfrm>
            <a:off x="530352" y="5715000"/>
            <a:ext cx="11128248" cy="448056"/>
          </a:xfrm>
          <a:prstGeom prst="roundRect">
            <a:avLst>
              <a:gd name="adj" fmla="val 20408"/>
            </a:avLst>
          </a:prstGeom>
          <a:solidFill>
            <a:srgbClr val="EFFAF8"/>
          </a:solidFill>
          <a:ln w="8890">
            <a:solidFill>
              <a:srgbClr val="EFFAF8"/>
            </a:solidFill>
            <a:prstDash val="solid"/>
          </a:ln>
        </p:spPr>
        <p:txBody>
          <a:bodyPr/>
          <a:lstStyle/>
          <a:p>
            <a:endParaRPr lang="fr-CA" noProof="0" dirty="0"/>
          </a:p>
        </p:txBody>
      </p:sp>
      <p:sp>
        <p:nvSpPr>
          <p:cNvPr id="34" name="Text 32"/>
          <p:cNvSpPr/>
          <p:nvPr>
            <p:custDataLst>
              <p:tags r:id="rId33"/>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0F766E"/>
                </a:solidFill>
                <a:latin typeface="Calibri" pitchFamily="34" charset="0"/>
                <a:ea typeface="Calibri" pitchFamily="34" charset="-122"/>
                <a:cs typeface="Calibri" pitchFamily="34" charset="-120"/>
              </a:rPr>
              <a:t>Sandbox project choice: at-least-once + idempotent business processing.</a:t>
            </a:r>
            <a:endParaRPr lang="fr-CA" sz="1550" noProof="0" dirty="0"/>
          </a:p>
        </p:txBody>
      </p:sp>
      <p:pic>
        <p:nvPicPr>
          <p:cNvPr id="38" name="Image 37">
            <a:extLst>
              <a:ext uri="{FF2B5EF4-FFF2-40B4-BE49-F238E27FC236}">
                <a16:creationId xmlns:a16="http://schemas.microsoft.com/office/drawing/2014/main" id="{21976340-6D38-170D-24FB-89D4FCC89074}"/>
              </a:ext>
            </a:extLst>
          </p:cNvPr>
          <p:cNvPicPr>
            <a:picLocks noChangeAspect="1"/>
          </p:cNvPicPr>
          <p:nvPr>
            <p:custDataLst>
              <p:tags r:id="rId34"/>
            </p:custDataLst>
          </p:nvPr>
        </p:nvPicPr>
        <p:blipFill>
          <a:blip r:embed="rId41"/>
          <a:stretch>
            <a:fillRect/>
          </a:stretch>
        </p:blipFill>
        <p:spPr>
          <a:xfrm>
            <a:off x="8008018" y="2006381"/>
            <a:ext cx="3525613" cy="2952406"/>
          </a:xfrm>
          <a:prstGeom prst="rect">
            <a:avLst/>
          </a:prstGeom>
        </p:spPr>
      </p:pic>
      <p:sp>
        <p:nvSpPr>
          <p:cNvPr id="40" name="Shape 18">
            <a:extLst>
              <a:ext uri="{FF2B5EF4-FFF2-40B4-BE49-F238E27FC236}">
                <a16:creationId xmlns:a16="http://schemas.microsoft.com/office/drawing/2014/main" id="{48EC1987-F3F7-2AFB-5C54-4A43CDB56059}"/>
              </a:ext>
            </a:extLst>
          </p:cNvPr>
          <p:cNvSpPr/>
          <p:nvPr>
            <p:custDataLst>
              <p:tags r:id="rId35"/>
            </p:custDataLst>
          </p:nvPr>
        </p:nvSpPr>
        <p:spPr>
          <a:xfrm flipH="1" flipV="1">
            <a:off x="8908536" y="4251960"/>
            <a:ext cx="1274827" cy="717117"/>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fr-CA" dirty="0"/>
          </a:p>
        </p:txBody>
      </p:sp>
      <p:sp>
        <p:nvSpPr>
          <p:cNvPr id="42" name="Text 15">
            <a:extLst>
              <a:ext uri="{FF2B5EF4-FFF2-40B4-BE49-F238E27FC236}">
                <a16:creationId xmlns:a16="http://schemas.microsoft.com/office/drawing/2014/main" id="{66202AD1-ECF4-C0D6-05BE-CFCE224F42BF}"/>
              </a:ext>
            </a:extLst>
          </p:cNvPr>
          <p:cNvSpPr/>
          <p:nvPr>
            <p:custDataLst>
              <p:tags r:id="rId36"/>
            </p:custDataLst>
          </p:nvPr>
        </p:nvSpPr>
        <p:spPr>
          <a:xfrm>
            <a:off x="10264140" y="4916173"/>
            <a:ext cx="1274826" cy="380047"/>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At-least-once.</a:t>
            </a:r>
            <a:endParaRPr lang="fr-CA" sz="1720" noProof="0" dirty="0"/>
          </a:p>
        </p:txBody>
      </p:sp>
      <p:pic>
        <p:nvPicPr>
          <p:cNvPr id="36" name="Image 35">
            <a:extLst>
              <a:ext uri="{FF2B5EF4-FFF2-40B4-BE49-F238E27FC236}">
                <a16:creationId xmlns:a16="http://schemas.microsoft.com/office/drawing/2014/main" id="{62006F19-284E-D8FC-CC36-BECCE395A080}"/>
              </a:ext>
            </a:extLst>
          </p:cNvPr>
          <p:cNvPicPr>
            <a:picLocks noChangeAspect="1"/>
          </p:cNvPicPr>
          <p:nvPr>
            <p:custDataLst>
              <p:tags r:id="rId37"/>
            </p:custDataLst>
          </p:nvPr>
        </p:nvPicPr>
        <p:blipFill>
          <a:blip r:embed="rId42"/>
          <a:stretch>
            <a:fillRect/>
          </a:stretch>
        </p:blipFill>
        <p:spPr>
          <a:xfrm>
            <a:off x="618969" y="3753049"/>
            <a:ext cx="457332" cy="451874"/>
          </a:xfrm>
          <a:prstGeom prst="rect">
            <a:avLst/>
          </a:prstGeom>
        </p:spPr>
      </p:pic>
      <p:sp>
        <p:nvSpPr>
          <p:cNvPr id="37" name="Shape 18">
            <a:extLst>
              <a:ext uri="{FF2B5EF4-FFF2-40B4-BE49-F238E27FC236}">
                <a16:creationId xmlns:a16="http://schemas.microsoft.com/office/drawing/2014/main" id="{5CBD5119-7018-77E1-E86B-31F45E134A68}"/>
              </a:ext>
            </a:extLst>
          </p:cNvPr>
          <p:cNvSpPr/>
          <p:nvPr>
            <p:custDataLst>
              <p:tags r:id="rId38"/>
            </p:custDataLst>
          </p:nvPr>
        </p:nvSpPr>
        <p:spPr>
          <a:xfrm flipH="1" flipV="1">
            <a:off x="8908535" y="4847593"/>
            <a:ext cx="1274825" cy="216350"/>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fr-CA" dirty="0"/>
          </a:p>
        </p:txBody>
      </p:sp>
      <p:pic>
        <p:nvPicPr>
          <p:cNvPr id="39" name="Image 38">
            <a:extLst>
              <a:ext uri="{FF2B5EF4-FFF2-40B4-BE49-F238E27FC236}">
                <a16:creationId xmlns:a16="http://schemas.microsoft.com/office/drawing/2014/main" id="{3FEAC137-9863-B236-C0F8-B085C7090745}"/>
              </a:ext>
            </a:extLst>
          </p:cNvPr>
          <p:cNvPicPr>
            <a:picLocks noChangeAspect="1"/>
          </p:cNvPicPr>
          <p:nvPr/>
        </p:nvPicPr>
        <p:blipFill>
          <a:blip r:embed="rId43"/>
          <a:stretch>
            <a:fillRect/>
          </a:stretch>
        </p:blipFill>
        <p:spPr>
          <a:xfrm>
            <a:off x="618969" y="4655507"/>
            <a:ext cx="512982" cy="415016"/>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en-CA"/>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en-US" sz="1100" b="1" kern="0" spc="50" dirty="0">
                <a:solidFill>
                  <a:srgbClr val="1F6FEB"/>
                </a:solidFill>
                <a:latin typeface="Calibri" pitchFamily="34" charset="0"/>
                <a:ea typeface="Calibri" pitchFamily="34" charset="-122"/>
                <a:cs typeface="Calibri" pitchFamily="34" charset="-120"/>
              </a:rPr>
              <a:t>03 / MAKE EFFECTS RELIABLE</a:t>
            </a:r>
            <a:endParaRPr lang="en-US" sz="110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en-US" sz="1000" b="1" dirty="0">
                <a:solidFill>
                  <a:srgbClr val="829AB1"/>
                </a:solidFill>
                <a:latin typeface="Calibri" pitchFamily="34" charset="0"/>
                <a:ea typeface="Calibri" pitchFamily="34" charset="-122"/>
                <a:cs typeface="Calibri" pitchFamily="34" charset="-120"/>
              </a:rPr>
              <a:t>KAFKA PUBLICATION AND VISIBILITY</a:t>
            </a:r>
            <a:endParaRPr lang="en-US" sz="100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en-US" sz="2700" b="1" dirty="0">
                <a:solidFill>
                  <a:srgbClr val="102A43"/>
                </a:solidFill>
                <a:latin typeface="Calibri" pitchFamily="34" charset="0"/>
                <a:ea typeface="Calibri" pitchFamily="34" charset="-122"/>
                <a:cs typeface="Calibri" pitchFamily="34" charset="-120"/>
              </a:rPr>
              <a:t>Three different mechanisms work together</a:t>
            </a:r>
            <a:endParaRPr lang="en-US" sz="270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en-US" sz="1650" dirty="0">
                <a:solidFill>
                  <a:srgbClr val="486581"/>
                </a:solidFill>
                <a:latin typeface="Calibri" pitchFamily="34" charset="0"/>
                <a:ea typeface="Calibri" pitchFamily="34" charset="-122"/>
                <a:cs typeface="Calibri" pitchFamily="34" charset="-120"/>
              </a:rPr>
              <a:t>Producer idempotence, Kafka transaction, and consumer isolation do not answer the same question.</a:t>
            </a:r>
            <a:endParaRPr lang="en-US" sz="165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en-US" sz="900" dirty="0">
                <a:solidFill>
                  <a:srgbClr val="486581"/>
                </a:solidFill>
                <a:latin typeface="Calibri" pitchFamily="34" charset="0"/>
                <a:ea typeface="Calibri" pitchFamily="34" charset="-122"/>
                <a:cs typeface="Calibri" pitchFamily="34" charset="-120"/>
              </a:rPr>
              <a:t>Kafka Engineering Guide · EDA Project</a:t>
            </a:r>
            <a:endParaRPr lang="en-US" sz="90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en-US" sz="900" dirty="0">
                <a:solidFill>
                  <a:srgbClr val="486581"/>
                </a:solidFill>
                <a:latin typeface="Calibri" pitchFamily="34" charset="0"/>
                <a:ea typeface="Calibri" pitchFamily="34" charset="-122"/>
                <a:cs typeface="Calibri" pitchFamily="34" charset="-120"/>
              </a:rPr>
              <a:t>17</a:t>
            </a:r>
            <a:endParaRPr lang="en-US" sz="900" dirty="0"/>
          </a:p>
        </p:txBody>
      </p:sp>
      <p:sp>
        <p:nvSpPr>
          <p:cNvPr id="9" name="Shape 7"/>
          <p:cNvSpPr/>
          <p:nvPr>
            <p:custDataLst>
              <p:tags r:id="rId8"/>
            </p:custDataLst>
          </p:nvPr>
        </p:nvSpPr>
        <p:spPr>
          <a:xfrm>
            <a:off x="530352" y="2010427"/>
            <a:ext cx="3520440" cy="3055349"/>
          </a:xfrm>
          <a:prstGeom prst="roundRect">
            <a:avLst>
              <a:gd name="adj" fmla="val 2849"/>
            </a:avLst>
          </a:prstGeom>
          <a:solidFill>
            <a:srgbClr val="EFF6FF"/>
          </a:solidFill>
          <a:ln w="8890">
            <a:solidFill>
              <a:srgbClr val="D9E2EC"/>
            </a:solidFill>
            <a:prstDash val="solid"/>
          </a:ln>
        </p:spPr>
        <p:txBody>
          <a:bodyPr/>
          <a:lstStyle/>
          <a:p>
            <a:endParaRPr lang="en-CA"/>
          </a:p>
        </p:txBody>
      </p:sp>
      <p:sp>
        <p:nvSpPr>
          <p:cNvPr id="10" name="Shape 8"/>
          <p:cNvSpPr/>
          <p:nvPr>
            <p:custDataLst>
              <p:tags r:id="rId9"/>
            </p:custDataLst>
          </p:nvPr>
        </p:nvSpPr>
        <p:spPr>
          <a:xfrm>
            <a:off x="758952" y="2266460"/>
            <a:ext cx="731520" cy="0"/>
          </a:xfrm>
          <a:prstGeom prst="line">
            <a:avLst/>
          </a:prstGeom>
          <a:noFill/>
          <a:ln w="29210">
            <a:solidFill>
              <a:srgbClr val="1F6FEB"/>
            </a:solidFill>
            <a:prstDash val="solid"/>
          </a:ln>
        </p:spPr>
        <p:txBody>
          <a:bodyPr/>
          <a:lstStyle/>
          <a:p>
            <a:endParaRPr lang="en-CA"/>
          </a:p>
        </p:txBody>
      </p:sp>
      <p:sp>
        <p:nvSpPr>
          <p:cNvPr id="11" name="Text 9"/>
          <p:cNvSpPr/>
          <p:nvPr>
            <p:custDataLst>
              <p:tags r:id="rId10"/>
            </p:custDataLst>
          </p:nvPr>
        </p:nvSpPr>
        <p:spPr>
          <a:xfrm>
            <a:off x="758952" y="2495060"/>
            <a:ext cx="3063240" cy="548640"/>
          </a:xfrm>
          <a:prstGeom prst="rect">
            <a:avLst/>
          </a:prstGeom>
          <a:noFill/>
          <a:ln/>
        </p:spPr>
        <p:txBody>
          <a:bodyPr wrap="square" lIns="0" tIns="0" rIns="0" bIns="0" rtlCol="0" anchor="t">
            <a:normAutofit/>
          </a:bodyPr>
          <a:lstStyle/>
          <a:p>
            <a:pPr marL="0" indent="0">
              <a:buNone/>
            </a:pPr>
            <a:r>
              <a:rPr lang="en-US" sz="2000" b="1" dirty="0">
                <a:solidFill>
                  <a:srgbClr val="102A43"/>
                </a:solidFill>
                <a:latin typeface="Calibri" pitchFamily="34" charset="0"/>
                <a:ea typeface="Calibri" pitchFamily="34" charset="-122"/>
                <a:cs typeface="Calibri" pitchFamily="34" charset="-120"/>
              </a:rPr>
              <a:t>Idempotent producer</a:t>
            </a:r>
            <a:endParaRPr lang="en-US" sz="2000" dirty="0"/>
          </a:p>
        </p:txBody>
      </p:sp>
      <p:sp>
        <p:nvSpPr>
          <p:cNvPr id="12" name="Text 10"/>
          <p:cNvSpPr/>
          <p:nvPr>
            <p:custDataLst>
              <p:tags r:id="rId11"/>
            </p:custDataLst>
          </p:nvPr>
        </p:nvSpPr>
        <p:spPr>
          <a:xfrm>
            <a:off x="758952" y="3125996"/>
            <a:ext cx="3063240" cy="1939780"/>
          </a:xfrm>
          <a:prstGeom prst="rect">
            <a:avLst/>
          </a:prstGeom>
          <a:noFill/>
          <a:ln/>
        </p:spPr>
        <p:txBody>
          <a:bodyPr wrap="square" lIns="0" tIns="0" rIns="0" bIns="0" rtlCol="0" anchor="t">
            <a:normAutofit/>
          </a:bodyPr>
          <a:lstStyle/>
          <a:p>
            <a:pPr marL="0" indent="0">
              <a:buNone/>
            </a:pPr>
            <a:r>
              <a:rPr lang="en-US" sz="1750" dirty="0">
                <a:solidFill>
                  <a:srgbClr val="486581"/>
                </a:solidFill>
                <a:latin typeface="Calibri" pitchFamily="34" charset="0"/>
                <a:ea typeface="Calibri" pitchFamily="34" charset="-122"/>
                <a:cs typeface="Calibri" pitchFamily="34" charset="-120"/>
              </a:rPr>
              <a:t>Avoid duplicates caused by producer retries.</a:t>
            </a:r>
            <a:endParaRPr lang="en-US" sz="1750" dirty="0"/>
          </a:p>
          <a:p>
            <a:pPr marL="0" indent="0">
              <a:buNone/>
            </a:pPr>
            <a:endParaRPr lang="en-US" sz="1750" dirty="0"/>
          </a:p>
          <a:p>
            <a:pPr marL="0" indent="0">
              <a:buNone/>
            </a:pPr>
            <a:endParaRPr lang="en-US" sz="1750" b="1" dirty="0">
              <a:solidFill>
                <a:srgbClr val="C00000"/>
              </a:solidFill>
              <a:latin typeface="Calibri" pitchFamily="34" charset="0"/>
              <a:ea typeface="Calibri" pitchFamily="34" charset="-122"/>
              <a:cs typeface="Calibri" pitchFamily="34" charset="-120"/>
            </a:endParaRPr>
          </a:p>
          <a:p>
            <a:pPr marL="0" indent="0">
              <a:buNone/>
            </a:pPr>
            <a:endParaRPr lang="en-US" sz="1750" b="1" dirty="0">
              <a:solidFill>
                <a:srgbClr val="C00000"/>
              </a:solidFill>
              <a:latin typeface="Calibri" pitchFamily="34" charset="0"/>
              <a:ea typeface="Calibri" pitchFamily="34" charset="-122"/>
              <a:cs typeface="Calibri" pitchFamily="34" charset="-120"/>
            </a:endParaRPr>
          </a:p>
          <a:p>
            <a:pPr marL="0" indent="0">
              <a:buNone/>
            </a:pPr>
            <a:endParaRPr lang="en-US" sz="1750" b="1" noProof="1">
              <a:solidFill>
                <a:srgbClr val="C00000"/>
              </a:solidFill>
              <a:latin typeface="Calibri" pitchFamily="34" charset="0"/>
              <a:ea typeface="Calibri" pitchFamily="34" charset="-122"/>
              <a:cs typeface="Calibri" pitchFamily="34" charset="-120"/>
            </a:endParaRPr>
          </a:p>
          <a:p>
            <a:pPr marL="0" indent="0">
              <a:buNone/>
            </a:pPr>
            <a:r>
              <a:rPr lang="en-US" sz="1750" b="1" noProof="1">
                <a:solidFill>
                  <a:srgbClr val="C00000"/>
                </a:solidFill>
                <a:latin typeface="Calibri" pitchFamily="34" charset="0"/>
                <a:ea typeface="Calibri" pitchFamily="34" charset="-122"/>
                <a:cs typeface="Calibri" pitchFamily="34" charset="-120"/>
              </a:rPr>
              <a:t>enable.idempotence=true</a:t>
            </a:r>
            <a:endParaRPr lang="en-US" sz="1750" b="1" noProof="1">
              <a:solidFill>
                <a:srgbClr val="C00000"/>
              </a:solidFill>
            </a:endParaRPr>
          </a:p>
        </p:txBody>
      </p:sp>
      <p:sp>
        <p:nvSpPr>
          <p:cNvPr id="13" name="Shape 11"/>
          <p:cNvSpPr/>
          <p:nvPr>
            <p:custDataLst>
              <p:tags r:id="rId12"/>
            </p:custDataLst>
          </p:nvPr>
        </p:nvSpPr>
        <p:spPr>
          <a:xfrm>
            <a:off x="4334256" y="2010428"/>
            <a:ext cx="3520440" cy="3055348"/>
          </a:xfrm>
          <a:prstGeom prst="roundRect">
            <a:avLst>
              <a:gd name="adj" fmla="val 2849"/>
            </a:avLst>
          </a:prstGeom>
          <a:solidFill>
            <a:srgbClr val="EFFAF8"/>
          </a:solidFill>
          <a:ln w="8890">
            <a:solidFill>
              <a:srgbClr val="D9E2EC"/>
            </a:solidFill>
            <a:prstDash val="solid"/>
          </a:ln>
        </p:spPr>
        <p:txBody>
          <a:bodyPr/>
          <a:lstStyle/>
          <a:p>
            <a:endParaRPr lang="en-CA"/>
          </a:p>
        </p:txBody>
      </p:sp>
      <p:sp>
        <p:nvSpPr>
          <p:cNvPr id="14" name="Shape 12"/>
          <p:cNvSpPr/>
          <p:nvPr>
            <p:custDataLst>
              <p:tags r:id="rId13"/>
            </p:custDataLst>
          </p:nvPr>
        </p:nvSpPr>
        <p:spPr>
          <a:xfrm>
            <a:off x="4562856" y="2266460"/>
            <a:ext cx="731520" cy="0"/>
          </a:xfrm>
          <a:prstGeom prst="line">
            <a:avLst/>
          </a:prstGeom>
          <a:noFill/>
          <a:ln w="29210">
            <a:solidFill>
              <a:srgbClr val="0F766E"/>
            </a:solidFill>
            <a:prstDash val="solid"/>
          </a:ln>
        </p:spPr>
        <p:txBody>
          <a:bodyPr/>
          <a:lstStyle/>
          <a:p>
            <a:endParaRPr lang="en-CA"/>
          </a:p>
        </p:txBody>
      </p:sp>
      <p:sp>
        <p:nvSpPr>
          <p:cNvPr id="15" name="Text 13"/>
          <p:cNvSpPr/>
          <p:nvPr>
            <p:custDataLst>
              <p:tags r:id="rId14"/>
            </p:custDataLst>
          </p:nvPr>
        </p:nvSpPr>
        <p:spPr>
          <a:xfrm>
            <a:off x="4562856" y="2495060"/>
            <a:ext cx="3063240" cy="548640"/>
          </a:xfrm>
          <a:prstGeom prst="rect">
            <a:avLst/>
          </a:prstGeom>
          <a:noFill/>
          <a:ln/>
        </p:spPr>
        <p:txBody>
          <a:bodyPr wrap="square" lIns="0" tIns="0" rIns="0" bIns="0" rtlCol="0" anchor="t">
            <a:normAutofit/>
          </a:bodyPr>
          <a:lstStyle/>
          <a:p>
            <a:pPr marL="0" indent="0">
              <a:buNone/>
            </a:pPr>
            <a:r>
              <a:rPr lang="en-US" sz="2000" b="1" dirty="0">
                <a:solidFill>
                  <a:srgbClr val="102A43"/>
                </a:solidFill>
                <a:latin typeface="Calibri" pitchFamily="34" charset="0"/>
                <a:ea typeface="Calibri" pitchFamily="34" charset="-122"/>
                <a:cs typeface="Calibri" pitchFamily="34" charset="-120"/>
              </a:rPr>
              <a:t>Kafka transaction</a:t>
            </a:r>
            <a:endParaRPr lang="en-US" sz="2000" dirty="0"/>
          </a:p>
        </p:txBody>
      </p:sp>
      <p:sp>
        <p:nvSpPr>
          <p:cNvPr id="16" name="Text 14"/>
          <p:cNvSpPr/>
          <p:nvPr>
            <p:custDataLst>
              <p:tags r:id="rId15"/>
            </p:custDataLst>
          </p:nvPr>
        </p:nvSpPr>
        <p:spPr>
          <a:xfrm>
            <a:off x="4562856" y="3125996"/>
            <a:ext cx="3063240" cy="1939780"/>
          </a:xfrm>
          <a:prstGeom prst="rect">
            <a:avLst/>
          </a:prstGeom>
          <a:noFill/>
          <a:ln/>
        </p:spPr>
        <p:txBody>
          <a:bodyPr wrap="square" lIns="0" tIns="0" rIns="0" bIns="0" rtlCol="0" anchor="t">
            <a:normAutofit/>
          </a:bodyPr>
          <a:lstStyle/>
          <a:p>
            <a:pPr marL="0" indent="0">
              <a:buNone/>
            </a:pPr>
            <a:r>
              <a:rPr lang="en-US" sz="1750" dirty="0">
                <a:solidFill>
                  <a:srgbClr val="486581"/>
                </a:solidFill>
                <a:latin typeface="Calibri" pitchFamily="34" charset="0"/>
                <a:ea typeface="Calibri" pitchFamily="34" charset="-122"/>
                <a:cs typeface="Calibri" pitchFamily="34" charset="-120"/>
              </a:rPr>
              <a:t>Commit or abort a set of publications in Kafka.</a:t>
            </a:r>
            <a:endParaRPr lang="en-US" sz="1750" dirty="0"/>
          </a:p>
          <a:p>
            <a:pPr marL="0" indent="0">
              <a:buNone/>
            </a:pPr>
            <a:endParaRPr lang="en-US" sz="1750" dirty="0"/>
          </a:p>
          <a:p>
            <a:pPr marL="0" indent="0">
              <a:buNone/>
            </a:pPr>
            <a:endParaRPr lang="en-US" sz="1750" dirty="0">
              <a:solidFill>
                <a:srgbClr val="486581"/>
              </a:solidFill>
              <a:latin typeface="Calibri" pitchFamily="34" charset="0"/>
              <a:ea typeface="Calibri" pitchFamily="34" charset="-122"/>
              <a:cs typeface="Calibri" pitchFamily="34" charset="-120"/>
            </a:endParaRPr>
          </a:p>
          <a:p>
            <a:pPr marL="0" indent="0">
              <a:buNone/>
            </a:pPr>
            <a:endParaRPr lang="en-US" sz="1750" b="1" dirty="0">
              <a:solidFill>
                <a:srgbClr val="C00000"/>
              </a:solidFill>
              <a:latin typeface="Calibri" pitchFamily="34" charset="0"/>
              <a:ea typeface="Calibri" pitchFamily="34" charset="-122"/>
              <a:cs typeface="Calibri" pitchFamily="34" charset="-120"/>
            </a:endParaRPr>
          </a:p>
          <a:p>
            <a:pPr marL="0" indent="0">
              <a:buNone/>
            </a:pPr>
            <a:endParaRPr lang="en-US" sz="1750" b="1" dirty="0">
              <a:solidFill>
                <a:srgbClr val="C00000"/>
              </a:solidFill>
              <a:latin typeface="Calibri" pitchFamily="34" charset="0"/>
              <a:ea typeface="Calibri" pitchFamily="34" charset="-122"/>
              <a:cs typeface="Calibri" pitchFamily="34" charset="-120"/>
            </a:endParaRPr>
          </a:p>
          <a:p>
            <a:pPr marL="0" indent="0">
              <a:buNone/>
            </a:pPr>
            <a:r>
              <a:rPr lang="en-US" sz="1750" b="1" dirty="0">
                <a:solidFill>
                  <a:srgbClr val="C00000"/>
                </a:solidFill>
                <a:latin typeface="Calibri" pitchFamily="34" charset="0"/>
                <a:ea typeface="Calibri" pitchFamily="34" charset="-122"/>
                <a:cs typeface="Calibri" pitchFamily="34" charset="-120"/>
              </a:rPr>
              <a:t>commit / abort</a:t>
            </a:r>
            <a:endParaRPr lang="en-US" sz="1750" b="1" dirty="0">
              <a:solidFill>
                <a:srgbClr val="C00000"/>
              </a:solidFill>
            </a:endParaRPr>
          </a:p>
        </p:txBody>
      </p:sp>
      <p:sp>
        <p:nvSpPr>
          <p:cNvPr id="17" name="Shape 15"/>
          <p:cNvSpPr/>
          <p:nvPr>
            <p:custDataLst>
              <p:tags r:id="rId16"/>
            </p:custDataLst>
          </p:nvPr>
        </p:nvSpPr>
        <p:spPr>
          <a:xfrm>
            <a:off x="8138160" y="2010428"/>
            <a:ext cx="3520440" cy="3055348"/>
          </a:xfrm>
          <a:prstGeom prst="roundRect">
            <a:avLst>
              <a:gd name="adj" fmla="val 2849"/>
            </a:avLst>
          </a:prstGeom>
          <a:solidFill>
            <a:srgbClr val="FFF7ED"/>
          </a:solidFill>
          <a:ln w="8890">
            <a:solidFill>
              <a:srgbClr val="D9E2EC"/>
            </a:solidFill>
            <a:prstDash val="solid"/>
          </a:ln>
        </p:spPr>
        <p:txBody>
          <a:bodyPr/>
          <a:lstStyle/>
          <a:p>
            <a:endParaRPr lang="en-CA"/>
          </a:p>
        </p:txBody>
      </p:sp>
      <p:sp>
        <p:nvSpPr>
          <p:cNvPr id="18" name="Shape 16"/>
          <p:cNvSpPr/>
          <p:nvPr>
            <p:custDataLst>
              <p:tags r:id="rId17"/>
            </p:custDataLst>
          </p:nvPr>
        </p:nvSpPr>
        <p:spPr>
          <a:xfrm>
            <a:off x="8366760" y="2266460"/>
            <a:ext cx="731520" cy="0"/>
          </a:xfrm>
          <a:prstGeom prst="line">
            <a:avLst/>
          </a:prstGeom>
          <a:noFill/>
          <a:ln w="29210">
            <a:solidFill>
              <a:srgbClr val="B45309"/>
            </a:solidFill>
            <a:prstDash val="solid"/>
          </a:ln>
        </p:spPr>
        <p:txBody>
          <a:bodyPr/>
          <a:lstStyle/>
          <a:p>
            <a:endParaRPr lang="en-CA"/>
          </a:p>
        </p:txBody>
      </p:sp>
      <p:sp>
        <p:nvSpPr>
          <p:cNvPr id="19" name="Text 17"/>
          <p:cNvSpPr/>
          <p:nvPr>
            <p:custDataLst>
              <p:tags r:id="rId18"/>
            </p:custDataLst>
          </p:nvPr>
        </p:nvSpPr>
        <p:spPr>
          <a:xfrm>
            <a:off x="8366760" y="2495060"/>
            <a:ext cx="3063240" cy="548640"/>
          </a:xfrm>
          <a:prstGeom prst="rect">
            <a:avLst/>
          </a:prstGeom>
          <a:noFill/>
          <a:ln/>
        </p:spPr>
        <p:txBody>
          <a:bodyPr wrap="square" lIns="0" tIns="0" rIns="0" bIns="0" rtlCol="0" anchor="t">
            <a:normAutofit/>
          </a:bodyPr>
          <a:lstStyle/>
          <a:p>
            <a:pPr marL="0" indent="0">
              <a:buNone/>
            </a:pPr>
            <a:r>
              <a:rPr lang="en-US" sz="2000" b="1" dirty="0">
                <a:solidFill>
                  <a:srgbClr val="102A43"/>
                </a:solidFill>
                <a:latin typeface="Calibri" pitchFamily="34" charset="0"/>
                <a:ea typeface="Calibri" pitchFamily="34" charset="-122"/>
                <a:cs typeface="Calibri" pitchFamily="34" charset="-120"/>
              </a:rPr>
              <a:t>Isolated consumer</a:t>
            </a:r>
            <a:endParaRPr lang="en-US" sz="2000" dirty="0"/>
          </a:p>
        </p:txBody>
      </p:sp>
      <p:sp>
        <p:nvSpPr>
          <p:cNvPr id="20" name="Text 18"/>
          <p:cNvSpPr/>
          <p:nvPr>
            <p:custDataLst>
              <p:tags r:id="rId19"/>
            </p:custDataLst>
          </p:nvPr>
        </p:nvSpPr>
        <p:spPr>
          <a:xfrm>
            <a:off x="8366760" y="3125996"/>
            <a:ext cx="3063240" cy="1939780"/>
          </a:xfrm>
          <a:prstGeom prst="rect">
            <a:avLst/>
          </a:prstGeom>
          <a:noFill/>
          <a:ln/>
        </p:spPr>
        <p:txBody>
          <a:bodyPr wrap="square" lIns="0" tIns="0" rIns="0" bIns="0" rtlCol="0" anchor="t">
            <a:normAutofit/>
          </a:bodyPr>
          <a:lstStyle/>
          <a:p>
            <a:pPr marL="0" indent="0">
              <a:buNone/>
            </a:pPr>
            <a:r>
              <a:rPr lang="en-US" sz="1750" dirty="0">
                <a:solidFill>
                  <a:srgbClr val="486581"/>
                </a:solidFill>
                <a:latin typeface="Calibri" pitchFamily="34" charset="0"/>
                <a:ea typeface="Calibri" pitchFamily="34" charset="-122"/>
                <a:cs typeface="Calibri" pitchFamily="34" charset="-120"/>
              </a:rPr>
              <a:t>Transactional messages: read only after commit.</a:t>
            </a:r>
            <a:endParaRPr lang="en-US" sz="1750" dirty="0"/>
          </a:p>
          <a:p>
            <a:pPr marL="0" indent="0">
              <a:buNone/>
            </a:pPr>
            <a:endParaRPr lang="en-US" sz="1750" dirty="0"/>
          </a:p>
          <a:p>
            <a:pPr marL="0" indent="0">
              <a:buNone/>
            </a:pPr>
            <a:endParaRPr lang="en-US" sz="1750" dirty="0">
              <a:solidFill>
                <a:srgbClr val="486581"/>
              </a:solidFill>
              <a:latin typeface="Calibri" pitchFamily="34" charset="0"/>
              <a:ea typeface="Calibri" pitchFamily="34" charset="-122"/>
              <a:cs typeface="Calibri" pitchFamily="34" charset="-120"/>
            </a:endParaRPr>
          </a:p>
          <a:p>
            <a:pPr marL="0" indent="0">
              <a:buNone/>
            </a:pPr>
            <a:endParaRPr lang="en-US" sz="1750" b="1" noProof="1">
              <a:solidFill>
                <a:srgbClr val="C00000"/>
              </a:solidFill>
              <a:latin typeface="Calibri" pitchFamily="34" charset="0"/>
              <a:ea typeface="Calibri" pitchFamily="34" charset="-122"/>
              <a:cs typeface="Calibri" pitchFamily="34" charset="-120"/>
            </a:endParaRPr>
          </a:p>
          <a:p>
            <a:pPr marL="0" indent="0">
              <a:buNone/>
            </a:pPr>
            <a:r>
              <a:rPr lang="en-US" sz="1750" b="1" noProof="1">
                <a:solidFill>
                  <a:srgbClr val="C00000"/>
                </a:solidFill>
                <a:latin typeface="Calibri" pitchFamily="34" charset="0"/>
                <a:ea typeface="Calibri" pitchFamily="34" charset="-122"/>
                <a:cs typeface="Calibri" pitchFamily="34" charset="-120"/>
              </a:rPr>
              <a:t>isolation.level=</a:t>
            </a:r>
            <a:endParaRPr lang="en-US" sz="1750" b="1" dirty="0">
              <a:solidFill>
                <a:srgbClr val="C00000"/>
              </a:solidFill>
            </a:endParaRPr>
          </a:p>
          <a:p>
            <a:pPr marL="0" indent="0">
              <a:buNone/>
            </a:pPr>
            <a:r>
              <a:rPr lang="en-US" sz="1750" b="1" dirty="0">
                <a:solidFill>
                  <a:srgbClr val="C00000"/>
                </a:solidFill>
                <a:latin typeface="Calibri" pitchFamily="34" charset="0"/>
                <a:ea typeface="Calibri" pitchFamily="34" charset="-122"/>
                <a:cs typeface="Calibri" pitchFamily="34" charset="-120"/>
              </a:rPr>
              <a:t>read_committed</a:t>
            </a:r>
            <a:endParaRPr lang="en-US" sz="1750" b="1" dirty="0">
              <a:solidFill>
                <a:srgbClr val="C00000"/>
              </a:solidFill>
            </a:endParaRPr>
          </a:p>
        </p:txBody>
      </p:sp>
      <p:sp>
        <p:nvSpPr>
          <p:cNvPr id="21" name="Shape 19"/>
          <p:cNvSpPr/>
          <p:nvPr>
            <p:custDataLst>
              <p:tags r:id="rId20"/>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en-CA"/>
          </a:p>
        </p:txBody>
      </p:sp>
      <p:sp>
        <p:nvSpPr>
          <p:cNvPr id="22" name="Text 20"/>
          <p:cNvSpPr/>
          <p:nvPr>
            <p:custDataLst>
              <p:tags r:id="rId21"/>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en-US" sz="1550" b="1" dirty="0">
                <a:solidFill>
                  <a:srgbClr val="102A43"/>
                </a:solidFill>
                <a:latin typeface="Calibri" pitchFamily="34" charset="0"/>
                <a:ea typeface="Calibri" pitchFamily="34" charset="-122"/>
                <a:cs typeface="Calibri" pitchFamily="34" charset="-120"/>
              </a:rPr>
              <a:t>These Kafka mechanisms do not replace SQL effect atomicity or idempotence.</a:t>
            </a:r>
            <a:endParaRPr lang="en-US" sz="15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03 / MAKE EFFECTS RELIABLE</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SQL COMMIT AND OFFSET</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The business commit must precede the acknowledgement</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A failure between the two commits causes redelivery: that is exactly why idempotence is needed.</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18</a:t>
            </a:r>
            <a:endParaRPr lang="fr-CA" sz="900" noProof="0" dirty="0"/>
          </a:p>
        </p:txBody>
      </p:sp>
      <p:sp>
        <p:nvSpPr>
          <p:cNvPr id="9" name="Shape 7"/>
          <p:cNvSpPr/>
          <p:nvPr>
            <p:custDataLst>
              <p:tags r:id="rId8"/>
            </p:custDataLst>
          </p:nvPr>
        </p:nvSpPr>
        <p:spPr>
          <a:xfrm>
            <a:off x="643128" y="2007613"/>
            <a:ext cx="2560320" cy="1554480"/>
          </a:xfrm>
          <a:prstGeom prst="roundRect">
            <a:avLst>
              <a:gd name="adj" fmla="val 5882"/>
            </a:avLst>
          </a:prstGeom>
          <a:solidFill>
            <a:srgbClr val="EFF6FF"/>
          </a:solidFill>
          <a:ln w="8890">
            <a:solidFill>
              <a:srgbClr val="1F6FEB"/>
            </a:solidFill>
            <a:prstDash val="solid"/>
          </a:ln>
        </p:spPr>
        <p:txBody>
          <a:bodyPr/>
          <a:lstStyle/>
          <a:p>
            <a:endParaRPr lang="fr-CA" noProof="0" dirty="0"/>
          </a:p>
        </p:txBody>
      </p:sp>
      <p:sp>
        <p:nvSpPr>
          <p:cNvPr id="10" name="Text 8"/>
          <p:cNvSpPr/>
          <p:nvPr>
            <p:custDataLst>
              <p:tags r:id="rId9"/>
            </p:custDataLst>
          </p:nvPr>
        </p:nvSpPr>
        <p:spPr>
          <a:xfrm>
            <a:off x="789432" y="2216732"/>
            <a:ext cx="2267712" cy="475488"/>
          </a:xfrm>
          <a:prstGeom prst="rect">
            <a:avLst/>
          </a:prstGeom>
          <a:noFill/>
          <a:ln/>
        </p:spPr>
        <p:txBody>
          <a:bodyPr wrap="square" lIns="0" tIns="0" rIns="0" bIns="0" rtlCol="0" anchor="t">
            <a:normAutofit/>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Read the message</a:t>
            </a:r>
            <a:endParaRPr lang="fr-CA" sz="1850" noProof="0" dirty="0"/>
          </a:p>
        </p:txBody>
      </p:sp>
      <p:sp>
        <p:nvSpPr>
          <p:cNvPr id="11" name="Text 9"/>
          <p:cNvSpPr/>
          <p:nvPr>
            <p:custDataLst>
              <p:tags r:id="rId10"/>
            </p:custDataLst>
          </p:nvPr>
        </p:nvSpPr>
        <p:spPr>
          <a:xfrm>
            <a:off x="807720" y="2783660"/>
            <a:ext cx="2231136" cy="649224"/>
          </a:xfrm>
          <a:prstGeom prst="rect">
            <a:avLst/>
          </a:prstGeom>
          <a:noFill/>
          <a:ln/>
        </p:spPr>
        <p:txBody>
          <a:bodyPr wrap="square" lIns="0" tIns="0" rIns="0" bIns="0" rtlCol="0" anchor="t">
            <a:normAutofit/>
          </a:bodyPr>
          <a:lstStyle/>
          <a:p>
            <a:pPr marL="0" indent="0" algn="ctr">
              <a:buNone/>
            </a:pPr>
            <a:r>
              <a:rPr lang="fr-CA" noProof="0" dirty="0">
                <a:solidFill>
                  <a:srgbClr val="486581"/>
                </a:solidFill>
                <a:latin typeface="Calibri" pitchFamily="34" charset="0"/>
                <a:ea typeface="Calibri" pitchFamily="34" charset="-122"/>
                <a:cs typeface="Calibri" pitchFamily="34" charset="-120"/>
              </a:rPr>
              <a:t>Kafka</a:t>
            </a:r>
            <a:endParaRPr lang="fr-CA" noProof="0" dirty="0"/>
          </a:p>
        </p:txBody>
      </p:sp>
      <p:sp>
        <p:nvSpPr>
          <p:cNvPr id="12" name="Shape 10"/>
          <p:cNvSpPr/>
          <p:nvPr>
            <p:custDataLst>
              <p:tags r:id="rId11"/>
            </p:custDataLst>
          </p:nvPr>
        </p:nvSpPr>
        <p:spPr>
          <a:xfrm>
            <a:off x="3203448" y="2765372"/>
            <a:ext cx="210312" cy="0"/>
          </a:xfrm>
          <a:prstGeom prst="line">
            <a:avLst/>
          </a:prstGeom>
          <a:noFill/>
          <a:ln w="28575">
            <a:solidFill>
              <a:srgbClr val="1F6FEB"/>
            </a:solidFill>
            <a:prstDash val="solid"/>
            <a:headEnd type="none"/>
            <a:tailEnd type="triangle"/>
          </a:ln>
        </p:spPr>
        <p:txBody>
          <a:bodyPr/>
          <a:lstStyle/>
          <a:p>
            <a:endParaRPr lang="fr-CA" noProof="0" dirty="0"/>
          </a:p>
        </p:txBody>
      </p:sp>
      <p:sp>
        <p:nvSpPr>
          <p:cNvPr id="13" name="Shape 11"/>
          <p:cNvSpPr/>
          <p:nvPr>
            <p:custDataLst>
              <p:tags r:id="rId12"/>
            </p:custDataLst>
          </p:nvPr>
        </p:nvSpPr>
        <p:spPr>
          <a:xfrm>
            <a:off x="3413760" y="2007613"/>
            <a:ext cx="2560320" cy="1554480"/>
          </a:xfrm>
          <a:prstGeom prst="roundRect">
            <a:avLst>
              <a:gd name="adj" fmla="val 5882"/>
            </a:avLst>
          </a:prstGeom>
          <a:solidFill>
            <a:srgbClr val="EFFAF8"/>
          </a:solidFill>
          <a:ln w="8890">
            <a:solidFill>
              <a:srgbClr val="0F766E"/>
            </a:solidFill>
            <a:prstDash val="solid"/>
          </a:ln>
        </p:spPr>
        <p:txBody>
          <a:bodyPr/>
          <a:lstStyle/>
          <a:p>
            <a:endParaRPr lang="fr-CA" noProof="0" dirty="0"/>
          </a:p>
        </p:txBody>
      </p:sp>
      <p:sp>
        <p:nvSpPr>
          <p:cNvPr id="14" name="Text 12"/>
          <p:cNvSpPr/>
          <p:nvPr>
            <p:custDataLst>
              <p:tags r:id="rId13"/>
            </p:custDataLst>
          </p:nvPr>
        </p:nvSpPr>
        <p:spPr>
          <a:xfrm>
            <a:off x="3560064" y="2216732"/>
            <a:ext cx="2267712" cy="475488"/>
          </a:xfrm>
          <a:prstGeom prst="rect">
            <a:avLst/>
          </a:prstGeom>
          <a:noFill/>
          <a:ln/>
        </p:spPr>
        <p:txBody>
          <a:bodyPr wrap="square" lIns="0" tIns="0" rIns="0" bIns="0" rtlCol="0" anchor="t">
            <a:normAutofit/>
          </a:bodyPr>
          <a:lstStyle/>
          <a:p>
            <a:pPr marL="0" indent="0" algn="ctr">
              <a:buNone/>
            </a:pPr>
            <a:r>
              <a:rPr lang="fr-CA" sz="1850" b="1" noProof="0" dirty="0">
                <a:solidFill>
                  <a:srgbClr val="0F766E"/>
                </a:solidFill>
                <a:latin typeface="Calibri" pitchFamily="34" charset="0"/>
                <a:ea typeface="Calibri" pitchFamily="34" charset="-122"/>
                <a:cs typeface="Calibri" pitchFamily="34" charset="-120"/>
              </a:rPr>
              <a:t>Process + commit</a:t>
            </a:r>
            <a:endParaRPr lang="fr-CA" sz="1850" noProof="0" dirty="0"/>
          </a:p>
        </p:txBody>
      </p:sp>
      <p:sp>
        <p:nvSpPr>
          <p:cNvPr id="15" name="Text 13"/>
          <p:cNvSpPr/>
          <p:nvPr>
            <p:custDataLst>
              <p:tags r:id="rId14"/>
            </p:custDataLst>
          </p:nvPr>
        </p:nvSpPr>
        <p:spPr>
          <a:xfrm>
            <a:off x="3578352" y="2783660"/>
            <a:ext cx="2231136" cy="649224"/>
          </a:xfrm>
          <a:prstGeom prst="rect">
            <a:avLst/>
          </a:prstGeom>
          <a:noFill/>
          <a:ln/>
        </p:spPr>
        <p:txBody>
          <a:bodyPr wrap="square" lIns="0" tIns="0" rIns="0" bIns="0" rtlCol="0" anchor="t">
            <a:normAutofit/>
          </a:bodyPr>
          <a:lstStyle/>
          <a:p>
            <a:pPr marL="0" indent="0" algn="ctr">
              <a:buNone/>
            </a:pPr>
            <a:r>
              <a:rPr lang="fr-CA" noProof="0" dirty="0">
                <a:solidFill>
                  <a:srgbClr val="486581"/>
                </a:solidFill>
                <a:latin typeface="Calibri" pitchFamily="34" charset="0"/>
                <a:ea typeface="Calibri" pitchFamily="34" charset="-122"/>
                <a:cs typeface="Calibri" pitchFamily="34" charset="-120"/>
              </a:rPr>
              <a:t>SQL Transaction</a:t>
            </a:r>
            <a:endParaRPr lang="fr-CA" noProof="0" dirty="0"/>
          </a:p>
        </p:txBody>
      </p:sp>
      <p:sp>
        <p:nvSpPr>
          <p:cNvPr id="16" name="Shape 14"/>
          <p:cNvSpPr/>
          <p:nvPr>
            <p:custDataLst>
              <p:tags r:id="rId15"/>
            </p:custDataLst>
          </p:nvPr>
        </p:nvSpPr>
        <p:spPr>
          <a:xfrm>
            <a:off x="5974080" y="2765372"/>
            <a:ext cx="219456" cy="0"/>
          </a:xfrm>
          <a:prstGeom prst="line">
            <a:avLst/>
          </a:prstGeom>
          <a:noFill/>
          <a:ln w="28575">
            <a:solidFill>
              <a:srgbClr val="1F6FEB"/>
            </a:solidFill>
            <a:prstDash val="solid"/>
            <a:headEnd type="none"/>
            <a:tailEnd type="triangle"/>
          </a:ln>
        </p:spPr>
        <p:txBody>
          <a:bodyPr/>
          <a:lstStyle/>
          <a:p>
            <a:endParaRPr lang="fr-CA" noProof="0" dirty="0"/>
          </a:p>
        </p:txBody>
      </p:sp>
      <p:sp>
        <p:nvSpPr>
          <p:cNvPr id="17" name="Shape 15"/>
          <p:cNvSpPr/>
          <p:nvPr>
            <p:custDataLst>
              <p:tags r:id="rId16"/>
            </p:custDataLst>
          </p:nvPr>
        </p:nvSpPr>
        <p:spPr>
          <a:xfrm>
            <a:off x="6184392" y="2011543"/>
            <a:ext cx="2560320" cy="1554480"/>
          </a:xfrm>
          <a:prstGeom prst="roundRect">
            <a:avLst>
              <a:gd name="adj" fmla="val 5882"/>
            </a:avLst>
          </a:prstGeom>
          <a:solidFill>
            <a:srgbClr val="FFF2F2"/>
          </a:solidFill>
          <a:ln w="8890">
            <a:solidFill>
              <a:srgbClr val="B42318"/>
            </a:solidFill>
            <a:prstDash val="solid"/>
          </a:ln>
        </p:spPr>
        <p:txBody>
          <a:bodyPr/>
          <a:lstStyle/>
          <a:p>
            <a:endParaRPr lang="fr-CA" noProof="0" dirty="0"/>
          </a:p>
        </p:txBody>
      </p:sp>
      <p:sp>
        <p:nvSpPr>
          <p:cNvPr id="18" name="Text 16"/>
          <p:cNvSpPr/>
          <p:nvPr>
            <p:custDataLst>
              <p:tags r:id="rId17"/>
            </p:custDataLst>
          </p:nvPr>
        </p:nvSpPr>
        <p:spPr>
          <a:xfrm>
            <a:off x="6330696" y="2220662"/>
            <a:ext cx="2267712" cy="475488"/>
          </a:xfrm>
          <a:prstGeom prst="rect">
            <a:avLst/>
          </a:prstGeom>
          <a:noFill/>
          <a:ln/>
        </p:spPr>
        <p:txBody>
          <a:bodyPr wrap="square" lIns="0" tIns="0" rIns="0" bIns="0" rtlCol="0" anchor="t">
            <a:normAutofit/>
          </a:bodyPr>
          <a:lstStyle/>
          <a:p>
            <a:pPr marL="0" indent="0" algn="ctr">
              <a:buNone/>
            </a:pPr>
            <a:r>
              <a:rPr lang="fr-CA" sz="1850" b="1" noProof="0" dirty="0">
                <a:solidFill>
                  <a:srgbClr val="B42318"/>
                </a:solidFill>
                <a:latin typeface="Calibri" pitchFamily="34" charset="0"/>
                <a:ea typeface="Calibri" pitchFamily="34" charset="-122"/>
                <a:cs typeface="Calibri" pitchFamily="34" charset="-120"/>
              </a:rPr>
              <a:t>Failure window</a:t>
            </a:r>
            <a:endParaRPr lang="fr-CA" sz="1850" noProof="0" dirty="0"/>
          </a:p>
        </p:txBody>
      </p:sp>
      <p:sp>
        <p:nvSpPr>
          <p:cNvPr id="19" name="Text 17"/>
          <p:cNvSpPr/>
          <p:nvPr>
            <p:custDataLst>
              <p:tags r:id="rId18"/>
            </p:custDataLst>
          </p:nvPr>
        </p:nvSpPr>
        <p:spPr>
          <a:xfrm>
            <a:off x="6348984" y="2787590"/>
            <a:ext cx="2231136" cy="649224"/>
          </a:xfrm>
          <a:prstGeom prst="rect">
            <a:avLst/>
          </a:prstGeom>
          <a:noFill/>
          <a:ln/>
        </p:spPr>
        <p:txBody>
          <a:bodyPr wrap="square" lIns="0" tIns="0" rIns="0" bIns="0" rtlCol="0" anchor="t">
            <a:normAutofit/>
          </a:bodyPr>
          <a:lstStyle/>
          <a:p>
            <a:pPr marL="0" indent="0" algn="ctr">
              <a:buNone/>
            </a:pPr>
            <a:r>
              <a:rPr lang="fr-CA" noProof="0" dirty="0">
                <a:solidFill>
                  <a:srgbClr val="486581"/>
                </a:solidFill>
                <a:latin typeface="Calibri" pitchFamily="34" charset="0"/>
                <a:ea typeface="Calibri" pitchFamily="34" charset="-122"/>
                <a:cs typeface="Calibri" pitchFamily="34" charset="-120"/>
              </a:rPr>
              <a:t>The offset</a:t>
            </a:r>
          </a:p>
          <a:p>
            <a:pPr marL="0" indent="0" algn="ctr">
              <a:buNone/>
            </a:pPr>
            <a:r>
              <a:rPr lang="fr-CA" noProof="0" dirty="0">
                <a:solidFill>
                  <a:srgbClr val="486581"/>
                </a:solidFill>
                <a:latin typeface="Calibri" pitchFamily="34" charset="0"/>
                <a:ea typeface="Calibri" pitchFamily="34" charset="-122"/>
                <a:cs typeface="Calibri" pitchFamily="34" charset="-120"/>
              </a:rPr>
              <a:t>has not advanced</a:t>
            </a:r>
            <a:endParaRPr lang="fr-CA" noProof="0" dirty="0"/>
          </a:p>
        </p:txBody>
      </p:sp>
      <p:sp>
        <p:nvSpPr>
          <p:cNvPr id="20" name="Shape 18"/>
          <p:cNvSpPr/>
          <p:nvPr>
            <p:custDataLst>
              <p:tags r:id="rId19"/>
            </p:custDataLst>
          </p:nvPr>
        </p:nvSpPr>
        <p:spPr>
          <a:xfrm>
            <a:off x="8744712" y="2769302"/>
            <a:ext cx="210312" cy="0"/>
          </a:xfrm>
          <a:prstGeom prst="line">
            <a:avLst/>
          </a:prstGeom>
          <a:noFill/>
          <a:ln w="28575">
            <a:solidFill>
              <a:srgbClr val="1F6FEB"/>
            </a:solidFill>
            <a:prstDash val="solid"/>
            <a:headEnd type="none"/>
            <a:tailEnd type="triangle"/>
          </a:ln>
        </p:spPr>
        <p:txBody>
          <a:bodyPr/>
          <a:lstStyle/>
          <a:p>
            <a:endParaRPr lang="fr-CA" noProof="0" dirty="0"/>
          </a:p>
        </p:txBody>
      </p:sp>
      <p:sp>
        <p:nvSpPr>
          <p:cNvPr id="21" name="Shape 19"/>
          <p:cNvSpPr/>
          <p:nvPr>
            <p:custDataLst>
              <p:tags r:id="rId20"/>
            </p:custDataLst>
          </p:nvPr>
        </p:nvSpPr>
        <p:spPr>
          <a:xfrm>
            <a:off x="8955024" y="2011543"/>
            <a:ext cx="2548126" cy="1554480"/>
          </a:xfrm>
          <a:prstGeom prst="roundRect">
            <a:avLst>
              <a:gd name="adj" fmla="val 5882"/>
            </a:avLst>
          </a:prstGeom>
          <a:solidFill>
            <a:srgbClr val="EFF6FF"/>
          </a:solidFill>
          <a:ln w="8890">
            <a:solidFill>
              <a:srgbClr val="1F6FEB"/>
            </a:solidFill>
            <a:prstDash val="solid"/>
          </a:ln>
        </p:spPr>
        <p:txBody>
          <a:bodyPr/>
          <a:lstStyle/>
          <a:p>
            <a:endParaRPr lang="fr-CA" noProof="0" dirty="0"/>
          </a:p>
        </p:txBody>
      </p:sp>
      <p:sp>
        <p:nvSpPr>
          <p:cNvPr id="22" name="Text 20"/>
          <p:cNvSpPr/>
          <p:nvPr>
            <p:custDataLst>
              <p:tags r:id="rId21"/>
            </p:custDataLst>
          </p:nvPr>
        </p:nvSpPr>
        <p:spPr>
          <a:xfrm>
            <a:off x="9101328" y="2220662"/>
            <a:ext cx="2514600" cy="475488"/>
          </a:xfrm>
          <a:prstGeom prst="rect">
            <a:avLst/>
          </a:prstGeom>
          <a:noFill/>
          <a:ln/>
        </p:spPr>
        <p:txBody>
          <a:bodyPr wrap="square" lIns="0" tIns="0" rIns="0" bIns="0" rtlCol="0" anchor="t">
            <a:normAutofit/>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Acknowledge (ACK)</a:t>
            </a:r>
            <a:endParaRPr lang="fr-CA" sz="1850" noProof="0" dirty="0"/>
          </a:p>
        </p:txBody>
      </p:sp>
      <p:sp>
        <p:nvSpPr>
          <p:cNvPr id="23" name="Text 21"/>
          <p:cNvSpPr/>
          <p:nvPr>
            <p:custDataLst>
              <p:tags r:id="rId22"/>
            </p:custDataLst>
          </p:nvPr>
        </p:nvSpPr>
        <p:spPr>
          <a:xfrm>
            <a:off x="8942830" y="2787590"/>
            <a:ext cx="2560320" cy="649224"/>
          </a:xfrm>
          <a:prstGeom prst="rect">
            <a:avLst/>
          </a:prstGeom>
          <a:noFill/>
          <a:ln/>
        </p:spPr>
        <p:txBody>
          <a:bodyPr wrap="square" lIns="0" tIns="0" rIns="0" bIns="0" rtlCol="0" anchor="t">
            <a:normAutofit/>
          </a:bodyPr>
          <a:lstStyle/>
          <a:p>
            <a:pPr marL="0" indent="0" algn="ctr">
              <a:buNone/>
            </a:pPr>
            <a:r>
              <a:rPr lang="fr-CA" noProof="0" dirty="0">
                <a:solidFill>
                  <a:srgbClr val="486581"/>
                </a:solidFill>
                <a:latin typeface="Calibri" pitchFamily="34" charset="0"/>
                <a:ea typeface="Calibri" pitchFamily="34" charset="-122"/>
                <a:cs typeface="Calibri" pitchFamily="34" charset="-120"/>
              </a:rPr>
              <a:t>Offset Kafka</a:t>
            </a:r>
            <a:endParaRPr lang="fr-CA" noProof="0" dirty="0"/>
          </a:p>
        </p:txBody>
      </p:sp>
      <p:sp>
        <p:nvSpPr>
          <p:cNvPr id="24" name="Shape 22"/>
          <p:cNvSpPr/>
          <p:nvPr>
            <p:custDataLst>
              <p:tags r:id="rId23"/>
            </p:custDataLst>
          </p:nvPr>
        </p:nvSpPr>
        <p:spPr>
          <a:xfrm>
            <a:off x="530352" y="3768957"/>
            <a:ext cx="5443728" cy="1808879"/>
          </a:xfrm>
          <a:prstGeom prst="roundRect">
            <a:avLst>
              <a:gd name="adj" fmla="val 9524"/>
            </a:avLst>
          </a:prstGeom>
          <a:solidFill>
            <a:srgbClr val="FFF7ED"/>
          </a:solidFill>
          <a:ln w="8890">
            <a:solidFill>
              <a:srgbClr val="D9E2EC"/>
            </a:solidFill>
            <a:prstDash val="solid"/>
          </a:ln>
        </p:spPr>
        <p:txBody>
          <a:bodyPr/>
          <a:lstStyle/>
          <a:p>
            <a:endParaRPr lang="fr-CA" noProof="0" dirty="0"/>
          </a:p>
        </p:txBody>
      </p:sp>
      <p:sp>
        <p:nvSpPr>
          <p:cNvPr id="25" name="Text 23"/>
          <p:cNvSpPr/>
          <p:nvPr>
            <p:custDataLst>
              <p:tags r:id="rId24"/>
            </p:custDataLst>
          </p:nvPr>
        </p:nvSpPr>
        <p:spPr>
          <a:xfrm>
            <a:off x="731520" y="3942694"/>
            <a:ext cx="4892040" cy="292608"/>
          </a:xfrm>
          <a:prstGeom prst="rect">
            <a:avLst/>
          </a:prstGeom>
          <a:noFill/>
          <a:ln/>
        </p:spPr>
        <p:txBody>
          <a:bodyPr wrap="square" lIns="0" tIns="0" rIns="0" bIns="0" rtlCol="0" anchor="t">
            <a:normAutofit lnSpcReduction="10000"/>
          </a:bodyPr>
          <a:lstStyle/>
          <a:p>
            <a:pPr marL="0" indent="0">
              <a:buNone/>
            </a:pPr>
            <a:r>
              <a:rPr lang="fr-CA" sz="2000" b="1" noProof="0" dirty="0">
                <a:solidFill>
                  <a:srgbClr val="B45309"/>
                </a:solidFill>
                <a:latin typeface="Calibri" pitchFamily="34" charset="0"/>
                <a:ea typeface="Calibri" pitchFamily="34" charset="-122"/>
                <a:cs typeface="Calibri" pitchFamily="34" charset="-120"/>
              </a:rPr>
              <a:t>Offset before SQL</a:t>
            </a:r>
            <a:endParaRPr lang="fr-CA" sz="2000" noProof="0" dirty="0"/>
          </a:p>
        </p:txBody>
      </p:sp>
      <p:sp>
        <p:nvSpPr>
          <p:cNvPr id="26" name="Text 24"/>
          <p:cNvSpPr/>
          <p:nvPr>
            <p:custDataLst>
              <p:tags r:id="rId25"/>
            </p:custDataLst>
          </p:nvPr>
        </p:nvSpPr>
        <p:spPr>
          <a:xfrm>
            <a:off x="731520" y="4354174"/>
            <a:ext cx="4892040" cy="1077362"/>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Risk: the business effect may be lost.</a:t>
            </a:r>
          </a:p>
          <a:p>
            <a:pPr marL="0" indent="0">
              <a:buNone/>
            </a:pPr>
            <a:endParaRPr lang="fr-CA" sz="1650" noProof="0" dirty="0">
              <a:solidFill>
                <a:srgbClr val="486581"/>
              </a:solidFill>
              <a:latin typeface="Calibri" pitchFamily="34" charset="0"/>
              <a:ea typeface="Calibri" pitchFamily="34" charset="-122"/>
              <a:cs typeface="Calibri" pitchFamily="34" charset="-120"/>
            </a:endParaRPr>
          </a:p>
          <a:p>
            <a:pPr marL="285750" indent="-285750">
              <a:buFont typeface="Arial" panose="020B0604020202020204" pitchFamily="34" charset="0"/>
              <a:buChar char="•"/>
            </a:pPr>
            <a:r>
              <a:rPr lang="fr-CA" sz="1650" noProof="0" dirty="0">
                <a:solidFill>
                  <a:srgbClr val="486581"/>
                </a:solidFill>
                <a:latin typeface="Calibri" pitchFamily="34" charset="0"/>
                <a:ea typeface="Calibri" pitchFamily="34" charset="-122"/>
                <a:cs typeface="Calibri" pitchFamily="34" charset="-120"/>
              </a:rPr>
              <a:t>Failure/Shutdown – No redelivery.</a:t>
            </a:r>
          </a:p>
          <a:p>
            <a:pPr marL="285750" indent="-285750">
              <a:buFont typeface="Arial" panose="020B0604020202020204" pitchFamily="34" charset="0"/>
              <a:buChar char="•"/>
            </a:pPr>
            <a:r>
              <a:rPr lang="fr-CA" sz="1650" dirty="0">
                <a:solidFill>
                  <a:srgbClr val="486581"/>
                </a:solidFill>
                <a:latin typeface="Calibri" pitchFamily="34" charset="0"/>
                <a:ea typeface="Calibri" pitchFamily="34" charset="-122"/>
                <a:cs typeface="Calibri" pitchFamily="34" charset="-120"/>
              </a:rPr>
              <a:t>Exception – No redelivery.</a:t>
            </a:r>
            <a:endParaRPr lang="fr-CA" sz="1650" noProof="0" dirty="0"/>
          </a:p>
        </p:txBody>
      </p:sp>
      <p:sp>
        <p:nvSpPr>
          <p:cNvPr id="27" name="Shape 25"/>
          <p:cNvSpPr/>
          <p:nvPr>
            <p:custDataLst>
              <p:tags r:id="rId26"/>
            </p:custDataLst>
          </p:nvPr>
        </p:nvSpPr>
        <p:spPr>
          <a:xfrm>
            <a:off x="6217922" y="3764387"/>
            <a:ext cx="5443728" cy="1808881"/>
          </a:xfrm>
          <a:prstGeom prst="roundRect">
            <a:avLst>
              <a:gd name="adj" fmla="val 9524"/>
            </a:avLst>
          </a:prstGeom>
          <a:solidFill>
            <a:srgbClr val="EFFAF8"/>
          </a:solidFill>
          <a:ln w="8890">
            <a:solidFill>
              <a:srgbClr val="D9E2EC"/>
            </a:solidFill>
            <a:prstDash val="solid"/>
          </a:ln>
        </p:spPr>
        <p:txBody>
          <a:bodyPr/>
          <a:lstStyle/>
          <a:p>
            <a:endParaRPr lang="fr-CA" noProof="0" dirty="0"/>
          </a:p>
        </p:txBody>
      </p:sp>
      <p:sp>
        <p:nvSpPr>
          <p:cNvPr id="28" name="Text 26"/>
          <p:cNvSpPr/>
          <p:nvPr>
            <p:custDataLst>
              <p:tags r:id="rId27"/>
            </p:custDataLst>
          </p:nvPr>
        </p:nvSpPr>
        <p:spPr>
          <a:xfrm>
            <a:off x="6423660" y="3949492"/>
            <a:ext cx="4892040" cy="292608"/>
          </a:xfrm>
          <a:prstGeom prst="rect">
            <a:avLst/>
          </a:prstGeom>
          <a:noFill/>
          <a:ln/>
        </p:spPr>
        <p:txBody>
          <a:bodyPr wrap="square" lIns="0" tIns="0" rIns="0" bIns="0" rtlCol="0" anchor="t">
            <a:normAutofit lnSpcReduction="10000"/>
          </a:bodyPr>
          <a:lstStyle/>
          <a:p>
            <a:pPr marL="0" indent="0">
              <a:buNone/>
            </a:pPr>
            <a:r>
              <a:rPr lang="fr-CA" sz="2000" b="1" noProof="0" dirty="0">
                <a:solidFill>
                  <a:srgbClr val="0F766E"/>
                </a:solidFill>
                <a:latin typeface="Calibri" pitchFamily="34" charset="0"/>
                <a:ea typeface="Calibri" pitchFamily="34" charset="-122"/>
                <a:cs typeface="Calibri" pitchFamily="34" charset="-120"/>
              </a:rPr>
              <a:t>SQL before offset</a:t>
            </a:r>
            <a:endParaRPr lang="fr-CA" sz="2000" noProof="0" dirty="0"/>
          </a:p>
        </p:txBody>
      </p:sp>
      <p:sp>
        <p:nvSpPr>
          <p:cNvPr id="29" name="Text 27"/>
          <p:cNvSpPr/>
          <p:nvPr>
            <p:custDataLst>
              <p:tags r:id="rId28"/>
            </p:custDataLst>
          </p:nvPr>
        </p:nvSpPr>
        <p:spPr>
          <a:xfrm>
            <a:off x="6423660" y="4360972"/>
            <a:ext cx="4892040" cy="1077362"/>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Risk: the effect may be attempted again.</a:t>
            </a:r>
          </a:p>
          <a:p>
            <a:pPr marL="0" indent="0">
              <a:buNone/>
            </a:pPr>
            <a:endParaRPr lang="fr-CA" sz="1650" dirty="0">
              <a:solidFill>
                <a:srgbClr val="486581"/>
              </a:solidFill>
              <a:latin typeface="Calibri" pitchFamily="34" charset="0"/>
              <a:ea typeface="Calibri" pitchFamily="34" charset="-122"/>
              <a:cs typeface="Calibri" pitchFamily="34" charset="-120"/>
            </a:endParaRPr>
          </a:p>
          <a:p>
            <a:pPr marL="285750" indent="-285750">
              <a:buFont typeface="Arial" panose="020B0604020202020204" pitchFamily="34" charset="0"/>
              <a:buChar char="•"/>
            </a:pPr>
            <a:r>
              <a:rPr lang="fr-CA" sz="1650" noProof="0" dirty="0">
                <a:solidFill>
                  <a:srgbClr val="486581"/>
                </a:solidFill>
                <a:latin typeface="Calibri" pitchFamily="34" charset="0"/>
                <a:ea typeface="Calibri" pitchFamily="34" charset="-122"/>
                <a:cs typeface="Calibri" pitchFamily="34" charset="-120"/>
              </a:rPr>
              <a:t>Failure/Shutdown – Redelivery.</a:t>
            </a:r>
          </a:p>
          <a:p>
            <a:pPr marL="285750" indent="-285750">
              <a:buFont typeface="Arial" panose="020B0604020202020204" pitchFamily="34" charset="0"/>
              <a:buChar char="•"/>
            </a:pPr>
            <a:r>
              <a:rPr lang="fr-CA" sz="1650" dirty="0">
                <a:solidFill>
                  <a:srgbClr val="486581"/>
                </a:solidFill>
                <a:latin typeface="Calibri" pitchFamily="34" charset="0"/>
                <a:ea typeface="Calibri" pitchFamily="34" charset="-122"/>
                <a:cs typeface="Calibri" pitchFamily="34" charset="-120"/>
              </a:rPr>
              <a:t>Exception – Redelivery.</a:t>
            </a:r>
            <a:endParaRPr lang="fr-CA" sz="1650" noProof="0" dirty="0">
              <a:solidFill>
                <a:srgbClr val="486581"/>
              </a:solidFill>
              <a:latin typeface="Calibri" pitchFamily="34" charset="0"/>
              <a:ea typeface="Calibri" pitchFamily="34" charset="-122"/>
              <a:cs typeface="Calibri" pitchFamily="34" charset="-120"/>
            </a:endParaRPr>
          </a:p>
        </p:txBody>
      </p:sp>
      <p:sp>
        <p:nvSpPr>
          <p:cNvPr id="30" name="Shape 28"/>
          <p:cNvSpPr/>
          <p:nvPr>
            <p:custDataLst>
              <p:tags r:id="rId29"/>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31" name="Text 29"/>
          <p:cNvSpPr/>
          <p:nvPr>
            <p:custDataLst>
              <p:tags r:id="rId30"/>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A delivery duplicate must become a non-event for the data — processing MUST BE IDEMPOTENT.</a:t>
            </a:r>
            <a:endParaRPr lang="fr-CA" sz="1550" noProof="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03 / MAKE EFFECTS RELIABLE</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INBOX / JRN_EVENT / OUTBOX</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Recognize the event (the message) — Idempotence</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The same event delivered multiple times must apply the business effect only once.</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19</a:t>
            </a:r>
            <a:endParaRPr lang="fr-CA" sz="900" noProof="0" dirty="0"/>
          </a:p>
        </p:txBody>
      </p:sp>
      <p:sp>
        <p:nvSpPr>
          <p:cNvPr id="9" name="Shape 7"/>
          <p:cNvSpPr/>
          <p:nvPr>
            <p:custDataLst>
              <p:tags r:id="rId8"/>
            </p:custDataLst>
          </p:nvPr>
        </p:nvSpPr>
        <p:spPr>
          <a:xfrm>
            <a:off x="530352" y="2003330"/>
            <a:ext cx="4971951" cy="3497963"/>
          </a:xfrm>
          <a:prstGeom prst="roundRect">
            <a:avLst>
              <a:gd name="adj" fmla="val 2762"/>
            </a:avLst>
          </a:prstGeom>
          <a:solidFill>
            <a:srgbClr val="EFFAF8"/>
          </a:solidFill>
          <a:ln w="8890">
            <a:solidFill>
              <a:srgbClr val="0F766E"/>
            </a:solidFill>
            <a:prstDash val="solid"/>
          </a:ln>
        </p:spPr>
        <p:txBody>
          <a:bodyPr/>
          <a:lstStyle/>
          <a:p>
            <a:endParaRPr lang="fr-CA" noProof="0" dirty="0"/>
          </a:p>
        </p:txBody>
      </p:sp>
      <p:sp>
        <p:nvSpPr>
          <p:cNvPr id="10" name="Text 8"/>
          <p:cNvSpPr/>
          <p:nvPr>
            <p:custDataLst>
              <p:tags r:id="rId9"/>
            </p:custDataLst>
          </p:nvPr>
        </p:nvSpPr>
        <p:spPr>
          <a:xfrm>
            <a:off x="804672" y="2241075"/>
            <a:ext cx="4761241"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0F766E"/>
                </a:solidFill>
                <a:latin typeface="Calibri" pitchFamily="34" charset="0"/>
                <a:ea typeface="Calibri" pitchFamily="34" charset="-122"/>
                <a:cs typeface="Calibri" pitchFamily="34" charset="-120"/>
              </a:rPr>
              <a:t>ONE SQL TRANSACTION</a:t>
            </a:r>
            <a:endParaRPr lang="fr-CA" sz="1100" noProof="0" dirty="0"/>
          </a:p>
        </p:txBody>
      </p:sp>
      <p:sp>
        <p:nvSpPr>
          <p:cNvPr id="11" name="Text 9"/>
          <p:cNvSpPr/>
          <p:nvPr>
            <p:custDataLst>
              <p:tags r:id="rId10"/>
            </p:custDataLst>
          </p:nvPr>
        </p:nvSpPr>
        <p:spPr>
          <a:xfrm>
            <a:off x="808252" y="2534280"/>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0F766E"/>
                </a:solidFill>
                <a:latin typeface="Calibri" pitchFamily="34" charset="0"/>
                <a:ea typeface="Calibri" pitchFamily="34" charset="-122"/>
                <a:cs typeface="Calibri" pitchFamily="34" charset="-120"/>
              </a:rPr>
              <a:t>1</a:t>
            </a:r>
            <a:endParaRPr lang="fr-CA" sz="2500" noProof="0" dirty="0"/>
          </a:p>
        </p:txBody>
      </p:sp>
      <p:sp>
        <p:nvSpPr>
          <p:cNvPr id="12" name="Text 10"/>
          <p:cNvSpPr/>
          <p:nvPr>
            <p:custDataLst>
              <p:tags r:id="rId11"/>
            </p:custDataLst>
          </p:nvPr>
        </p:nvSpPr>
        <p:spPr>
          <a:xfrm>
            <a:off x="1385120" y="2574831"/>
            <a:ext cx="3902500" cy="36576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Verify / record the identity</a:t>
            </a:r>
            <a:endParaRPr lang="fr-CA" sz="2000" noProof="0" dirty="0"/>
          </a:p>
        </p:txBody>
      </p:sp>
      <p:sp>
        <p:nvSpPr>
          <p:cNvPr id="13" name="Text 11"/>
          <p:cNvSpPr/>
          <p:nvPr>
            <p:custDataLst>
              <p:tags r:id="rId12"/>
            </p:custDataLst>
          </p:nvPr>
        </p:nvSpPr>
        <p:spPr>
          <a:xfrm>
            <a:off x="1385121" y="3086895"/>
            <a:ext cx="3902500" cy="384048"/>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JRN_EVENT : (CONSUMER_ID, EVENT_ID)</a:t>
            </a:r>
            <a:endParaRPr lang="fr-CA" sz="1720" noProof="0" dirty="0"/>
          </a:p>
        </p:txBody>
      </p:sp>
      <p:sp>
        <p:nvSpPr>
          <p:cNvPr id="14" name="Text 12"/>
          <p:cNvSpPr/>
          <p:nvPr>
            <p:custDataLst>
              <p:tags r:id="rId13"/>
            </p:custDataLst>
          </p:nvPr>
        </p:nvSpPr>
        <p:spPr>
          <a:xfrm>
            <a:off x="808252" y="3539722"/>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0F766E"/>
                </a:solidFill>
                <a:latin typeface="Calibri" pitchFamily="34" charset="0"/>
                <a:ea typeface="Calibri" pitchFamily="34" charset="-122"/>
                <a:cs typeface="Calibri" pitchFamily="34" charset="-120"/>
              </a:rPr>
              <a:t>2</a:t>
            </a:r>
            <a:endParaRPr lang="fr-CA" sz="2500" noProof="0" dirty="0"/>
          </a:p>
        </p:txBody>
      </p:sp>
      <p:sp>
        <p:nvSpPr>
          <p:cNvPr id="15" name="Text 13"/>
          <p:cNvSpPr/>
          <p:nvPr>
            <p:custDataLst>
              <p:tags r:id="rId14"/>
            </p:custDataLst>
          </p:nvPr>
        </p:nvSpPr>
        <p:spPr>
          <a:xfrm>
            <a:off x="1385121" y="3580273"/>
            <a:ext cx="3902500" cy="36576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Apply, then record the outcome</a:t>
            </a:r>
            <a:endParaRPr lang="fr-CA" sz="2000" noProof="0" dirty="0"/>
          </a:p>
        </p:txBody>
      </p:sp>
      <p:sp>
        <p:nvSpPr>
          <p:cNvPr id="16" name="Text 14"/>
          <p:cNvSpPr/>
          <p:nvPr>
            <p:custDataLst>
              <p:tags r:id="rId15"/>
            </p:custDataLst>
          </p:nvPr>
        </p:nvSpPr>
        <p:spPr>
          <a:xfrm>
            <a:off x="1385120" y="4092337"/>
            <a:ext cx="3902500" cy="384048"/>
          </a:xfrm>
          <a:prstGeom prst="rect">
            <a:avLst/>
          </a:prstGeom>
          <a:noFill/>
          <a:ln/>
        </p:spPr>
        <p:txBody>
          <a:bodyPr wrap="square" lIns="0" tIns="0" rIns="0" bIns="0" rtlCol="0" anchor="t">
            <a:normAutofit fontScale="85000" lnSpcReduction="10000"/>
          </a:bodyPr>
          <a:lstStyle/>
          <a:p>
            <a:pPr marL="0" indent="0">
              <a:buNone/>
            </a:pPr>
            <a:r>
              <a:rPr lang="fr-CA" sz="1720" noProof="0" dirty="0">
                <a:solidFill>
                  <a:srgbClr val="486581"/>
                </a:solidFill>
                <a:latin typeface="Calibri" pitchFamily="34" charset="0"/>
                <a:ea typeface="Calibri" pitchFamily="34" charset="-122"/>
                <a:cs typeface="Calibri" pitchFamily="34" charset="-120"/>
              </a:rPr>
              <a:t>INVENTORY + balance + REQUEST + JRN_EVENT</a:t>
            </a:r>
            <a:endParaRPr lang="fr-CA" sz="1720" noProof="0" dirty="0"/>
          </a:p>
        </p:txBody>
      </p:sp>
      <p:sp>
        <p:nvSpPr>
          <p:cNvPr id="21" name="Shape 19"/>
          <p:cNvSpPr/>
          <p:nvPr>
            <p:custDataLst>
              <p:tags r:id="rId16"/>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22" name="Text 20"/>
          <p:cNvSpPr/>
          <p:nvPr>
            <p:custDataLst>
              <p:tags r:id="rId17"/>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Deduplication marker and business effects: commit together, or roll back together.</a:t>
            </a:r>
            <a:endParaRPr lang="fr-CA" sz="1550" noProof="0" dirty="0"/>
          </a:p>
        </p:txBody>
      </p:sp>
      <p:pic>
        <p:nvPicPr>
          <p:cNvPr id="40" name="Image 39">
            <a:extLst>
              <a:ext uri="{FF2B5EF4-FFF2-40B4-BE49-F238E27FC236}">
                <a16:creationId xmlns:a16="http://schemas.microsoft.com/office/drawing/2014/main" id="{703DECC0-4748-F36B-857E-31E3D4C1CCD1}"/>
              </a:ext>
            </a:extLst>
          </p:cNvPr>
          <p:cNvPicPr>
            <a:picLocks noChangeAspect="1"/>
          </p:cNvPicPr>
          <p:nvPr>
            <p:custDataLst>
              <p:tags r:id="rId18"/>
            </p:custDataLst>
          </p:nvPr>
        </p:nvPicPr>
        <p:blipFill>
          <a:blip r:embed="rId30"/>
          <a:stretch>
            <a:fillRect/>
          </a:stretch>
        </p:blipFill>
        <p:spPr>
          <a:xfrm>
            <a:off x="5728914" y="2049050"/>
            <a:ext cx="5819958" cy="3144947"/>
          </a:xfrm>
          <a:prstGeom prst="rect">
            <a:avLst/>
          </a:prstGeom>
        </p:spPr>
      </p:pic>
      <p:sp>
        <p:nvSpPr>
          <p:cNvPr id="28" name="Text 15">
            <a:extLst>
              <a:ext uri="{FF2B5EF4-FFF2-40B4-BE49-F238E27FC236}">
                <a16:creationId xmlns:a16="http://schemas.microsoft.com/office/drawing/2014/main" id="{AE7694D4-E77F-0286-F996-F959F9A9C93D}"/>
              </a:ext>
            </a:extLst>
          </p:cNvPr>
          <p:cNvSpPr/>
          <p:nvPr>
            <p:custDataLst>
              <p:tags r:id="rId19"/>
            </p:custDataLst>
          </p:nvPr>
        </p:nvSpPr>
        <p:spPr>
          <a:xfrm>
            <a:off x="10047382" y="2671243"/>
            <a:ext cx="1597067" cy="603502"/>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Verify</a:t>
            </a:r>
          </a:p>
          <a:p>
            <a:pPr marL="0" indent="0">
              <a:buNone/>
            </a:pPr>
            <a:r>
              <a:rPr lang="fr-CA" sz="1720" noProof="0" dirty="0">
                <a:solidFill>
                  <a:srgbClr val="486581"/>
                </a:solidFill>
                <a:latin typeface="Calibri" pitchFamily="34" charset="0"/>
                <a:ea typeface="Calibri" pitchFamily="34" charset="-122"/>
                <a:cs typeface="Calibri" pitchFamily="34" charset="-120"/>
              </a:rPr>
              <a:t>idempotence.</a:t>
            </a:r>
            <a:endParaRPr lang="fr-CA" sz="1720" noProof="0" dirty="0"/>
          </a:p>
        </p:txBody>
      </p:sp>
      <p:sp>
        <p:nvSpPr>
          <p:cNvPr id="34" name="Shape 18">
            <a:extLst>
              <a:ext uri="{FF2B5EF4-FFF2-40B4-BE49-F238E27FC236}">
                <a16:creationId xmlns:a16="http://schemas.microsoft.com/office/drawing/2014/main" id="{CE817A6D-DDAF-4221-0082-3ADEC8CAE78A}"/>
              </a:ext>
            </a:extLst>
          </p:cNvPr>
          <p:cNvSpPr/>
          <p:nvPr>
            <p:custDataLst>
              <p:tags r:id="rId20"/>
            </p:custDataLst>
          </p:nvPr>
        </p:nvSpPr>
        <p:spPr>
          <a:xfrm flipH="1">
            <a:off x="8484041" y="2976372"/>
            <a:ext cx="1467971" cy="160020"/>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fr-CA" dirty="0"/>
          </a:p>
        </p:txBody>
      </p:sp>
      <p:sp>
        <p:nvSpPr>
          <p:cNvPr id="36" name="Text 15">
            <a:extLst>
              <a:ext uri="{FF2B5EF4-FFF2-40B4-BE49-F238E27FC236}">
                <a16:creationId xmlns:a16="http://schemas.microsoft.com/office/drawing/2014/main" id="{C97EE499-20BF-98FF-A8BE-9ECE60342177}"/>
              </a:ext>
            </a:extLst>
          </p:cNvPr>
          <p:cNvSpPr/>
          <p:nvPr>
            <p:custDataLst>
              <p:tags r:id="rId21"/>
            </p:custDataLst>
          </p:nvPr>
        </p:nvSpPr>
        <p:spPr>
          <a:xfrm>
            <a:off x="7911626" y="1859354"/>
            <a:ext cx="2040385" cy="417502"/>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A single transaction.</a:t>
            </a:r>
            <a:endParaRPr lang="fr-CA" sz="1720" noProof="0" dirty="0"/>
          </a:p>
        </p:txBody>
      </p:sp>
      <p:sp>
        <p:nvSpPr>
          <p:cNvPr id="30" name="Shape 18">
            <a:extLst>
              <a:ext uri="{FF2B5EF4-FFF2-40B4-BE49-F238E27FC236}">
                <a16:creationId xmlns:a16="http://schemas.microsoft.com/office/drawing/2014/main" id="{56FFB5B1-64C6-31B8-EC5D-83B25EFBA911}"/>
              </a:ext>
            </a:extLst>
          </p:cNvPr>
          <p:cNvSpPr/>
          <p:nvPr>
            <p:custDataLst>
              <p:tags r:id="rId22"/>
            </p:custDataLst>
          </p:nvPr>
        </p:nvSpPr>
        <p:spPr>
          <a:xfrm flipH="1">
            <a:off x="6615484" y="2003330"/>
            <a:ext cx="1230068" cy="392398"/>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fr-CA" dirty="0"/>
          </a:p>
        </p:txBody>
      </p:sp>
      <p:sp>
        <p:nvSpPr>
          <p:cNvPr id="32" name="Text 15">
            <a:extLst>
              <a:ext uri="{FF2B5EF4-FFF2-40B4-BE49-F238E27FC236}">
                <a16:creationId xmlns:a16="http://schemas.microsoft.com/office/drawing/2014/main" id="{30066B1F-C24A-3AD0-D7C8-7E4B52D6AB9C}"/>
              </a:ext>
            </a:extLst>
          </p:cNvPr>
          <p:cNvSpPr/>
          <p:nvPr>
            <p:custDataLst>
              <p:tags r:id="rId23"/>
            </p:custDataLst>
          </p:nvPr>
        </p:nvSpPr>
        <p:spPr>
          <a:xfrm>
            <a:off x="9218025" y="3607486"/>
            <a:ext cx="2685077" cy="603503"/>
          </a:xfrm>
          <a:prstGeom prst="rect">
            <a:avLst/>
          </a:prstGeom>
          <a:noFill/>
          <a:ln/>
        </p:spPr>
        <p:txBody>
          <a:bodyPr wrap="square" lIns="0" tIns="0" rIns="0" bIns="0" rtlCol="0" anchor="t">
            <a:normAutofit/>
          </a:bodyPr>
          <a:lstStyle/>
          <a:p>
            <a:pPr marL="0" indent="0">
              <a:buNone/>
            </a:pPr>
            <a:r>
              <a:rPr lang="fr-CA" sz="1720" noProof="1">
                <a:solidFill>
                  <a:srgbClr val="486581"/>
                </a:solidFill>
                <a:latin typeface="Calibri" pitchFamily="34" charset="0"/>
                <a:ea typeface="Calibri" pitchFamily="34" charset="-122"/>
                <a:cs typeface="Calibri" pitchFamily="34" charset="-120"/>
              </a:rPr>
              <a:t>Journal reference for the update.</a:t>
            </a:r>
            <a:endParaRPr lang="fr-CA" sz="1720" noProof="1"/>
          </a:p>
        </p:txBody>
      </p:sp>
      <p:sp>
        <p:nvSpPr>
          <p:cNvPr id="38" name="Shape 18">
            <a:extLst>
              <a:ext uri="{FF2B5EF4-FFF2-40B4-BE49-F238E27FC236}">
                <a16:creationId xmlns:a16="http://schemas.microsoft.com/office/drawing/2014/main" id="{CCDCF7D1-0AA6-E16E-2B42-8D15FD04F4B9}"/>
              </a:ext>
            </a:extLst>
          </p:cNvPr>
          <p:cNvSpPr/>
          <p:nvPr>
            <p:custDataLst>
              <p:tags r:id="rId24"/>
            </p:custDataLst>
          </p:nvPr>
        </p:nvSpPr>
        <p:spPr>
          <a:xfrm flipH="1">
            <a:off x="8627162" y="3849624"/>
            <a:ext cx="590861" cy="132190"/>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fr-CA" dirty="0"/>
          </a:p>
        </p:txBody>
      </p:sp>
      <p:sp>
        <p:nvSpPr>
          <p:cNvPr id="42" name="Text 15">
            <a:extLst>
              <a:ext uri="{FF2B5EF4-FFF2-40B4-BE49-F238E27FC236}">
                <a16:creationId xmlns:a16="http://schemas.microsoft.com/office/drawing/2014/main" id="{07DE219E-B028-5C6D-EDD0-323A46F63A4C}"/>
              </a:ext>
            </a:extLst>
          </p:cNvPr>
          <p:cNvSpPr/>
          <p:nvPr>
            <p:custDataLst>
              <p:tags r:id="rId25"/>
            </p:custDataLst>
          </p:nvPr>
        </p:nvSpPr>
        <p:spPr>
          <a:xfrm>
            <a:off x="9619167" y="4798271"/>
            <a:ext cx="1882791" cy="585422"/>
          </a:xfrm>
          <a:prstGeom prst="rect">
            <a:avLst/>
          </a:prstGeom>
          <a:noFill/>
          <a:ln/>
        </p:spPr>
        <p:txBody>
          <a:bodyPr wrap="square" lIns="0" tIns="0" rIns="0" bIns="0" rtlCol="0" anchor="t">
            <a:normAutofit/>
          </a:bodyPr>
          <a:lstStyle/>
          <a:p>
            <a:pPr marL="0" indent="0">
              <a:buNone/>
            </a:pPr>
            <a:r>
              <a:rPr lang="fr-CA" sz="1720" noProof="1">
                <a:solidFill>
                  <a:srgbClr val="486581"/>
                </a:solidFill>
                <a:latin typeface="Calibri" pitchFamily="34" charset="0"/>
                <a:ea typeface="Calibri" pitchFamily="34" charset="-122"/>
                <a:cs typeface="Calibri" pitchFamily="34" charset="-120"/>
              </a:rPr>
              <a:t>Thus ... start of the business logic.</a:t>
            </a:r>
            <a:endParaRPr lang="fr-CA" sz="1720" noProof="1"/>
          </a:p>
        </p:txBody>
      </p:sp>
      <p:sp>
        <p:nvSpPr>
          <p:cNvPr id="44" name="Shape 18">
            <a:extLst>
              <a:ext uri="{FF2B5EF4-FFF2-40B4-BE49-F238E27FC236}">
                <a16:creationId xmlns:a16="http://schemas.microsoft.com/office/drawing/2014/main" id="{87C45AB9-B348-F4A1-A8AA-E3C830DAACAA}"/>
              </a:ext>
            </a:extLst>
          </p:cNvPr>
          <p:cNvSpPr/>
          <p:nvPr>
            <p:custDataLst>
              <p:tags r:id="rId26"/>
            </p:custDataLst>
          </p:nvPr>
        </p:nvSpPr>
        <p:spPr>
          <a:xfrm flipH="1" flipV="1">
            <a:off x="8821905" y="4911589"/>
            <a:ext cx="751475" cy="160020"/>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fr-CA" dirty="0"/>
          </a:p>
        </p:txBody>
      </p:sp>
      <p:sp>
        <p:nvSpPr>
          <p:cNvPr id="46" name="Text 11">
            <a:extLst>
              <a:ext uri="{FF2B5EF4-FFF2-40B4-BE49-F238E27FC236}">
                <a16:creationId xmlns:a16="http://schemas.microsoft.com/office/drawing/2014/main" id="{7A9E15E9-CC3B-BA44-2565-BDCA9CAF1BC0}"/>
              </a:ext>
            </a:extLst>
          </p:cNvPr>
          <p:cNvSpPr/>
          <p:nvPr>
            <p:custDataLst>
              <p:tags r:id="rId27"/>
            </p:custDataLst>
          </p:nvPr>
        </p:nvSpPr>
        <p:spPr>
          <a:xfrm>
            <a:off x="643128" y="4632630"/>
            <a:ext cx="4731556" cy="722796"/>
          </a:xfrm>
          <a:prstGeom prst="rect">
            <a:avLst/>
          </a:prstGeom>
          <a:noFill/>
          <a:ln/>
        </p:spPr>
        <p:txBody>
          <a:bodyPr wrap="square" lIns="0" tIns="0" rIns="0" bIns="0" rtlCol="0" anchor="t">
            <a:normAutofit/>
          </a:bodyPr>
          <a:lstStyle/>
          <a:p>
            <a:pPr algn="ctr"/>
            <a:r>
              <a:rPr lang="fr-CA" sz="1400" b="1" dirty="0">
                <a:solidFill>
                  <a:schemeClr val="accent6">
                    <a:lumMod val="50000"/>
                  </a:schemeClr>
                </a:solidFill>
              </a:rPr>
              <a:t>A uniqueness constraint remains the authority for deduplication under concurrency. It is not the commit. Keep identity, processing type, and result distinct.</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03 / MAKE EFFECTS RELIABLE</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RETRY / DLT / REPLAY</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An error must follow an explicit path</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Retry a transient incident, isolate a persistent failure, then organize a controlled replay.</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20</a:t>
            </a:r>
            <a:endParaRPr lang="fr-CA" sz="900" noProof="0" dirty="0"/>
          </a:p>
        </p:txBody>
      </p:sp>
      <p:sp>
        <p:nvSpPr>
          <p:cNvPr id="9" name="Shape 7"/>
          <p:cNvSpPr/>
          <p:nvPr>
            <p:custDataLst>
              <p:tags r:id="rId8"/>
            </p:custDataLst>
          </p:nvPr>
        </p:nvSpPr>
        <p:spPr>
          <a:xfrm>
            <a:off x="543670" y="1987032"/>
            <a:ext cx="2404872" cy="1441968"/>
          </a:xfrm>
          <a:prstGeom prst="roundRect">
            <a:avLst>
              <a:gd name="adj" fmla="val 5128"/>
            </a:avLst>
          </a:prstGeom>
          <a:solidFill>
            <a:srgbClr val="EFF6FF"/>
          </a:solidFill>
          <a:ln w="8890">
            <a:solidFill>
              <a:srgbClr val="1F6FEB"/>
            </a:solidFill>
            <a:prstDash val="solid"/>
          </a:ln>
        </p:spPr>
        <p:txBody>
          <a:bodyPr/>
          <a:lstStyle/>
          <a:p>
            <a:endParaRPr lang="fr-CA" noProof="0" dirty="0"/>
          </a:p>
        </p:txBody>
      </p:sp>
      <p:sp>
        <p:nvSpPr>
          <p:cNvPr id="10" name="Text 8"/>
          <p:cNvSpPr/>
          <p:nvPr>
            <p:custDataLst>
              <p:tags r:id="rId9"/>
            </p:custDataLst>
          </p:nvPr>
        </p:nvSpPr>
        <p:spPr>
          <a:xfrm>
            <a:off x="543670" y="2188200"/>
            <a:ext cx="2404872" cy="475488"/>
          </a:xfrm>
          <a:prstGeom prst="rect">
            <a:avLst/>
          </a:prstGeom>
          <a:noFill/>
          <a:ln/>
        </p:spPr>
        <p:txBody>
          <a:bodyPr wrap="square" lIns="0" tIns="0" rIns="0" bIns="0" rtlCol="0" anchor="t">
            <a:normAutofit/>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Failure</a:t>
            </a:r>
            <a:endParaRPr lang="fr-CA" sz="1850" noProof="0" dirty="0"/>
          </a:p>
        </p:txBody>
      </p:sp>
      <p:sp>
        <p:nvSpPr>
          <p:cNvPr id="11" name="Text 9"/>
          <p:cNvSpPr/>
          <p:nvPr>
            <p:custDataLst>
              <p:tags r:id="rId10"/>
            </p:custDataLst>
          </p:nvPr>
        </p:nvSpPr>
        <p:spPr>
          <a:xfrm>
            <a:off x="530352" y="2747973"/>
            <a:ext cx="2404872" cy="320040"/>
          </a:xfrm>
          <a:prstGeom prst="rect">
            <a:avLst/>
          </a:prstGeom>
          <a:noFill/>
          <a:ln/>
        </p:spPr>
        <p:txBody>
          <a:bodyPr wrap="square" lIns="0" tIns="0" rIns="0" bIns="0" rtlCol="0" anchor="t">
            <a:normAutofit/>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Identify the cause</a:t>
            </a:r>
            <a:endParaRPr lang="fr-CA" sz="1620" noProof="0" dirty="0"/>
          </a:p>
        </p:txBody>
      </p:sp>
      <p:sp>
        <p:nvSpPr>
          <p:cNvPr id="12" name="Shape 10"/>
          <p:cNvSpPr/>
          <p:nvPr>
            <p:custDataLst>
              <p:tags r:id="rId11"/>
            </p:custDataLst>
          </p:nvPr>
        </p:nvSpPr>
        <p:spPr>
          <a:xfrm>
            <a:off x="2948542" y="2740417"/>
            <a:ext cx="406510" cy="0"/>
          </a:xfrm>
          <a:prstGeom prst="line">
            <a:avLst/>
          </a:prstGeom>
          <a:noFill/>
          <a:ln w="28575">
            <a:solidFill>
              <a:srgbClr val="1F6FEB"/>
            </a:solidFill>
            <a:prstDash val="solid"/>
            <a:headEnd type="none"/>
            <a:tailEnd type="triangle"/>
          </a:ln>
        </p:spPr>
        <p:txBody>
          <a:bodyPr/>
          <a:lstStyle/>
          <a:p>
            <a:endParaRPr lang="fr-CA" noProof="0" dirty="0"/>
          </a:p>
        </p:txBody>
      </p:sp>
      <p:sp>
        <p:nvSpPr>
          <p:cNvPr id="13" name="Shape 11"/>
          <p:cNvSpPr/>
          <p:nvPr>
            <p:custDataLst>
              <p:tags r:id="rId12"/>
            </p:custDataLst>
          </p:nvPr>
        </p:nvSpPr>
        <p:spPr>
          <a:xfrm>
            <a:off x="3341734" y="1987032"/>
            <a:ext cx="2404872" cy="1441967"/>
          </a:xfrm>
          <a:prstGeom prst="roundRect">
            <a:avLst>
              <a:gd name="adj" fmla="val 5128"/>
            </a:avLst>
          </a:prstGeom>
          <a:solidFill>
            <a:srgbClr val="EFF6FF"/>
          </a:solidFill>
          <a:ln w="8890">
            <a:solidFill>
              <a:srgbClr val="1F6FEB"/>
            </a:solidFill>
            <a:prstDash val="solid"/>
          </a:ln>
        </p:spPr>
        <p:txBody>
          <a:bodyPr/>
          <a:lstStyle/>
          <a:p>
            <a:endParaRPr lang="fr-CA" noProof="0" dirty="0"/>
          </a:p>
        </p:txBody>
      </p:sp>
      <p:sp>
        <p:nvSpPr>
          <p:cNvPr id="14" name="Text 12"/>
          <p:cNvSpPr/>
          <p:nvPr>
            <p:custDataLst>
              <p:tags r:id="rId13"/>
            </p:custDataLst>
          </p:nvPr>
        </p:nvSpPr>
        <p:spPr>
          <a:xfrm>
            <a:off x="3341734" y="2188200"/>
            <a:ext cx="2404872" cy="475488"/>
          </a:xfrm>
          <a:prstGeom prst="rect">
            <a:avLst/>
          </a:prstGeom>
          <a:noFill/>
          <a:ln/>
        </p:spPr>
        <p:txBody>
          <a:bodyPr wrap="square" lIns="0" tIns="0" rIns="0" bIns="0" rtlCol="0" anchor="t">
            <a:normAutofit/>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Bounded retry</a:t>
            </a:r>
            <a:endParaRPr lang="fr-CA" sz="1850" noProof="0" dirty="0"/>
          </a:p>
        </p:txBody>
      </p:sp>
      <p:sp>
        <p:nvSpPr>
          <p:cNvPr id="15" name="Text 13"/>
          <p:cNvSpPr/>
          <p:nvPr>
            <p:custDataLst>
              <p:tags r:id="rId14"/>
            </p:custDataLst>
          </p:nvPr>
        </p:nvSpPr>
        <p:spPr>
          <a:xfrm>
            <a:off x="3368370" y="2743201"/>
            <a:ext cx="2404872" cy="320040"/>
          </a:xfrm>
          <a:prstGeom prst="rect">
            <a:avLst/>
          </a:prstGeom>
          <a:noFill/>
          <a:ln/>
        </p:spPr>
        <p:txBody>
          <a:bodyPr wrap="square" lIns="0" tIns="0" rIns="0" bIns="0" rtlCol="0" anchor="t">
            <a:normAutofit/>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Wait, then retry</a:t>
            </a:r>
            <a:endParaRPr lang="fr-CA" sz="1620" noProof="0" dirty="0"/>
          </a:p>
        </p:txBody>
      </p:sp>
      <p:sp>
        <p:nvSpPr>
          <p:cNvPr id="17" name="Shape 15"/>
          <p:cNvSpPr/>
          <p:nvPr>
            <p:custDataLst>
              <p:tags r:id="rId15"/>
            </p:custDataLst>
          </p:nvPr>
        </p:nvSpPr>
        <p:spPr>
          <a:xfrm>
            <a:off x="6139798" y="1987032"/>
            <a:ext cx="2404872" cy="1441968"/>
          </a:xfrm>
          <a:prstGeom prst="roundRect">
            <a:avLst>
              <a:gd name="adj" fmla="val 5128"/>
            </a:avLst>
          </a:prstGeom>
          <a:solidFill>
            <a:srgbClr val="FFF7ED"/>
          </a:solidFill>
          <a:ln w="8890">
            <a:solidFill>
              <a:srgbClr val="B45309"/>
            </a:solidFill>
            <a:prstDash val="solid"/>
          </a:ln>
        </p:spPr>
        <p:txBody>
          <a:bodyPr/>
          <a:lstStyle/>
          <a:p>
            <a:endParaRPr lang="fr-CA" noProof="0" dirty="0"/>
          </a:p>
        </p:txBody>
      </p:sp>
      <p:sp>
        <p:nvSpPr>
          <p:cNvPr id="18" name="Text 16"/>
          <p:cNvSpPr/>
          <p:nvPr>
            <p:custDataLst>
              <p:tags r:id="rId16"/>
            </p:custDataLst>
          </p:nvPr>
        </p:nvSpPr>
        <p:spPr>
          <a:xfrm>
            <a:off x="6139798" y="2188200"/>
            <a:ext cx="2404872" cy="475488"/>
          </a:xfrm>
          <a:prstGeom prst="rect">
            <a:avLst/>
          </a:prstGeom>
          <a:noFill/>
          <a:ln/>
        </p:spPr>
        <p:txBody>
          <a:bodyPr wrap="square" lIns="0" tIns="0" rIns="0" bIns="0" rtlCol="0" anchor="t">
            <a:normAutofit/>
          </a:bodyPr>
          <a:lstStyle/>
          <a:p>
            <a:pPr marL="0" indent="0" algn="ctr">
              <a:buNone/>
            </a:pPr>
            <a:r>
              <a:rPr lang="fr-CA" sz="1850" b="1" noProof="0" dirty="0">
                <a:solidFill>
                  <a:srgbClr val="B45309"/>
                </a:solidFill>
                <a:latin typeface="Calibri" pitchFamily="34" charset="0"/>
                <a:ea typeface="Calibri" pitchFamily="34" charset="-122"/>
                <a:cs typeface="Calibri" pitchFamily="34" charset="-120"/>
              </a:rPr>
              <a:t>DLT</a:t>
            </a:r>
            <a:endParaRPr lang="fr-CA" sz="1850" noProof="0" dirty="0"/>
          </a:p>
        </p:txBody>
      </p:sp>
      <p:sp>
        <p:nvSpPr>
          <p:cNvPr id="19" name="Text 17"/>
          <p:cNvSpPr/>
          <p:nvPr>
            <p:custDataLst>
              <p:tags r:id="rId17"/>
            </p:custDataLst>
          </p:nvPr>
        </p:nvSpPr>
        <p:spPr>
          <a:xfrm>
            <a:off x="6126480" y="2739624"/>
            <a:ext cx="2418190" cy="320040"/>
          </a:xfrm>
          <a:prstGeom prst="rect">
            <a:avLst/>
          </a:prstGeom>
          <a:noFill/>
          <a:ln/>
        </p:spPr>
        <p:txBody>
          <a:bodyPr wrap="square" lIns="0" tIns="0" rIns="0" bIns="0" rtlCol="0" anchor="t">
            <a:normAutofit/>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Failure topic</a:t>
            </a:r>
            <a:endParaRPr lang="fr-CA" sz="1620" noProof="0" dirty="0"/>
          </a:p>
        </p:txBody>
      </p:sp>
      <p:sp>
        <p:nvSpPr>
          <p:cNvPr id="21" name="Shape 19"/>
          <p:cNvSpPr/>
          <p:nvPr>
            <p:custDataLst>
              <p:tags r:id="rId18"/>
            </p:custDataLst>
          </p:nvPr>
        </p:nvSpPr>
        <p:spPr>
          <a:xfrm>
            <a:off x="8937862" y="1987032"/>
            <a:ext cx="2404872" cy="1441966"/>
          </a:xfrm>
          <a:prstGeom prst="roundRect">
            <a:avLst>
              <a:gd name="adj" fmla="val 5128"/>
            </a:avLst>
          </a:prstGeom>
          <a:solidFill>
            <a:srgbClr val="EFFAF8"/>
          </a:solidFill>
          <a:ln w="8890">
            <a:solidFill>
              <a:srgbClr val="0F766E"/>
            </a:solidFill>
            <a:prstDash val="solid"/>
          </a:ln>
        </p:spPr>
        <p:txBody>
          <a:bodyPr/>
          <a:lstStyle/>
          <a:p>
            <a:endParaRPr lang="fr-CA" noProof="0" dirty="0"/>
          </a:p>
        </p:txBody>
      </p:sp>
      <p:sp>
        <p:nvSpPr>
          <p:cNvPr id="22" name="Text 20"/>
          <p:cNvSpPr/>
          <p:nvPr>
            <p:custDataLst>
              <p:tags r:id="rId19"/>
            </p:custDataLst>
          </p:nvPr>
        </p:nvSpPr>
        <p:spPr>
          <a:xfrm>
            <a:off x="8937862" y="2188200"/>
            <a:ext cx="2404872" cy="475488"/>
          </a:xfrm>
          <a:prstGeom prst="rect">
            <a:avLst/>
          </a:prstGeom>
          <a:noFill/>
          <a:ln/>
        </p:spPr>
        <p:txBody>
          <a:bodyPr wrap="square" lIns="0" tIns="0" rIns="0" bIns="0" rtlCol="0" anchor="t">
            <a:normAutofit/>
          </a:bodyPr>
          <a:lstStyle/>
          <a:p>
            <a:pPr marL="0" indent="0" algn="ctr">
              <a:buNone/>
            </a:pPr>
            <a:r>
              <a:rPr lang="fr-CA" sz="1850" b="1" noProof="0" dirty="0">
                <a:solidFill>
                  <a:srgbClr val="0F766E"/>
                </a:solidFill>
                <a:latin typeface="Calibri" pitchFamily="34" charset="0"/>
                <a:ea typeface="Calibri" pitchFamily="34" charset="-122"/>
                <a:cs typeface="Calibri" pitchFamily="34" charset="-120"/>
              </a:rPr>
              <a:t>Replay</a:t>
            </a:r>
            <a:endParaRPr lang="fr-CA" sz="1850" noProof="0" dirty="0"/>
          </a:p>
        </p:txBody>
      </p:sp>
      <p:sp>
        <p:nvSpPr>
          <p:cNvPr id="23" name="Text 21"/>
          <p:cNvSpPr/>
          <p:nvPr>
            <p:custDataLst>
              <p:tags r:id="rId20"/>
            </p:custDataLst>
          </p:nvPr>
        </p:nvSpPr>
        <p:spPr>
          <a:xfrm>
            <a:off x="8937862" y="2705232"/>
            <a:ext cx="2404872" cy="271536"/>
          </a:xfrm>
          <a:prstGeom prst="rect">
            <a:avLst/>
          </a:prstGeom>
          <a:noFill/>
          <a:ln/>
        </p:spPr>
        <p:txBody>
          <a:bodyPr wrap="square" lIns="0" tIns="0" rIns="0" bIns="0" rtlCol="0" anchor="t">
            <a:normAutofit/>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After analysis and correction</a:t>
            </a:r>
            <a:endParaRPr lang="fr-CA" sz="1620" noProof="0" dirty="0"/>
          </a:p>
        </p:txBody>
      </p:sp>
      <p:sp>
        <p:nvSpPr>
          <p:cNvPr id="24" name="Text 22"/>
          <p:cNvSpPr/>
          <p:nvPr>
            <p:custDataLst>
              <p:tags r:id="rId21"/>
            </p:custDataLst>
          </p:nvPr>
        </p:nvSpPr>
        <p:spPr>
          <a:xfrm>
            <a:off x="768096" y="4649787"/>
            <a:ext cx="10716768" cy="557784"/>
          </a:xfrm>
          <a:prstGeom prst="rect">
            <a:avLst/>
          </a:prstGeom>
          <a:noFill/>
          <a:ln/>
        </p:spPr>
        <p:txBody>
          <a:bodyPr wrap="square" lIns="0" tIns="0" rIns="0" bIns="0" rtlCol="0" anchor="t">
            <a:normAutofit lnSpcReduction="10000"/>
          </a:bodyPr>
          <a:lstStyle/>
          <a:p>
            <a:pPr marL="0" indent="0" algn="ctr">
              <a:buNone/>
            </a:pPr>
            <a:r>
              <a:rPr lang="fr-CA" sz="1900" b="1" noProof="0" dirty="0">
                <a:solidFill>
                  <a:srgbClr val="102A43"/>
                </a:solidFill>
                <a:latin typeface="Calibri" pitchFamily="34" charset="0"/>
                <a:ea typeface="Calibri" pitchFamily="34" charset="-122"/>
                <a:cs typeface="Calibri" pitchFamily="34" charset="-120"/>
              </a:rPr>
              <a:t>Procedure</a:t>
            </a:r>
          </a:p>
          <a:p>
            <a:pPr marL="0" indent="0" algn="ctr">
              <a:buNone/>
            </a:pPr>
            <a:r>
              <a:rPr lang="fr-CA" sz="1900" noProof="0" dirty="0">
                <a:solidFill>
                  <a:srgbClr val="102A43"/>
                </a:solidFill>
                <a:latin typeface="Calibri" pitchFamily="34" charset="0"/>
                <a:ea typeface="Calibri" pitchFamily="34" charset="-122"/>
                <a:cs typeface="Calibri" pitchFamily="34" charset="-120"/>
              </a:rPr>
              <a:t>How to perform the replay … A message in DLT is not a final state.</a:t>
            </a:r>
            <a:endParaRPr lang="fr-CA" sz="1900" noProof="0" dirty="0"/>
          </a:p>
        </p:txBody>
      </p:sp>
      <p:sp>
        <p:nvSpPr>
          <p:cNvPr id="25" name="Shape 23"/>
          <p:cNvSpPr/>
          <p:nvPr>
            <p:custDataLst>
              <p:tags r:id="rId22"/>
            </p:custDataLst>
          </p:nvPr>
        </p:nvSpPr>
        <p:spPr>
          <a:xfrm>
            <a:off x="530352" y="5715000"/>
            <a:ext cx="11128248" cy="448056"/>
          </a:xfrm>
          <a:prstGeom prst="roundRect">
            <a:avLst>
              <a:gd name="adj" fmla="val 20408"/>
            </a:avLst>
          </a:prstGeom>
          <a:solidFill>
            <a:srgbClr val="FFF7ED"/>
          </a:solidFill>
          <a:ln w="8890">
            <a:solidFill>
              <a:srgbClr val="FFF7ED"/>
            </a:solidFill>
            <a:prstDash val="solid"/>
          </a:ln>
        </p:spPr>
        <p:txBody>
          <a:bodyPr/>
          <a:lstStyle/>
          <a:p>
            <a:endParaRPr lang="fr-CA" noProof="0" dirty="0"/>
          </a:p>
        </p:txBody>
      </p:sp>
      <p:sp>
        <p:nvSpPr>
          <p:cNvPr id="26" name="Text 24"/>
          <p:cNvSpPr/>
          <p:nvPr>
            <p:custDataLst>
              <p:tags r:id="rId23"/>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B45309"/>
                </a:solidFill>
                <a:latin typeface="Calibri" pitchFamily="34" charset="0"/>
                <a:ea typeface="Calibri" pitchFamily="34" charset="-122"/>
                <a:cs typeface="Calibri" pitchFamily="34" charset="-120"/>
              </a:rPr>
              <a:t>A DLT must have an owner and a handling procedure (do not turn the DLT into a black hole).</a:t>
            </a:r>
            <a:endParaRPr lang="fr-CA" sz="1550" noProof="0" dirty="0"/>
          </a:p>
        </p:txBody>
      </p:sp>
      <p:sp>
        <p:nvSpPr>
          <p:cNvPr id="32" name="Shape 10">
            <a:extLst>
              <a:ext uri="{FF2B5EF4-FFF2-40B4-BE49-F238E27FC236}">
                <a16:creationId xmlns:a16="http://schemas.microsoft.com/office/drawing/2014/main" id="{E3DBEA03-A0A2-5052-475C-55F48F1C1898}"/>
              </a:ext>
            </a:extLst>
          </p:cNvPr>
          <p:cNvSpPr/>
          <p:nvPr>
            <p:custDataLst>
              <p:tags r:id="rId24"/>
            </p:custDataLst>
          </p:nvPr>
        </p:nvSpPr>
        <p:spPr>
          <a:xfrm>
            <a:off x="5740770" y="2741742"/>
            <a:ext cx="406510" cy="0"/>
          </a:xfrm>
          <a:prstGeom prst="line">
            <a:avLst/>
          </a:prstGeom>
          <a:noFill/>
          <a:ln w="28575">
            <a:solidFill>
              <a:srgbClr val="1F6FEB"/>
            </a:solidFill>
            <a:prstDash val="solid"/>
            <a:headEnd type="none"/>
            <a:tailEnd type="triangle"/>
          </a:ln>
        </p:spPr>
        <p:txBody>
          <a:bodyPr/>
          <a:lstStyle/>
          <a:p>
            <a:endParaRPr lang="fr-CA" noProof="0" dirty="0"/>
          </a:p>
        </p:txBody>
      </p:sp>
      <p:sp>
        <p:nvSpPr>
          <p:cNvPr id="34" name="Shape 10">
            <a:extLst>
              <a:ext uri="{FF2B5EF4-FFF2-40B4-BE49-F238E27FC236}">
                <a16:creationId xmlns:a16="http://schemas.microsoft.com/office/drawing/2014/main" id="{0B060B9E-35DA-0636-5D19-A854D67A6A00}"/>
              </a:ext>
            </a:extLst>
          </p:cNvPr>
          <p:cNvSpPr/>
          <p:nvPr>
            <p:custDataLst>
              <p:tags r:id="rId25"/>
            </p:custDataLst>
          </p:nvPr>
        </p:nvSpPr>
        <p:spPr>
          <a:xfrm>
            <a:off x="8564811" y="2751022"/>
            <a:ext cx="406510" cy="0"/>
          </a:xfrm>
          <a:prstGeom prst="line">
            <a:avLst/>
          </a:prstGeom>
          <a:noFill/>
          <a:ln w="28575">
            <a:solidFill>
              <a:srgbClr val="1F6FEB"/>
            </a:solidFill>
            <a:prstDash val="solid"/>
            <a:headEnd type="none"/>
            <a:tailEnd type="triangle"/>
          </a:ln>
        </p:spPr>
        <p:txBody>
          <a:bodyPr/>
          <a:lstStyle/>
          <a:p>
            <a:endParaRPr lang="fr-CA" noProof="0" dirty="0"/>
          </a:p>
        </p:txBody>
      </p:sp>
      <p:sp>
        <p:nvSpPr>
          <p:cNvPr id="36" name="Text 22">
            <a:extLst>
              <a:ext uri="{FF2B5EF4-FFF2-40B4-BE49-F238E27FC236}">
                <a16:creationId xmlns:a16="http://schemas.microsoft.com/office/drawing/2014/main" id="{6A9C6AB3-D664-821D-B062-80AB2037F593}"/>
              </a:ext>
            </a:extLst>
          </p:cNvPr>
          <p:cNvSpPr/>
          <p:nvPr>
            <p:custDataLst>
              <p:tags r:id="rId26"/>
            </p:custDataLst>
          </p:nvPr>
        </p:nvSpPr>
        <p:spPr>
          <a:xfrm>
            <a:off x="731520" y="3791906"/>
            <a:ext cx="10716768" cy="557784"/>
          </a:xfrm>
          <a:prstGeom prst="rect">
            <a:avLst/>
          </a:prstGeom>
          <a:noFill/>
          <a:ln/>
        </p:spPr>
        <p:txBody>
          <a:bodyPr wrap="square" lIns="0" tIns="0" rIns="0" bIns="0" rtlCol="0" anchor="t">
            <a:normAutofit lnSpcReduction="10000"/>
          </a:bodyPr>
          <a:lstStyle/>
          <a:p>
            <a:pPr marL="0" indent="0" algn="ctr">
              <a:buNone/>
            </a:pPr>
            <a:r>
              <a:rPr lang="fr-CA" sz="1900" b="1" noProof="0" dirty="0">
                <a:solidFill>
                  <a:srgbClr val="102A43"/>
                </a:solidFill>
                <a:latin typeface="Calibri" pitchFamily="34" charset="0"/>
                <a:ea typeface="Calibri" pitchFamily="34" charset="-122"/>
                <a:cs typeface="Calibri" pitchFamily="34" charset="-120"/>
              </a:rPr>
              <a:t>Context</a:t>
            </a:r>
          </a:p>
          <a:p>
            <a:pPr marL="0" indent="0" algn="ctr">
              <a:buNone/>
            </a:pPr>
            <a:r>
              <a:rPr lang="fr-CA" sz="1900" noProof="0" dirty="0">
                <a:solidFill>
                  <a:srgbClr val="102A43"/>
                </a:solidFill>
                <a:latin typeface="Calibri" pitchFamily="34" charset="0"/>
                <a:ea typeface="Calibri" pitchFamily="34" charset="-122"/>
                <a:cs typeface="Calibri" pitchFamily="34" charset="-120"/>
              </a:rPr>
              <a:t>Event identity, topic, partition, offset, and failure cause.</a:t>
            </a:r>
            <a:endParaRPr lang="fr-CA" sz="1900" noProof="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04 / EXPLORE FLINK</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TWO SANDBOX PATHS</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Flink changes the transport, not the business intent</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The Flink button selects the publication topic; both paths converge to the same processing.</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21</a:t>
            </a:r>
            <a:endParaRPr lang="fr-CA" sz="900" noProof="0" dirty="0"/>
          </a:p>
        </p:txBody>
      </p:sp>
      <p:sp>
        <p:nvSpPr>
          <p:cNvPr id="12" name="Shape 10"/>
          <p:cNvSpPr/>
          <p:nvPr>
            <p:custDataLst>
              <p:tags r:id="rId8"/>
            </p:custDataLst>
          </p:nvPr>
        </p:nvSpPr>
        <p:spPr>
          <a:xfrm>
            <a:off x="3020568" y="1994705"/>
            <a:ext cx="3419856" cy="1344168"/>
          </a:xfrm>
          <a:prstGeom prst="roundRect">
            <a:avLst>
              <a:gd name="adj" fmla="val 6803"/>
            </a:avLst>
          </a:prstGeom>
          <a:solidFill>
            <a:srgbClr val="EFF6FF"/>
          </a:solidFill>
          <a:ln w="8890">
            <a:solidFill>
              <a:srgbClr val="1F6FEB"/>
            </a:solidFill>
            <a:prstDash val="solid"/>
          </a:ln>
        </p:spPr>
        <p:txBody>
          <a:bodyPr/>
          <a:lstStyle/>
          <a:p>
            <a:endParaRPr lang="fr-CA" noProof="0" dirty="0"/>
          </a:p>
        </p:txBody>
      </p:sp>
      <p:sp>
        <p:nvSpPr>
          <p:cNvPr id="13" name="Text 11"/>
          <p:cNvSpPr/>
          <p:nvPr>
            <p:custDataLst>
              <p:tags r:id="rId9"/>
            </p:custDataLst>
          </p:nvPr>
        </p:nvSpPr>
        <p:spPr>
          <a:xfrm>
            <a:off x="3166872" y="2195873"/>
            <a:ext cx="3127248" cy="475488"/>
          </a:xfrm>
          <a:prstGeom prst="rect">
            <a:avLst/>
          </a:prstGeom>
          <a:noFill/>
          <a:ln/>
        </p:spPr>
        <p:txBody>
          <a:bodyPr wrap="square" lIns="0" tIns="0" rIns="0" bIns="0" rtlCol="0" anchor="t">
            <a:normAutofit/>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Direct Kafka</a:t>
            </a:r>
            <a:endParaRPr lang="fr-CA" sz="1850" noProof="0" dirty="0"/>
          </a:p>
        </p:txBody>
      </p:sp>
      <p:sp>
        <p:nvSpPr>
          <p:cNvPr id="14" name="Text 12"/>
          <p:cNvSpPr/>
          <p:nvPr>
            <p:custDataLst>
              <p:tags r:id="rId10"/>
            </p:custDataLst>
          </p:nvPr>
        </p:nvSpPr>
        <p:spPr>
          <a:xfrm>
            <a:off x="3185160" y="2762801"/>
            <a:ext cx="3090672" cy="438912"/>
          </a:xfrm>
          <a:prstGeom prst="rect">
            <a:avLst/>
          </a:prstGeom>
          <a:noFill/>
          <a:ln/>
        </p:spPr>
        <p:txBody>
          <a:bodyPr wrap="square" lIns="0" tIns="0" rIns="0" bIns="0" rtlCol="0" anchor="t">
            <a:normAutofit/>
          </a:bodyPr>
          <a:lstStyle/>
          <a:p>
            <a:pPr marL="0" indent="0" algn="ctr">
              <a:buNone/>
            </a:pPr>
            <a:r>
              <a:rPr lang="fr-CA" sz="1620" noProof="1">
                <a:solidFill>
                  <a:srgbClr val="486581"/>
                </a:solidFill>
                <a:latin typeface="Calibri" pitchFamily="34" charset="0"/>
                <a:ea typeface="Calibri" pitchFamily="34" charset="-122"/>
                <a:cs typeface="Calibri" pitchFamily="34" charset="-120"/>
              </a:rPr>
              <a:t>APP-Kafka-Requests</a:t>
            </a:r>
            <a:endParaRPr lang="fr-CA" sz="1620" noProof="1"/>
          </a:p>
        </p:txBody>
      </p:sp>
      <p:sp>
        <p:nvSpPr>
          <p:cNvPr id="15" name="Shape 13"/>
          <p:cNvSpPr/>
          <p:nvPr>
            <p:custDataLst>
              <p:tags r:id="rId11"/>
            </p:custDataLst>
          </p:nvPr>
        </p:nvSpPr>
        <p:spPr>
          <a:xfrm>
            <a:off x="3020568" y="3640625"/>
            <a:ext cx="3419856" cy="1344168"/>
          </a:xfrm>
          <a:prstGeom prst="roundRect">
            <a:avLst>
              <a:gd name="adj" fmla="val 6803"/>
            </a:avLst>
          </a:prstGeom>
          <a:solidFill>
            <a:srgbClr val="EFFAF8"/>
          </a:solidFill>
          <a:ln w="8890">
            <a:solidFill>
              <a:srgbClr val="0F766E"/>
            </a:solidFill>
            <a:prstDash val="solid"/>
          </a:ln>
        </p:spPr>
        <p:txBody>
          <a:bodyPr/>
          <a:lstStyle/>
          <a:p>
            <a:endParaRPr lang="fr-CA" noProof="0" dirty="0"/>
          </a:p>
        </p:txBody>
      </p:sp>
      <p:sp>
        <p:nvSpPr>
          <p:cNvPr id="16" name="Text 14"/>
          <p:cNvSpPr/>
          <p:nvPr>
            <p:custDataLst>
              <p:tags r:id="rId12"/>
            </p:custDataLst>
          </p:nvPr>
        </p:nvSpPr>
        <p:spPr>
          <a:xfrm>
            <a:off x="3166872" y="3841793"/>
            <a:ext cx="3127248" cy="475488"/>
          </a:xfrm>
          <a:prstGeom prst="rect">
            <a:avLst/>
          </a:prstGeom>
          <a:noFill/>
          <a:ln/>
        </p:spPr>
        <p:txBody>
          <a:bodyPr wrap="square" lIns="0" tIns="0" rIns="0" bIns="0" rtlCol="0" anchor="t">
            <a:normAutofit/>
          </a:bodyPr>
          <a:lstStyle/>
          <a:p>
            <a:pPr marL="0" indent="0" algn="ctr">
              <a:buNone/>
            </a:pPr>
            <a:r>
              <a:rPr lang="fr-CA" sz="1850" b="1" noProof="0" dirty="0">
                <a:solidFill>
                  <a:srgbClr val="0F766E"/>
                </a:solidFill>
                <a:latin typeface="Calibri" pitchFamily="34" charset="0"/>
                <a:ea typeface="Calibri" pitchFamily="34" charset="-122"/>
                <a:cs typeface="Calibri" pitchFamily="34" charset="-120"/>
              </a:rPr>
              <a:t>Flink path</a:t>
            </a:r>
            <a:endParaRPr lang="fr-CA" sz="1850" noProof="0" dirty="0"/>
          </a:p>
        </p:txBody>
      </p:sp>
      <p:sp>
        <p:nvSpPr>
          <p:cNvPr id="17" name="Text 15"/>
          <p:cNvSpPr/>
          <p:nvPr>
            <p:custDataLst>
              <p:tags r:id="rId13"/>
            </p:custDataLst>
          </p:nvPr>
        </p:nvSpPr>
        <p:spPr>
          <a:xfrm>
            <a:off x="3185160" y="4408721"/>
            <a:ext cx="3090672" cy="438912"/>
          </a:xfrm>
          <a:prstGeom prst="rect">
            <a:avLst/>
          </a:prstGeom>
          <a:noFill/>
          <a:ln/>
        </p:spPr>
        <p:txBody>
          <a:bodyPr wrap="square" lIns="0" tIns="0" rIns="0" bIns="0" rtlCol="0" anchor="t">
            <a:normAutofit/>
          </a:bodyPr>
          <a:lstStyle/>
          <a:p>
            <a:pPr marL="0" indent="0" algn="ctr">
              <a:buNone/>
            </a:pPr>
            <a:r>
              <a:rPr lang="fr-CA" sz="1620" noProof="1">
                <a:solidFill>
                  <a:srgbClr val="486581"/>
                </a:solidFill>
                <a:latin typeface="Calibri" pitchFamily="34" charset="0"/>
                <a:ea typeface="Calibri" pitchFamily="34" charset="-122"/>
                <a:cs typeface="Calibri" pitchFamily="34" charset="-120"/>
              </a:rPr>
              <a:t>APP-Flink-Requests</a:t>
            </a:r>
            <a:endParaRPr lang="fr-CA" sz="1620" noProof="1"/>
          </a:p>
        </p:txBody>
      </p:sp>
      <p:sp>
        <p:nvSpPr>
          <p:cNvPr id="18" name="Shape 16"/>
          <p:cNvSpPr/>
          <p:nvPr>
            <p:custDataLst>
              <p:tags r:id="rId14"/>
            </p:custDataLst>
          </p:nvPr>
        </p:nvSpPr>
        <p:spPr>
          <a:xfrm>
            <a:off x="6987540" y="1994705"/>
            <a:ext cx="2121408" cy="1344168"/>
          </a:xfrm>
          <a:prstGeom prst="roundRect">
            <a:avLst>
              <a:gd name="adj" fmla="val 6803"/>
            </a:avLst>
          </a:prstGeom>
          <a:solidFill>
            <a:srgbClr val="EFF6FF"/>
          </a:solidFill>
          <a:ln w="8890">
            <a:solidFill>
              <a:srgbClr val="1F6FEB"/>
            </a:solidFill>
            <a:prstDash val="solid"/>
          </a:ln>
        </p:spPr>
        <p:txBody>
          <a:bodyPr/>
          <a:lstStyle/>
          <a:p>
            <a:endParaRPr lang="fr-CA" noProof="0" dirty="0"/>
          </a:p>
        </p:txBody>
      </p:sp>
      <p:sp>
        <p:nvSpPr>
          <p:cNvPr id="19" name="Text 17"/>
          <p:cNvSpPr/>
          <p:nvPr>
            <p:custDataLst>
              <p:tags r:id="rId15"/>
            </p:custDataLst>
          </p:nvPr>
        </p:nvSpPr>
        <p:spPr>
          <a:xfrm>
            <a:off x="7133844" y="2195873"/>
            <a:ext cx="1828800" cy="475488"/>
          </a:xfrm>
          <a:prstGeom prst="rect">
            <a:avLst/>
          </a:prstGeom>
          <a:noFill/>
          <a:ln/>
        </p:spPr>
        <p:txBody>
          <a:bodyPr wrap="square" lIns="0" tIns="0" rIns="0" bIns="0" rtlCol="0" anchor="t">
            <a:normAutofit/>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Listener</a:t>
            </a:r>
            <a:endParaRPr lang="fr-CA" sz="1850" noProof="0" dirty="0"/>
          </a:p>
        </p:txBody>
      </p:sp>
      <p:sp>
        <p:nvSpPr>
          <p:cNvPr id="20" name="Text 18"/>
          <p:cNvSpPr/>
          <p:nvPr>
            <p:custDataLst>
              <p:tags r:id="rId16"/>
            </p:custDataLst>
          </p:nvPr>
        </p:nvSpPr>
        <p:spPr>
          <a:xfrm>
            <a:off x="7152132" y="2762801"/>
            <a:ext cx="1792224" cy="438912"/>
          </a:xfrm>
          <a:prstGeom prst="rect">
            <a:avLst/>
          </a:prstGeom>
          <a:noFill/>
          <a:ln/>
        </p:spPr>
        <p:txBody>
          <a:bodyPr wrap="square" lIns="0" tIns="0" rIns="0" bIns="0" rtlCol="0" anchor="t">
            <a:normAutofit/>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Spring Kafka</a:t>
            </a:r>
            <a:endParaRPr lang="fr-CA" sz="1620" noProof="0" dirty="0"/>
          </a:p>
        </p:txBody>
      </p:sp>
      <p:sp>
        <p:nvSpPr>
          <p:cNvPr id="21" name="Shape 19"/>
          <p:cNvSpPr/>
          <p:nvPr>
            <p:custDataLst>
              <p:tags r:id="rId17"/>
            </p:custDataLst>
          </p:nvPr>
        </p:nvSpPr>
        <p:spPr>
          <a:xfrm>
            <a:off x="6987540" y="3640625"/>
            <a:ext cx="2121408" cy="1344168"/>
          </a:xfrm>
          <a:prstGeom prst="roundRect">
            <a:avLst>
              <a:gd name="adj" fmla="val 6803"/>
            </a:avLst>
          </a:prstGeom>
          <a:solidFill>
            <a:srgbClr val="EFFAF8"/>
          </a:solidFill>
          <a:ln w="8890">
            <a:solidFill>
              <a:srgbClr val="0F766E"/>
            </a:solidFill>
            <a:prstDash val="solid"/>
          </a:ln>
        </p:spPr>
        <p:txBody>
          <a:bodyPr/>
          <a:lstStyle/>
          <a:p>
            <a:endParaRPr lang="fr-CA" noProof="0" dirty="0"/>
          </a:p>
        </p:txBody>
      </p:sp>
      <p:sp>
        <p:nvSpPr>
          <p:cNvPr id="22" name="Text 20"/>
          <p:cNvSpPr/>
          <p:nvPr>
            <p:custDataLst>
              <p:tags r:id="rId18"/>
            </p:custDataLst>
          </p:nvPr>
        </p:nvSpPr>
        <p:spPr>
          <a:xfrm>
            <a:off x="7133844" y="3841793"/>
            <a:ext cx="1828800" cy="475488"/>
          </a:xfrm>
          <a:prstGeom prst="rect">
            <a:avLst/>
          </a:prstGeom>
          <a:noFill/>
          <a:ln/>
        </p:spPr>
        <p:txBody>
          <a:bodyPr wrap="square" lIns="0" tIns="0" rIns="0" bIns="0" rtlCol="0" anchor="t">
            <a:normAutofit/>
          </a:bodyPr>
          <a:lstStyle/>
          <a:p>
            <a:pPr marL="0" indent="0" algn="ctr">
              <a:buNone/>
            </a:pPr>
            <a:r>
              <a:rPr lang="fr-CA" sz="1850" b="1" noProof="0" dirty="0">
                <a:solidFill>
                  <a:srgbClr val="0F766E"/>
                </a:solidFill>
                <a:latin typeface="Calibri" pitchFamily="34" charset="0"/>
                <a:ea typeface="Calibri" pitchFamily="34" charset="-122"/>
                <a:cs typeface="Calibri" pitchFamily="34" charset="-120"/>
              </a:rPr>
              <a:t>Job Flink</a:t>
            </a:r>
            <a:endParaRPr lang="fr-CA" sz="1850" noProof="0" dirty="0"/>
          </a:p>
        </p:txBody>
      </p:sp>
      <p:sp>
        <p:nvSpPr>
          <p:cNvPr id="23" name="Text 21"/>
          <p:cNvSpPr/>
          <p:nvPr>
            <p:custDataLst>
              <p:tags r:id="rId19"/>
            </p:custDataLst>
          </p:nvPr>
        </p:nvSpPr>
        <p:spPr>
          <a:xfrm>
            <a:off x="7152132" y="4408721"/>
            <a:ext cx="1792224" cy="438912"/>
          </a:xfrm>
          <a:prstGeom prst="rect">
            <a:avLst/>
          </a:prstGeom>
          <a:noFill/>
          <a:ln/>
        </p:spPr>
        <p:txBody>
          <a:bodyPr wrap="square" lIns="0" tIns="0" rIns="0" bIns="0" rtlCol="0" anchor="t">
            <a:normAutofit/>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ProcessorSink</a:t>
            </a:r>
            <a:endParaRPr lang="fr-CA" sz="1620" noProof="0" dirty="0"/>
          </a:p>
        </p:txBody>
      </p:sp>
      <p:sp>
        <p:nvSpPr>
          <p:cNvPr id="27" name="Shape 25"/>
          <p:cNvSpPr/>
          <p:nvPr>
            <p:custDataLst>
              <p:tags r:id="rId20"/>
            </p:custDataLst>
          </p:nvPr>
        </p:nvSpPr>
        <p:spPr>
          <a:xfrm flipV="1">
            <a:off x="2532888" y="2721653"/>
            <a:ext cx="505968" cy="480060"/>
          </a:xfrm>
          <a:prstGeom prst="line">
            <a:avLst/>
          </a:prstGeom>
          <a:noFill/>
          <a:ln w="28575">
            <a:solidFill>
              <a:srgbClr val="1F6FEB"/>
            </a:solidFill>
            <a:prstDash val="solid"/>
            <a:headEnd type="none"/>
            <a:tailEnd type="triangle"/>
          </a:ln>
        </p:spPr>
        <p:txBody>
          <a:bodyPr/>
          <a:lstStyle/>
          <a:p>
            <a:endParaRPr lang="fr-CA" noProof="0" dirty="0"/>
          </a:p>
        </p:txBody>
      </p:sp>
      <p:sp>
        <p:nvSpPr>
          <p:cNvPr id="28" name="Shape 26"/>
          <p:cNvSpPr/>
          <p:nvPr>
            <p:custDataLst>
              <p:tags r:id="rId21"/>
            </p:custDataLst>
          </p:nvPr>
        </p:nvSpPr>
        <p:spPr>
          <a:xfrm>
            <a:off x="2514600" y="3713777"/>
            <a:ext cx="505968" cy="603504"/>
          </a:xfrm>
          <a:prstGeom prst="line">
            <a:avLst/>
          </a:prstGeom>
          <a:noFill/>
          <a:ln w="28575">
            <a:solidFill>
              <a:srgbClr val="0F766E"/>
            </a:solidFill>
            <a:prstDash val="solid"/>
            <a:headEnd type="none"/>
            <a:tailEnd type="triangle"/>
          </a:ln>
        </p:spPr>
        <p:txBody>
          <a:bodyPr/>
          <a:lstStyle/>
          <a:p>
            <a:endParaRPr lang="fr-CA" noProof="0" dirty="0"/>
          </a:p>
        </p:txBody>
      </p:sp>
      <p:sp>
        <p:nvSpPr>
          <p:cNvPr id="29" name="Shape 27"/>
          <p:cNvSpPr/>
          <p:nvPr>
            <p:custDataLst>
              <p:tags r:id="rId22"/>
            </p:custDataLst>
          </p:nvPr>
        </p:nvSpPr>
        <p:spPr>
          <a:xfrm>
            <a:off x="6440424" y="2671361"/>
            <a:ext cx="547116" cy="0"/>
          </a:xfrm>
          <a:prstGeom prst="line">
            <a:avLst/>
          </a:prstGeom>
          <a:noFill/>
          <a:ln w="28575">
            <a:solidFill>
              <a:srgbClr val="1F6FEB"/>
            </a:solidFill>
            <a:prstDash val="solid"/>
            <a:headEnd type="none"/>
            <a:tailEnd type="triangle"/>
          </a:ln>
        </p:spPr>
        <p:txBody>
          <a:bodyPr/>
          <a:lstStyle/>
          <a:p>
            <a:endParaRPr lang="fr-CA" noProof="0" dirty="0"/>
          </a:p>
        </p:txBody>
      </p:sp>
      <p:sp>
        <p:nvSpPr>
          <p:cNvPr id="30" name="Shape 28"/>
          <p:cNvSpPr/>
          <p:nvPr>
            <p:custDataLst>
              <p:tags r:id="rId23"/>
            </p:custDataLst>
          </p:nvPr>
        </p:nvSpPr>
        <p:spPr>
          <a:xfrm>
            <a:off x="6440424" y="4317281"/>
            <a:ext cx="547116" cy="0"/>
          </a:xfrm>
          <a:prstGeom prst="line">
            <a:avLst/>
          </a:prstGeom>
          <a:noFill/>
          <a:ln w="28575">
            <a:solidFill>
              <a:srgbClr val="0F766E"/>
            </a:solidFill>
            <a:prstDash val="solid"/>
            <a:headEnd type="none"/>
            <a:tailEnd type="triangle"/>
          </a:ln>
        </p:spPr>
        <p:txBody>
          <a:bodyPr/>
          <a:lstStyle/>
          <a:p>
            <a:endParaRPr lang="fr-CA" noProof="0" dirty="0"/>
          </a:p>
        </p:txBody>
      </p:sp>
      <p:sp>
        <p:nvSpPr>
          <p:cNvPr id="31" name="Shape 29"/>
          <p:cNvSpPr/>
          <p:nvPr>
            <p:custDataLst>
              <p:tags r:id="rId24"/>
            </p:custDataLst>
          </p:nvPr>
        </p:nvSpPr>
        <p:spPr>
          <a:xfrm>
            <a:off x="9090660" y="2598213"/>
            <a:ext cx="562356" cy="704084"/>
          </a:xfrm>
          <a:prstGeom prst="line">
            <a:avLst/>
          </a:prstGeom>
          <a:noFill/>
          <a:ln w="28575">
            <a:solidFill>
              <a:srgbClr val="1F6FEB"/>
            </a:solidFill>
            <a:prstDash val="solid"/>
            <a:headEnd type="none"/>
            <a:tailEnd type="triangle"/>
          </a:ln>
        </p:spPr>
        <p:txBody>
          <a:bodyPr/>
          <a:lstStyle/>
          <a:p>
            <a:endParaRPr lang="fr-CA" noProof="0" dirty="0"/>
          </a:p>
        </p:txBody>
      </p:sp>
      <p:sp>
        <p:nvSpPr>
          <p:cNvPr id="32" name="Shape 30"/>
          <p:cNvSpPr/>
          <p:nvPr>
            <p:custDataLst>
              <p:tags r:id="rId25"/>
            </p:custDataLst>
          </p:nvPr>
        </p:nvSpPr>
        <p:spPr>
          <a:xfrm flipV="1">
            <a:off x="9127236" y="3677201"/>
            <a:ext cx="525780" cy="704084"/>
          </a:xfrm>
          <a:prstGeom prst="line">
            <a:avLst/>
          </a:prstGeom>
          <a:noFill/>
          <a:ln w="28575">
            <a:solidFill>
              <a:srgbClr val="0F766E"/>
            </a:solidFill>
            <a:prstDash val="solid"/>
            <a:headEnd type="none"/>
            <a:tailEnd type="triangle"/>
          </a:ln>
        </p:spPr>
        <p:txBody>
          <a:bodyPr/>
          <a:lstStyle/>
          <a:p>
            <a:endParaRPr lang="fr-CA" noProof="0" dirty="0"/>
          </a:p>
        </p:txBody>
      </p:sp>
      <p:sp>
        <p:nvSpPr>
          <p:cNvPr id="33" name="Shape 31"/>
          <p:cNvSpPr/>
          <p:nvPr>
            <p:custDataLst>
              <p:tags r:id="rId26"/>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34" name="Text 32"/>
          <p:cNvSpPr/>
          <p:nvPr>
            <p:custDataLst>
              <p:tags r:id="rId27"/>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The same SQL effect, but different progress and recovery boundaries.</a:t>
            </a:r>
            <a:endParaRPr lang="fr-CA" sz="1550" noProof="0" dirty="0"/>
          </a:p>
        </p:txBody>
      </p:sp>
      <p:sp>
        <p:nvSpPr>
          <p:cNvPr id="36" name="Shape 7">
            <a:extLst>
              <a:ext uri="{FF2B5EF4-FFF2-40B4-BE49-F238E27FC236}">
                <a16:creationId xmlns:a16="http://schemas.microsoft.com/office/drawing/2014/main" id="{580B7EFD-F16C-A3CE-9662-44C3E441C232}"/>
              </a:ext>
            </a:extLst>
          </p:cNvPr>
          <p:cNvSpPr/>
          <p:nvPr>
            <p:custDataLst>
              <p:tags r:id="rId28"/>
            </p:custDataLst>
          </p:nvPr>
        </p:nvSpPr>
        <p:spPr>
          <a:xfrm>
            <a:off x="9656064" y="2813093"/>
            <a:ext cx="2002536" cy="1353312"/>
          </a:xfrm>
          <a:prstGeom prst="roundRect">
            <a:avLst>
              <a:gd name="adj" fmla="val 6757"/>
            </a:avLst>
          </a:prstGeom>
          <a:solidFill>
            <a:srgbClr val="F5F8FC"/>
          </a:solidFill>
          <a:ln w="8890">
            <a:solidFill>
              <a:srgbClr val="102A43"/>
            </a:solidFill>
            <a:prstDash val="solid"/>
          </a:ln>
        </p:spPr>
        <p:txBody>
          <a:bodyPr/>
          <a:lstStyle/>
          <a:p>
            <a:endParaRPr lang="fr-CA" noProof="0" dirty="0"/>
          </a:p>
        </p:txBody>
      </p:sp>
      <p:sp>
        <p:nvSpPr>
          <p:cNvPr id="38" name="Text 8">
            <a:extLst>
              <a:ext uri="{FF2B5EF4-FFF2-40B4-BE49-F238E27FC236}">
                <a16:creationId xmlns:a16="http://schemas.microsoft.com/office/drawing/2014/main" id="{B3312F8D-004E-4229-5F15-0C4130209F17}"/>
              </a:ext>
            </a:extLst>
          </p:cNvPr>
          <p:cNvSpPr/>
          <p:nvPr>
            <p:custDataLst>
              <p:tags r:id="rId29"/>
            </p:custDataLst>
          </p:nvPr>
        </p:nvSpPr>
        <p:spPr>
          <a:xfrm>
            <a:off x="9802368" y="3014261"/>
            <a:ext cx="1709928" cy="475488"/>
          </a:xfrm>
          <a:prstGeom prst="rect">
            <a:avLst/>
          </a:prstGeom>
          <a:noFill/>
          <a:ln/>
        </p:spPr>
        <p:txBody>
          <a:bodyPr wrap="square" lIns="0" tIns="0" rIns="0" bIns="0" rtlCol="0" anchor="t">
            <a:normAutofit/>
          </a:bodyPr>
          <a:lstStyle/>
          <a:p>
            <a:pPr algn="ctr"/>
            <a:r>
              <a:rPr lang="fr-CA" sz="1850" b="1" noProof="0" dirty="0">
                <a:solidFill>
                  <a:srgbClr val="102A43"/>
                </a:solidFill>
                <a:latin typeface="Calibri" pitchFamily="34" charset="0"/>
                <a:ea typeface="Calibri" pitchFamily="34" charset="-122"/>
                <a:cs typeface="Calibri" pitchFamily="34" charset="-120"/>
              </a:rPr>
              <a:t>Business</a:t>
            </a:r>
            <a:endParaRPr lang="fr-CA" sz="1850" noProof="0" dirty="0"/>
          </a:p>
        </p:txBody>
      </p:sp>
      <p:sp>
        <p:nvSpPr>
          <p:cNvPr id="40" name="Text 9">
            <a:extLst>
              <a:ext uri="{FF2B5EF4-FFF2-40B4-BE49-F238E27FC236}">
                <a16:creationId xmlns:a16="http://schemas.microsoft.com/office/drawing/2014/main" id="{7C6BB356-E351-A86E-EC94-BCF159115A51}"/>
              </a:ext>
            </a:extLst>
          </p:cNvPr>
          <p:cNvSpPr/>
          <p:nvPr>
            <p:custDataLst>
              <p:tags r:id="rId30"/>
            </p:custDataLst>
          </p:nvPr>
        </p:nvSpPr>
        <p:spPr>
          <a:xfrm>
            <a:off x="9820656" y="3581189"/>
            <a:ext cx="1673352" cy="448056"/>
          </a:xfrm>
          <a:prstGeom prst="rect">
            <a:avLst/>
          </a:prstGeom>
          <a:noFill/>
          <a:ln/>
        </p:spPr>
        <p:txBody>
          <a:bodyPr wrap="square" lIns="0" tIns="0" rIns="0" bIns="0" rtlCol="0" anchor="t">
            <a:normAutofit lnSpcReduction="10000"/>
          </a:bodyPr>
          <a:lstStyle/>
          <a:p>
            <a:pPr algn="ctr"/>
            <a:r>
              <a:rPr lang="fr-CA" sz="1620" noProof="0" dirty="0">
                <a:solidFill>
                  <a:srgbClr val="486581"/>
                </a:solidFill>
                <a:latin typeface="Calibri" pitchFamily="34" charset="0"/>
                <a:ea typeface="Calibri" pitchFamily="34" charset="-122"/>
                <a:cs typeface="Calibri" pitchFamily="34" charset="-120"/>
              </a:rPr>
              <a:t>handle()</a:t>
            </a:r>
            <a:endParaRPr lang="fr-CA" sz="1620" noProof="0" dirty="0"/>
          </a:p>
          <a:p>
            <a:pPr algn="ctr"/>
            <a:r>
              <a:rPr lang="fr-CA" sz="1620" noProof="0" dirty="0">
                <a:solidFill>
                  <a:srgbClr val="486581"/>
                </a:solidFill>
                <a:latin typeface="Calibri" pitchFamily="34" charset="0"/>
                <a:ea typeface="Calibri" pitchFamily="34" charset="-122"/>
                <a:cs typeface="Calibri" pitchFamily="34" charset="-120"/>
              </a:rPr>
              <a:t>process()</a:t>
            </a:r>
            <a:endParaRPr lang="fr-CA" sz="1620" noProof="0" dirty="0"/>
          </a:p>
          <a:p>
            <a:pPr marL="0" indent="0" algn="ctr">
              <a:buNone/>
            </a:pPr>
            <a:endParaRPr lang="fr-CA" sz="1620" noProof="0" dirty="0"/>
          </a:p>
        </p:txBody>
      </p:sp>
      <p:sp>
        <p:nvSpPr>
          <p:cNvPr id="9" name="Shape 7"/>
          <p:cNvSpPr/>
          <p:nvPr>
            <p:custDataLst>
              <p:tags r:id="rId31"/>
            </p:custDataLst>
          </p:nvPr>
        </p:nvSpPr>
        <p:spPr>
          <a:xfrm>
            <a:off x="530352" y="2787606"/>
            <a:ext cx="2002536" cy="1353312"/>
          </a:xfrm>
          <a:prstGeom prst="roundRect">
            <a:avLst>
              <a:gd name="adj" fmla="val 6757"/>
            </a:avLst>
          </a:prstGeom>
          <a:solidFill>
            <a:srgbClr val="F5F8FC"/>
          </a:solidFill>
          <a:ln w="8890">
            <a:solidFill>
              <a:srgbClr val="102A43"/>
            </a:solidFill>
            <a:prstDash val="solid"/>
          </a:ln>
        </p:spPr>
        <p:txBody>
          <a:bodyPr/>
          <a:lstStyle/>
          <a:p>
            <a:endParaRPr lang="fr-CA" noProof="0" dirty="0"/>
          </a:p>
        </p:txBody>
      </p:sp>
      <p:sp>
        <p:nvSpPr>
          <p:cNvPr id="10" name="Text 8"/>
          <p:cNvSpPr/>
          <p:nvPr>
            <p:custDataLst>
              <p:tags r:id="rId32"/>
            </p:custDataLst>
          </p:nvPr>
        </p:nvSpPr>
        <p:spPr>
          <a:xfrm>
            <a:off x="676656" y="2988774"/>
            <a:ext cx="1709928" cy="475488"/>
          </a:xfrm>
          <a:prstGeom prst="rect">
            <a:avLst/>
          </a:prstGeom>
          <a:noFill/>
          <a:ln/>
        </p:spPr>
        <p:txBody>
          <a:bodyPr wrap="square" lIns="0" tIns="0" rIns="0" bIns="0" rtlCol="0" anchor="t">
            <a:normAutofit/>
          </a:bodyPr>
          <a:lstStyle/>
          <a:p>
            <a:pPr marL="0" indent="0" algn="ctr">
              <a:buNone/>
            </a:pPr>
            <a:r>
              <a:rPr lang="fr-CA" sz="1850" b="1" noProof="0" dirty="0">
                <a:solidFill>
                  <a:srgbClr val="102A43"/>
                </a:solidFill>
                <a:latin typeface="Calibri" pitchFamily="34" charset="0"/>
                <a:ea typeface="Calibri" pitchFamily="34" charset="-122"/>
                <a:cs typeface="Calibri" pitchFamily="34" charset="-120"/>
              </a:rPr>
              <a:t>PipelineSrv</a:t>
            </a:r>
            <a:endParaRPr lang="fr-CA" sz="1850" noProof="0" dirty="0"/>
          </a:p>
        </p:txBody>
      </p:sp>
      <p:sp>
        <p:nvSpPr>
          <p:cNvPr id="11" name="Text 9"/>
          <p:cNvSpPr/>
          <p:nvPr>
            <p:custDataLst>
              <p:tags r:id="rId33"/>
            </p:custDataLst>
          </p:nvPr>
        </p:nvSpPr>
        <p:spPr>
          <a:xfrm>
            <a:off x="694944" y="3555702"/>
            <a:ext cx="1673352" cy="448056"/>
          </a:xfrm>
          <a:prstGeom prst="rect">
            <a:avLst/>
          </a:prstGeom>
          <a:noFill/>
          <a:ln/>
        </p:spPr>
        <p:txBody>
          <a:bodyPr wrap="square" lIns="0" tIns="0" rIns="0" bIns="0" rtlCol="0" anchor="t">
            <a:normAutofit/>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Publication</a:t>
            </a:r>
            <a:endParaRPr lang="fr-CA" sz="1620" noProof="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04 / EXPLORE FLINK</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CHECKPOINT AND EXTERNAL EFFECT</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A Flink checkpoint is not a SQL commit</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The last completed checkpoint sets the Flink recovery point, not the state already committed in SQL.</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22</a:t>
            </a:r>
            <a:endParaRPr lang="fr-CA" sz="900" noProof="0" dirty="0"/>
          </a:p>
        </p:txBody>
      </p:sp>
      <p:sp>
        <p:nvSpPr>
          <p:cNvPr id="9" name="Text 7"/>
          <p:cNvSpPr/>
          <p:nvPr>
            <p:custDataLst>
              <p:tags r:id="rId8"/>
            </p:custDataLst>
          </p:nvPr>
        </p:nvSpPr>
        <p:spPr>
          <a:xfrm>
            <a:off x="974078" y="2403670"/>
            <a:ext cx="1540522" cy="217771"/>
          </a:xfrm>
          <a:prstGeom prst="rect">
            <a:avLst/>
          </a:prstGeom>
          <a:noFill/>
          <a:ln/>
        </p:spPr>
        <p:txBody>
          <a:bodyPr wrap="square" lIns="0" tIns="0" rIns="0" bIns="0" rtlCol="0" anchor="t">
            <a:normAutofit/>
          </a:bodyPr>
          <a:lstStyle/>
          <a:p>
            <a:pPr marL="0" indent="0">
              <a:buNone/>
            </a:pPr>
            <a:r>
              <a:rPr lang="fr-CA" sz="1400" b="1" kern="0" spc="50" noProof="0" dirty="0">
                <a:solidFill>
                  <a:srgbClr val="1F6FEB"/>
                </a:solidFill>
                <a:latin typeface="Calibri" pitchFamily="34" charset="0"/>
                <a:ea typeface="Calibri" pitchFamily="34" charset="-122"/>
                <a:cs typeface="Calibri" pitchFamily="34" charset="-120"/>
              </a:rPr>
              <a:t>DIRECT PATH</a:t>
            </a:r>
            <a:endParaRPr lang="fr-CA" sz="1100" noProof="0" dirty="0"/>
          </a:p>
        </p:txBody>
      </p:sp>
      <p:sp>
        <p:nvSpPr>
          <p:cNvPr id="10" name="Text 8"/>
          <p:cNvSpPr/>
          <p:nvPr>
            <p:custDataLst>
              <p:tags r:id="rId9"/>
            </p:custDataLst>
          </p:nvPr>
        </p:nvSpPr>
        <p:spPr>
          <a:xfrm>
            <a:off x="974079" y="4139587"/>
            <a:ext cx="1540522" cy="252661"/>
          </a:xfrm>
          <a:prstGeom prst="rect">
            <a:avLst/>
          </a:prstGeom>
          <a:noFill/>
          <a:ln/>
        </p:spPr>
        <p:txBody>
          <a:bodyPr wrap="square" lIns="0" tIns="0" rIns="0" bIns="0" rtlCol="0" anchor="t">
            <a:noAutofit/>
          </a:bodyPr>
          <a:lstStyle/>
          <a:p>
            <a:pPr marL="0" indent="0">
              <a:buNone/>
            </a:pPr>
            <a:r>
              <a:rPr lang="fr-CA" sz="1400" b="1" kern="0" spc="50" noProof="0" dirty="0">
                <a:solidFill>
                  <a:srgbClr val="0F766E"/>
                </a:solidFill>
                <a:latin typeface="Calibri" pitchFamily="34" charset="0"/>
                <a:ea typeface="Calibri" pitchFamily="34" charset="-122"/>
                <a:cs typeface="Calibri" pitchFamily="34" charset="-120"/>
              </a:rPr>
              <a:t>FLINK PATH</a:t>
            </a:r>
            <a:endParaRPr lang="fr-CA" sz="1400" noProof="0" dirty="0"/>
          </a:p>
        </p:txBody>
      </p:sp>
      <p:sp>
        <p:nvSpPr>
          <p:cNvPr id="11" name="Shape 9"/>
          <p:cNvSpPr/>
          <p:nvPr>
            <p:custDataLst>
              <p:tags r:id="rId10"/>
            </p:custDataLst>
          </p:nvPr>
        </p:nvSpPr>
        <p:spPr>
          <a:xfrm>
            <a:off x="2496312" y="2017937"/>
            <a:ext cx="2724912" cy="1051560"/>
          </a:xfrm>
          <a:prstGeom prst="roundRect">
            <a:avLst>
              <a:gd name="adj" fmla="val 8696"/>
            </a:avLst>
          </a:prstGeom>
          <a:solidFill>
            <a:srgbClr val="EFF6FF"/>
          </a:solidFill>
          <a:ln w="8890">
            <a:solidFill>
              <a:srgbClr val="1F6FEB"/>
            </a:solidFill>
            <a:prstDash val="solid"/>
          </a:ln>
        </p:spPr>
        <p:txBody>
          <a:bodyPr/>
          <a:lstStyle/>
          <a:p>
            <a:endParaRPr lang="fr-CA" noProof="0" dirty="0"/>
          </a:p>
        </p:txBody>
      </p:sp>
      <p:sp>
        <p:nvSpPr>
          <p:cNvPr id="12" name="Text 10"/>
          <p:cNvSpPr/>
          <p:nvPr>
            <p:custDataLst>
              <p:tags r:id="rId11"/>
            </p:custDataLst>
          </p:nvPr>
        </p:nvSpPr>
        <p:spPr>
          <a:xfrm>
            <a:off x="2642616" y="2219105"/>
            <a:ext cx="2432304" cy="475488"/>
          </a:xfrm>
          <a:prstGeom prst="rect">
            <a:avLst/>
          </a:prstGeom>
          <a:noFill/>
          <a:ln/>
        </p:spPr>
        <p:txBody>
          <a:bodyPr wrap="square" lIns="0" tIns="0" rIns="0" bIns="0" rtlCol="0" anchor="t">
            <a:normAutofit/>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Commit SQL r1</a:t>
            </a:r>
            <a:endParaRPr lang="fr-CA" sz="1850" noProof="0" dirty="0"/>
          </a:p>
        </p:txBody>
      </p:sp>
      <p:sp>
        <p:nvSpPr>
          <p:cNvPr id="13" name="Text 11"/>
          <p:cNvSpPr/>
          <p:nvPr>
            <p:custDataLst>
              <p:tags r:id="rId12"/>
            </p:custDataLst>
          </p:nvPr>
        </p:nvSpPr>
        <p:spPr>
          <a:xfrm>
            <a:off x="2496312" y="3136392"/>
            <a:ext cx="2724912" cy="256032"/>
          </a:xfrm>
          <a:prstGeom prst="rect">
            <a:avLst/>
          </a:prstGeom>
          <a:noFill/>
          <a:ln/>
        </p:spPr>
        <p:txBody>
          <a:bodyPr wrap="square" lIns="0" tIns="0" rIns="0" bIns="0" rtlCol="0" anchor="t">
            <a:normAutofit/>
          </a:bodyPr>
          <a:lstStyle/>
          <a:p>
            <a:pPr marL="0" indent="0" algn="ctr">
              <a:buNone/>
            </a:pPr>
            <a:r>
              <a:rPr lang="fr-CA" sz="1600" noProof="0" dirty="0">
                <a:solidFill>
                  <a:srgbClr val="1F6FEB"/>
                </a:solidFill>
                <a:latin typeface="Calibri" pitchFamily="34" charset="0"/>
                <a:ea typeface="Calibri" pitchFamily="34" charset="-122"/>
                <a:cs typeface="Calibri" pitchFamily="34" charset="-120"/>
              </a:rPr>
              <a:t>then ACK</a:t>
            </a:r>
            <a:endParaRPr lang="fr-CA" sz="1600" noProof="0" dirty="0"/>
          </a:p>
        </p:txBody>
      </p:sp>
      <p:sp>
        <p:nvSpPr>
          <p:cNvPr id="14" name="Shape 12"/>
          <p:cNvSpPr/>
          <p:nvPr>
            <p:custDataLst>
              <p:tags r:id="rId13"/>
            </p:custDataLst>
          </p:nvPr>
        </p:nvSpPr>
        <p:spPr>
          <a:xfrm>
            <a:off x="5221224" y="2530001"/>
            <a:ext cx="228600" cy="0"/>
          </a:xfrm>
          <a:prstGeom prst="line">
            <a:avLst/>
          </a:prstGeom>
          <a:noFill/>
          <a:ln w="28575">
            <a:solidFill>
              <a:srgbClr val="1F6FEB"/>
            </a:solidFill>
            <a:prstDash val="solid"/>
            <a:headEnd type="none"/>
            <a:tailEnd type="triangle"/>
          </a:ln>
        </p:spPr>
        <p:txBody>
          <a:bodyPr/>
          <a:lstStyle/>
          <a:p>
            <a:endParaRPr lang="fr-CA" noProof="0" dirty="0"/>
          </a:p>
        </p:txBody>
      </p:sp>
      <p:sp>
        <p:nvSpPr>
          <p:cNvPr id="15" name="Shape 13"/>
          <p:cNvSpPr/>
          <p:nvPr>
            <p:custDataLst>
              <p:tags r:id="rId14"/>
            </p:custDataLst>
          </p:nvPr>
        </p:nvSpPr>
        <p:spPr>
          <a:xfrm>
            <a:off x="5449824" y="2017937"/>
            <a:ext cx="2724912" cy="1051560"/>
          </a:xfrm>
          <a:prstGeom prst="roundRect">
            <a:avLst>
              <a:gd name="adj" fmla="val 8696"/>
            </a:avLst>
          </a:prstGeom>
          <a:solidFill>
            <a:srgbClr val="EFF6FF"/>
          </a:solidFill>
          <a:ln w="8890">
            <a:solidFill>
              <a:srgbClr val="1F6FEB"/>
            </a:solidFill>
            <a:prstDash val="solid"/>
          </a:ln>
        </p:spPr>
        <p:txBody>
          <a:bodyPr/>
          <a:lstStyle/>
          <a:p>
            <a:endParaRPr lang="fr-CA" noProof="0" dirty="0"/>
          </a:p>
        </p:txBody>
      </p:sp>
      <p:sp>
        <p:nvSpPr>
          <p:cNvPr id="16" name="Text 14"/>
          <p:cNvSpPr/>
          <p:nvPr>
            <p:custDataLst>
              <p:tags r:id="rId15"/>
            </p:custDataLst>
          </p:nvPr>
        </p:nvSpPr>
        <p:spPr>
          <a:xfrm>
            <a:off x="5596128" y="2219105"/>
            <a:ext cx="2432304" cy="475488"/>
          </a:xfrm>
          <a:prstGeom prst="rect">
            <a:avLst/>
          </a:prstGeom>
          <a:noFill/>
          <a:ln/>
        </p:spPr>
        <p:txBody>
          <a:bodyPr wrap="square" lIns="0" tIns="0" rIns="0" bIns="0" rtlCol="0" anchor="t">
            <a:normAutofit/>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Commit SQL r2</a:t>
            </a:r>
            <a:endParaRPr lang="fr-CA" sz="1850" noProof="0" dirty="0"/>
          </a:p>
        </p:txBody>
      </p:sp>
      <p:sp>
        <p:nvSpPr>
          <p:cNvPr id="17" name="Text 15"/>
          <p:cNvSpPr/>
          <p:nvPr>
            <p:custDataLst>
              <p:tags r:id="rId16"/>
            </p:custDataLst>
          </p:nvPr>
        </p:nvSpPr>
        <p:spPr>
          <a:xfrm>
            <a:off x="5449824" y="3136392"/>
            <a:ext cx="2724912" cy="256032"/>
          </a:xfrm>
          <a:prstGeom prst="rect">
            <a:avLst/>
          </a:prstGeom>
          <a:noFill/>
          <a:ln/>
        </p:spPr>
        <p:txBody>
          <a:bodyPr wrap="square" lIns="0" tIns="0" rIns="0" bIns="0" rtlCol="0" anchor="t">
            <a:normAutofit/>
          </a:bodyPr>
          <a:lstStyle/>
          <a:p>
            <a:pPr marL="0" indent="0" algn="ctr">
              <a:buNone/>
            </a:pPr>
            <a:r>
              <a:rPr lang="fr-CA" sz="1600" noProof="0" dirty="0">
                <a:solidFill>
                  <a:srgbClr val="1F6FEB"/>
                </a:solidFill>
                <a:latin typeface="Calibri" pitchFamily="34" charset="0"/>
                <a:ea typeface="Calibri" pitchFamily="34" charset="-122"/>
                <a:cs typeface="Calibri" pitchFamily="34" charset="-120"/>
              </a:rPr>
              <a:t>then ACK</a:t>
            </a:r>
            <a:endParaRPr lang="fr-CA" sz="1600" noProof="0" dirty="0"/>
          </a:p>
        </p:txBody>
      </p:sp>
      <p:sp>
        <p:nvSpPr>
          <p:cNvPr id="18" name="Shape 16"/>
          <p:cNvSpPr/>
          <p:nvPr>
            <p:custDataLst>
              <p:tags r:id="rId17"/>
            </p:custDataLst>
          </p:nvPr>
        </p:nvSpPr>
        <p:spPr>
          <a:xfrm>
            <a:off x="8174736" y="2530001"/>
            <a:ext cx="228600" cy="0"/>
          </a:xfrm>
          <a:prstGeom prst="line">
            <a:avLst/>
          </a:prstGeom>
          <a:noFill/>
          <a:ln w="28575">
            <a:solidFill>
              <a:srgbClr val="1F6FEB"/>
            </a:solidFill>
            <a:prstDash val="solid"/>
            <a:headEnd type="none"/>
            <a:tailEnd type="triangle"/>
          </a:ln>
        </p:spPr>
        <p:txBody>
          <a:bodyPr/>
          <a:lstStyle/>
          <a:p>
            <a:endParaRPr lang="fr-CA" noProof="0" dirty="0"/>
          </a:p>
        </p:txBody>
      </p:sp>
      <p:sp>
        <p:nvSpPr>
          <p:cNvPr id="19" name="Shape 17"/>
          <p:cNvSpPr/>
          <p:nvPr>
            <p:custDataLst>
              <p:tags r:id="rId18"/>
            </p:custDataLst>
          </p:nvPr>
        </p:nvSpPr>
        <p:spPr>
          <a:xfrm>
            <a:off x="8403336" y="2017937"/>
            <a:ext cx="2724912" cy="1051560"/>
          </a:xfrm>
          <a:prstGeom prst="roundRect">
            <a:avLst>
              <a:gd name="adj" fmla="val 8696"/>
            </a:avLst>
          </a:prstGeom>
          <a:solidFill>
            <a:srgbClr val="EFF6FF"/>
          </a:solidFill>
          <a:ln w="8890">
            <a:solidFill>
              <a:srgbClr val="1F6FEB"/>
            </a:solidFill>
            <a:prstDash val="solid"/>
          </a:ln>
        </p:spPr>
        <p:txBody>
          <a:bodyPr/>
          <a:lstStyle/>
          <a:p>
            <a:endParaRPr lang="fr-CA" noProof="0" dirty="0"/>
          </a:p>
        </p:txBody>
      </p:sp>
      <p:sp>
        <p:nvSpPr>
          <p:cNvPr id="20" name="Text 18"/>
          <p:cNvSpPr/>
          <p:nvPr>
            <p:custDataLst>
              <p:tags r:id="rId19"/>
            </p:custDataLst>
          </p:nvPr>
        </p:nvSpPr>
        <p:spPr>
          <a:xfrm>
            <a:off x="8549640" y="2219105"/>
            <a:ext cx="2432304" cy="475488"/>
          </a:xfrm>
          <a:prstGeom prst="rect">
            <a:avLst/>
          </a:prstGeom>
          <a:noFill/>
          <a:ln/>
        </p:spPr>
        <p:txBody>
          <a:bodyPr wrap="square" lIns="0" tIns="0" rIns="0" bIns="0" rtlCol="0" anchor="t">
            <a:normAutofit/>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Commit SQL r3</a:t>
            </a:r>
            <a:endParaRPr lang="fr-CA" sz="1850" noProof="0" dirty="0"/>
          </a:p>
        </p:txBody>
      </p:sp>
      <p:sp>
        <p:nvSpPr>
          <p:cNvPr id="21" name="Text 19"/>
          <p:cNvSpPr/>
          <p:nvPr>
            <p:custDataLst>
              <p:tags r:id="rId20"/>
            </p:custDataLst>
          </p:nvPr>
        </p:nvSpPr>
        <p:spPr>
          <a:xfrm>
            <a:off x="8403336" y="3136392"/>
            <a:ext cx="2724912" cy="256032"/>
          </a:xfrm>
          <a:prstGeom prst="rect">
            <a:avLst/>
          </a:prstGeom>
          <a:noFill/>
          <a:ln/>
        </p:spPr>
        <p:txBody>
          <a:bodyPr wrap="square" lIns="0" tIns="0" rIns="0" bIns="0" rtlCol="0" anchor="t">
            <a:normAutofit/>
          </a:bodyPr>
          <a:lstStyle/>
          <a:p>
            <a:pPr marL="0" indent="0" algn="ctr">
              <a:buNone/>
            </a:pPr>
            <a:r>
              <a:rPr lang="fr-CA" sz="1600" noProof="0" dirty="0">
                <a:solidFill>
                  <a:srgbClr val="1F6FEB"/>
                </a:solidFill>
                <a:latin typeface="Calibri" pitchFamily="34" charset="0"/>
                <a:ea typeface="Calibri" pitchFamily="34" charset="-122"/>
                <a:cs typeface="Calibri" pitchFamily="34" charset="-120"/>
              </a:rPr>
              <a:t>then ACK</a:t>
            </a:r>
            <a:endParaRPr lang="fr-CA" sz="1600" noProof="0" dirty="0"/>
          </a:p>
        </p:txBody>
      </p:sp>
      <p:sp>
        <p:nvSpPr>
          <p:cNvPr id="22" name="Shape 20"/>
          <p:cNvSpPr/>
          <p:nvPr>
            <p:custDataLst>
              <p:tags r:id="rId21"/>
            </p:custDataLst>
          </p:nvPr>
        </p:nvSpPr>
        <p:spPr>
          <a:xfrm>
            <a:off x="2496312" y="3746153"/>
            <a:ext cx="2724912" cy="1051560"/>
          </a:xfrm>
          <a:prstGeom prst="roundRect">
            <a:avLst>
              <a:gd name="adj" fmla="val 8696"/>
            </a:avLst>
          </a:prstGeom>
          <a:solidFill>
            <a:srgbClr val="EFFAF8"/>
          </a:solidFill>
          <a:ln w="8890">
            <a:solidFill>
              <a:srgbClr val="0F766E"/>
            </a:solidFill>
            <a:prstDash val="solid"/>
          </a:ln>
        </p:spPr>
        <p:txBody>
          <a:bodyPr/>
          <a:lstStyle/>
          <a:p>
            <a:endParaRPr lang="fr-CA" noProof="0" dirty="0"/>
          </a:p>
        </p:txBody>
      </p:sp>
      <p:sp>
        <p:nvSpPr>
          <p:cNvPr id="23" name="Text 21"/>
          <p:cNvSpPr/>
          <p:nvPr>
            <p:custDataLst>
              <p:tags r:id="rId22"/>
            </p:custDataLst>
          </p:nvPr>
        </p:nvSpPr>
        <p:spPr>
          <a:xfrm>
            <a:off x="2642616" y="3947321"/>
            <a:ext cx="2432304" cy="475488"/>
          </a:xfrm>
          <a:prstGeom prst="rect">
            <a:avLst/>
          </a:prstGeom>
          <a:noFill/>
          <a:ln/>
        </p:spPr>
        <p:txBody>
          <a:bodyPr wrap="square" lIns="0" tIns="0" rIns="0" bIns="0" rtlCol="0" anchor="t">
            <a:normAutofit/>
          </a:bodyPr>
          <a:lstStyle/>
          <a:p>
            <a:pPr marL="0" indent="0" algn="ctr">
              <a:buNone/>
            </a:pPr>
            <a:r>
              <a:rPr lang="fr-CA" sz="1850" b="1" noProof="0" dirty="0">
                <a:solidFill>
                  <a:srgbClr val="0F766E"/>
                </a:solidFill>
                <a:latin typeface="Calibri" pitchFamily="34" charset="0"/>
                <a:ea typeface="Calibri" pitchFamily="34" charset="-122"/>
                <a:cs typeface="Calibri" pitchFamily="34" charset="-120"/>
              </a:rPr>
              <a:t>Commit SQL r1</a:t>
            </a:r>
            <a:endParaRPr lang="fr-CA" sz="1850" noProof="0" dirty="0"/>
          </a:p>
        </p:txBody>
      </p:sp>
      <p:sp>
        <p:nvSpPr>
          <p:cNvPr id="24" name="Shape 22"/>
          <p:cNvSpPr/>
          <p:nvPr>
            <p:custDataLst>
              <p:tags r:id="rId23"/>
            </p:custDataLst>
          </p:nvPr>
        </p:nvSpPr>
        <p:spPr>
          <a:xfrm>
            <a:off x="5221224" y="4267361"/>
            <a:ext cx="228600" cy="0"/>
          </a:xfrm>
          <a:prstGeom prst="line">
            <a:avLst/>
          </a:prstGeom>
          <a:noFill/>
          <a:ln w="28575">
            <a:solidFill>
              <a:srgbClr val="0F766E"/>
            </a:solidFill>
            <a:prstDash val="solid"/>
            <a:headEnd type="none"/>
            <a:tailEnd type="triangle"/>
          </a:ln>
        </p:spPr>
        <p:txBody>
          <a:bodyPr/>
          <a:lstStyle/>
          <a:p>
            <a:endParaRPr lang="fr-CA" noProof="0" dirty="0"/>
          </a:p>
        </p:txBody>
      </p:sp>
      <p:sp>
        <p:nvSpPr>
          <p:cNvPr id="25" name="Shape 23"/>
          <p:cNvSpPr/>
          <p:nvPr>
            <p:custDataLst>
              <p:tags r:id="rId24"/>
            </p:custDataLst>
          </p:nvPr>
        </p:nvSpPr>
        <p:spPr>
          <a:xfrm>
            <a:off x="5449824" y="3746153"/>
            <a:ext cx="2724912" cy="1051560"/>
          </a:xfrm>
          <a:prstGeom prst="roundRect">
            <a:avLst>
              <a:gd name="adj" fmla="val 8696"/>
            </a:avLst>
          </a:prstGeom>
          <a:solidFill>
            <a:srgbClr val="EFFAF8"/>
          </a:solidFill>
          <a:ln w="8890">
            <a:solidFill>
              <a:srgbClr val="0F766E"/>
            </a:solidFill>
            <a:prstDash val="solid"/>
          </a:ln>
        </p:spPr>
        <p:txBody>
          <a:bodyPr/>
          <a:lstStyle/>
          <a:p>
            <a:endParaRPr lang="fr-CA" noProof="0" dirty="0"/>
          </a:p>
        </p:txBody>
      </p:sp>
      <p:sp>
        <p:nvSpPr>
          <p:cNvPr id="26" name="Text 24"/>
          <p:cNvSpPr/>
          <p:nvPr>
            <p:custDataLst>
              <p:tags r:id="rId25"/>
            </p:custDataLst>
          </p:nvPr>
        </p:nvSpPr>
        <p:spPr>
          <a:xfrm>
            <a:off x="5596128" y="3947321"/>
            <a:ext cx="2432304" cy="475488"/>
          </a:xfrm>
          <a:prstGeom prst="rect">
            <a:avLst/>
          </a:prstGeom>
          <a:noFill/>
          <a:ln/>
        </p:spPr>
        <p:txBody>
          <a:bodyPr wrap="square" lIns="0" tIns="0" rIns="0" bIns="0" rtlCol="0" anchor="t">
            <a:normAutofit/>
          </a:bodyPr>
          <a:lstStyle/>
          <a:p>
            <a:pPr marL="0" indent="0" algn="ctr">
              <a:buNone/>
            </a:pPr>
            <a:r>
              <a:rPr lang="fr-CA" sz="1850" b="1" noProof="0" dirty="0">
                <a:solidFill>
                  <a:srgbClr val="0F766E"/>
                </a:solidFill>
                <a:latin typeface="Calibri" pitchFamily="34" charset="0"/>
                <a:ea typeface="Calibri" pitchFamily="34" charset="-122"/>
                <a:cs typeface="Calibri" pitchFamily="34" charset="-120"/>
              </a:rPr>
              <a:t>Commit SQL r2</a:t>
            </a:r>
            <a:endParaRPr lang="fr-CA" sz="1850" noProof="0" dirty="0"/>
          </a:p>
        </p:txBody>
      </p:sp>
      <p:sp>
        <p:nvSpPr>
          <p:cNvPr id="27" name="Shape 25"/>
          <p:cNvSpPr/>
          <p:nvPr>
            <p:custDataLst>
              <p:tags r:id="rId26"/>
            </p:custDataLst>
          </p:nvPr>
        </p:nvSpPr>
        <p:spPr>
          <a:xfrm>
            <a:off x="8174736" y="4267361"/>
            <a:ext cx="228600" cy="0"/>
          </a:xfrm>
          <a:prstGeom prst="line">
            <a:avLst/>
          </a:prstGeom>
          <a:noFill/>
          <a:ln w="28575">
            <a:solidFill>
              <a:srgbClr val="0F766E"/>
            </a:solidFill>
            <a:prstDash val="solid"/>
            <a:headEnd type="none"/>
            <a:tailEnd type="triangle"/>
          </a:ln>
        </p:spPr>
        <p:txBody>
          <a:bodyPr/>
          <a:lstStyle/>
          <a:p>
            <a:endParaRPr lang="fr-CA" noProof="0" dirty="0"/>
          </a:p>
        </p:txBody>
      </p:sp>
      <p:sp>
        <p:nvSpPr>
          <p:cNvPr id="28" name="Shape 26"/>
          <p:cNvSpPr/>
          <p:nvPr>
            <p:custDataLst>
              <p:tags r:id="rId27"/>
            </p:custDataLst>
          </p:nvPr>
        </p:nvSpPr>
        <p:spPr>
          <a:xfrm>
            <a:off x="8403336" y="3746153"/>
            <a:ext cx="2724912" cy="1051560"/>
          </a:xfrm>
          <a:prstGeom prst="roundRect">
            <a:avLst>
              <a:gd name="adj" fmla="val 8696"/>
            </a:avLst>
          </a:prstGeom>
          <a:solidFill>
            <a:srgbClr val="EFFAF8"/>
          </a:solidFill>
          <a:ln w="8890">
            <a:solidFill>
              <a:srgbClr val="0F766E"/>
            </a:solidFill>
            <a:prstDash val="solid"/>
          </a:ln>
        </p:spPr>
        <p:txBody>
          <a:bodyPr/>
          <a:lstStyle/>
          <a:p>
            <a:endParaRPr lang="fr-CA" noProof="0" dirty="0"/>
          </a:p>
        </p:txBody>
      </p:sp>
      <p:sp>
        <p:nvSpPr>
          <p:cNvPr id="29" name="Text 27"/>
          <p:cNvSpPr/>
          <p:nvPr>
            <p:custDataLst>
              <p:tags r:id="rId28"/>
            </p:custDataLst>
          </p:nvPr>
        </p:nvSpPr>
        <p:spPr>
          <a:xfrm>
            <a:off x="8549640" y="3947321"/>
            <a:ext cx="2432304" cy="475488"/>
          </a:xfrm>
          <a:prstGeom prst="rect">
            <a:avLst/>
          </a:prstGeom>
          <a:noFill/>
          <a:ln/>
        </p:spPr>
        <p:txBody>
          <a:bodyPr wrap="square" lIns="0" tIns="0" rIns="0" bIns="0" rtlCol="0" anchor="t">
            <a:normAutofit/>
          </a:bodyPr>
          <a:lstStyle/>
          <a:p>
            <a:pPr marL="0" indent="0" algn="ctr">
              <a:buNone/>
            </a:pPr>
            <a:r>
              <a:rPr lang="fr-CA" sz="1850" b="1" noProof="0" dirty="0">
                <a:solidFill>
                  <a:srgbClr val="0F766E"/>
                </a:solidFill>
                <a:latin typeface="Calibri" pitchFamily="34" charset="0"/>
                <a:ea typeface="Calibri" pitchFamily="34" charset="-122"/>
                <a:cs typeface="Calibri" pitchFamily="34" charset="-120"/>
              </a:rPr>
              <a:t>Checkpoint</a:t>
            </a:r>
            <a:endParaRPr lang="fr-CA" sz="1850" noProof="0" dirty="0"/>
          </a:p>
        </p:txBody>
      </p:sp>
      <p:sp>
        <p:nvSpPr>
          <p:cNvPr id="30" name="Text 28"/>
          <p:cNvSpPr/>
          <p:nvPr>
            <p:custDataLst>
              <p:tags r:id="rId29"/>
            </p:custDataLst>
          </p:nvPr>
        </p:nvSpPr>
        <p:spPr>
          <a:xfrm>
            <a:off x="2523744" y="4944016"/>
            <a:ext cx="8613648" cy="292608"/>
          </a:xfrm>
          <a:prstGeom prst="rect">
            <a:avLst/>
          </a:prstGeom>
          <a:noFill/>
          <a:ln/>
        </p:spPr>
        <p:txBody>
          <a:bodyPr wrap="square" lIns="0" tIns="0" rIns="0" bIns="0" rtlCol="0" anchor="t">
            <a:normAutofit/>
          </a:bodyPr>
          <a:lstStyle/>
          <a:p>
            <a:pPr marL="0" indent="0" algn="ctr">
              <a:buNone/>
            </a:pPr>
            <a:r>
              <a:rPr lang="fr-CA" sz="1700" noProof="0" dirty="0">
                <a:solidFill>
                  <a:srgbClr val="0F766E"/>
                </a:solidFill>
                <a:latin typeface="Calibri" pitchFamily="34" charset="0"/>
                <a:ea typeface="Calibri" pitchFamily="34" charset="-122"/>
                <a:cs typeface="Calibri" pitchFamily="34" charset="-120"/>
              </a:rPr>
              <a:t>Recover from the last completed checkpoint</a:t>
            </a:r>
            <a:endParaRPr lang="fr-CA" sz="1700" noProof="0" dirty="0"/>
          </a:p>
        </p:txBody>
      </p:sp>
      <p:sp>
        <p:nvSpPr>
          <p:cNvPr id="31" name="Shape 29"/>
          <p:cNvSpPr/>
          <p:nvPr>
            <p:custDataLst>
              <p:tags r:id="rId30"/>
            </p:custDataLst>
          </p:nvPr>
        </p:nvSpPr>
        <p:spPr>
          <a:xfrm>
            <a:off x="530352" y="5715000"/>
            <a:ext cx="11128248" cy="448056"/>
          </a:xfrm>
          <a:prstGeom prst="roundRect">
            <a:avLst>
              <a:gd name="adj" fmla="val 20408"/>
            </a:avLst>
          </a:prstGeom>
          <a:solidFill>
            <a:srgbClr val="FFF7ED"/>
          </a:solidFill>
          <a:ln w="8890">
            <a:solidFill>
              <a:srgbClr val="FFF7ED"/>
            </a:solidFill>
            <a:prstDash val="solid"/>
          </a:ln>
        </p:spPr>
        <p:txBody>
          <a:bodyPr/>
          <a:lstStyle/>
          <a:p>
            <a:endParaRPr lang="fr-CA" noProof="0" dirty="0"/>
          </a:p>
        </p:txBody>
      </p:sp>
      <p:sp>
        <p:nvSpPr>
          <p:cNvPr id="32" name="Text 30"/>
          <p:cNvSpPr/>
          <p:nvPr>
            <p:custDataLst>
              <p:tags r:id="rId31"/>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B45309"/>
                </a:solidFill>
                <a:latin typeface="Calibri" pitchFamily="34" charset="0"/>
                <a:ea typeface="Calibri" pitchFamily="34" charset="-122"/>
                <a:cs typeface="Calibri" pitchFamily="34" charset="-120"/>
              </a:rPr>
              <a:t>Note: idempotence must also be considered for counters and side effects (see Dashboard).</a:t>
            </a:r>
            <a:endParaRPr lang="fr-CA" sz="1550" noProof="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en-CA"/>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en-US" sz="1100" b="1" kern="0" spc="50" dirty="0">
                <a:solidFill>
                  <a:srgbClr val="1F6FEB"/>
                </a:solidFill>
                <a:latin typeface="Calibri" pitchFamily="34" charset="0"/>
                <a:ea typeface="Calibri" pitchFamily="34" charset="-122"/>
                <a:cs typeface="Calibri" pitchFamily="34" charset="-120"/>
              </a:rPr>
              <a:t>04 / EXPLORE FLINK</a:t>
            </a:r>
            <a:endParaRPr lang="en-US" sz="110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en-US" sz="1000" b="1" dirty="0">
                <a:solidFill>
                  <a:srgbClr val="829AB1"/>
                </a:solidFill>
                <a:latin typeface="Calibri" pitchFamily="34" charset="0"/>
                <a:ea typeface="Calibri" pitchFamily="34" charset="-122"/>
                <a:cs typeface="Calibri" pitchFamily="34" charset="-120"/>
              </a:rPr>
              <a:t>EXPLICIT GUIDE LIMITS</a:t>
            </a:r>
            <a:endParaRPr lang="en-US" sz="100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en-US" sz="2700" b="1" dirty="0">
                <a:solidFill>
                  <a:srgbClr val="102A43"/>
                </a:solidFill>
                <a:latin typeface="Calibri" pitchFamily="34" charset="0"/>
                <a:ea typeface="Calibri" pitchFamily="34" charset="-122"/>
                <a:cs typeface="Calibri" pitchFamily="34" charset="-120"/>
              </a:rPr>
              <a:t>The in-JVM bridge is not a distributed integration</a:t>
            </a:r>
            <a:endParaRPr lang="en-US" sz="270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en-US" sz="1650" dirty="0">
                <a:solidFill>
                  <a:srgbClr val="486581"/>
                </a:solidFill>
                <a:latin typeface="Calibri" pitchFamily="34" charset="0"/>
                <a:ea typeface="Calibri" pitchFamily="34" charset="-122"/>
                <a:cs typeface="Calibri" pitchFamily="34" charset="-120"/>
              </a:rPr>
              <a:t>A remote TaskManager shares neither Spring beans, nor JPA repositories, nor the application’s static state.</a:t>
            </a:r>
            <a:endParaRPr lang="en-US" sz="165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en-US" sz="900" dirty="0">
                <a:solidFill>
                  <a:srgbClr val="486581"/>
                </a:solidFill>
                <a:latin typeface="Calibri" pitchFamily="34" charset="0"/>
                <a:ea typeface="Calibri" pitchFamily="34" charset="-122"/>
                <a:cs typeface="Calibri" pitchFamily="34" charset="-120"/>
              </a:rPr>
              <a:t>Kafka Engineering Guide · EDA Project</a:t>
            </a:r>
            <a:endParaRPr lang="en-US" sz="90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en-US" sz="900" dirty="0">
                <a:solidFill>
                  <a:srgbClr val="486581"/>
                </a:solidFill>
                <a:latin typeface="Calibri" pitchFamily="34" charset="0"/>
                <a:ea typeface="Calibri" pitchFamily="34" charset="-122"/>
                <a:cs typeface="Calibri" pitchFamily="34" charset="-120"/>
              </a:rPr>
              <a:t>23</a:t>
            </a:r>
            <a:endParaRPr lang="en-US" sz="900" dirty="0"/>
          </a:p>
        </p:txBody>
      </p:sp>
      <p:sp>
        <p:nvSpPr>
          <p:cNvPr id="9" name="Shape 7"/>
          <p:cNvSpPr/>
          <p:nvPr>
            <p:custDataLst>
              <p:tags r:id="rId8"/>
            </p:custDataLst>
          </p:nvPr>
        </p:nvSpPr>
        <p:spPr>
          <a:xfrm>
            <a:off x="530352" y="2053859"/>
            <a:ext cx="5367528" cy="3163824"/>
          </a:xfrm>
          <a:prstGeom prst="roundRect">
            <a:avLst>
              <a:gd name="adj" fmla="val 2890"/>
            </a:avLst>
          </a:prstGeom>
          <a:solidFill>
            <a:srgbClr val="FFF7ED"/>
          </a:solidFill>
          <a:ln w="8890">
            <a:solidFill>
              <a:srgbClr val="D9E2EC"/>
            </a:solidFill>
            <a:prstDash val="solid"/>
          </a:ln>
        </p:spPr>
        <p:txBody>
          <a:bodyPr/>
          <a:lstStyle/>
          <a:p>
            <a:endParaRPr lang="en-CA"/>
          </a:p>
        </p:txBody>
      </p:sp>
      <p:sp>
        <p:nvSpPr>
          <p:cNvPr id="10" name="Shape 8"/>
          <p:cNvSpPr/>
          <p:nvPr>
            <p:custDataLst>
              <p:tags r:id="rId9"/>
            </p:custDataLst>
          </p:nvPr>
        </p:nvSpPr>
        <p:spPr>
          <a:xfrm>
            <a:off x="758952" y="2309891"/>
            <a:ext cx="731520" cy="0"/>
          </a:xfrm>
          <a:prstGeom prst="line">
            <a:avLst/>
          </a:prstGeom>
          <a:noFill/>
          <a:ln w="29210">
            <a:solidFill>
              <a:srgbClr val="B45309"/>
            </a:solidFill>
            <a:prstDash val="solid"/>
          </a:ln>
        </p:spPr>
        <p:txBody>
          <a:bodyPr/>
          <a:lstStyle/>
          <a:p>
            <a:endParaRPr lang="en-CA"/>
          </a:p>
        </p:txBody>
      </p:sp>
      <p:sp>
        <p:nvSpPr>
          <p:cNvPr id="11" name="Text 9"/>
          <p:cNvSpPr/>
          <p:nvPr>
            <p:custDataLst>
              <p:tags r:id="rId10"/>
            </p:custDataLst>
          </p:nvPr>
        </p:nvSpPr>
        <p:spPr>
          <a:xfrm>
            <a:off x="758952" y="2538491"/>
            <a:ext cx="4910328" cy="548640"/>
          </a:xfrm>
          <a:prstGeom prst="rect">
            <a:avLst/>
          </a:prstGeom>
          <a:noFill/>
          <a:ln/>
        </p:spPr>
        <p:txBody>
          <a:bodyPr wrap="square" lIns="0" tIns="0" rIns="0" bIns="0" rtlCol="0" anchor="t">
            <a:normAutofit/>
          </a:bodyPr>
          <a:lstStyle/>
          <a:p>
            <a:pPr marL="0" indent="0">
              <a:buNone/>
            </a:pPr>
            <a:r>
              <a:rPr lang="en-US" sz="2400" b="1" dirty="0">
                <a:solidFill>
                  <a:srgbClr val="102A43"/>
                </a:solidFill>
                <a:latin typeface="Calibri" pitchFamily="34" charset="0"/>
                <a:ea typeface="Calibri" pitchFamily="34" charset="-122"/>
                <a:cs typeface="Calibri" pitchFamily="34" charset="-120"/>
              </a:rPr>
              <a:t>Local Sandbox</a:t>
            </a:r>
            <a:endParaRPr lang="en-US" sz="2400" dirty="0"/>
          </a:p>
        </p:txBody>
      </p:sp>
      <p:sp>
        <p:nvSpPr>
          <p:cNvPr id="12" name="Text 10"/>
          <p:cNvSpPr/>
          <p:nvPr>
            <p:custDataLst>
              <p:tags r:id="rId11"/>
            </p:custDataLst>
          </p:nvPr>
        </p:nvSpPr>
        <p:spPr>
          <a:xfrm>
            <a:off x="758952" y="3169427"/>
            <a:ext cx="4910328" cy="1883664"/>
          </a:xfrm>
          <a:prstGeom prst="rect">
            <a:avLst/>
          </a:prstGeom>
          <a:noFill/>
          <a:ln/>
        </p:spPr>
        <p:txBody>
          <a:bodyPr wrap="square" lIns="0" tIns="0" rIns="0" bIns="0" rtlCol="0" anchor="t">
            <a:normAutofit/>
          </a:bodyPr>
          <a:lstStyle/>
          <a:p>
            <a:pPr marL="0" indent="0">
              <a:buNone/>
            </a:pPr>
            <a:r>
              <a:rPr lang="en-US" sz="2000" dirty="0">
                <a:solidFill>
                  <a:srgbClr val="486581"/>
                </a:solidFill>
                <a:latin typeface="Calibri" pitchFamily="34" charset="0"/>
                <a:ea typeface="Calibri" pitchFamily="34" charset="-122"/>
                <a:cs typeface="Calibri" pitchFamily="34" charset="-120"/>
              </a:rPr>
              <a:t>MiniCluster and Spring share one JVM.</a:t>
            </a:r>
            <a:endParaRPr lang="en-US" sz="2000" dirty="0"/>
          </a:p>
          <a:p>
            <a:pPr marL="0" indent="0">
              <a:buNone/>
            </a:pPr>
            <a:endParaRPr lang="en-US" sz="2000" dirty="0"/>
          </a:p>
          <a:p>
            <a:pPr marL="0" indent="0">
              <a:buNone/>
            </a:pPr>
            <a:r>
              <a:rPr lang="en-US" sz="2000" dirty="0">
                <a:solidFill>
                  <a:srgbClr val="486581"/>
                </a:solidFill>
                <a:latin typeface="Calibri" pitchFamily="34" charset="0"/>
                <a:ea typeface="Calibri" pitchFamily="34" charset="-122"/>
                <a:cs typeface="Calibri" pitchFamily="34" charset="-120"/>
              </a:rPr>
              <a:t>The bridge resolves the service at runtime.</a:t>
            </a:r>
            <a:endParaRPr lang="en-US" sz="2000" dirty="0"/>
          </a:p>
          <a:p>
            <a:pPr marL="0" indent="0">
              <a:buNone/>
            </a:pPr>
            <a:endParaRPr lang="en-US" sz="2000" dirty="0"/>
          </a:p>
          <a:p>
            <a:pPr marL="0" indent="0">
              <a:buNone/>
            </a:pPr>
            <a:r>
              <a:rPr lang="en-US" sz="2000" dirty="0">
                <a:solidFill>
                  <a:srgbClr val="486581"/>
                </a:solidFill>
                <a:latin typeface="Calibri" pitchFamily="34" charset="0"/>
                <a:ea typeface="Calibri" pitchFamily="34" charset="-122"/>
                <a:cs typeface="Calibri" pitchFamily="34" charset="-120"/>
              </a:rPr>
              <a:t>The value-only path drops keys and headers.</a:t>
            </a:r>
            <a:endParaRPr lang="en-US" sz="2000" dirty="0"/>
          </a:p>
        </p:txBody>
      </p:sp>
      <p:sp>
        <p:nvSpPr>
          <p:cNvPr id="13" name="Shape 11"/>
          <p:cNvSpPr/>
          <p:nvPr>
            <p:custDataLst>
              <p:tags r:id="rId12"/>
            </p:custDataLst>
          </p:nvPr>
        </p:nvSpPr>
        <p:spPr>
          <a:xfrm>
            <a:off x="6281928" y="2053859"/>
            <a:ext cx="5376672" cy="3163824"/>
          </a:xfrm>
          <a:prstGeom prst="roundRect">
            <a:avLst>
              <a:gd name="adj" fmla="val 2890"/>
            </a:avLst>
          </a:prstGeom>
          <a:solidFill>
            <a:srgbClr val="EFFAF8"/>
          </a:solidFill>
          <a:ln w="8890">
            <a:solidFill>
              <a:srgbClr val="D9E2EC"/>
            </a:solidFill>
            <a:prstDash val="solid"/>
          </a:ln>
        </p:spPr>
        <p:txBody>
          <a:bodyPr/>
          <a:lstStyle/>
          <a:p>
            <a:endParaRPr lang="en-CA"/>
          </a:p>
        </p:txBody>
      </p:sp>
      <p:sp>
        <p:nvSpPr>
          <p:cNvPr id="14" name="Shape 12"/>
          <p:cNvSpPr/>
          <p:nvPr>
            <p:custDataLst>
              <p:tags r:id="rId13"/>
            </p:custDataLst>
          </p:nvPr>
        </p:nvSpPr>
        <p:spPr>
          <a:xfrm>
            <a:off x="6510528" y="2309891"/>
            <a:ext cx="731520" cy="0"/>
          </a:xfrm>
          <a:prstGeom prst="line">
            <a:avLst/>
          </a:prstGeom>
          <a:noFill/>
          <a:ln w="29210">
            <a:solidFill>
              <a:srgbClr val="0F766E"/>
            </a:solidFill>
            <a:prstDash val="solid"/>
          </a:ln>
        </p:spPr>
        <p:txBody>
          <a:bodyPr/>
          <a:lstStyle/>
          <a:p>
            <a:endParaRPr lang="en-CA"/>
          </a:p>
        </p:txBody>
      </p:sp>
      <p:sp>
        <p:nvSpPr>
          <p:cNvPr id="15" name="Text 13"/>
          <p:cNvSpPr/>
          <p:nvPr>
            <p:custDataLst>
              <p:tags r:id="rId14"/>
            </p:custDataLst>
          </p:nvPr>
        </p:nvSpPr>
        <p:spPr>
          <a:xfrm>
            <a:off x="6510528" y="2538491"/>
            <a:ext cx="4919472" cy="548640"/>
          </a:xfrm>
          <a:prstGeom prst="rect">
            <a:avLst/>
          </a:prstGeom>
          <a:noFill/>
          <a:ln/>
        </p:spPr>
        <p:txBody>
          <a:bodyPr wrap="square" lIns="0" tIns="0" rIns="0" bIns="0" rtlCol="0" anchor="t">
            <a:normAutofit/>
          </a:bodyPr>
          <a:lstStyle/>
          <a:p>
            <a:pPr marL="0" indent="0">
              <a:buNone/>
            </a:pPr>
            <a:r>
              <a:rPr lang="en-US" sz="2400" b="1" dirty="0">
                <a:solidFill>
                  <a:srgbClr val="102A43"/>
                </a:solidFill>
                <a:latin typeface="Calibri" pitchFamily="34" charset="0"/>
                <a:ea typeface="Calibri" pitchFamily="34" charset="-122"/>
                <a:cs typeface="Calibri" pitchFamily="34" charset="-120"/>
              </a:rPr>
              <a:t>Distributed architecture</a:t>
            </a:r>
            <a:endParaRPr lang="en-US" sz="2400" dirty="0"/>
          </a:p>
        </p:txBody>
      </p:sp>
      <p:sp>
        <p:nvSpPr>
          <p:cNvPr id="16" name="Text 14"/>
          <p:cNvSpPr/>
          <p:nvPr>
            <p:custDataLst>
              <p:tags r:id="rId15"/>
            </p:custDataLst>
          </p:nvPr>
        </p:nvSpPr>
        <p:spPr>
          <a:xfrm>
            <a:off x="6510528" y="3169427"/>
            <a:ext cx="4919472" cy="1883664"/>
          </a:xfrm>
          <a:prstGeom prst="rect">
            <a:avLst/>
          </a:prstGeom>
          <a:noFill/>
          <a:ln/>
        </p:spPr>
        <p:txBody>
          <a:bodyPr wrap="square" lIns="0" tIns="0" rIns="0" bIns="0" rtlCol="0" anchor="t">
            <a:normAutofit/>
          </a:bodyPr>
          <a:lstStyle/>
          <a:p>
            <a:pPr marL="0" indent="0">
              <a:buNone/>
            </a:pPr>
            <a:r>
              <a:rPr lang="en-US" sz="2000" dirty="0">
                <a:solidFill>
                  <a:srgbClr val="486581"/>
                </a:solidFill>
                <a:latin typeface="Calibri" pitchFamily="34" charset="0"/>
                <a:ea typeface="Calibri" pitchFamily="34" charset="-122"/>
                <a:cs typeface="Calibri" pitchFamily="34" charset="-120"/>
              </a:rPr>
              <a:t>Separate the runtimes.</a:t>
            </a:r>
            <a:endParaRPr lang="en-US" sz="2000" dirty="0"/>
          </a:p>
          <a:p>
            <a:pPr marL="0" indent="0">
              <a:buNone/>
            </a:pPr>
            <a:endParaRPr lang="en-US" sz="2000" dirty="0"/>
          </a:p>
          <a:p>
            <a:pPr marL="0" indent="0">
              <a:buNone/>
            </a:pPr>
            <a:r>
              <a:rPr lang="en-US" sz="2000" dirty="0">
                <a:solidFill>
                  <a:srgbClr val="486581"/>
                </a:solidFill>
                <a:latin typeface="Calibri" pitchFamily="34" charset="0"/>
                <a:ea typeface="Calibri" pitchFamily="34" charset="-122"/>
                <a:cs typeface="Calibri" pitchFamily="34" charset="-120"/>
              </a:rPr>
              <a:t>Share Java rules, not active beans.</a:t>
            </a:r>
            <a:endParaRPr lang="en-US" sz="2000" dirty="0"/>
          </a:p>
          <a:p>
            <a:pPr marL="0" indent="0">
              <a:buNone/>
            </a:pPr>
            <a:endParaRPr lang="en-US" sz="2000" dirty="0"/>
          </a:p>
          <a:p>
            <a:pPr marL="0" indent="0">
              <a:buNone/>
            </a:pPr>
            <a:r>
              <a:rPr lang="en-US" sz="2000" dirty="0">
                <a:solidFill>
                  <a:srgbClr val="486581"/>
                </a:solidFill>
                <a:latin typeface="Calibri" pitchFamily="34" charset="0"/>
                <a:ea typeface="Calibri" pitchFamily="34" charset="-122"/>
                <a:cs typeface="Calibri" pitchFamily="34" charset="-120"/>
              </a:rPr>
              <a:t>Choose a connector or a remote contract.</a:t>
            </a:r>
            <a:endParaRPr lang="en-US" sz="2000" dirty="0"/>
          </a:p>
        </p:txBody>
      </p:sp>
      <p:sp>
        <p:nvSpPr>
          <p:cNvPr id="17" name="Shape 15"/>
          <p:cNvSpPr/>
          <p:nvPr>
            <p:custDataLst>
              <p:tags r:id="rId16"/>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en-CA"/>
          </a:p>
        </p:txBody>
      </p:sp>
      <p:sp>
        <p:nvSpPr>
          <p:cNvPr id="18" name="Text 16"/>
          <p:cNvSpPr/>
          <p:nvPr>
            <p:custDataLst>
              <p:tags r:id="rId17"/>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en-US" sz="1550" b="1" dirty="0">
                <a:solidFill>
                  <a:srgbClr val="102A43"/>
                </a:solidFill>
                <a:latin typeface="Calibri" pitchFamily="34" charset="0"/>
                <a:ea typeface="Calibri" pitchFamily="34" charset="-122"/>
                <a:cs typeface="Calibri" pitchFamily="34" charset="-120"/>
              </a:rPr>
              <a:t>Choose the deployment model before choosing the integration mode.</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05 / OPERATE AND DISTRIBUTE</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PODS / THREADS / PARTITIONS</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The number of partitions sets the limits of horizontal elasticity</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Adding pods only adds parallelism if there are still partitions to assign to them.</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24</a:t>
            </a:r>
            <a:endParaRPr lang="fr-CA" sz="900" noProof="0" dirty="0"/>
          </a:p>
        </p:txBody>
      </p:sp>
      <p:sp>
        <p:nvSpPr>
          <p:cNvPr id="9" name="Shape 7"/>
          <p:cNvSpPr/>
          <p:nvPr>
            <p:custDataLst>
              <p:tags r:id="rId8"/>
            </p:custDataLst>
          </p:nvPr>
        </p:nvSpPr>
        <p:spPr>
          <a:xfrm>
            <a:off x="530352" y="2029968"/>
            <a:ext cx="11128248" cy="822960"/>
          </a:xfrm>
          <a:prstGeom prst="roundRect">
            <a:avLst>
              <a:gd name="adj" fmla="val 11111"/>
            </a:avLst>
          </a:prstGeom>
          <a:solidFill>
            <a:srgbClr val="102A43"/>
          </a:solidFill>
          <a:ln w="8890">
            <a:solidFill>
              <a:srgbClr val="102A43"/>
            </a:solidFill>
            <a:prstDash val="solid"/>
          </a:ln>
        </p:spPr>
        <p:txBody>
          <a:bodyPr/>
          <a:lstStyle/>
          <a:p>
            <a:endParaRPr lang="fr-CA" noProof="0" dirty="0"/>
          </a:p>
        </p:txBody>
      </p:sp>
      <p:sp>
        <p:nvSpPr>
          <p:cNvPr id="10" name="Text 8"/>
          <p:cNvSpPr/>
          <p:nvPr>
            <p:custDataLst>
              <p:tags r:id="rId9"/>
            </p:custDataLst>
          </p:nvPr>
        </p:nvSpPr>
        <p:spPr>
          <a:xfrm>
            <a:off x="786384" y="2267712"/>
            <a:ext cx="10607040" cy="365760"/>
          </a:xfrm>
          <a:prstGeom prst="rect">
            <a:avLst/>
          </a:prstGeom>
          <a:noFill/>
          <a:ln/>
        </p:spPr>
        <p:txBody>
          <a:bodyPr wrap="square" lIns="0" tIns="0" rIns="0" bIns="0" rtlCol="0" anchor="t">
            <a:normAutofit lnSpcReduction="10000"/>
          </a:bodyPr>
          <a:lstStyle/>
          <a:p>
            <a:pPr marL="0" indent="0" algn="ctr">
              <a:buNone/>
            </a:pPr>
            <a:r>
              <a:rPr lang="fr-CA" sz="2500" b="1" noProof="0" dirty="0">
                <a:solidFill>
                  <a:srgbClr val="FFFFFF"/>
                </a:solidFill>
                <a:latin typeface="Calibri" pitchFamily="34" charset="0"/>
                <a:ea typeface="Calibri" pitchFamily="34" charset="-122"/>
                <a:cs typeface="Calibri" pitchFamily="34" charset="-120"/>
              </a:rPr>
              <a:t>Useful parallelism = min(partitions, pods × threads per pod)</a:t>
            </a:r>
            <a:endParaRPr lang="fr-CA" sz="2500" noProof="0" dirty="0"/>
          </a:p>
        </p:txBody>
      </p:sp>
      <p:sp>
        <p:nvSpPr>
          <p:cNvPr id="11" name="Shape 9"/>
          <p:cNvSpPr/>
          <p:nvPr>
            <p:custDataLst>
              <p:tags r:id="rId10"/>
            </p:custDataLst>
          </p:nvPr>
        </p:nvSpPr>
        <p:spPr>
          <a:xfrm>
            <a:off x="530352" y="2983698"/>
            <a:ext cx="3872484" cy="475488"/>
          </a:xfrm>
          <a:prstGeom prst="roundRect">
            <a:avLst>
              <a:gd name="adj" fmla="val 19231"/>
            </a:avLst>
          </a:prstGeom>
          <a:solidFill>
            <a:srgbClr val="1F6FEB"/>
          </a:solidFill>
          <a:ln w="8890">
            <a:solidFill>
              <a:srgbClr val="1F6FEB"/>
            </a:solidFill>
            <a:prstDash val="solid"/>
          </a:ln>
        </p:spPr>
        <p:txBody>
          <a:bodyPr/>
          <a:lstStyle/>
          <a:p>
            <a:endParaRPr lang="fr-CA" noProof="0" dirty="0"/>
          </a:p>
        </p:txBody>
      </p:sp>
      <p:sp>
        <p:nvSpPr>
          <p:cNvPr id="12" name="Text 10"/>
          <p:cNvSpPr/>
          <p:nvPr>
            <p:custDataLst>
              <p:tags r:id="rId11"/>
            </p:custDataLst>
          </p:nvPr>
        </p:nvSpPr>
        <p:spPr>
          <a:xfrm>
            <a:off x="658368" y="3093426"/>
            <a:ext cx="3639312" cy="265176"/>
          </a:xfrm>
          <a:prstGeom prst="rect">
            <a:avLst/>
          </a:prstGeom>
          <a:noFill/>
          <a:ln/>
        </p:spPr>
        <p:txBody>
          <a:bodyPr wrap="square" lIns="0" tIns="0" rIns="0" bIns="0" rtlCol="0" anchor="t">
            <a:normAutofit/>
          </a:bodyPr>
          <a:lstStyle/>
          <a:p>
            <a:pPr marL="0" indent="0">
              <a:buNone/>
            </a:pPr>
            <a:r>
              <a:rPr lang="fr-CA" sz="1520" b="1" noProof="0" dirty="0">
                <a:solidFill>
                  <a:srgbClr val="FFFFFF"/>
                </a:solidFill>
                <a:latin typeface="Calibri" pitchFamily="34" charset="0"/>
                <a:ea typeface="Calibri" pitchFamily="34" charset="-122"/>
                <a:cs typeface="Calibri" pitchFamily="34" charset="-120"/>
              </a:rPr>
              <a:t>Example: 8 partitions</a:t>
            </a:r>
            <a:endParaRPr lang="fr-CA" sz="1520" noProof="0" dirty="0"/>
          </a:p>
        </p:txBody>
      </p:sp>
      <p:sp>
        <p:nvSpPr>
          <p:cNvPr id="13" name="Shape 11"/>
          <p:cNvSpPr/>
          <p:nvPr>
            <p:custDataLst>
              <p:tags r:id="rId12"/>
            </p:custDataLst>
          </p:nvPr>
        </p:nvSpPr>
        <p:spPr>
          <a:xfrm>
            <a:off x="4443984" y="2983698"/>
            <a:ext cx="2921508" cy="475488"/>
          </a:xfrm>
          <a:prstGeom prst="roundRect">
            <a:avLst>
              <a:gd name="adj" fmla="val 19231"/>
            </a:avLst>
          </a:prstGeom>
          <a:solidFill>
            <a:srgbClr val="1F6FEB"/>
          </a:solidFill>
          <a:ln w="8890">
            <a:solidFill>
              <a:srgbClr val="1F6FEB"/>
            </a:solidFill>
            <a:prstDash val="solid"/>
          </a:ln>
        </p:spPr>
        <p:txBody>
          <a:bodyPr/>
          <a:lstStyle/>
          <a:p>
            <a:endParaRPr lang="fr-CA" noProof="0" dirty="0"/>
          </a:p>
        </p:txBody>
      </p:sp>
      <p:sp>
        <p:nvSpPr>
          <p:cNvPr id="14" name="Text 12"/>
          <p:cNvSpPr/>
          <p:nvPr>
            <p:custDataLst>
              <p:tags r:id="rId13"/>
            </p:custDataLst>
          </p:nvPr>
        </p:nvSpPr>
        <p:spPr>
          <a:xfrm>
            <a:off x="4572000" y="3093426"/>
            <a:ext cx="2688336" cy="265176"/>
          </a:xfrm>
          <a:prstGeom prst="rect">
            <a:avLst/>
          </a:prstGeom>
          <a:noFill/>
          <a:ln/>
        </p:spPr>
        <p:txBody>
          <a:bodyPr wrap="square" lIns="0" tIns="0" rIns="0" bIns="0" rtlCol="0" anchor="t">
            <a:normAutofit/>
          </a:bodyPr>
          <a:lstStyle/>
          <a:p>
            <a:pPr marL="0" indent="0">
              <a:buNone/>
            </a:pPr>
            <a:r>
              <a:rPr lang="fr-CA" sz="1520" b="1" noProof="0" dirty="0">
                <a:solidFill>
                  <a:srgbClr val="FFFFFF"/>
                </a:solidFill>
                <a:latin typeface="Calibri" pitchFamily="34" charset="0"/>
                <a:ea typeface="Calibri" pitchFamily="34" charset="-122"/>
                <a:cs typeface="Calibri" pitchFamily="34" charset="-120"/>
              </a:rPr>
              <a:t>Requested threads</a:t>
            </a:r>
            <a:endParaRPr lang="fr-CA" sz="1520" noProof="0" dirty="0"/>
          </a:p>
        </p:txBody>
      </p:sp>
      <p:sp>
        <p:nvSpPr>
          <p:cNvPr id="15" name="Shape 13"/>
          <p:cNvSpPr/>
          <p:nvPr>
            <p:custDataLst>
              <p:tags r:id="rId14"/>
            </p:custDataLst>
          </p:nvPr>
        </p:nvSpPr>
        <p:spPr>
          <a:xfrm>
            <a:off x="7406640" y="2983698"/>
            <a:ext cx="4210812" cy="475488"/>
          </a:xfrm>
          <a:prstGeom prst="roundRect">
            <a:avLst>
              <a:gd name="adj" fmla="val 19231"/>
            </a:avLst>
          </a:prstGeom>
          <a:solidFill>
            <a:srgbClr val="1F6FEB"/>
          </a:solidFill>
          <a:ln w="8890">
            <a:solidFill>
              <a:srgbClr val="1F6FEB"/>
            </a:solidFill>
            <a:prstDash val="solid"/>
          </a:ln>
        </p:spPr>
        <p:txBody>
          <a:bodyPr/>
          <a:lstStyle/>
          <a:p>
            <a:endParaRPr lang="fr-CA" noProof="0" dirty="0"/>
          </a:p>
        </p:txBody>
      </p:sp>
      <p:sp>
        <p:nvSpPr>
          <p:cNvPr id="16" name="Text 14"/>
          <p:cNvSpPr/>
          <p:nvPr>
            <p:custDataLst>
              <p:tags r:id="rId15"/>
            </p:custDataLst>
          </p:nvPr>
        </p:nvSpPr>
        <p:spPr>
          <a:xfrm>
            <a:off x="7534656" y="3093426"/>
            <a:ext cx="3977640" cy="265176"/>
          </a:xfrm>
          <a:prstGeom prst="rect">
            <a:avLst/>
          </a:prstGeom>
          <a:noFill/>
          <a:ln/>
        </p:spPr>
        <p:txBody>
          <a:bodyPr wrap="square" lIns="0" tIns="0" rIns="0" bIns="0" rtlCol="0" anchor="t">
            <a:normAutofit/>
          </a:bodyPr>
          <a:lstStyle/>
          <a:p>
            <a:pPr marL="0" indent="0">
              <a:buNone/>
            </a:pPr>
            <a:r>
              <a:rPr lang="fr-CA" sz="1520" b="1" noProof="0" dirty="0">
                <a:solidFill>
                  <a:srgbClr val="FFFFFF"/>
                </a:solidFill>
                <a:latin typeface="Calibri" pitchFamily="34" charset="0"/>
                <a:ea typeface="Calibri" pitchFamily="34" charset="-122"/>
                <a:cs typeface="Calibri" pitchFamily="34" charset="-120"/>
              </a:rPr>
              <a:t>Maximum active threads</a:t>
            </a:r>
            <a:endParaRPr lang="fr-CA" sz="1520" noProof="0" dirty="0"/>
          </a:p>
        </p:txBody>
      </p:sp>
      <p:sp>
        <p:nvSpPr>
          <p:cNvPr id="17" name="Shape 15"/>
          <p:cNvSpPr/>
          <p:nvPr>
            <p:custDataLst>
              <p:tags r:id="rId16"/>
            </p:custDataLst>
          </p:nvPr>
        </p:nvSpPr>
        <p:spPr>
          <a:xfrm>
            <a:off x="530352" y="3514050"/>
            <a:ext cx="3872484" cy="445008"/>
          </a:xfrm>
          <a:prstGeom prst="roundRect">
            <a:avLst>
              <a:gd name="adj" fmla="val 20548"/>
            </a:avLst>
          </a:prstGeom>
          <a:solidFill>
            <a:srgbClr val="F5F8FC"/>
          </a:solidFill>
          <a:ln w="8890">
            <a:solidFill>
              <a:srgbClr val="D9E2EC"/>
            </a:solidFill>
            <a:prstDash val="solid"/>
          </a:ln>
        </p:spPr>
        <p:txBody>
          <a:bodyPr/>
          <a:lstStyle/>
          <a:p>
            <a:endParaRPr lang="fr-CA" noProof="0" dirty="0"/>
          </a:p>
        </p:txBody>
      </p:sp>
      <p:sp>
        <p:nvSpPr>
          <p:cNvPr id="18" name="Text 16"/>
          <p:cNvSpPr/>
          <p:nvPr>
            <p:custDataLst>
              <p:tags r:id="rId17"/>
            </p:custDataLst>
          </p:nvPr>
        </p:nvSpPr>
        <p:spPr>
          <a:xfrm>
            <a:off x="658368" y="3623778"/>
            <a:ext cx="3630168" cy="307848"/>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1 pod × 2 threads</a:t>
            </a:r>
            <a:endParaRPr lang="fr-CA" sz="1600" noProof="0" dirty="0"/>
          </a:p>
        </p:txBody>
      </p:sp>
      <p:sp>
        <p:nvSpPr>
          <p:cNvPr id="19" name="Shape 17"/>
          <p:cNvSpPr/>
          <p:nvPr>
            <p:custDataLst>
              <p:tags r:id="rId18"/>
            </p:custDataLst>
          </p:nvPr>
        </p:nvSpPr>
        <p:spPr>
          <a:xfrm>
            <a:off x="4443984" y="3514050"/>
            <a:ext cx="2921508" cy="445008"/>
          </a:xfrm>
          <a:prstGeom prst="roundRect">
            <a:avLst>
              <a:gd name="adj" fmla="val 20548"/>
            </a:avLst>
          </a:prstGeom>
          <a:solidFill>
            <a:srgbClr val="F5F8FC"/>
          </a:solidFill>
          <a:ln w="8890">
            <a:solidFill>
              <a:srgbClr val="D9E2EC"/>
            </a:solidFill>
            <a:prstDash val="solid"/>
          </a:ln>
        </p:spPr>
        <p:txBody>
          <a:bodyPr/>
          <a:lstStyle/>
          <a:p>
            <a:endParaRPr lang="fr-CA" noProof="0" dirty="0"/>
          </a:p>
        </p:txBody>
      </p:sp>
      <p:sp>
        <p:nvSpPr>
          <p:cNvPr id="20" name="Text 18"/>
          <p:cNvSpPr/>
          <p:nvPr>
            <p:custDataLst>
              <p:tags r:id="rId19"/>
            </p:custDataLst>
          </p:nvPr>
        </p:nvSpPr>
        <p:spPr>
          <a:xfrm>
            <a:off x="4572000" y="3623778"/>
            <a:ext cx="2679192" cy="307848"/>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2</a:t>
            </a:r>
            <a:endParaRPr lang="fr-CA" sz="1600" noProof="0" dirty="0"/>
          </a:p>
        </p:txBody>
      </p:sp>
      <p:sp>
        <p:nvSpPr>
          <p:cNvPr id="21" name="Shape 19"/>
          <p:cNvSpPr/>
          <p:nvPr>
            <p:custDataLst>
              <p:tags r:id="rId20"/>
            </p:custDataLst>
          </p:nvPr>
        </p:nvSpPr>
        <p:spPr>
          <a:xfrm>
            <a:off x="7406640" y="3514050"/>
            <a:ext cx="4210812" cy="445008"/>
          </a:xfrm>
          <a:prstGeom prst="roundRect">
            <a:avLst>
              <a:gd name="adj" fmla="val 20548"/>
            </a:avLst>
          </a:prstGeom>
          <a:solidFill>
            <a:srgbClr val="F5F8FC"/>
          </a:solidFill>
          <a:ln w="8890">
            <a:solidFill>
              <a:srgbClr val="D9E2EC"/>
            </a:solidFill>
            <a:prstDash val="solid"/>
          </a:ln>
        </p:spPr>
        <p:txBody>
          <a:bodyPr/>
          <a:lstStyle/>
          <a:p>
            <a:endParaRPr lang="fr-CA" noProof="0" dirty="0"/>
          </a:p>
        </p:txBody>
      </p:sp>
      <p:sp>
        <p:nvSpPr>
          <p:cNvPr id="22" name="Text 20"/>
          <p:cNvSpPr/>
          <p:nvPr>
            <p:custDataLst>
              <p:tags r:id="rId21"/>
            </p:custDataLst>
          </p:nvPr>
        </p:nvSpPr>
        <p:spPr>
          <a:xfrm>
            <a:off x="7534656" y="3623778"/>
            <a:ext cx="3968496" cy="307848"/>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2</a:t>
            </a:r>
            <a:endParaRPr lang="fr-CA" sz="1600" noProof="0" dirty="0"/>
          </a:p>
        </p:txBody>
      </p:sp>
      <p:sp>
        <p:nvSpPr>
          <p:cNvPr id="23" name="Shape 21"/>
          <p:cNvSpPr/>
          <p:nvPr>
            <p:custDataLst>
              <p:tags r:id="rId22"/>
            </p:custDataLst>
          </p:nvPr>
        </p:nvSpPr>
        <p:spPr>
          <a:xfrm>
            <a:off x="530352" y="4023066"/>
            <a:ext cx="3872484" cy="445008"/>
          </a:xfrm>
          <a:prstGeom prst="roundRect">
            <a:avLst>
              <a:gd name="adj" fmla="val 20548"/>
            </a:avLst>
          </a:prstGeom>
          <a:solidFill>
            <a:srgbClr val="FFFFFF"/>
          </a:solidFill>
          <a:ln w="8890">
            <a:solidFill>
              <a:srgbClr val="D9E2EC"/>
            </a:solidFill>
            <a:prstDash val="solid"/>
          </a:ln>
        </p:spPr>
        <p:txBody>
          <a:bodyPr/>
          <a:lstStyle/>
          <a:p>
            <a:endParaRPr lang="fr-CA" noProof="0" dirty="0"/>
          </a:p>
        </p:txBody>
      </p:sp>
      <p:sp>
        <p:nvSpPr>
          <p:cNvPr id="24" name="Text 22"/>
          <p:cNvSpPr/>
          <p:nvPr>
            <p:custDataLst>
              <p:tags r:id="rId23"/>
            </p:custDataLst>
          </p:nvPr>
        </p:nvSpPr>
        <p:spPr>
          <a:xfrm>
            <a:off x="658368" y="4132794"/>
            <a:ext cx="3630168" cy="307848"/>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4 pods × 2 threads</a:t>
            </a:r>
            <a:endParaRPr lang="fr-CA" sz="1600" noProof="0" dirty="0"/>
          </a:p>
        </p:txBody>
      </p:sp>
      <p:sp>
        <p:nvSpPr>
          <p:cNvPr id="25" name="Shape 23"/>
          <p:cNvSpPr/>
          <p:nvPr>
            <p:custDataLst>
              <p:tags r:id="rId24"/>
            </p:custDataLst>
          </p:nvPr>
        </p:nvSpPr>
        <p:spPr>
          <a:xfrm>
            <a:off x="4443984" y="4023066"/>
            <a:ext cx="2921508" cy="445008"/>
          </a:xfrm>
          <a:prstGeom prst="roundRect">
            <a:avLst>
              <a:gd name="adj" fmla="val 20548"/>
            </a:avLst>
          </a:prstGeom>
          <a:solidFill>
            <a:srgbClr val="FFFFFF"/>
          </a:solidFill>
          <a:ln w="8890">
            <a:solidFill>
              <a:srgbClr val="D9E2EC"/>
            </a:solidFill>
            <a:prstDash val="solid"/>
          </a:ln>
        </p:spPr>
        <p:txBody>
          <a:bodyPr/>
          <a:lstStyle/>
          <a:p>
            <a:endParaRPr lang="fr-CA" noProof="0" dirty="0"/>
          </a:p>
        </p:txBody>
      </p:sp>
      <p:sp>
        <p:nvSpPr>
          <p:cNvPr id="26" name="Text 24"/>
          <p:cNvSpPr/>
          <p:nvPr>
            <p:custDataLst>
              <p:tags r:id="rId25"/>
            </p:custDataLst>
          </p:nvPr>
        </p:nvSpPr>
        <p:spPr>
          <a:xfrm>
            <a:off x="4572000" y="4132794"/>
            <a:ext cx="2679192" cy="307848"/>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8</a:t>
            </a:r>
            <a:endParaRPr lang="fr-CA" sz="1600" noProof="0" dirty="0"/>
          </a:p>
        </p:txBody>
      </p:sp>
      <p:sp>
        <p:nvSpPr>
          <p:cNvPr id="27" name="Shape 25"/>
          <p:cNvSpPr/>
          <p:nvPr>
            <p:custDataLst>
              <p:tags r:id="rId26"/>
            </p:custDataLst>
          </p:nvPr>
        </p:nvSpPr>
        <p:spPr>
          <a:xfrm>
            <a:off x="7406640" y="4023066"/>
            <a:ext cx="4210812" cy="445008"/>
          </a:xfrm>
          <a:prstGeom prst="roundRect">
            <a:avLst>
              <a:gd name="adj" fmla="val 20548"/>
            </a:avLst>
          </a:prstGeom>
          <a:solidFill>
            <a:srgbClr val="FFFFFF"/>
          </a:solidFill>
          <a:ln w="8890">
            <a:solidFill>
              <a:srgbClr val="D9E2EC"/>
            </a:solidFill>
            <a:prstDash val="solid"/>
          </a:ln>
        </p:spPr>
        <p:txBody>
          <a:bodyPr/>
          <a:lstStyle/>
          <a:p>
            <a:endParaRPr lang="fr-CA" noProof="0" dirty="0"/>
          </a:p>
        </p:txBody>
      </p:sp>
      <p:sp>
        <p:nvSpPr>
          <p:cNvPr id="28" name="Text 26"/>
          <p:cNvSpPr/>
          <p:nvPr>
            <p:custDataLst>
              <p:tags r:id="rId27"/>
            </p:custDataLst>
          </p:nvPr>
        </p:nvSpPr>
        <p:spPr>
          <a:xfrm>
            <a:off x="7534656" y="4132794"/>
            <a:ext cx="3968496" cy="307848"/>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8</a:t>
            </a:r>
            <a:endParaRPr lang="fr-CA" sz="1600" noProof="0" dirty="0"/>
          </a:p>
        </p:txBody>
      </p:sp>
      <p:sp>
        <p:nvSpPr>
          <p:cNvPr id="29" name="Shape 27"/>
          <p:cNvSpPr/>
          <p:nvPr>
            <p:custDataLst>
              <p:tags r:id="rId28"/>
            </p:custDataLst>
          </p:nvPr>
        </p:nvSpPr>
        <p:spPr>
          <a:xfrm>
            <a:off x="530352" y="4532082"/>
            <a:ext cx="3872484" cy="445008"/>
          </a:xfrm>
          <a:prstGeom prst="roundRect">
            <a:avLst>
              <a:gd name="adj" fmla="val 20548"/>
            </a:avLst>
          </a:prstGeom>
          <a:solidFill>
            <a:srgbClr val="F5F8FC"/>
          </a:solidFill>
          <a:ln w="8890">
            <a:solidFill>
              <a:srgbClr val="D9E2EC"/>
            </a:solidFill>
            <a:prstDash val="solid"/>
          </a:ln>
        </p:spPr>
        <p:txBody>
          <a:bodyPr/>
          <a:lstStyle/>
          <a:p>
            <a:endParaRPr lang="fr-CA" noProof="0" dirty="0"/>
          </a:p>
        </p:txBody>
      </p:sp>
      <p:sp>
        <p:nvSpPr>
          <p:cNvPr id="30" name="Text 28"/>
          <p:cNvSpPr/>
          <p:nvPr>
            <p:custDataLst>
              <p:tags r:id="rId29"/>
            </p:custDataLst>
          </p:nvPr>
        </p:nvSpPr>
        <p:spPr>
          <a:xfrm>
            <a:off x="658368" y="4641810"/>
            <a:ext cx="3630168" cy="307848"/>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5 pods × 2 threads</a:t>
            </a:r>
            <a:endParaRPr lang="fr-CA" sz="1600" noProof="0" dirty="0"/>
          </a:p>
        </p:txBody>
      </p:sp>
      <p:sp>
        <p:nvSpPr>
          <p:cNvPr id="31" name="Shape 29"/>
          <p:cNvSpPr/>
          <p:nvPr>
            <p:custDataLst>
              <p:tags r:id="rId30"/>
            </p:custDataLst>
          </p:nvPr>
        </p:nvSpPr>
        <p:spPr>
          <a:xfrm>
            <a:off x="4443984" y="4532082"/>
            <a:ext cx="2921508" cy="445008"/>
          </a:xfrm>
          <a:prstGeom prst="roundRect">
            <a:avLst>
              <a:gd name="adj" fmla="val 20548"/>
            </a:avLst>
          </a:prstGeom>
          <a:solidFill>
            <a:srgbClr val="F5F8FC"/>
          </a:solidFill>
          <a:ln w="8890">
            <a:solidFill>
              <a:srgbClr val="D9E2EC"/>
            </a:solidFill>
            <a:prstDash val="solid"/>
          </a:ln>
        </p:spPr>
        <p:txBody>
          <a:bodyPr/>
          <a:lstStyle/>
          <a:p>
            <a:endParaRPr lang="fr-CA" noProof="0" dirty="0"/>
          </a:p>
        </p:txBody>
      </p:sp>
      <p:sp>
        <p:nvSpPr>
          <p:cNvPr id="32" name="Text 30"/>
          <p:cNvSpPr/>
          <p:nvPr>
            <p:custDataLst>
              <p:tags r:id="rId31"/>
            </p:custDataLst>
          </p:nvPr>
        </p:nvSpPr>
        <p:spPr>
          <a:xfrm>
            <a:off x="4572000" y="4641810"/>
            <a:ext cx="2679192" cy="307848"/>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10</a:t>
            </a:r>
            <a:endParaRPr lang="fr-CA" sz="1600" noProof="0" dirty="0"/>
          </a:p>
        </p:txBody>
      </p:sp>
      <p:sp>
        <p:nvSpPr>
          <p:cNvPr id="33" name="Shape 31"/>
          <p:cNvSpPr/>
          <p:nvPr>
            <p:custDataLst>
              <p:tags r:id="rId32"/>
            </p:custDataLst>
          </p:nvPr>
        </p:nvSpPr>
        <p:spPr>
          <a:xfrm>
            <a:off x="7406640" y="4532082"/>
            <a:ext cx="4210812" cy="445008"/>
          </a:xfrm>
          <a:prstGeom prst="roundRect">
            <a:avLst>
              <a:gd name="adj" fmla="val 20548"/>
            </a:avLst>
          </a:prstGeom>
          <a:solidFill>
            <a:srgbClr val="F5F8FC"/>
          </a:solidFill>
          <a:ln w="8890">
            <a:solidFill>
              <a:srgbClr val="D9E2EC"/>
            </a:solidFill>
            <a:prstDash val="solid"/>
          </a:ln>
        </p:spPr>
        <p:txBody>
          <a:bodyPr/>
          <a:lstStyle/>
          <a:p>
            <a:endParaRPr lang="fr-CA" noProof="0" dirty="0"/>
          </a:p>
        </p:txBody>
      </p:sp>
      <p:sp>
        <p:nvSpPr>
          <p:cNvPr id="34" name="Text 32"/>
          <p:cNvSpPr/>
          <p:nvPr>
            <p:custDataLst>
              <p:tags r:id="rId33"/>
            </p:custDataLst>
          </p:nvPr>
        </p:nvSpPr>
        <p:spPr>
          <a:xfrm>
            <a:off x="7534656" y="4641810"/>
            <a:ext cx="3968496" cy="307848"/>
          </a:xfrm>
          <a:prstGeom prst="rect">
            <a:avLst/>
          </a:prstGeom>
          <a:noFill/>
          <a:ln/>
        </p:spPr>
        <p:txBody>
          <a:bodyPr wrap="square" lIns="0" tIns="0" rIns="0" bIns="0" rtlCol="0" anchor="t">
            <a:normAutofit/>
          </a:bodyPr>
          <a:lstStyle/>
          <a:p>
            <a:r>
              <a:rPr lang="fr-CA" sz="1600" dirty="0">
                <a:solidFill>
                  <a:srgbClr val="486581"/>
                </a:solidFill>
                <a:latin typeface="Calibri" pitchFamily="34" charset="0"/>
                <a:ea typeface="Calibri" pitchFamily="34" charset="-122"/>
                <a:cs typeface="Calibri" pitchFamily="34" charset="-120"/>
              </a:rPr>
              <a:t>8 (2 inactive threads)</a:t>
            </a:r>
            <a:endParaRPr lang="fr-CA" sz="1600" noProof="0" dirty="0"/>
          </a:p>
        </p:txBody>
      </p:sp>
      <p:sp>
        <p:nvSpPr>
          <p:cNvPr id="35" name="Shape 33"/>
          <p:cNvSpPr/>
          <p:nvPr>
            <p:custDataLst>
              <p:tags r:id="rId34"/>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36" name="Text 34"/>
          <p:cNvSpPr/>
          <p:nvPr>
            <p:custDataLst>
              <p:tags r:id="rId35"/>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Excess threads create neither partitions nor useful capacity.</a:t>
            </a:r>
            <a:endParaRPr lang="fr-CA" sz="1550" noProof="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EADE3F2D-EC84-BE5C-F3B9-BA4E40448420}"/>
              </a:ext>
            </a:extLst>
          </p:cNvPr>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5" name="Text 3">
            <a:extLst>
              <a:ext uri="{FF2B5EF4-FFF2-40B4-BE49-F238E27FC236}">
                <a16:creationId xmlns:a16="http://schemas.microsoft.com/office/drawing/2014/main" id="{50281AA8-2D15-ED90-27FD-F54C1F5BCA47}"/>
              </a:ext>
            </a:extLst>
          </p:cNvPr>
          <p:cNvSpPr/>
          <p:nvPr>
            <p:custDataLst>
              <p:tags r:id="rId2"/>
            </p:custDataLst>
          </p:nvPr>
        </p:nvSpPr>
        <p:spPr>
          <a:xfrm>
            <a:off x="530352" y="795528"/>
            <a:ext cx="11128248" cy="667512"/>
          </a:xfrm>
          <a:prstGeom prst="rect">
            <a:avLst/>
          </a:prstGeom>
          <a:noFill/>
          <a:ln/>
        </p:spPr>
        <p:txBody>
          <a:bodyPr wrap="square" lIns="0" tIns="0" rIns="0" bIns="0" rtlCol="0" anchor="t">
            <a:normAutofit/>
          </a:bodyPr>
          <a:lstStyle/>
          <a:p>
            <a:r>
              <a:rPr lang="fr-CA" sz="2700" b="1" noProof="0" dirty="0">
                <a:solidFill>
                  <a:srgbClr val="102A43"/>
                </a:solidFill>
                <a:latin typeface="Calibri" pitchFamily="34" charset="0"/>
                <a:ea typeface="Calibri" pitchFamily="34" charset="-122"/>
                <a:cs typeface="Calibri" pitchFamily="34" charset="-120"/>
              </a:rPr>
              <a:t>Latency and Lag … The EDA pain point</a:t>
            </a:r>
            <a:endParaRPr lang="fr-CA" sz="2700" noProof="0" dirty="0"/>
          </a:p>
        </p:txBody>
      </p:sp>
      <p:sp>
        <p:nvSpPr>
          <p:cNvPr id="7" name="Text 4">
            <a:extLst>
              <a:ext uri="{FF2B5EF4-FFF2-40B4-BE49-F238E27FC236}">
                <a16:creationId xmlns:a16="http://schemas.microsoft.com/office/drawing/2014/main" id="{21811CD3-34C4-66A6-F791-74B9455E0F7B}"/>
              </a:ext>
            </a:extLst>
          </p:cNvPr>
          <p:cNvSpPr/>
          <p:nvPr>
            <p:custDataLst>
              <p:tags r:id="rId3"/>
            </p:custDataLst>
          </p:nvPr>
        </p:nvSpPr>
        <p:spPr>
          <a:xfrm>
            <a:off x="530352" y="1508760"/>
            <a:ext cx="11018520" cy="603504"/>
          </a:xfrm>
          <a:prstGeom prst="rect">
            <a:avLst/>
          </a:prstGeom>
          <a:noFill/>
          <a:ln/>
        </p:spPr>
        <p:txBody>
          <a:bodyPr wrap="square" lIns="0" tIns="0" rIns="0" bIns="0" rtlCol="0" anchor="t">
            <a:normAutofit/>
          </a:bodyPr>
          <a:lstStyle/>
          <a:p>
            <a:r>
              <a:rPr lang="fr-CA" sz="1650" noProof="0" dirty="0">
                <a:solidFill>
                  <a:srgbClr val="486581"/>
                </a:solidFill>
                <a:latin typeface="Calibri" pitchFamily="34" charset="0"/>
                <a:ea typeface="Calibri" pitchFamily="34" charset="-122"/>
                <a:cs typeface="Calibri" pitchFamily="34" charset="-120"/>
              </a:rPr>
              <a:t>Two complementary measures: lag indicates backlog volume; latency indicates the real time impact.</a:t>
            </a:r>
          </a:p>
          <a:p>
            <a:endParaRPr lang="fr-CA" sz="1650" noProof="0" dirty="0">
              <a:solidFill>
                <a:srgbClr val="486581"/>
              </a:solidFill>
              <a:latin typeface="Calibri" pitchFamily="34" charset="0"/>
              <a:ea typeface="Calibri" pitchFamily="34" charset="-122"/>
              <a:cs typeface="Calibri" pitchFamily="34" charset="-120"/>
            </a:endParaRPr>
          </a:p>
        </p:txBody>
      </p:sp>
      <p:sp>
        <p:nvSpPr>
          <p:cNvPr id="9" name="Text 2">
            <a:extLst>
              <a:ext uri="{FF2B5EF4-FFF2-40B4-BE49-F238E27FC236}">
                <a16:creationId xmlns:a16="http://schemas.microsoft.com/office/drawing/2014/main" id="{15E03934-29E6-42CA-F592-0971AE55C5C5}"/>
              </a:ext>
            </a:extLst>
          </p:cNvPr>
          <p:cNvSpPr/>
          <p:nvPr>
            <p:custDataLst>
              <p:tags r:id="rId4"/>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EDA LATENCY AND LAG</a:t>
            </a:r>
            <a:endParaRPr lang="fr-CA" sz="1000" noProof="0" dirty="0"/>
          </a:p>
        </p:txBody>
      </p:sp>
      <p:sp>
        <p:nvSpPr>
          <p:cNvPr id="11" name="Text 1">
            <a:extLst>
              <a:ext uri="{FF2B5EF4-FFF2-40B4-BE49-F238E27FC236}">
                <a16:creationId xmlns:a16="http://schemas.microsoft.com/office/drawing/2014/main" id="{F6060947-EA2F-F791-730C-B79F8DFCDE4F}"/>
              </a:ext>
            </a:extLst>
          </p:cNvPr>
          <p:cNvSpPr/>
          <p:nvPr>
            <p:custDataLst>
              <p:tags r:id="rId5"/>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05 / OPERATE AND DISTRIBUTE</a:t>
            </a:r>
            <a:endParaRPr lang="fr-CA" sz="1100" noProof="0" dirty="0"/>
          </a:p>
        </p:txBody>
      </p:sp>
      <p:sp>
        <p:nvSpPr>
          <p:cNvPr id="13" name="Text 5">
            <a:extLst>
              <a:ext uri="{FF2B5EF4-FFF2-40B4-BE49-F238E27FC236}">
                <a16:creationId xmlns:a16="http://schemas.microsoft.com/office/drawing/2014/main" id="{A625A4A8-AA01-9CDC-43D0-1F6181A618C0}"/>
              </a:ext>
            </a:extLst>
          </p:cNvPr>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15" name="Shape 19">
            <a:extLst>
              <a:ext uri="{FF2B5EF4-FFF2-40B4-BE49-F238E27FC236}">
                <a16:creationId xmlns:a16="http://schemas.microsoft.com/office/drawing/2014/main" id="{F079E07C-6D08-A4BD-7021-91ECED19F7BF}"/>
              </a:ext>
            </a:extLst>
          </p:cNvPr>
          <p:cNvSpPr/>
          <p:nvPr>
            <p:custDataLst>
              <p:tags r:id="rId7"/>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17" name="Text 20">
            <a:extLst>
              <a:ext uri="{FF2B5EF4-FFF2-40B4-BE49-F238E27FC236}">
                <a16:creationId xmlns:a16="http://schemas.microsoft.com/office/drawing/2014/main" id="{C533EFD0-1298-5EE8-CA2B-2DB1BB11BCA2}"/>
              </a:ext>
            </a:extLst>
          </p:cNvPr>
          <p:cNvSpPr/>
          <p:nvPr>
            <p:custDataLst>
              <p:tags r:id="rId8"/>
            </p:custDataLst>
          </p:nvPr>
        </p:nvSpPr>
        <p:spPr>
          <a:xfrm>
            <a:off x="731520" y="5820156"/>
            <a:ext cx="10716768" cy="274320"/>
          </a:xfrm>
          <a:prstGeom prst="rect">
            <a:avLst/>
          </a:prstGeom>
          <a:noFill/>
          <a:ln/>
        </p:spPr>
        <p:txBody>
          <a:bodyPr wrap="square" lIns="0" tIns="0" rIns="0" bIns="0" rtlCol="0" anchor="t">
            <a:normAutofit/>
          </a:bodyPr>
          <a:lstStyle/>
          <a:p>
            <a:r>
              <a:rPr lang="fr-CA" sz="1550" b="1" noProof="0" dirty="0">
                <a:solidFill>
                  <a:srgbClr val="102A43"/>
                </a:solidFill>
                <a:latin typeface="Calibri" pitchFamily="34" charset="0"/>
                <a:ea typeface="Calibri" pitchFamily="34" charset="-122"/>
                <a:cs typeface="Calibri" pitchFamily="34" charset="-120"/>
              </a:rPr>
              <a:t>Key takeaway: Lag = backlog in messages/offsets. Latency = delay in processing time. Correlated, but not equivalent.</a:t>
            </a:r>
            <a:endParaRPr lang="fr-CA" sz="1550" noProof="0" dirty="0"/>
          </a:p>
        </p:txBody>
      </p:sp>
      <p:sp>
        <p:nvSpPr>
          <p:cNvPr id="21" name="Shape 3">
            <a:extLst>
              <a:ext uri="{FF2B5EF4-FFF2-40B4-BE49-F238E27FC236}">
                <a16:creationId xmlns:a16="http://schemas.microsoft.com/office/drawing/2014/main" id="{C4EFDCE0-D186-6A3B-9D17-DE819D31D1F5}"/>
              </a:ext>
            </a:extLst>
          </p:cNvPr>
          <p:cNvSpPr/>
          <p:nvPr>
            <p:custDataLst>
              <p:tags r:id="rId9"/>
            </p:custDataLst>
          </p:nvPr>
        </p:nvSpPr>
        <p:spPr>
          <a:xfrm flipV="1">
            <a:off x="3587344" y="2610571"/>
            <a:ext cx="260371" cy="0"/>
          </a:xfrm>
          <a:prstGeom prst="line">
            <a:avLst/>
          </a:prstGeom>
          <a:noFill/>
          <a:ln w="28575">
            <a:solidFill>
              <a:srgbClr val="1B4E9B"/>
            </a:solidFill>
            <a:prstDash val="solid"/>
            <a:headEnd type="none"/>
            <a:tailEnd type="triangle"/>
          </a:ln>
        </p:spPr>
        <p:txBody>
          <a:bodyPr/>
          <a:lstStyle/>
          <a:p>
            <a:endParaRPr lang="fr-CA" noProof="0" dirty="0"/>
          </a:p>
        </p:txBody>
      </p:sp>
      <p:sp>
        <p:nvSpPr>
          <p:cNvPr id="67" name="Shape 26">
            <a:extLst>
              <a:ext uri="{FF2B5EF4-FFF2-40B4-BE49-F238E27FC236}">
                <a16:creationId xmlns:a16="http://schemas.microsoft.com/office/drawing/2014/main" id="{3C98A06F-6C2D-5FDC-A80B-176426A414E3}"/>
              </a:ext>
            </a:extLst>
          </p:cNvPr>
          <p:cNvSpPr/>
          <p:nvPr>
            <p:custDataLst>
              <p:tags r:id="rId10"/>
            </p:custDataLst>
          </p:nvPr>
        </p:nvSpPr>
        <p:spPr>
          <a:xfrm>
            <a:off x="3951602" y="3259895"/>
            <a:ext cx="146304" cy="329184"/>
          </a:xfrm>
          <a:prstGeom prst="roundRect">
            <a:avLst>
              <a:gd name="adj" fmla="val 12500"/>
            </a:avLst>
          </a:prstGeom>
          <a:solidFill>
            <a:srgbClr val="D7E8FF"/>
          </a:solidFill>
          <a:ln w="6350">
            <a:solidFill>
              <a:srgbClr val="2F80ED"/>
            </a:solidFill>
            <a:prstDash val="solid"/>
          </a:ln>
        </p:spPr>
        <p:txBody>
          <a:bodyPr/>
          <a:lstStyle/>
          <a:p>
            <a:endParaRPr lang="fr-CA" noProof="0" dirty="0"/>
          </a:p>
        </p:txBody>
      </p:sp>
      <p:sp>
        <p:nvSpPr>
          <p:cNvPr id="69" name="Shape 27">
            <a:extLst>
              <a:ext uri="{FF2B5EF4-FFF2-40B4-BE49-F238E27FC236}">
                <a16:creationId xmlns:a16="http://schemas.microsoft.com/office/drawing/2014/main" id="{CA55A916-AB61-0FA8-809B-BB109686FA47}"/>
              </a:ext>
            </a:extLst>
          </p:cNvPr>
          <p:cNvSpPr/>
          <p:nvPr>
            <p:custDataLst>
              <p:tags r:id="rId11"/>
            </p:custDataLst>
          </p:nvPr>
        </p:nvSpPr>
        <p:spPr>
          <a:xfrm>
            <a:off x="4125338" y="3258452"/>
            <a:ext cx="146304" cy="329184"/>
          </a:xfrm>
          <a:prstGeom prst="roundRect">
            <a:avLst>
              <a:gd name="adj" fmla="val 12500"/>
            </a:avLst>
          </a:prstGeom>
          <a:solidFill>
            <a:srgbClr val="D7E8FF"/>
          </a:solidFill>
          <a:ln w="6350">
            <a:solidFill>
              <a:srgbClr val="2F80ED"/>
            </a:solidFill>
            <a:prstDash val="solid"/>
          </a:ln>
        </p:spPr>
        <p:txBody>
          <a:bodyPr/>
          <a:lstStyle/>
          <a:p>
            <a:endParaRPr lang="fr-CA" noProof="0" dirty="0"/>
          </a:p>
        </p:txBody>
      </p:sp>
      <p:sp>
        <p:nvSpPr>
          <p:cNvPr id="71" name="Shape 28">
            <a:extLst>
              <a:ext uri="{FF2B5EF4-FFF2-40B4-BE49-F238E27FC236}">
                <a16:creationId xmlns:a16="http://schemas.microsoft.com/office/drawing/2014/main" id="{53CE1C2B-F6D4-F7DF-3A04-4AFCE47ABE2E}"/>
              </a:ext>
            </a:extLst>
          </p:cNvPr>
          <p:cNvSpPr/>
          <p:nvPr>
            <p:custDataLst>
              <p:tags r:id="rId12"/>
            </p:custDataLst>
          </p:nvPr>
        </p:nvSpPr>
        <p:spPr>
          <a:xfrm>
            <a:off x="4299074" y="3259895"/>
            <a:ext cx="146304" cy="329184"/>
          </a:xfrm>
          <a:prstGeom prst="roundRect">
            <a:avLst>
              <a:gd name="adj" fmla="val 12500"/>
            </a:avLst>
          </a:prstGeom>
          <a:solidFill>
            <a:srgbClr val="D7E8FF"/>
          </a:solidFill>
          <a:ln w="6350">
            <a:solidFill>
              <a:srgbClr val="2F80ED"/>
            </a:solidFill>
            <a:prstDash val="solid"/>
          </a:ln>
        </p:spPr>
        <p:txBody>
          <a:bodyPr/>
          <a:lstStyle/>
          <a:p>
            <a:endParaRPr lang="fr-CA" noProof="0" dirty="0"/>
          </a:p>
        </p:txBody>
      </p:sp>
      <p:sp>
        <p:nvSpPr>
          <p:cNvPr id="73" name="Shape 29">
            <a:extLst>
              <a:ext uri="{FF2B5EF4-FFF2-40B4-BE49-F238E27FC236}">
                <a16:creationId xmlns:a16="http://schemas.microsoft.com/office/drawing/2014/main" id="{611A2AA8-9413-514B-96B0-133E71649278}"/>
              </a:ext>
            </a:extLst>
          </p:cNvPr>
          <p:cNvSpPr/>
          <p:nvPr>
            <p:custDataLst>
              <p:tags r:id="rId13"/>
            </p:custDataLst>
          </p:nvPr>
        </p:nvSpPr>
        <p:spPr>
          <a:xfrm>
            <a:off x="4472810" y="3258452"/>
            <a:ext cx="146304" cy="329184"/>
          </a:xfrm>
          <a:prstGeom prst="roundRect">
            <a:avLst>
              <a:gd name="adj" fmla="val 12500"/>
            </a:avLst>
          </a:prstGeom>
          <a:solidFill>
            <a:srgbClr val="D7E8FF"/>
          </a:solidFill>
          <a:ln w="6350">
            <a:solidFill>
              <a:srgbClr val="2F80ED"/>
            </a:solidFill>
            <a:prstDash val="solid"/>
          </a:ln>
        </p:spPr>
        <p:txBody>
          <a:bodyPr/>
          <a:lstStyle/>
          <a:p>
            <a:endParaRPr lang="fr-CA" noProof="0" dirty="0"/>
          </a:p>
        </p:txBody>
      </p:sp>
      <p:sp>
        <p:nvSpPr>
          <p:cNvPr id="75" name="Shape 30">
            <a:extLst>
              <a:ext uri="{FF2B5EF4-FFF2-40B4-BE49-F238E27FC236}">
                <a16:creationId xmlns:a16="http://schemas.microsoft.com/office/drawing/2014/main" id="{40FF5C3E-9BAE-8F55-90FD-A2E9B8CBF406}"/>
              </a:ext>
            </a:extLst>
          </p:cNvPr>
          <p:cNvSpPr/>
          <p:nvPr>
            <p:custDataLst>
              <p:tags r:id="rId14"/>
            </p:custDataLst>
          </p:nvPr>
        </p:nvSpPr>
        <p:spPr>
          <a:xfrm>
            <a:off x="4646546" y="3259895"/>
            <a:ext cx="146304" cy="329184"/>
          </a:xfrm>
          <a:prstGeom prst="roundRect">
            <a:avLst>
              <a:gd name="adj" fmla="val 12500"/>
            </a:avLst>
          </a:prstGeom>
          <a:solidFill>
            <a:srgbClr val="D7E8FF"/>
          </a:solidFill>
          <a:ln w="6350">
            <a:solidFill>
              <a:srgbClr val="2F80ED"/>
            </a:solidFill>
            <a:prstDash val="solid"/>
          </a:ln>
        </p:spPr>
        <p:txBody>
          <a:bodyPr/>
          <a:lstStyle/>
          <a:p>
            <a:endParaRPr lang="fr-CA" noProof="0" dirty="0"/>
          </a:p>
        </p:txBody>
      </p:sp>
      <p:sp>
        <p:nvSpPr>
          <p:cNvPr id="77" name="Shape 31">
            <a:extLst>
              <a:ext uri="{FF2B5EF4-FFF2-40B4-BE49-F238E27FC236}">
                <a16:creationId xmlns:a16="http://schemas.microsoft.com/office/drawing/2014/main" id="{D1ADB478-B8C6-1C1F-C785-C8CDBCA1E571}"/>
              </a:ext>
            </a:extLst>
          </p:cNvPr>
          <p:cNvSpPr/>
          <p:nvPr>
            <p:custDataLst>
              <p:tags r:id="rId15"/>
            </p:custDataLst>
          </p:nvPr>
        </p:nvSpPr>
        <p:spPr>
          <a:xfrm>
            <a:off x="4820282" y="3258452"/>
            <a:ext cx="146304" cy="329184"/>
          </a:xfrm>
          <a:prstGeom prst="roundRect">
            <a:avLst>
              <a:gd name="adj" fmla="val 12500"/>
            </a:avLst>
          </a:prstGeom>
          <a:solidFill>
            <a:srgbClr val="FDEBD7"/>
          </a:solidFill>
          <a:ln w="6350">
            <a:solidFill>
              <a:srgbClr val="F2994A"/>
            </a:solidFill>
            <a:prstDash val="solid"/>
          </a:ln>
        </p:spPr>
        <p:txBody>
          <a:bodyPr/>
          <a:lstStyle/>
          <a:p>
            <a:endParaRPr lang="fr-CA" noProof="0" dirty="0"/>
          </a:p>
        </p:txBody>
      </p:sp>
      <p:sp>
        <p:nvSpPr>
          <p:cNvPr id="79" name="Shape 32">
            <a:extLst>
              <a:ext uri="{FF2B5EF4-FFF2-40B4-BE49-F238E27FC236}">
                <a16:creationId xmlns:a16="http://schemas.microsoft.com/office/drawing/2014/main" id="{2EED1238-13F8-20E8-B762-88B98A2BAFE3}"/>
              </a:ext>
            </a:extLst>
          </p:cNvPr>
          <p:cNvSpPr/>
          <p:nvPr>
            <p:custDataLst>
              <p:tags r:id="rId16"/>
            </p:custDataLst>
          </p:nvPr>
        </p:nvSpPr>
        <p:spPr>
          <a:xfrm>
            <a:off x="4994018" y="3259895"/>
            <a:ext cx="146304" cy="329184"/>
          </a:xfrm>
          <a:prstGeom prst="roundRect">
            <a:avLst>
              <a:gd name="adj" fmla="val 12500"/>
            </a:avLst>
          </a:prstGeom>
          <a:solidFill>
            <a:srgbClr val="FDEBD7"/>
          </a:solidFill>
          <a:ln w="6350">
            <a:solidFill>
              <a:srgbClr val="F2994A"/>
            </a:solidFill>
            <a:prstDash val="solid"/>
          </a:ln>
        </p:spPr>
        <p:txBody>
          <a:bodyPr/>
          <a:lstStyle/>
          <a:p>
            <a:endParaRPr lang="fr-CA" noProof="0" dirty="0"/>
          </a:p>
        </p:txBody>
      </p:sp>
      <p:sp>
        <p:nvSpPr>
          <p:cNvPr id="81" name="Shape 33">
            <a:extLst>
              <a:ext uri="{FF2B5EF4-FFF2-40B4-BE49-F238E27FC236}">
                <a16:creationId xmlns:a16="http://schemas.microsoft.com/office/drawing/2014/main" id="{4AEA0BAC-80DE-60FC-8D0F-A59AA9879ADC}"/>
              </a:ext>
            </a:extLst>
          </p:cNvPr>
          <p:cNvSpPr/>
          <p:nvPr>
            <p:custDataLst>
              <p:tags r:id="rId17"/>
            </p:custDataLst>
          </p:nvPr>
        </p:nvSpPr>
        <p:spPr>
          <a:xfrm>
            <a:off x="5167754" y="3258452"/>
            <a:ext cx="146304" cy="329184"/>
          </a:xfrm>
          <a:prstGeom prst="roundRect">
            <a:avLst>
              <a:gd name="adj" fmla="val 12500"/>
            </a:avLst>
          </a:prstGeom>
          <a:solidFill>
            <a:srgbClr val="FDEBD7"/>
          </a:solidFill>
          <a:ln w="6350">
            <a:solidFill>
              <a:srgbClr val="F2994A"/>
            </a:solidFill>
            <a:prstDash val="solid"/>
          </a:ln>
        </p:spPr>
        <p:txBody>
          <a:bodyPr/>
          <a:lstStyle/>
          <a:p>
            <a:endParaRPr lang="fr-CA" noProof="0" dirty="0"/>
          </a:p>
        </p:txBody>
      </p:sp>
      <p:sp>
        <p:nvSpPr>
          <p:cNvPr id="85" name="Shape 35">
            <a:extLst>
              <a:ext uri="{FF2B5EF4-FFF2-40B4-BE49-F238E27FC236}">
                <a16:creationId xmlns:a16="http://schemas.microsoft.com/office/drawing/2014/main" id="{D30AB94A-6D69-DF0E-3672-ADB7A7E05050}"/>
              </a:ext>
            </a:extLst>
          </p:cNvPr>
          <p:cNvSpPr/>
          <p:nvPr>
            <p:custDataLst>
              <p:tags r:id="rId18"/>
            </p:custDataLst>
          </p:nvPr>
        </p:nvSpPr>
        <p:spPr>
          <a:xfrm>
            <a:off x="4816432" y="4101684"/>
            <a:ext cx="1036692" cy="0"/>
          </a:xfrm>
          <a:prstGeom prst="line">
            <a:avLst/>
          </a:prstGeom>
          <a:noFill/>
          <a:ln w="25400">
            <a:solidFill>
              <a:srgbClr val="F2994A"/>
            </a:solidFill>
            <a:prstDash val="solid"/>
            <a:headEnd type="triangle"/>
            <a:tailEnd type="triangle"/>
          </a:ln>
        </p:spPr>
        <p:txBody>
          <a:bodyPr/>
          <a:lstStyle/>
          <a:p>
            <a:endParaRPr lang="fr-CA" noProof="0" dirty="0"/>
          </a:p>
        </p:txBody>
      </p:sp>
      <p:sp>
        <p:nvSpPr>
          <p:cNvPr id="87" name="Text 36">
            <a:extLst>
              <a:ext uri="{FF2B5EF4-FFF2-40B4-BE49-F238E27FC236}">
                <a16:creationId xmlns:a16="http://schemas.microsoft.com/office/drawing/2014/main" id="{3E921F7B-6A4D-10BF-EA03-BCF8D6BA4E7A}"/>
              </a:ext>
            </a:extLst>
          </p:cNvPr>
          <p:cNvSpPr/>
          <p:nvPr>
            <p:custDataLst>
              <p:tags r:id="rId19"/>
            </p:custDataLst>
          </p:nvPr>
        </p:nvSpPr>
        <p:spPr>
          <a:xfrm>
            <a:off x="5853124" y="3658493"/>
            <a:ext cx="2194560" cy="320040"/>
          </a:xfrm>
          <a:prstGeom prst="rect">
            <a:avLst/>
          </a:prstGeom>
          <a:noFill/>
          <a:ln/>
        </p:spPr>
        <p:txBody>
          <a:bodyPr wrap="square" lIns="0" tIns="0" rIns="0" bIns="0" rtlCol="0" anchor="ctr">
            <a:noAutofit/>
          </a:bodyPr>
          <a:lstStyle/>
          <a:p>
            <a:pPr marL="0" indent="0" algn="ctr">
              <a:buNone/>
            </a:pPr>
            <a:r>
              <a:rPr lang="fr-CA" sz="1200" b="1" noProof="0" dirty="0">
                <a:solidFill>
                  <a:srgbClr val="F2994A"/>
                </a:solidFill>
              </a:rPr>
              <a:t>Lag = Latest available offset − Latest ACKed offset</a:t>
            </a:r>
            <a:endParaRPr lang="fr-CA" sz="1200" noProof="0" dirty="0"/>
          </a:p>
        </p:txBody>
      </p:sp>
      <p:sp>
        <p:nvSpPr>
          <p:cNvPr id="95" name="Shape 40">
            <a:extLst>
              <a:ext uri="{FF2B5EF4-FFF2-40B4-BE49-F238E27FC236}">
                <a16:creationId xmlns:a16="http://schemas.microsoft.com/office/drawing/2014/main" id="{758EDB0C-6B20-B2EF-64E7-1D9798FF4292}"/>
              </a:ext>
            </a:extLst>
          </p:cNvPr>
          <p:cNvSpPr/>
          <p:nvPr>
            <p:custDataLst>
              <p:tags r:id="rId20"/>
            </p:custDataLst>
          </p:nvPr>
        </p:nvSpPr>
        <p:spPr>
          <a:xfrm>
            <a:off x="1493282" y="4283345"/>
            <a:ext cx="9124291" cy="0"/>
          </a:xfrm>
          <a:prstGeom prst="line">
            <a:avLst/>
          </a:prstGeom>
          <a:noFill/>
          <a:ln w="33020">
            <a:solidFill>
              <a:srgbClr val="7B61FF"/>
            </a:solidFill>
            <a:prstDash val="solid"/>
            <a:headEnd type="triangle"/>
            <a:tailEnd type="triangle"/>
          </a:ln>
        </p:spPr>
        <p:txBody>
          <a:bodyPr/>
          <a:lstStyle/>
          <a:p>
            <a:endParaRPr lang="fr-CA" noProof="0" dirty="0"/>
          </a:p>
        </p:txBody>
      </p:sp>
      <p:sp>
        <p:nvSpPr>
          <p:cNvPr id="97" name="Shape 41">
            <a:extLst>
              <a:ext uri="{FF2B5EF4-FFF2-40B4-BE49-F238E27FC236}">
                <a16:creationId xmlns:a16="http://schemas.microsoft.com/office/drawing/2014/main" id="{6657599D-7ED5-142D-DD60-25F4F1E92EE2}"/>
              </a:ext>
            </a:extLst>
          </p:cNvPr>
          <p:cNvSpPr/>
          <p:nvPr>
            <p:custDataLst>
              <p:tags r:id="rId21"/>
            </p:custDataLst>
          </p:nvPr>
        </p:nvSpPr>
        <p:spPr>
          <a:xfrm>
            <a:off x="1493283" y="3844433"/>
            <a:ext cx="0" cy="438912"/>
          </a:xfrm>
          <a:prstGeom prst="line">
            <a:avLst/>
          </a:prstGeom>
          <a:noFill/>
          <a:ln w="28575">
            <a:solidFill>
              <a:srgbClr val="7B61FF"/>
            </a:solidFill>
            <a:prstDash val="solid"/>
          </a:ln>
        </p:spPr>
        <p:txBody>
          <a:bodyPr/>
          <a:lstStyle/>
          <a:p>
            <a:endParaRPr lang="fr-CA" noProof="0" dirty="0"/>
          </a:p>
        </p:txBody>
      </p:sp>
      <p:sp>
        <p:nvSpPr>
          <p:cNvPr id="99" name="Shape 42">
            <a:extLst>
              <a:ext uri="{FF2B5EF4-FFF2-40B4-BE49-F238E27FC236}">
                <a16:creationId xmlns:a16="http://schemas.microsoft.com/office/drawing/2014/main" id="{51044E5F-849A-EEDF-9AA7-5FD02A8418DC}"/>
              </a:ext>
            </a:extLst>
          </p:cNvPr>
          <p:cNvSpPr/>
          <p:nvPr>
            <p:custDataLst>
              <p:tags r:id="rId22"/>
            </p:custDataLst>
          </p:nvPr>
        </p:nvSpPr>
        <p:spPr>
          <a:xfrm>
            <a:off x="10617573" y="3816421"/>
            <a:ext cx="0" cy="438912"/>
          </a:xfrm>
          <a:prstGeom prst="line">
            <a:avLst/>
          </a:prstGeom>
          <a:noFill/>
          <a:ln w="28575">
            <a:solidFill>
              <a:srgbClr val="7B61FF"/>
            </a:solidFill>
            <a:prstDash val="solid"/>
          </a:ln>
        </p:spPr>
        <p:txBody>
          <a:bodyPr/>
          <a:lstStyle/>
          <a:p>
            <a:endParaRPr lang="fr-CA" noProof="0" dirty="0"/>
          </a:p>
        </p:txBody>
      </p:sp>
      <p:sp>
        <p:nvSpPr>
          <p:cNvPr id="101" name="Text 43">
            <a:extLst>
              <a:ext uri="{FF2B5EF4-FFF2-40B4-BE49-F238E27FC236}">
                <a16:creationId xmlns:a16="http://schemas.microsoft.com/office/drawing/2014/main" id="{B3F0A0A4-D524-EE07-06AE-66FA7F04339D}"/>
              </a:ext>
            </a:extLst>
          </p:cNvPr>
          <p:cNvSpPr/>
          <p:nvPr>
            <p:custDataLst>
              <p:tags r:id="rId23"/>
            </p:custDataLst>
          </p:nvPr>
        </p:nvSpPr>
        <p:spPr>
          <a:xfrm>
            <a:off x="3342132" y="4423189"/>
            <a:ext cx="5394960" cy="256032"/>
          </a:xfrm>
          <a:prstGeom prst="rect">
            <a:avLst/>
          </a:prstGeom>
          <a:noFill/>
          <a:ln/>
        </p:spPr>
        <p:txBody>
          <a:bodyPr wrap="square" lIns="0" tIns="0" rIns="0" bIns="0" rtlCol="0" anchor="ctr"/>
          <a:lstStyle/>
          <a:p>
            <a:pPr marL="0" indent="0" algn="ctr">
              <a:buNone/>
            </a:pPr>
            <a:r>
              <a:rPr lang="fr-CA" sz="1600" b="1" noProof="0" dirty="0">
                <a:solidFill>
                  <a:srgbClr val="7B61FF"/>
                </a:solidFill>
              </a:rPr>
              <a:t>E2E latency = time between production and completed processing</a:t>
            </a:r>
            <a:endParaRPr lang="fr-CA" sz="1600" noProof="0" dirty="0"/>
          </a:p>
        </p:txBody>
      </p:sp>
      <p:sp>
        <p:nvSpPr>
          <p:cNvPr id="121" name="Shape 13">
            <a:extLst>
              <a:ext uri="{FF2B5EF4-FFF2-40B4-BE49-F238E27FC236}">
                <a16:creationId xmlns:a16="http://schemas.microsoft.com/office/drawing/2014/main" id="{B122C652-8477-DA0A-AABE-B04FAB83D278}"/>
              </a:ext>
            </a:extLst>
          </p:cNvPr>
          <p:cNvSpPr/>
          <p:nvPr>
            <p:custDataLst>
              <p:tags r:id="rId24"/>
            </p:custDataLst>
          </p:nvPr>
        </p:nvSpPr>
        <p:spPr>
          <a:xfrm>
            <a:off x="1493283" y="2011318"/>
            <a:ext cx="2082123" cy="1182579"/>
          </a:xfrm>
          <a:prstGeom prst="roundRect">
            <a:avLst>
              <a:gd name="adj" fmla="val 6757"/>
            </a:avLst>
          </a:prstGeom>
          <a:solidFill>
            <a:srgbClr val="EFFAF8"/>
          </a:solidFill>
          <a:ln w="8890">
            <a:solidFill>
              <a:srgbClr val="0F766E"/>
            </a:solidFill>
            <a:prstDash val="solid"/>
          </a:ln>
        </p:spPr>
        <p:txBody>
          <a:bodyPr/>
          <a:lstStyle/>
          <a:p>
            <a:endParaRPr lang="fr-CA" dirty="0"/>
          </a:p>
        </p:txBody>
      </p:sp>
      <p:sp>
        <p:nvSpPr>
          <p:cNvPr id="123" name="Text 14">
            <a:extLst>
              <a:ext uri="{FF2B5EF4-FFF2-40B4-BE49-F238E27FC236}">
                <a16:creationId xmlns:a16="http://schemas.microsoft.com/office/drawing/2014/main" id="{9421AB79-A792-E549-F50E-A45D16DC9091}"/>
              </a:ext>
            </a:extLst>
          </p:cNvPr>
          <p:cNvSpPr/>
          <p:nvPr>
            <p:custDataLst>
              <p:tags r:id="rId25"/>
            </p:custDataLst>
          </p:nvPr>
        </p:nvSpPr>
        <p:spPr>
          <a:xfrm>
            <a:off x="1493283" y="2116790"/>
            <a:ext cx="2100411" cy="475488"/>
          </a:xfrm>
          <a:prstGeom prst="rect">
            <a:avLst/>
          </a:prstGeom>
          <a:noFill/>
          <a:ln/>
        </p:spPr>
        <p:txBody>
          <a:bodyPr wrap="square" lIns="0" tIns="0" rIns="0" bIns="0" rtlCol="0" anchor="t">
            <a:normAutofit/>
          </a:bodyPr>
          <a:lstStyle/>
          <a:p>
            <a:pPr marL="0" indent="0" algn="ctr">
              <a:buNone/>
            </a:pPr>
            <a:r>
              <a:rPr lang="fr-CA" sz="1850" b="1" dirty="0">
                <a:solidFill>
                  <a:srgbClr val="0F766E"/>
                </a:solidFill>
                <a:latin typeface="Calibri" pitchFamily="34" charset="0"/>
                <a:ea typeface="Calibri" pitchFamily="34" charset="-122"/>
                <a:cs typeface="Calibri" pitchFamily="34" charset="-120"/>
              </a:rPr>
              <a:t>PRODUCER</a:t>
            </a:r>
            <a:endParaRPr lang="fr-CA" sz="1850" dirty="0"/>
          </a:p>
        </p:txBody>
      </p:sp>
      <p:sp>
        <p:nvSpPr>
          <p:cNvPr id="29" name="Shape 7">
            <a:extLst>
              <a:ext uri="{FF2B5EF4-FFF2-40B4-BE49-F238E27FC236}">
                <a16:creationId xmlns:a16="http://schemas.microsoft.com/office/drawing/2014/main" id="{325A3FC3-D7A2-0190-874B-03C78970AEC5}"/>
              </a:ext>
            </a:extLst>
          </p:cNvPr>
          <p:cNvSpPr/>
          <p:nvPr>
            <p:custDataLst>
              <p:tags r:id="rId26"/>
            </p:custDataLst>
          </p:nvPr>
        </p:nvSpPr>
        <p:spPr>
          <a:xfrm>
            <a:off x="2235944" y="2476095"/>
            <a:ext cx="530352" cy="530352"/>
          </a:xfrm>
          <a:prstGeom prst="ellipse">
            <a:avLst/>
          </a:prstGeom>
          <a:solidFill>
            <a:srgbClr val="FFFFFF">
              <a:alpha val="90000"/>
            </a:srgbClr>
          </a:solidFill>
          <a:ln w="12700">
            <a:solidFill>
              <a:srgbClr val="27AE60">
                <a:alpha val="55000"/>
              </a:srgbClr>
            </a:solidFill>
            <a:prstDash val="solid"/>
          </a:ln>
        </p:spPr>
        <p:txBody>
          <a:bodyPr/>
          <a:lstStyle/>
          <a:p>
            <a:endParaRPr lang="fr-CA" noProof="0" dirty="0"/>
          </a:p>
        </p:txBody>
      </p:sp>
      <p:sp>
        <p:nvSpPr>
          <p:cNvPr id="31" name="Text 8">
            <a:extLst>
              <a:ext uri="{FF2B5EF4-FFF2-40B4-BE49-F238E27FC236}">
                <a16:creationId xmlns:a16="http://schemas.microsoft.com/office/drawing/2014/main" id="{22364ADE-3FEC-2E07-D13D-1B27857777A6}"/>
              </a:ext>
            </a:extLst>
          </p:cNvPr>
          <p:cNvSpPr/>
          <p:nvPr>
            <p:custDataLst>
              <p:tags r:id="rId27"/>
            </p:custDataLst>
          </p:nvPr>
        </p:nvSpPr>
        <p:spPr>
          <a:xfrm>
            <a:off x="2253205" y="2653922"/>
            <a:ext cx="530352" cy="164592"/>
          </a:xfrm>
          <a:prstGeom prst="rect">
            <a:avLst/>
          </a:prstGeom>
          <a:noFill/>
          <a:ln/>
        </p:spPr>
        <p:txBody>
          <a:bodyPr wrap="square" lIns="0" tIns="0" rIns="0" bIns="0" rtlCol="0" anchor="ctr"/>
          <a:lstStyle/>
          <a:p>
            <a:pPr marL="0" indent="0" algn="ctr">
              <a:buNone/>
            </a:pPr>
            <a:r>
              <a:rPr lang="fr-CA" sz="1200" b="1" noProof="0" dirty="0">
                <a:solidFill>
                  <a:srgbClr val="27AE60"/>
                </a:solidFill>
              </a:rPr>
              <a:t>SRC</a:t>
            </a:r>
            <a:endParaRPr lang="fr-CA" sz="1200" noProof="0" dirty="0"/>
          </a:p>
        </p:txBody>
      </p:sp>
      <p:sp>
        <p:nvSpPr>
          <p:cNvPr id="127" name="Shape 7">
            <a:extLst>
              <a:ext uri="{FF2B5EF4-FFF2-40B4-BE49-F238E27FC236}">
                <a16:creationId xmlns:a16="http://schemas.microsoft.com/office/drawing/2014/main" id="{26F06B43-AFCF-6741-1816-F105F1E9D30D}"/>
              </a:ext>
            </a:extLst>
          </p:cNvPr>
          <p:cNvSpPr/>
          <p:nvPr>
            <p:custDataLst>
              <p:tags r:id="rId28"/>
            </p:custDataLst>
          </p:nvPr>
        </p:nvSpPr>
        <p:spPr>
          <a:xfrm>
            <a:off x="3835777" y="2021423"/>
            <a:ext cx="2082121" cy="1182579"/>
          </a:xfrm>
          <a:prstGeom prst="roundRect">
            <a:avLst>
              <a:gd name="adj" fmla="val 6757"/>
            </a:avLst>
          </a:prstGeom>
          <a:solidFill>
            <a:srgbClr val="EFF6FF"/>
          </a:solidFill>
          <a:ln w="8890">
            <a:solidFill>
              <a:srgbClr val="1F6FEB"/>
            </a:solidFill>
            <a:prstDash val="solid"/>
          </a:ln>
        </p:spPr>
        <p:txBody>
          <a:bodyPr/>
          <a:lstStyle/>
          <a:p>
            <a:endParaRPr lang="fr-CA" dirty="0"/>
          </a:p>
        </p:txBody>
      </p:sp>
      <p:sp>
        <p:nvSpPr>
          <p:cNvPr id="129" name="Text 8">
            <a:extLst>
              <a:ext uri="{FF2B5EF4-FFF2-40B4-BE49-F238E27FC236}">
                <a16:creationId xmlns:a16="http://schemas.microsoft.com/office/drawing/2014/main" id="{7B611A15-53F6-0F2E-7E2E-5EA56AC177D4}"/>
              </a:ext>
            </a:extLst>
          </p:cNvPr>
          <p:cNvSpPr/>
          <p:nvPr>
            <p:custDataLst>
              <p:tags r:id="rId29"/>
            </p:custDataLst>
          </p:nvPr>
        </p:nvSpPr>
        <p:spPr>
          <a:xfrm>
            <a:off x="3817488" y="2115390"/>
            <a:ext cx="2082120" cy="475488"/>
          </a:xfrm>
          <a:prstGeom prst="rect">
            <a:avLst/>
          </a:prstGeom>
          <a:noFill/>
          <a:ln/>
        </p:spPr>
        <p:txBody>
          <a:bodyPr wrap="square" lIns="0" tIns="0" rIns="0" bIns="0" rtlCol="0" anchor="t">
            <a:normAutofit/>
          </a:bodyPr>
          <a:lstStyle/>
          <a:p>
            <a:pPr marL="0" indent="0" algn="ctr">
              <a:buNone/>
            </a:pPr>
            <a:r>
              <a:rPr lang="fr-CA" sz="1850" b="1" dirty="0">
                <a:solidFill>
                  <a:srgbClr val="1F6FEB"/>
                </a:solidFill>
                <a:latin typeface="Calibri" pitchFamily="34" charset="0"/>
                <a:ea typeface="Calibri" pitchFamily="34" charset="-122"/>
                <a:cs typeface="Calibri" pitchFamily="34" charset="-120"/>
              </a:rPr>
              <a:t>KAFKA</a:t>
            </a:r>
            <a:endParaRPr lang="fr-CA" sz="1850" dirty="0"/>
          </a:p>
        </p:txBody>
      </p:sp>
      <p:sp>
        <p:nvSpPr>
          <p:cNvPr id="39" name="Shape 12">
            <a:extLst>
              <a:ext uri="{FF2B5EF4-FFF2-40B4-BE49-F238E27FC236}">
                <a16:creationId xmlns:a16="http://schemas.microsoft.com/office/drawing/2014/main" id="{9BE207E9-1BC3-F54F-A273-7FEE4472C13A}"/>
              </a:ext>
            </a:extLst>
          </p:cNvPr>
          <p:cNvSpPr/>
          <p:nvPr>
            <p:custDataLst>
              <p:tags r:id="rId30"/>
            </p:custDataLst>
          </p:nvPr>
        </p:nvSpPr>
        <p:spPr>
          <a:xfrm>
            <a:off x="4603872" y="2478624"/>
            <a:ext cx="530352" cy="530352"/>
          </a:xfrm>
          <a:prstGeom prst="ellipse">
            <a:avLst/>
          </a:prstGeom>
          <a:solidFill>
            <a:srgbClr val="FFFFFF">
              <a:alpha val="90000"/>
            </a:srgbClr>
          </a:solidFill>
          <a:ln w="12700">
            <a:solidFill>
              <a:srgbClr val="2F80ED">
                <a:alpha val="55000"/>
              </a:srgbClr>
            </a:solidFill>
            <a:prstDash val="solid"/>
          </a:ln>
        </p:spPr>
        <p:txBody>
          <a:bodyPr/>
          <a:lstStyle/>
          <a:p>
            <a:endParaRPr lang="fr-CA" noProof="0" dirty="0"/>
          </a:p>
        </p:txBody>
      </p:sp>
      <p:sp>
        <p:nvSpPr>
          <p:cNvPr id="41" name="Text 13">
            <a:extLst>
              <a:ext uri="{FF2B5EF4-FFF2-40B4-BE49-F238E27FC236}">
                <a16:creationId xmlns:a16="http://schemas.microsoft.com/office/drawing/2014/main" id="{226D2036-D51B-96B8-414C-19850DF4C511}"/>
              </a:ext>
            </a:extLst>
          </p:cNvPr>
          <p:cNvSpPr/>
          <p:nvPr>
            <p:custDataLst>
              <p:tags r:id="rId31"/>
            </p:custDataLst>
          </p:nvPr>
        </p:nvSpPr>
        <p:spPr>
          <a:xfrm>
            <a:off x="4603872" y="2656932"/>
            <a:ext cx="530352" cy="164592"/>
          </a:xfrm>
          <a:prstGeom prst="rect">
            <a:avLst/>
          </a:prstGeom>
          <a:noFill/>
          <a:ln/>
        </p:spPr>
        <p:txBody>
          <a:bodyPr wrap="square" lIns="0" tIns="0" rIns="0" bIns="0" rtlCol="0" anchor="ctr"/>
          <a:lstStyle/>
          <a:p>
            <a:pPr marL="0" indent="0" algn="ctr">
              <a:buNone/>
            </a:pPr>
            <a:r>
              <a:rPr lang="fr-CA" sz="1200" b="1" dirty="0">
                <a:solidFill>
                  <a:srgbClr val="2F80ED"/>
                </a:solidFill>
              </a:rPr>
              <a:t>JRN</a:t>
            </a:r>
            <a:endParaRPr lang="fr-CA" sz="1200" noProof="0" dirty="0"/>
          </a:p>
        </p:txBody>
      </p:sp>
      <p:sp>
        <p:nvSpPr>
          <p:cNvPr id="131" name="Shape 33">
            <a:extLst>
              <a:ext uri="{FF2B5EF4-FFF2-40B4-BE49-F238E27FC236}">
                <a16:creationId xmlns:a16="http://schemas.microsoft.com/office/drawing/2014/main" id="{C23C761B-9A31-7E31-1AB8-2EC00F831541}"/>
              </a:ext>
            </a:extLst>
          </p:cNvPr>
          <p:cNvSpPr/>
          <p:nvPr>
            <p:custDataLst>
              <p:tags r:id="rId32"/>
            </p:custDataLst>
          </p:nvPr>
        </p:nvSpPr>
        <p:spPr>
          <a:xfrm>
            <a:off x="5347443" y="3257248"/>
            <a:ext cx="146304" cy="329184"/>
          </a:xfrm>
          <a:prstGeom prst="roundRect">
            <a:avLst>
              <a:gd name="adj" fmla="val 12500"/>
            </a:avLst>
          </a:prstGeom>
          <a:solidFill>
            <a:srgbClr val="FDEBD7"/>
          </a:solidFill>
          <a:ln w="6350">
            <a:solidFill>
              <a:srgbClr val="F2994A"/>
            </a:solidFill>
            <a:prstDash val="solid"/>
          </a:ln>
        </p:spPr>
        <p:txBody>
          <a:bodyPr/>
          <a:lstStyle/>
          <a:p>
            <a:endParaRPr lang="fr-CA" noProof="0" dirty="0"/>
          </a:p>
        </p:txBody>
      </p:sp>
      <p:sp>
        <p:nvSpPr>
          <p:cNvPr id="133" name="Shape 41">
            <a:extLst>
              <a:ext uri="{FF2B5EF4-FFF2-40B4-BE49-F238E27FC236}">
                <a16:creationId xmlns:a16="http://schemas.microsoft.com/office/drawing/2014/main" id="{B4F7E28F-295A-1940-52B6-CE51984D40D1}"/>
              </a:ext>
            </a:extLst>
          </p:cNvPr>
          <p:cNvSpPr/>
          <p:nvPr>
            <p:custDataLst>
              <p:tags r:id="rId33"/>
            </p:custDataLst>
          </p:nvPr>
        </p:nvSpPr>
        <p:spPr>
          <a:xfrm>
            <a:off x="4816432" y="3662772"/>
            <a:ext cx="0" cy="438912"/>
          </a:xfrm>
          <a:prstGeom prst="line">
            <a:avLst/>
          </a:prstGeom>
          <a:ln w="28575"/>
        </p:spPr>
        <p:style>
          <a:lnRef idx="1">
            <a:schemeClr val="accent2"/>
          </a:lnRef>
          <a:fillRef idx="0">
            <a:schemeClr val="accent2"/>
          </a:fillRef>
          <a:effectRef idx="0">
            <a:schemeClr val="accent2"/>
          </a:effectRef>
          <a:fontRef idx="minor">
            <a:schemeClr val="tx1"/>
          </a:fontRef>
        </p:style>
        <p:txBody>
          <a:bodyPr/>
          <a:lstStyle/>
          <a:p>
            <a:endParaRPr lang="fr-CA" noProof="0" dirty="0"/>
          </a:p>
        </p:txBody>
      </p:sp>
      <p:sp>
        <p:nvSpPr>
          <p:cNvPr id="135" name="Shape 41">
            <a:extLst>
              <a:ext uri="{FF2B5EF4-FFF2-40B4-BE49-F238E27FC236}">
                <a16:creationId xmlns:a16="http://schemas.microsoft.com/office/drawing/2014/main" id="{078D1E2D-137A-DDE6-843E-A128B008633A}"/>
              </a:ext>
            </a:extLst>
          </p:cNvPr>
          <p:cNvSpPr/>
          <p:nvPr>
            <p:custDataLst>
              <p:tags r:id="rId34"/>
            </p:custDataLst>
          </p:nvPr>
        </p:nvSpPr>
        <p:spPr>
          <a:xfrm>
            <a:off x="5858114" y="3618495"/>
            <a:ext cx="0" cy="438912"/>
          </a:xfrm>
          <a:prstGeom prst="line">
            <a:avLst/>
          </a:prstGeom>
          <a:ln w="28575"/>
        </p:spPr>
        <p:style>
          <a:lnRef idx="1">
            <a:schemeClr val="accent2"/>
          </a:lnRef>
          <a:fillRef idx="0">
            <a:schemeClr val="accent2"/>
          </a:fillRef>
          <a:effectRef idx="0">
            <a:schemeClr val="accent2"/>
          </a:effectRef>
          <a:fontRef idx="minor">
            <a:schemeClr val="tx1"/>
          </a:fontRef>
        </p:style>
        <p:txBody>
          <a:bodyPr/>
          <a:lstStyle/>
          <a:p>
            <a:endParaRPr lang="fr-CA" noProof="0" dirty="0"/>
          </a:p>
        </p:txBody>
      </p:sp>
      <p:sp>
        <p:nvSpPr>
          <p:cNvPr id="137" name="Shape 16">
            <a:extLst>
              <a:ext uri="{FF2B5EF4-FFF2-40B4-BE49-F238E27FC236}">
                <a16:creationId xmlns:a16="http://schemas.microsoft.com/office/drawing/2014/main" id="{6A9B2E0D-3CEE-DF62-9DD3-8D3578298CEB}"/>
              </a:ext>
            </a:extLst>
          </p:cNvPr>
          <p:cNvSpPr/>
          <p:nvPr>
            <p:custDataLst>
              <p:tags r:id="rId35"/>
            </p:custDataLst>
          </p:nvPr>
        </p:nvSpPr>
        <p:spPr>
          <a:xfrm>
            <a:off x="6159979" y="2025996"/>
            <a:ext cx="2082123" cy="1167901"/>
          </a:xfrm>
          <a:prstGeom prst="roundRect">
            <a:avLst>
              <a:gd name="adj" fmla="val 6757"/>
            </a:avLst>
          </a:prstGeom>
          <a:solidFill>
            <a:srgbClr val="FFF7ED"/>
          </a:solidFill>
          <a:ln w="8890">
            <a:solidFill>
              <a:srgbClr val="B45309"/>
            </a:solidFill>
            <a:prstDash val="solid"/>
          </a:ln>
        </p:spPr>
        <p:txBody>
          <a:bodyPr/>
          <a:lstStyle/>
          <a:p>
            <a:endParaRPr lang="fr-CA" dirty="0"/>
          </a:p>
        </p:txBody>
      </p:sp>
      <p:sp>
        <p:nvSpPr>
          <p:cNvPr id="139" name="Text 17">
            <a:extLst>
              <a:ext uri="{FF2B5EF4-FFF2-40B4-BE49-F238E27FC236}">
                <a16:creationId xmlns:a16="http://schemas.microsoft.com/office/drawing/2014/main" id="{D4637E21-E27C-1BC8-4F05-7617BE5FF75F}"/>
              </a:ext>
            </a:extLst>
          </p:cNvPr>
          <p:cNvSpPr/>
          <p:nvPr>
            <p:custDataLst>
              <p:tags r:id="rId36"/>
            </p:custDataLst>
          </p:nvPr>
        </p:nvSpPr>
        <p:spPr>
          <a:xfrm>
            <a:off x="6159981" y="2128734"/>
            <a:ext cx="2082121" cy="475488"/>
          </a:xfrm>
          <a:prstGeom prst="rect">
            <a:avLst/>
          </a:prstGeom>
          <a:noFill/>
          <a:ln/>
        </p:spPr>
        <p:txBody>
          <a:bodyPr wrap="square" lIns="0" tIns="0" rIns="0" bIns="0" rtlCol="0" anchor="t">
            <a:normAutofit/>
          </a:bodyPr>
          <a:lstStyle/>
          <a:p>
            <a:pPr marL="0" indent="0" algn="ctr">
              <a:buNone/>
            </a:pPr>
            <a:r>
              <a:rPr lang="fr-CA" sz="1850" b="1" dirty="0">
                <a:solidFill>
                  <a:srgbClr val="B45309"/>
                </a:solidFill>
                <a:latin typeface="Calibri" pitchFamily="34" charset="0"/>
                <a:ea typeface="Calibri" pitchFamily="34" charset="-122"/>
                <a:cs typeface="Calibri" pitchFamily="34" charset="-120"/>
              </a:rPr>
              <a:t>CONSUMER</a:t>
            </a:r>
            <a:endParaRPr lang="fr-CA" sz="1850" dirty="0"/>
          </a:p>
        </p:txBody>
      </p:sp>
      <p:sp>
        <p:nvSpPr>
          <p:cNvPr id="49" name="Shape 17">
            <a:extLst>
              <a:ext uri="{FF2B5EF4-FFF2-40B4-BE49-F238E27FC236}">
                <a16:creationId xmlns:a16="http://schemas.microsoft.com/office/drawing/2014/main" id="{AABFF08B-9A55-34DE-7E58-CA46E17D56D6}"/>
              </a:ext>
            </a:extLst>
          </p:cNvPr>
          <p:cNvSpPr/>
          <p:nvPr>
            <p:custDataLst>
              <p:tags r:id="rId37"/>
            </p:custDataLst>
          </p:nvPr>
        </p:nvSpPr>
        <p:spPr>
          <a:xfrm>
            <a:off x="6873698" y="2476096"/>
            <a:ext cx="530352" cy="530352"/>
          </a:xfrm>
          <a:prstGeom prst="ellipse">
            <a:avLst/>
          </a:prstGeom>
          <a:solidFill>
            <a:srgbClr val="FFFFFF">
              <a:alpha val="90000"/>
            </a:srgbClr>
          </a:solidFill>
          <a:ln w="12700">
            <a:solidFill>
              <a:srgbClr val="F2994A">
                <a:alpha val="55000"/>
              </a:srgbClr>
            </a:solidFill>
            <a:prstDash val="solid"/>
          </a:ln>
        </p:spPr>
        <p:txBody>
          <a:bodyPr/>
          <a:lstStyle/>
          <a:p>
            <a:endParaRPr lang="fr-CA" noProof="0" dirty="0"/>
          </a:p>
        </p:txBody>
      </p:sp>
      <p:sp>
        <p:nvSpPr>
          <p:cNvPr id="51" name="Text 18">
            <a:extLst>
              <a:ext uri="{FF2B5EF4-FFF2-40B4-BE49-F238E27FC236}">
                <a16:creationId xmlns:a16="http://schemas.microsoft.com/office/drawing/2014/main" id="{BBF40C44-1BBE-0ADF-1508-AB439C391AF3}"/>
              </a:ext>
            </a:extLst>
          </p:cNvPr>
          <p:cNvSpPr/>
          <p:nvPr>
            <p:custDataLst>
              <p:tags r:id="rId38"/>
            </p:custDataLst>
          </p:nvPr>
        </p:nvSpPr>
        <p:spPr>
          <a:xfrm>
            <a:off x="6873698" y="2652171"/>
            <a:ext cx="530352" cy="164592"/>
          </a:xfrm>
          <a:prstGeom prst="rect">
            <a:avLst/>
          </a:prstGeom>
          <a:noFill/>
          <a:ln/>
        </p:spPr>
        <p:txBody>
          <a:bodyPr wrap="square" lIns="0" tIns="0" rIns="0" bIns="0" rtlCol="0" anchor="ctr"/>
          <a:lstStyle/>
          <a:p>
            <a:pPr marL="0" indent="0" algn="ctr">
              <a:buNone/>
            </a:pPr>
            <a:r>
              <a:rPr lang="fr-CA" sz="1200" b="1" noProof="0" dirty="0">
                <a:solidFill>
                  <a:srgbClr val="F2994A"/>
                </a:solidFill>
              </a:rPr>
              <a:t>SNK</a:t>
            </a:r>
            <a:endParaRPr lang="fr-CA" sz="1200" noProof="0" dirty="0"/>
          </a:p>
        </p:txBody>
      </p:sp>
      <p:sp>
        <p:nvSpPr>
          <p:cNvPr id="145" name="Shape 33">
            <a:extLst>
              <a:ext uri="{FF2B5EF4-FFF2-40B4-BE49-F238E27FC236}">
                <a16:creationId xmlns:a16="http://schemas.microsoft.com/office/drawing/2014/main" id="{D0C09FD5-F883-F00B-651B-AA57FDFAC19B}"/>
              </a:ext>
            </a:extLst>
          </p:cNvPr>
          <p:cNvSpPr/>
          <p:nvPr>
            <p:custDataLst>
              <p:tags r:id="rId39"/>
            </p:custDataLst>
          </p:nvPr>
        </p:nvSpPr>
        <p:spPr>
          <a:xfrm>
            <a:off x="5527132" y="3265549"/>
            <a:ext cx="146304" cy="329184"/>
          </a:xfrm>
          <a:prstGeom prst="roundRect">
            <a:avLst>
              <a:gd name="adj" fmla="val 12500"/>
            </a:avLst>
          </a:prstGeom>
          <a:solidFill>
            <a:srgbClr val="FDEBD7"/>
          </a:solidFill>
          <a:ln w="6350">
            <a:solidFill>
              <a:srgbClr val="F2994A"/>
            </a:solidFill>
            <a:prstDash val="solid"/>
          </a:ln>
        </p:spPr>
        <p:txBody>
          <a:bodyPr/>
          <a:lstStyle/>
          <a:p>
            <a:endParaRPr lang="fr-CA" noProof="0" dirty="0"/>
          </a:p>
        </p:txBody>
      </p:sp>
      <p:sp>
        <p:nvSpPr>
          <p:cNvPr id="147" name="Shape 33">
            <a:extLst>
              <a:ext uri="{FF2B5EF4-FFF2-40B4-BE49-F238E27FC236}">
                <a16:creationId xmlns:a16="http://schemas.microsoft.com/office/drawing/2014/main" id="{E6B2BAEA-1241-F804-BAFD-F5FEB2984E00}"/>
              </a:ext>
            </a:extLst>
          </p:cNvPr>
          <p:cNvSpPr/>
          <p:nvPr>
            <p:custDataLst>
              <p:tags r:id="rId40"/>
            </p:custDataLst>
          </p:nvPr>
        </p:nvSpPr>
        <p:spPr>
          <a:xfrm>
            <a:off x="5706820" y="3265549"/>
            <a:ext cx="146304" cy="329184"/>
          </a:xfrm>
          <a:prstGeom prst="roundRect">
            <a:avLst>
              <a:gd name="adj" fmla="val 12500"/>
            </a:avLst>
          </a:prstGeom>
          <a:solidFill>
            <a:srgbClr val="FDEBD7"/>
          </a:solidFill>
          <a:ln w="6350">
            <a:solidFill>
              <a:srgbClr val="F2994A"/>
            </a:solidFill>
            <a:prstDash val="solid"/>
          </a:ln>
        </p:spPr>
        <p:txBody>
          <a:bodyPr/>
          <a:lstStyle/>
          <a:p>
            <a:endParaRPr lang="fr-CA" noProof="0" dirty="0"/>
          </a:p>
        </p:txBody>
      </p:sp>
      <p:sp>
        <p:nvSpPr>
          <p:cNvPr id="4" name="Shape 10">
            <a:extLst>
              <a:ext uri="{FF2B5EF4-FFF2-40B4-BE49-F238E27FC236}">
                <a16:creationId xmlns:a16="http://schemas.microsoft.com/office/drawing/2014/main" id="{4E9BA7F1-9DD4-9D59-8034-84D3A60D1291}"/>
              </a:ext>
            </a:extLst>
          </p:cNvPr>
          <p:cNvSpPr/>
          <p:nvPr>
            <p:custDataLst>
              <p:tags r:id="rId41"/>
            </p:custDataLst>
          </p:nvPr>
        </p:nvSpPr>
        <p:spPr>
          <a:xfrm>
            <a:off x="8484183" y="2013244"/>
            <a:ext cx="2117585" cy="1190758"/>
          </a:xfrm>
          <a:prstGeom prst="roundRect">
            <a:avLst>
              <a:gd name="adj" fmla="val 6757"/>
            </a:avLst>
          </a:prstGeom>
          <a:solidFill>
            <a:srgbClr val="F5F8FC"/>
          </a:solidFill>
          <a:ln w="8890">
            <a:solidFill>
              <a:srgbClr val="102A43"/>
            </a:solidFill>
            <a:prstDash val="solid"/>
          </a:ln>
        </p:spPr>
        <p:txBody>
          <a:bodyPr/>
          <a:lstStyle/>
          <a:p>
            <a:endParaRPr lang="fr-CA" dirty="0"/>
          </a:p>
        </p:txBody>
      </p:sp>
      <p:sp>
        <p:nvSpPr>
          <p:cNvPr id="8" name="Text 11">
            <a:extLst>
              <a:ext uri="{FF2B5EF4-FFF2-40B4-BE49-F238E27FC236}">
                <a16:creationId xmlns:a16="http://schemas.microsoft.com/office/drawing/2014/main" id="{54206F9B-DA3C-FE20-7F08-479B3D725AF8}"/>
              </a:ext>
            </a:extLst>
          </p:cNvPr>
          <p:cNvSpPr/>
          <p:nvPr>
            <p:custDataLst>
              <p:tags r:id="rId42"/>
            </p:custDataLst>
          </p:nvPr>
        </p:nvSpPr>
        <p:spPr>
          <a:xfrm>
            <a:off x="8520504" y="2137339"/>
            <a:ext cx="2081264" cy="475488"/>
          </a:xfrm>
          <a:prstGeom prst="rect">
            <a:avLst/>
          </a:prstGeom>
          <a:noFill/>
          <a:ln/>
        </p:spPr>
        <p:txBody>
          <a:bodyPr wrap="square" lIns="0" tIns="0" rIns="0" bIns="0" rtlCol="0" anchor="t">
            <a:normAutofit/>
          </a:bodyPr>
          <a:lstStyle/>
          <a:p>
            <a:pPr marL="0" indent="0" algn="ctr">
              <a:buNone/>
            </a:pPr>
            <a:r>
              <a:rPr lang="fr-CA" sz="1850" b="1" dirty="0">
                <a:solidFill>
                  <a:srgbClr val="102A43"/>
                </a:solidFill>
                <a:latin typeface="Calibri" pitchFamily="34" charset="0"/>
                <a:ea typeface="Calibri" pitchFamily="34" charset="-122"/>
                <a:cs typeface="Calibri" pitchFamily="34" charset="-120"/>
              </a:rPr>
              <a:t>PROCESSING</a:t>
            </a:r>
            <a:endParaRPr lang="fr-CA" sz="1850" dirty="0"/>
          </a:p>
        </p:txBody>
      </p:sp>
      <p:sp>
        <p:nvSpPr>
          <p:cNvPr id="59" name="Shape 22">
            <a:extLst>
              <a:ext uri="{FF2B5EF4-FFF2-40B4-BE49-F238E27FC236}">
                <a16:creationId xmlns:a16="http://schemas.microsoft.com/office/drawing/2014/main" id="{43510ED2-D741-B6E7-8BE9-0D0DAADC619B}"/>
              </a:ext>
            </a:extLst>
          </p:cNvPr>
          <p:cNvSpPr/>
          <p:nvPr>
            <p:custDataLst>
              <p:tags r:id="rId43"/>
            </p:custDataLst>
          </p:nvPr>
        </p:nvSpPr>
        <p:spPr>
          <a:xfrm>
            <a:off x="9277799" y="2503403"/>
            <a:ext cx="530352" cy="530352"/>
          </a:xfrm>
          <a:prstGeom prst="ellipse">
            <a:avLst/>
          </a:prstGeom>
          <a:solidFill>
            <a:srgbClr val="FFFFFF">
              <a:alpha val="90000"/>
            </a:srgbClr>
          </a:solidFill>
          <a:ln w="12700">
            <a:solidFill>
              <a:schemeClr val="bg2">
                <a:lumMod val="25000"/>
                <a:alpha val="55000"/>
              </a:schemeClr>
            </a:solidFill>
            <a:prstDash val="solid"/>
          </a:ln>
        </p:spPr>
        <p:txBody>
          <a:bodyPr/>
          <a:lstStyle/>
          <a:p>
            <a:endParaRPr lang="fr-CA" noProof="0" dirty="0"/>
          </a:p>
        </p:txBody>
      </p:sp>
      <p:sp>
        <p:nvSpPr>
          <p:cNvPr id="61" name="Text 23">
            <a:extLst>
              <a:ext uri="{FF2B5EF4-FFF2-40B4-BE49-F238E27FC236}">
                <a16:creationId xmlns:a16="http://schemas.microsoft.com/office/drawing/2014/main" id="{44A51CA7-F4D9-F52F-8369-B2022E97F98A}"/>
              </a:ext>
            </a:extLst>
          </p:cNvPr>
          <p:cNvSpPr/>
          <p:nvPr>
            <p:custDataLst>
              <p:tags r:id="rId44"/>
            </p:custDataLst>
          </p:nvPr>
        </p:nvSpPr>
        <p:spPr>
          <a:xfrm>
            <a:off x="9277799" y="2684133"/>
            <a:ext cx="530352" cy="164592"/>
          </a:xfrm>
          <a:prstGeom prst="rect">
            <a:avLst/>
          </a:prstGeom>
          <a:noFill/>
          <a:ln/>
        </p:spPr>
        <p:txBody>
          <a:bodyPr wrap="square" lIns="0" tIns="0" rIns="0" bIns="0" rtlCol="0" anchor="ctr"/>
          <a:lstStyle/>
          <a:p>
            <a:pPr marL="0" indent="0" algn="ctr">
              <a:buNone/>
            </a:pPr>
            <a:r>
              <a:rPr lang="fr-CA" sz="1200" b="1" noProof="0" dirty="0"/>
              <a:t>APP</a:t>
            </a:r>
            <a:endParaRPr lang="fr-CA" sz="1200" noProof="0" dirty="0"/>
          </a:p>
        </p:txBody>
      </p:sp>
      <p:sp>
        <p:nvSpPr>
          <p:cNvPr id="16" name="Shape 3">
            <a:extLst>
              <a:ext uri="{FF2B5EF4-FFF2-40B4-BE49-F238E27FC236}">
                <a16:creationId xmlns:a16="http://schemas.microsoft.com/office/drawing/2014/main" id="{023F4834-655A-E37A-118D-A42C8EAA4EE7}"/>
              </a:ext>
            </a:extLst>
          </p:cNvPr>
          <p:cNvSpPr/>
          <p:nvPr>
            <p:custDataLst>
              <p:tags r:id="rId45"/>
            </p:custDataLst>
          </p:nvPr>
        </p:nvSpPr>
        <p:spPr>
          <a:xfrm flipV="1">
            <a:off x="5917898" y="2613548"/>
            <a:ext cx="260371" cy="0"/>
          </a:xfrm>
          <a:prstGeom prst="line">
            <a:avLst/>
          </a:prstGeom>
          <a:noFill/>
          <a:ln w="28575">
            <a:solidFill>
              <a:srgbClr val="1B4E9B"/>
            </a:solidFill>
            <a:prstDash val="solid"/>
            <a:headEnd type="none"/>
            <a:tailEnd type="triangle"/>
          </a:ln>
        </p:spPr>
        <p:txBody>
          <a:bodyPr/>
          <a:lstStyle/>
          <a:p>
            <a:endParaRPr lang="fr-CA" noProof="0" dirty="0"/>
          </a:p>
        </p:txBody>
      </p:sp>
      <p:sp>
        <p:nvSpPr>
          <p:cNvPr id="20" name="Shape 3">
            <a:extLst>
              <a:ext uri="{FF2B5EF4-FFF2-40B4-BE49-F238E27FC236}">
                <a16:creationId xmlns:a16="http://schemas.microsoft.com/office/drawing/2014/main" id="{9C2A33F1-E4D2-F683-D393-494D478DBB12}"/>
              </a:ext>
            </a:extLst>
          </p:cNvPr>
          <p:cNvSpPr/>
          <p:nvPr>
            <p:custDataLst>
              <p:tags r:id="rId46"/>
            </p:custDataLst>
          </p:nvPr>
        </p:nvSpPr>
        <p:spPr>
          <a:xfrm flipV="1">
            <a:off x="8242102" y="2613548"/>
            <a:ext cx="260371" cy="0"/>
          </a:xfrm>
          <a:prstGeom prst="line">
            <a:avLst/>
          </a:prstGeom>
          <a:noFill/>
          <a:ln w="28575">
            <a:solidFill>
              <a:srgbClr val="1B4E9B"/>
            </a:solidFill>
            <a:prstDash val="solid"/>
            <a:headEnd type="none"/>
            <a:tailEnd type="triangle"/>
          </a:ln>
        </p:spPr>
        <p:txBody>
          <a:bodyPr/>
          <a:lstStyle/>
          <a:p>
            <a:endParaRPr lang="fr-CA" noProof="0" dirty="0"/>
          </a:p>
        </p:txBody>
      </p:sp>
      <p:sp>
        <p:nvSpPr>
          <p:cNvPr id="6" name="Text 6">
            <a:extLst>
              <a:ext uri="{FF2B5EF4-FFF2-40B4-BE49-F238E27FC236}">
                <a16:creationId xmlns:a16="http://schemas.microsoft.com/office/drawing/2014/main" id="{38280B49-C974-CCBE-BFF4-0D692ED6F80A}"/>
              </a:ext>
            </a:extLst>
          </p:cNvPr>
          <p:cNvSpPr/>
          <p:nvPr>
            <p:custDataLst>
              <p:tags r:id="rId4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dirty="0">
                <a:solidFill>
                  <a:srgbClr val="486581"/>
                </a:solidFill>
                <a:latin typeface="Calibri" pitchFamily="34" charset="0"/>
                <a:ea typeface="Calibri" pitchFamily="34" charset="-122"/>
                <a:cs typeface="Calibri" pitchFamily="34" charset="-120"/>
              </a:rPr>
              <a:t>25</a:t>
            </a:r>
            <a:endParaRPr lang="fr-CA" sz="900" dirty="0"/>
          </a:p>
        </p:txBody>
      </p:sp>
    </p:spTree>
    <p:extLst>
      <p:ext uri="{BB962C8B-B14F-4D97-AF65-F5344CB8AC3E}">
        <p14:creationId xmlns:p14="http://schemas.microsoft.com/office/powerpoint/2010/main" val="17702476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05 / OPERATE AND DISTRIBUTE</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REBALANCING</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Changing consumers changes partition ownership</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Elasticity, restart, and failure are part of a group’s normal operation.</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26</a:t>
            </a:r>
            <a:endParaRPr lang="fr-CA" sz="900" noProof="0" dirty="0"/>
          </a:p>
        </p:txBody>
      </p:sp>
      <p:sp>
        <p:nvSpPr>
          <p:cNvPr id="9" name="Shape 7"/>
          <p:cNvSpPr/>
          <p:nvPr>
            <p:custDataLst>
              <p:tags r:id="rId8"/>
            </p:custDataLst>
          </p:nvPr>
        </p:nvSpPr>
        <p:spPr>
          <a:xfrm>
            <a:off x="543670" y="2027789"/>
            <a:ext cx="3520440" cy="2615910"/>
          </a:xfrm>
          <a:prstGeom prst="roundRect">
            <a:avLst>
              <a:gd name="adj" fmla="val 2865"/>
            </a:avLst>
          </a:prstGeom>
          <a:solidFill>
            <a:srgbClr val="EFF6FF"/>
          </a:solidFill>
          <a:ln w="8890">
            <a:solidFill>
              <a:srgbClr val="D9E2EC"/>
            </a:solidFill>
            <a:prstDash val="solid"/>
          </a:ln>
        </p:spPr>
        <p:txBody>
          <a:bodyPr/>
          <a:lstStyle/>
          <a:p>
            <a:endParaRPr lang="fr-CA" noProof="0" dirty="0"/>
          </a:p>
        </p:txBody>
      </p:sp>
      <p:sp>
        <p:nvSpPr>
          <p:cNvPr id="10" name="Shape 8"/>
          <p:cNvSpPr/>
          <p:nvPr>
            <p:custDataLst>
              <p:tags r:id="rId9"/>
            </p:custDataLst>
          </p:nvPr>
        </p:nvSpPr>
        <p:spPr>
          <a:xfrm>
            <a:off x="772270" y="2283821"/>
            <a:ext cx="731520" cy="0"/>
          </a:xfrm>
          <a:prstGeom prst="line">
            <a:avLst/>
          </a:prstGeom>
          <a:noFill/>
          <a:ln w="29210">
            <a:solidFill>
              <a:srgbClr val="1F6FEB"/>
            </a:solidFill>
            <a:prstDash val="solid"/>
          </a:ln>
        </p:spPr>
        <p:txBody>
          <a:bodyPr/>
          <a:lstStyle/>
          <a:p>
            <a:endParaRPr lang="fr-CA" noProof="0" dirty="0"/>
          </a:p>
        </p:txBody>
      </p:sp>
      <p:sp>
        <p:nvSpPr>
          <p:cNvPr id="11" name="Text 9"/>
          <p:cNvSpPr/>
          <p:nvPr>
            <p:custDataLst>
              <p:tags r:id="rId10"/>
            </p:custDataLst>
          </p:nvPr>
        </p:nvSpPr>
        <p:spPr>
          <a:xfrm>
            <a:off x="772270" y="2512421"/>
            <a:ext cx="3063240"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Triggers</a:t>
            </a:r>
            <a:endParaRPr lang="fr-CA" sz="2000" noProof="0" dirty="0"/>
          </a:p>
        </p:txBody>
      </p:sp>
      <p:sp>
        <p:nvSpPr>
          <p:cNvPr id="12" name="Text 10"/>
          <p:cNvSpPr/>
          <p:nvPr>
            <p:custDataLst>
              <p:tags r:id="rId11"/>
            </p:custDataLst>
          </p:nvPr>
        </p:nvSpPr>
        <p:spPr>
          <a:xfrm>
            <a:off x="772270" y="3143357"/>
            <a:ext cx="3063240" cy="1911096"/>
          </a:xfrm>
          <a:prstGeom prst="rect">
            <a:avLst/>
          </a:prstGeom>
          <a:noFill/>
          <a:ln/>
        </p:spPr>
        <p:txBody>
          <a:bodyPr wrap="square" lIns="0" tIns="0" rIns="0" bIns="0" rtlCol="0" anchor="t">
            <a:normAutofit/>
          </a:bodyPr>
          <a:lstStyle/>
          <a:p>
            <a:pPr marL="0" indent="0">
              <a:buNone/>
            </a:pPr>
            <a:r>
              <a:rPr lang="fr-CA" sz="1750" noProof="0" dirty="0">
                <a:solidFill>
                  <a:srgbClr val="486581"/>
                </a:solidFill>
                <a:latin typeface="Calibri" pitchFamily="34" charset="0"/>
                <a:ea typeface="Calibri" pitchFamily="34" charset="-122"/>
                <a:cs typeface="Calibri" pitchFamily="34" charset="-120"/>
              </a:rPr>
              <a:t>A pod arrives.</a:t>
            </a: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A pod stops.</a:t>
            </a: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A consumer exceeds a timeout.</a:t>
            </a:r>
            <a:endParaRPr lang="fr-CA" sz="1750" noProof="0" dirty="0"/>
          </a:p>
        </p:txBody>
      </p:sp>
      <p:sp>
        <p:nvSpPr>
          <p:cNvPr id="13" name="Shape 11"/>
          <p:cNvSpPr/>
          <p:nvPr>
            <p:custDataLst>
              <p:tags r:id="rId12"/>
            </p:custDataLst>
          </p:nvPr>
        </p:nvSpPr>
        <p:spPr>
          <a:xfrm>
            <a:off x="4347574" y="2027789"/>
            <a:ext cx="3520440" cy="2615910"/>
          </a:xfrm>
          <a:prstGeom prst="roundRect">
            <a:avLst>
              <a:gd name="adj" fmla="val 2865"/>
            </a:avLst>
          </a:prstGeom>
          <a:solidFill>
            <a:srgbClr val="FFF7ED"/>
          </a:solidFill>
          <a:ln w="8890">
            <a:solidFill>
              <a:srgbClr val="D9E2EC"/>
            </a:solidFill>
            <a:prstDash val="solid"/>
          </a:ln>
        </p:spPr>
        <p:txBody>
          <a:bodyPr/>
          <a:lstStyle/>
          <a:p>
            <a:endParaRPr lang="fr-CA" noProof="0" dirty="0"/>
          </a:p>
        </p:txBody>
      </p:sp>
      <p:sp>
        <p:nvSpPr>
          <p:cNvPr id="14" name="Shape 12"/>
          <p:cNvSpPr/>
          <p:nvPr>
            <p:custDataLst>
              <p:tags r:id="rId13"/>
            </p:custDataLst>
          </p:nvPr>
        </p:nvSpPr>
        <p:spPr>
          <a:xfrm>
            <a:off x="4576174" y="2283821"/>
            <a:ext cx="731520" cy="0"/>
          </a:xfrm>
          <a:prstGeom prst="line">
            <a:avLst/>
          </a:prstGeom>
          <a:noFill/>
          <a:ln w="29210">
            <a:solidFill>
              <a:srgbClr val="B45309"/>
            </a:solidFill>
            <a:prstDash val="solid"/>
          </a:ln>
        </p:spPr>
        <p:txBody>
          <a:bodyPr/>
          <a:lstStyle/>
          <a:p>
            <a:endParaRPr lang="fr-CA" noProof="0" dirty="0"/>
          </a:p>
        </p:txBody>
      </p:sp>
      <p:sp>
        <p:nvSpPr>
          <p:cNvPr id="15" name="Text 13"/>
          <p:cNvSpPr/>
          <p:nvPr>
            <p:custDataLst>
              <p:tags r:id="rId14"/>
            </p:custDataLst>
          </p:nvPr>
        </p:nvSpPr>
        <p:spPr>
          <a:xfrm>
            <a:off x="4576174" y="2512421"/>
            <a:ext cx="3063240"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Effects</a:t>
            </a:r>
            <a:endParaRPr lang="fr-CA" sz="2000" noProof="0" dirty="0"/>
          </a:p>
        </p:txBody>
      </p:sp>
      <p:sp>
        <p:nvSpPr>
          <p:cNvPr id="16" name="Text 14"/>
          <p:cNvSpPr/>
          <p:nvPr>
            <p:custDataLst>
              <p:tags r:id="rId15"/>
            </p:custDataLst>
          </p:nvPr>
        </p:nvSpPr>
        <p:spPr>
          <a:xfrm>
            <a:off x="4576174" y="3143357"/>
            <a:ext cx="3063240" cy="1911096"/>
          </a:xfrm>
          <a:prstGeom prst="rect">
            <a:avLst/>
          </a:prstGeom>
          <a:noFill/>
          <a:ln/>
        </p:spPr>
        <p:txBody>
          <a:bodyPr wrap="square" lIns="0" tIns="0" rIns="0" bIns="0" rtlCol="0" anchor="t">
            <a:normAutofit/>
          </a:bodyPr>
          <a:lstStyle/>
          <a:p>
            <a:pPr marL="0" indent="0">
              <a:buNone/>
            </a:pPr>
            <a:r>
              <a:rPr lang="fr-CA" sz="1750" noProof="0" dirty="0">
                <a:solidFill>
                  <a:srgbClr val="486581"/>
                </a:solidFill>
                <a:latin typeface="Calibri" pitchFamily="34" charset="0"/>
                <a:ea typeface="Calibri" pitchFamily="34" charset="-122"/>
                <a:cs typeface="Calibri" pitchFamily="34" charset="-120"/>
              </a:rPr>
              <a:t>Partition reassignment.</a:t>
            </a:r>
            <a:endParaRPr lang="fr-CA" sz="1750" noProof="0" dirty="0"/>
          </a:p>
          <a:p>
            <a:pPr marL="0" indent="0">
              <a:buNone/>
            </a:pP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Possible interruption and recovery from the committed position.</a:t>
            </a:r>
            <a:endParaRPr lang="fr-CA" sz="1750" noProof="0" dirty="0"/>
          </a:p>
        </p:txBody>
      </p:sp>
      <p:sp>
        <p:nvSpPr>
          <p:cNvPr id="17" name="Shape 15"/>
          <p:cNvSpPr/>
          <p:nvPr>
            <p:custDataLst>
              <p:tags r:id="rId16"/>
            </p:custDataLst>
          </p:nvPr>
        </p:nvSpPr>
        <p:spPr>
          <a:xfrm>
            <a:off x="8151478" y="2027789"/>
            <a:ext cx="3520440" cy="2615910"/>
          </a:xfrm>
          <a:prstGeom prst="roundRect">
            <a:avLst>
              <a:gd name="adj" fmla="val 2865"/>
            </a:avLst>
          </a:prstGeom>
          <a:solidFill>
            <a:srgbClr val="EFFAF8"/>
          </a:solidFill>
          <a:ln w="8890">
            <a:solidFill>
              <a:srgbClr val="D9E2EC"/>
            </a:solidFill>
            <a:prstDash val="solid"/>
          </a:ln>
        </p:spPr>
        <p:txBody>
          <a:bodyPr/>
          <a:lstStyle/>
          <a:p>
            <a:endParaRPr lang="fr-CA" noProof="0" dirty="0"/>
          </a:p>
        </p:txBody>
      </p:sp>
      <p:sp>
        <p:nvSpPr>
          <p:cNvPr id="18" name="Shape 16"/>
          <p:cNvSpPr/>
          <p:nvPr>
            <p:custDataLst>
              <p:tags r:id="rId17"/>
            </p:custDataLst>
          </p:nvPr>
        </p:nvSpPr>
        <p:spPr>
          <a:xfrm>
            <a:off x="8380078" y="2283821"/>
            <a:ext cx="731520" cy="0"/>
          </a:xfrm>
          <a:prstGeom prst="line">
            <a:avLst/>
          </a:prstGeom>
          <a:noFill/>
          <a:ln w="29210">
            <a:solidFill>
              <a:srgbClr val="0F766E"/>
            </a:solidFill>
            <a:prstDash val="solid"/>
          </a:ln>
        </p:spPr>
        <p:txBody>
          <a:bodyPr/>
          <a:lstStyle/>
          <a:p>
            <a:endParaRPr lang="fr-CA" noProof="0" dirty="0"/>
          </a:p>
        </p:txBody>
      </p:sp>
      <p:sp>
        <p:nvSpPr>
          <p:cNvPr id="19" name="Text 17"/>
          <p:cNvSpPr/>
          <p:nvPr>
            <p:custDataLst>
              <p:tags r:id="rId18"/>
            </p:custDataLst>
          </p:nvPr>
        </p:nvSpPr>
        <p:spPr>
          <a:xfrm>
            <a:off x="8380078" y="2512421"/>
            <a:ext cx="3063240"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Protections</a:t>
            </a:r>
            <a:endParaRPr lang="fr-CA" sz="2000" noProof="0" dirty="0"/>
          </a:p>
        </p:txBody>
      </p:sp>
      <p:sp>
        <p:nvSpPr>
          <p:cNvPr id="20" name="Text 18"/>
          <p:cNvSpPr/>
          <p:nvPr>
            <p:custDataLst>
              <p:tags r:id="rId19"/>
            </p:custDataLst>
          </p:nvPr>
        </p:nvSpPr>
        <p:spPr>
          <a:xfrm>
            <a:off x="8380078" y="3143357"/>
            <a:ext cx="3063240" cy="1911096"/>
          </a:xfrm>
          <a:prstGeom prst="rect">
            <a:avLst/>
          </a:prstGeom>
          <a:noFill/>
          <a:ln/>
        </p:spPr>
        <p:txBody>
          <a:bodyPr wrap="square" lIns="0" tIns="0" rIns="0" bIns="0" rtlCol="0" anchor="t">
            <a:normAutofit/>
          </a:bodyPr>
          <a:lstStyle/>
          <a:p>
            <a:pPr marL="0" indent="0">
              <a:buNone/>
            </a:pPr>
            <a:r>
              <a:rPr lang="fr-CA" sz="1750" noProof="0" dirty="0">
                <a:solidFill>
                  <a:srgbClr val="486581"/>
                </a:solidFill>
                <a:latin typeface="Calibri" pitchFamily="34" charset="0"/>
                <a:ea typeface="Calibri" pitchFamily="34" charset="-122"/>
                <a:cs typeface="Calibri" pitchFamily="34" charset="-120"/>
              </a:rPr>
              <a:t>Idempotent processing.</a:t>
            </a: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Appropriate batches and timeouts.</a:t>
            </a: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Stabilized elasticity.</a:t>
            </a: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Appropriate group strategy.</a:t>
            </a:r>
            <a:endParaRPr lang="fr-CA" sz="1750" noProof="0" dirty="0"/>
          </a:p>
        </p:txBody>
      </p:sp>
      <p:sp>
        <p:nvSpPr>
          <p:cNvPr id="21" name="Shape 19"/>
          <p:cNvSpPr/>
          <p:nvPr>
            <p:custDataLst>
              <p:tags r:id="rId20"/>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22" name="Text 20"/>
          <p:cNvSpPr/>
          <p:nvPr>
            <p:custDataLst>
              <p:tags r:id="rId21"/>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An elastic system must know how to change owners without corrupting state.</a:t>
            </a:r>
            <a:endParaRPr lang="fr-CA" sz="1550" noProof="0" dirty="0"/>
          </a:p>
        </p:txBody>
      </p:sp>
      <p:sp>
        <p:nvSpPr>
          <p:cNvPr id="26" name="Text 22">
            <a:extLst>
              <a:ext uri="{FF2B5EF4-FFF2-40B4-BE49-F238E27FC236}">
                <a16:creationId xmlns:a16="http://schemas.microsoft.com/office/drawing/2014/main" id="{54FD93A6-FDE6-AD69-2598-757D36CDB7D3}"/>
              </a:ext>
            </a:extLst>
          </p:cNvPr>
          <p:cNvSpPr/>
          <p:nvPr>
            <p:custDataLst>
              <p:tags r:id="rId22"/>
            </p:custDataLst>
          </p:nvPr>
        </p:nvSpPr>
        <p:spPr>
          <a:xfrm>
            <a:off x="731520" y="4815260"/>
            <a:ext cx="10716768" cy="557784"/>
          </a:xfrm>
          <a:prstGeom prst="rect">
            <a:avLst/>
          </a:prstGeom>
          <a:noFill/>
          <a:ln/>
        </p:spPr>
        <p:txBody>
          <a:bodyPr wrap="square" lIns="0" tIns="0" rIns="0" bIns="0" rtlCol="0" anchor="t">
            <a:normAutofit lnSpcReduction="10000"/>
          </a:bodyPr>
          <a:lstStyle/>
          <a:p>
            <a:pPr marL="0" indent="0" algn="ctr">
              <a:buNone/>
            </a:pPr>
            <a:r>
              <a:rPr lang="fr-CA" sz="1900" b="1" noProof="0" dirty="0">
                <a:solidFill>
                  <a:srgbClr val="102A43"/>
                </a:solidFill>
                <a:latin typeface="Calibri" pitchFamily="34" charset="0"/>
                <a:ea typeface="Calibri" pitchFamily="34" charset="-122"/>
                <a:cs typeface="Calibri" pitchFamily="34" charset="-120"/>
              </a:rPr>
              <a:t>Partition reassignment</a:t>
            </a:r>
          </a:p>
          <a:p>
            <a:pPr algn="ctr"/>
            <a:r>
              <a:rPr lang="fr-CA" sz="1900" noProof="0" dirty="0">
                <a:solidFill>
                  <a:srgbClr val="102A43"/>
                </a:solidFill>
                <a:latin typeface="Calibri" pitchFamily="34" charset="0"/>
                <a:ea typeface="Calibri" pitchFamily="34" charset="-122"/>
                <a:cs typeface="Calibri" pitchFamily="34" charset="-120"/>
              </a:rPr>
              <a:t>Reassignment will route reprocessing (duplicates).</a:t>
            </a:r>
            <a:endParaRPr lang="fr-CA" sz="1900" noProof="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hape 0">
            <a:extLst>
              <a:ext uri="{FF2B5EF4-FFF2-40B4-BE49-F238E27FC236}">
                <a16:creationId xmlns:a16="http://schemas.microsoft.com/office/drawing/2014/main" id="{11F02133-EB9C-BD17-2C03-1C9A4812F1D4}"/>
              </a:ext>
            </a:extLst>
          </p:cNvPr>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9" name="Text 3">
            <a:extLst>
              <a:ext uri="{FF2B5EF4-FFF2-40B4-BE49-F238E27FC236}">
                <a16:creationId xmlns:a16="http://schemas.microsoft.com/office/drawing/2014/main" id="{F3363D98-F7E6-7C61-83CE-BBFC0C184EEE}"/>
              </a:ext>
            </a:extLst>
          </p:cNvPr>
          <p:cNvSpPr/>
          <p:nvPr>
            <p:custDataLst>
              <p:tags r:id="rId2"/>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EKS/EDA horizontal elasticity</a:t>
            </a:r>
            <a:endParaRPr lang="fr-CA" sz="2700" noProof="0" dirty="0"/>
          </a:p>
        </p:txBody>
      </p:sp>
      <p:sp>
        <p:nvSpPr>
          <p:cNvPr id="11" name="Text 4">
            <a:extLst>
              <a:ext uri="{FF2B5EF4-FFF2-40B4-BE49-F238E27FC236}">
                <a16:creationId xmlns:a16="http://schemas.microsoft.com/office/drawing/2014/main" id="{F8DBCC65-F8ED-7CF1-F113-C9BCE2A1FCE2}"/>
              </a:ext>
            </a:extLst>
          </p:cNvPr>
          <p:cNvSpPr/>
          <p:nvPr>
            <p:custDataLst>
              <p:tags r:id="rId3"/>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Horizontal elasticity for EDA consumers depends on knowing the LAG.</a:t>
            </a:r>
            <a:endParaRPr lang="fr-CA" sz="1650" noProof="0" dirty="0"/>
          </a:p>
        </p:txBody>
      </p:sp>
      <p:sp>
        <p:nvSpPr>
          <p:cNvPr id="13" name="Text 5">
            <a:extLst>
              <a:ext uri="{FF2B5EF4-FFF2-40B4-BE49-F238E27FC236}">
                <a16:creationId xmlns:a16="http://schemas.microsoft.com/office/drawing/2014/main" id="{3BB7ADBA-2A25-C204-6ABD-E55F1159DE69}"/>
              </a:ext>
            </a:extLst>
          </p:cNvPr>
          <p:cNvSpPr/>
          <p:nvPr>
            <p:custDataLst>
              <p:tags r:id="rId4"/>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15" name="Text 6">
            <a:extLst>
              <a:ext uri="{FF2B5EF4-FFF2-40B4-BE49-F238E27FC236}">
                <a16:creationId xmlns:a16="http://schemas.microsoft.com/office/drawing/2014/main" id="{ACDAF025-B704-6A83-AB16-3BB8F9F15C13}"/>
              </a:ext>
            </a:extLst>
          </p:cNvPr>
          <p:cNvSpPr/>
          <p:nvPr>
            <p:custDataLst>
              <p:tags r:id="rId5"/>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27</a:t>
            </a:r>
            <a:endParaRPr lang="fr-CA" sz="900" noProof="0" dirty="0"/>
          </a:p>
        </p:txBody>
      </p:sp>
      <p:sp>
        <p:nvSpPr>
          <p:cNvPr id="17" name="Shape 7">
            <a:extLst>
              <a:ext uri="{FF2B5EF4-FFF2-40B4-BE49-F238E27FC236}">
                <a16:creationId xmlns:a16="http://schemas.microsoft.com/office/drawing/2014/main" id="{9D9ABF4F-314C-8D3B-C452-3D319F9BCB8C}"/>
              </a:ext>
            </a:extLst>
          </p:cNvPr>
          <p:cNvSpPr/>
          <p:nvPr>
            <p:custDataLst>
              <p:tags r:id="rId6"/>
            </p:custDataLst>
          </p:nvPr>
        </p:nvSpPr>
        <p:spPr>
          <a:xfrm>
            <a:off x="4654137" y="2029467"/>
            <a:ext cx="3661506" cy="2059203"/>
          </a:xfrm>
          <a:prstGeom prst="roundRect">
            <a:avLst>
              <a:gd name="adj" fmla="val 5882"/>
            </a:avLst>
          </a:prstGeom>
          <a:solidFill>
            <a:srgbClr val="EFF6FF"/>
          </a:solidFill>
          <a:ln w="8890">
            <a:solidFill>
              <a:srgbClr val="1F6FEB"/>
            </a:solidFill>
            <a:prstDash val="solid"/>
          </a:ln>
        </p:spPr>
        <p:txBody>
          <a:bodyPr/>
          <a:lstStyle/>
          <a:p>
            <a:endParaRPr lang="fr-CA" noProof="0" dirty="0"/>
          </a:p>
        </p:txBody>
      </p:sp>
      <p:sp>
        <p:nvSpPr>
          <p:cNvPr id="19" name="Text 8">
            <a:extLst>
              <a:ext uri="{FF2B5EF4-FFF2-40B4-BE49-F238E27FC236}">
                <a16:creationId xmlns:a16="http://schemas.microsoft.com/office/drawing/2014/main" id="{79AB90AE-E06D-3E67-00B0-F285C82FD48E}"/>
              </a:ext>
            </a:extLst>
          </p:cNvPr>
          <p:cNvSpPr/>
          <p:nvPr>
            <p:custDataLst>
              <p:tags r:id="rId7"/>
            </p:custDataLst>
          </p:nvPr>
        </p:nvSpPr>
        <p:spPr>
          <a:xfrm>
            <a:off x="4654137" y="2131140"/>
            <a:ext cx="3661506" cy="475488"/>
          </a:xfrm>
          <a:prstGeom prst="rect">
            <a:avLst/>
          </a:prstGeom>
          <a:noFill/>
          <a:ln/>
        </p:spPr>
        <p:txBody>
          <a:bodyPr wrap="square" lIns="0" tIns="0" rIns="0" bIns="0" rtlCol="0" anchor="t">
            <a:normAutofit/>
          </a:bodyPr>
          <a:lstStyle/>
          <a:p>
            <a:pPr marL="0" indent="0" algn="ctr">
              <a:buNone/>
            </a:pPr>
            <a:r>
              <a:rPr lang="fr-CA" sz="1850" b="1" noProof="0" dirty="0">
                <a:solidFill>
                  <a:srgbClr val="1F6FEB"/>
                </a:solidFill>
                <a:latin typeface="Calibri" pitchFamily="34" charset="0"/>
                <a:ea typeface="Calibri" pitchFamily="34" charset="-122"/>
                <a:cs typeface="Calibri" pitchFamily="34" charset="-120"/>
              </a:rPr>
              <a:t>EKS</a:t>
            </a:r>
            <a:endParaRPr lang="fr-CA" sz="1850" noProof="0" dirty="0"/>
          </a:p>
        </p:txBody>
      </p:sp>
      <p:sp>
        <p:nvSpPr>
          <p:cNvPr id="21" name="Text 9">
            <a:extLst>
              <a:ext uri="{FF2B5EF4-FFF2-40B4-BE49-F238E27FC236}">
                <a16:creationId xmlns:a16="http://schemas.microsoft.com/office/drawing/2014/main" id="{63B80418-B45D-255A-1CBD-144A75542D98}"/>
              </a:ext>
            </a:extLst>
          </p:cNvPr>
          <p:cNvSpPr/>
          <p:nvPr>
            <p:custDataLst>
              <p:tags r:id="rId8"/>
            </p:custDataLst>
          </p:nvPr>
        </p:nvSpPr>
        <p:spPr>
          <a:xfrm>
            <a:off x="4800441" y="2368890"/>
            <a:ext cx="689438" cy="226032"/>
          </a:xfrm>
          <a:prstGeom prst="rect">
            <a:avLst/>
          </a:prstGeom>
          <a:noFill/>
          <a:ln/>
        </p:spPr>
        <p:txBody>
          <a:bodyPr wrap="square" lIns="0" tIns="0" rIns="0" bIns="0" rtlCol="0" anchor="t">
            <a:normAutofit fontScale="85000" lnSpcReduction="10000"/>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CPU 40%</a:t>
            </a:r>
            <a:endParaRPr lang="fr-CA" sz="1620" noProof="0" dirty="0"/>
          </a:p>
        </p:txBody>
      </p:sp>
      <p:sp>
        <p:nvSpPr>
          <p:cNvPr id="23" name="Shape 10">
            <a:extLst>
              <a:ext uri="{FF2B5EF4-FFF2-40B4-BE49-F238E27FC236}">
                <a16:creationId xmlns:a16="http://schemas.microsoft.com/office/drawing/2014/main" id="{BC0BD731-9118-752E-C3AE-93E1088DB566}"/>
              </a:ext>
            </a:extLst>
          </p:cNvPr>
          <p:cNvSpPr/>
          <p:nvPr>
            <p:custDataLst>
              <p:tags r:id="rId9"/>
            </p:custDataLst>
          </p:nvPr>
        </p:nvSpPr>
        <p:spPr>
          <a:xfrm>
            <a:off x="4350715" y="3046870"/>
            <a:ext cx="291577" cy="0"/>
          </a:xfrm>
          <a:prstGeom prst="line">
            <a:avLst/>
          </a:prstGeom>
          <a:noFill/>
          <a:ln w="28575">
            <a:solidFill>
              <a:srgbClr val="1F6FEB"/>
            </a:solidFill>
            <a:prstDash val="solid"/>
            <a:headEnd type="none"/>
            <a:tailEnd type="triangle"/>
          </a:ln>
        </p:spPr>
        <p:txBody>
          <a:bodyPr/>
          <a:lstStyle/>
          <a:p>
            <a:endParaRPr lang="fr-CA" noProof="0" dirty="0"/>
          </a:p>
        </p:txBody>
      </p:sp>
      <p:sp>
        <p:nvSpPr>
          <p:cNvPr id="25" name="Shape 11">
            <a:extLst>
              <a:ext uri="{FF2B5EF4-FFF2-40B4-BE49-F238E27FC236}">
                <a16:creationId xmlns:a16="http://schemas.microsoft.com/office/drawing/2014/main" id="{5736360F-44AD-C43A-E389-28319C54A15F}"/>
              </a:ext>
            </a:extLst>
          </p:cNvPr>
          <p:cNvSpPr/>
          <p:nvPr>
            <p:custDataLst>
              <p:tags r:id="rId10"/>
            </p:custDataLst>
          </p:nvPr>
        </p:nvSpPr>
        <p:spPr>
          <a:xfrm>
            <a:off x="4654137" y="4208524"/>
            <a:ext cx="3661506" cy="425524"/>
          </a:xfrm>
          <a:prstGeom prst="roundRect">
            <a:avLst>
              <a:gd name="adj" fmla="val 5882"/>
            </a:avLst>
          </a:prstGeom>
          <a:solidFill>
            <a:schemeClr val="bg1">
              <a:lumMod val="95000"/>
            </a:schemeClr>
          </a:solidFill>
          <a:ln w="8890">
            <a:solidFill>
              <a:srgbClr val="0F766E"/>
            </a:solidFill>
            <a:prstDash val="solid"/>
          </a:ln>
        </p:spPr>
        <p:txBody>
          <a:bodyPr/>
          <a:lstStyle/>
          <a:p>
            <a:endParaRPr lang="fr-CA" noProof="0" dirty="0"/>
          </a:p>
        </p:txBody>
      </p:sp>
      <p:sp>
        <p:nvSpPr>
          <p:cNvPr id="33" name="Shape 15">
            <a:extLst>
              <a:ext uri="{FF2B5EF4-FFF2-40B4-BE49-F238E27FC236}">
                <a16:creationId xmlns:a16="http://schemas.microsoft.com/office/drawing/2014/main" id="{961689A6-6461-BBDD-5F33-A7092B3BD223}"/>
              </a:ext>
            </a:extLst>
          </p:cNvPr>
          <p:cNvSpPr/>
          <p:nvPr>
            <p:custDataLst>
              <p:tags r:id="rId11"/>
            </p:custDataLst>
          </p:nvPr>
        </p:nvSpPr>
        <p:spPr>
          <a:xfrm>
            <a:off x="8616673" y="2018361"/>
            <a:ext cx="2096864" cy="2617898"/>
          </a:xfrm>
          <a:prstGeom prst="roundRect">
            <a:avLst>
              <a:gd name="adj" fmla="val 5882"/>
            </a:avLst>
          </a:prstGeom>
          <a:solidFill>
            <a:srgbClr val="FFF2F2"/>
          </a:solidFill>
          <a:ln w="8890">
            <a:solidFill>
              <a:srgbClr val="B42318"/>
            </a:solidFill>
            <a:prstDash val="solid"/>
          </a:ln>
        </p:spPr>
        <p:txBody>
          <a:bodyPr/>
          <a:lstStyle/>
          <a:p>
            <a:endParaRPr lang="fr-CA" noProof="0" dirty="0"/>
          </a:p>
        </p:txBody>
      </p:sp>
      <p:sp>
        <p:nvSpPr>
          <p:cNvPr id="35" name="Text 16">
            <a:extLst>
              <a:ext uri="{FF2B5EF4-FFF2-40B4-BE49-F238E27FC236}">
                <a16:creationId xmlns:a16="http://schemas.microsoft.com/office/drawing/2014/main" id="{43770445-9D92-AB32-EA7C-06BD79DB7607}"/>
              </a:ext>
            </a:extLst>
          </p:cNvPr>
          <p:cNvSpPr/>
          <p:nvPr>
            <p:custDataLst>
              <p:tags r:id="rId12"/>
            </p:custDataLst>
          </p:nvPr>
        </p:nvSpPr>
        <p:spPr>
          <a:xfrm>
            <a:off x="8628566" y="2136330"/>
            <a:ext cx="2096864" cy="475488"/>
          </a:xfrm>
          <a:prstGeom prst="rect">
            <a:avLst/>
          </a:prstGeom>
          <a:noFill/>
          <a:ln/>
        </p:spPr>
        <p:txBody>
          <a:bodyPr wrap="square" lIns="0" tIns="0" rIns="0" bIns="0" rtlCol="0" anchor="t">
            <a:normAutofit/>
          </a:bodyPr>
          <a:lstStyle/>
          <a:p>
            <a:pPr marL="0" indent="0" algn="ctr">
              <a:buNone/>
            </a:pPr>
            <a:r>
              <a:rPr lang="fr-CA" sz="1850" b="1" noProof="0" dirty="0">
                <a:solidFill>
                  <a:srgbClr val="B42318"/>
                </a:solidFill>
                <a:latin typeface="Calibri" pitchFamily="34" charset="0"/>
                <a:ea typeface="Calibri" pitchFamily="34" charset="-122"/>
                <a:cs typeface="Calibri" pitchFamily="34" charset="-120"/>
              </a:rPr>
              <a:t>External services</a:t>
            </a:r>
            <a:endParaRPr lang="fr-CA" sz="1850" noProof="0" dirty="0"/>
          </a:p>
        </p:txBody>
      </p:sp>
      <p:sp>
        <p:nvSpPr>
          <p:cNvPr id="37" name="Text 17">
            <a:extLst>
              <a:ext uri="{FF2B5EF4-FFF2-40B4-BE49-F238E27FC236}">
                <a16:creationId xmlns:a16="http://schemas.microsoft.com/office/drawing/2014/main" id="{663AAC85-FA37-3C08-994B-2AA8907BE720}"/>
              </a:ext>
            </a:extLst>
          </p:cNvPr>
          <p:cNvSpPr/>
          <p:nvPr>
            <p:custDataLst>
              <p:tags r:id="rId13"/>
            </p:custDataLst>
          </p:nvPr>
        </p:nvSpPr>
        <p:spPr>
          <a:xfrm>
            <a:off x="7145456" y="2337496"/>
            <a:ext cx="1245102" cy="324612"/>
          </a:xfrm>
          <a:prstGeom prst="rect">
            <a:avLst/>
          </a:prstGeom>
          <a:noFill/>
          <a:ln/>
        </p:spPr>
        <p:txBody>
          <a:bodyPr wrap="square" lIns="0" tIns="0" rIns="0" bIns="0" rtlCol="0" anchor="t">
            <a:normAutofit/>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Available</a:t>
            </a:r>
            <a:endParaRPr lang="fr-CA" sz="1620" noProof="0" dirty="0"/>
          </a:p>
        </p:txBody>
      </p:sp>
      <p:sp>
        <p:nvSpPr>
          <p:cNvPr id="57" name="Text 27">
            <a:extLst>
              <a:ext uri="{FF2B5EF4-FFF2-40B4-BE49-F238E27FC236}">
                <a16:creationId xmlns:a16="http://schemas.microsoft.com/office/drawing/2014/main" id="{4B1D4670-9157-8B37-C195-37990CBDAFF5}"/>
              </a:ext>
            </a:extLst>
          </p:cNvPr>
          <p:cNvSpPr/>
          <p:nvPr>
            <p:custDataLst>
              <p:tags r:id="rId14"/>
            </p:custDataLst>
          </p:nvPr>
        </p:nvSpPr>
        <p:spPr>
          <a:xfrm>
            <a:off x="4654137" y="4264003"/>
            <a:ext cx="3661505" cy="363341"/>
          </a:xfrm>
          <a:prstGeom prst="rect">
            <a:avLst/>
          </a:prstGeom>
          <a:noFill/>
          <a:ln/>
        </p:spPr>
        <p:txBody>
          <a:bodyPr wrap="square" lIns="0" tIns="0" rIns="0" bIns="0" rtlCol="0" anchor="t">
            <a:normAutofit/>
          </a:bodyPr>
          <a:lstStyle/>
          <a:p>
            <a:pPr marL="0" indent="0" algn="ctr">
              <a:buNone/>
            </a:pPr>
            <a:r>
              <a:rPr lang="fr-CA" sz="1650" noProof="0" dirty="0">
                <a:solidFill>
                  <a:srgbClr val="486581"/>
                </a:solidFill>
                <a:latin typeface="Calibri" pitchFamily="34" charset="0"/>
                <a:ea typeface="Calibri" pitchFamily="34" charset="-122"/>
                <a:cs typeface="Calibri" pitchFamily="34" charset="-120"/>
              </a:rPr>
              <a:t>HPA/Karpenter</a:t>
            </a:r>
          </a:p>
        </p:txBody>
      </p:sp>
      <p:sp>
        <p:nvSpPr>
          <p:cNvPr id="59" name="Shape 28">
            <a:extLst>
              <a:ext uri="{FF2B5EF4-FFF2-40B4-BE49-F238E27FC236}">
                <a16:creationId xmlns:a16="http://schemas.microsoft.com/office/drawing/2014/main" id="{40D61BF6-A430-2C69-B246-96FBFA9F96DA}"/>
              </a:ext>
            </a:extLst>
          </p:cNvPr>
          <p:cNvSpPr/>
          <p:nvPr>
            <p:custDataLst>
              <p:tags r:id="rId15"/>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61" name="Text 29">
            <a:extLst>
              <a:ext uri="{FF2B5EF4-FFF2-40B4-BE49-F238E27FC236}">
                <a16:creationId xmlns:a16="http://schemas.microsoft.com/office/drawing/2014/main" id="{1109D2BE-B2F3-DE8D-8B6C-158E9B0C4A9B}"/>
              </a:ext>
            </a:extLst>
          </p:cNvPr>
          <p:cNvSpPr/>
          <p:nvPr>
            <p:custDataLst>
              <p:tags r:id="rId16"/>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HPA/Karpenter manages machine instances; KEDA manages lag and consumption.</a:t>
            </a:r>
            <a:endParaRPr lang="fr-CA" sz="1550" noProof="0" dirty="0"/>
          </a:p>
        </p:txBody>
      </p:sp>
      <p:sp>
        <p:nvSpPr>
          <p:cNvPr id="67" name="Text 2">
            <a:extLst>
              <a:ext uri="{FF2B5EF4-FFF2-40B4-BE49-F238E27FC236}">
                <a16:creationId xmlns:a16="http://schemas.microsoft.com/office/drawing/2014/main" id="{A2AA6F32-3A56-C85A-D7C3-73268AE0A69D}"/>
              </a:ext>
            </a:extLst>
          </p:cNvPr>
          <p:cNvSpPr/>
          <p:nvPr>
            <p:custDataLst>
              <p:tags r:id="rId17"/>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dirty="0">
                <a:solidFill>
                  <a:srgbClr val="829AB1"/>
                </a:solidFill>
                <a:latin typeface="Calibri" pitchFamily="34" charset="0"/>
                <a:ea typeface="Calibri" pitchFamily="34" charset="-122"/>
                <a:cs typeface="Calibri" pitchFamily="34" charset="-120"/>
              </a:rPr>
              <a:t>ELASTICITY ON EKS</a:t>
            </a:r>
            <a:endParaRPr lang="fr-CA" sz="1000" dirty="0"/>
          </a:p>
        </p:txBody>
      </p:sp>
      <p:sp>
        <p:nvSpPr>
          <p:cNvPr id="69" name="Text 1">
            <a:extLst>
              <a:ext uri="{FF2B5EF4-FFF2-40B4-BE49-F238E27FC236}">
                <a16:creationId xmlns:a16="http://schemas.microsoft.com/office/drawing/2014/main" id="{C916849A-B00C-CBEE-5578-D2ECDB24B421}"/>
              </a:ext>
            </a:extLst>
          </p:cNvPr>
          <p:cNvSpPr/>
          <p:nvPr>
            <p:custDataLst>
              <p:tags r:id="rId18"/>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dirty="0">
                <a:solidFill>
                  <a:srgbClr val="1F6FEB"/>
                </a:solidFill>
                <a:latin typeface="Calibri" pitchFamily="34" charset="0"/>
                <a:ea typeface="Calibri" pitchFamily="34" charset="-122"/>
                <a:cs typeface="Calibri" pitchFamily="34" charset="-120"/>
              </a:rPr>
              <a:t>05 / OPERATE AND DISTRIBUTE</a:t>
            </a:r>
            <a:endParaRPr lang="fr-CA" sz="1100" dirty="0"/>
          </a:p>
        </p:txBody>
      </p:sp>
      <p:sp>
        <p:nvSpPr>
          <p:cNvPr id="71" name="Shape 7">
            <a:extLst>
              <a:ext uri="{FF2B5EF4-FFF2-40B4-BE49-F238E27FC236}">
                <a16:creationId xmlns:a16="http://schemas.microsoft.com/office/drawing/2014/main" id="{86CC666E-4C62-4EBF-1137-15A65ACD8CC4}"/>
              </a:ext>
            </a:extLst>
          </p:cNvPr>
          <p:cNvSpPr/>
          <p:nvPr>
            <p:custDataLst>
              <p:tags r:id="rId19"/>
            </p:custDataLst>
          </p:nvPr>
        </p:nvSpPr>
        <p:spPr>
          <a:xfrm>
            <a:off x="1593246" y="2032475"/>
            <a:ext cx="2742029" cy="2050059"/>
          </a:xfrm>
          <a:prstGeom prst="roundRect">
            <a:avLst>
              <a:gd name="adj" fmla="val 6098"/>
            </a:avLst>
          </a:prstGeom>
          <a:solidFill>
            <a:srgbClr val="EFFAF8"/>
          </a:solidFill>
          <a:ln w="8890">
            <a:solidFill>
              <a:srgbClr val="0F766E"/>
            </a:solidFill>
            <a:prstDash val="solid"/>
          </a:ln>
        </p:spPr>
        <p:txBody>
          <a:bodyPr/>
          <a:lstStyle/>
          <a:p>
            <a:endParaRPr lang="fr-CA" dirty="0"/>
          </a:p>
        </p:txBody>
      </p:sp>
      <p:sp>
        <p:nvSpPr>
          <p:cNvPr id="73" name="Text 8">
            <a:extLst>
              <a:ext uri="{FF2B5EF4-FFF2-40B4-BE49-F238E27FC236}">
                <a16:creationId xmlns:a16="http://schemas.microsoft.com/office/drawing/2014/main" id="{6995CE37-D029-32C2-EE3F-C77DF8496A5B}"/>
              </a:ext>
            </a:extLst>
          </p:cNvPr>
          <p:cNvSpPr/>
          <p:nvPr>
            <p:custDataLst>
              <p:tags r:id="rId20"/>
            </p:custDataLst>
          </p:nvPr>
        </p:nvSpPr>
        <p:spPr>
          <a:xfrm>
            <a:off x="1577806" y="2120416"/>
            <a:ext cx="2742029" cy="475488"/>
          </a:xfrm>
          <a:prstGeom prst="rect">
            <a:avLst/>
          </a:prstGeom>
          <a:noFill/>
          <a:ln/>
        </p:spPr>
        <p:txBody>
          <a:bodyPr wrap="square" lIns="0" tIns="0" rIns="0" bIns="0" rtlCol="0" anchor="t">
            <a:normAutofit/>
          </a:bodyPr>
          <a:lstStyle/>
          <a:p>
            <a:pPr marL="0" indent="0" algn="ctr">
              <a:buNone/>
            </a:pPr>
            <a:r>
              <a:rPr lang="fr-CA" sz="1850" b="1" dirty="0">
                <a:solidFill>
                  <a:srgbClr val="0F766E"/>
                </a:solidFill>
                <a:latin typeface="Calibri" pitchFamily="34" charset="0"/>
                <a:ea typeface="Calibri" pitchFamily="34" charset="-122"/>
                <a:cs typeface="Calibri" pitchFamily="34" charset="-120"/>
              </a:rPr>
              <a:t>Kafka / Topic</a:t>
            </a:r>
            <a:endParaRPr lang="fr-CA" sz="1850" dirty="0"/>
          </a:p>
        </p:txBody>
      </p:sp>
      <p:sp>
        <p:nvSpPr>
          <p:cNvPr id="79" name="Shape 7">
            <a:extLst>
              <a:ext uri="{FF2B5EF4-FFF2-40B4-BE49-F238E27FC236}">
                <a16:creationId xmlns:a16="http://schemas.microsoft.com/office/drawing/2014/main" id="{C4C24258-D5AA-F43D-EB6F-05AE6800EB69}"/>
              </a:ext>
            </a:extLst>
          </p:cNvPr>
          <p:cNvSpPr/>
          <p:nvPr>
            <p:custDataLst>
              <p:tags r:id="rId21"/>
            </p:custDataLst>
          </p:nvPr>
        </p:nvSpPr>
        <p:spPr>
          <a:xfrm>
            <a:off x="1794415" y="2638604"/>
            <a:ext cx="683768" cy="106680"/>
          </a:xfrm>
          <a:prstGeom prst="roundRect">
            <a:avLst>
              <a:gd name="adj" fmla="val 6098"/>
            </a:avLst>
          </a:prstGeom>
          <a:solidFill>
            <a:schemeClr val="accent1">
              <a:lumMod val="40000"/>
              <a:lumOff val="60000"/>
            </a:schemeClr>
          </a:solidFill>
          <a:ln w="8890">
            <a:solidFill>
              <a:srgbClr val="0F766E"/>
            </a:solidFill>
            <a:prstDash val="solid"/>
          </a:ln>
        </p:spPr>
        <p:txBody>
          <a:bodyPr/>
          <a:lstStyle/>
          <a:p>
            <a:endParaRPr lang="fr-CA" dirty="0"/>
          </a:p>
        </p:txBody>
      </p:sp>
      <p:sp>
        <p:nvSpPr>
          <p:cNvPr id="93" name="Shape 7">
            <a:extLst>
              <a:ext uri="{FF2B5EF4-FFF2-40B4-BE49-F238E27FC236}">
                <a16:creationId xmlns:a16="http://schemas.microsoft.com/office/drawing/2014/main" id="{5E294D3B-B5B1-5F40-BA37-3E43B1F76201}"/>
              </a:ext>
            </a:extLst>
          </p:cNvPr>
          <p:cNvSpPr/>
          <p:nvPr>
            <p:custDataLst>
              <p:tags r:id="rId22"/>
            </p:custDataLst>
          </p:nvPr>
        </p:nvSpPr>
        <p:spPr>
          <a:xfrm>
            <a:off x="1794415" y="2796500"/>
            <a:ext cx="683768" cy="106680"/>
          </a:xfrm>
          <a:prstGeom prst="roundRect">
            <a:avLst>
              <a:gd name="adj" fmla="val 6098"/>
            </a:avLst>
          </a:prstGeom>
          <a:solidFill>
            <a:schemeClr val="accent1">
              <a:lumMod val="40000"/>
              <a:lumOff val="60000"/>
            </a:schemeClr>
          </a:solidFill>
          <a:ln w="8890">
            <a:solidFill>
              <a:srgbClr val="0F766E"/>
            </a:solidFill>
            <a:prstDash val="solid"/>
          </a:ln>
        </p:spPr>
        <p:txBody>
          <a:bodyPr/>
          <a:lstStyle/>
          <a:p>
            <a:endParaRPr lang="fr-CA" dirty="0"/>
          </a:p>
        </p:txBody>
      </p:sp>
      <p:sp>
        <p:nvSpPr>
          <p:cNvPr id="95" name="Shape 7">
            <a:extLst>
              <a:ext uri="{FF2B5EF4-FFF2-40B4-BE49-F238E27FC236}">
                <a16:creationId xmlns:a16="http://schemas.microsoft.com/office/drawing/2014/main" id="{EA9E25E3-998F-5C13-DA33-1AD0B00CA572}"/>
              </a:ext>
            </a:extLst>
          </p:cNvPr>
          <p:cNvSpPr/>
          <p:nvPr>
            <p:custDataLst>
              <p:tags r:id="rId23"/>
            </p:custDataLst>
          </p:nvPr>
        </p:nvSpPr>
        <p:spPr>
          <a:xfrm>
            <a:off x="1794415" y="2955648"/>
            <a:ext cx="683768" cy="106680"/>
          </a:xfrm>
          <a:prstGeom prst="roundRect">
            <a:avLst>
              <a:gd name="adj" fmla="val 6098"/>
            </a:avLst>
          </a:prstGeom>
          <a:solidFill>
            <a:schemeClr val="accent1">
              <a:lumMod val="40000"/>
              <a:lumOff val="60000"/>
            </a:schemeClr>
          </a:solidFill>
          <a:ln w="8890">
            <a:solidFill>
              <a:srgbClr val="0F766E"/>
            </a:solidFill>
            <a:prstDash val="solid"/>
          </a:ln>
        </p:spPr>
        <p:txBody>
          <a:bodyPr/>
          <a:lstStyle/>
          <a:p>
            <a:endParaRPr lang="fr-CA" dirty="0"/>
          </a:p>
        </p:txBody>
      </p:sp>
      <p:sp>
        <p:nvSpPr>
          <p:cNvPr id="103" name="Shape 7">
            <a:extLst>
              <a:ext uri="{FF2B5EF4-FFF2-40B4-BE49-F238E27FC236}">
                <a16:creationId xmlns:a16="http://schemas.microsoft.com/office/drawing/2014/main" id="{A948A1A6-EA32-8346-AC46-5838E0AB5B14}"/>
              </a:ext>
            </a:extLst>
          </p:cNvPr>
          <p:cNvSpPr/>
          <p:nvPr>
            <p:custDataLst>
              <p:tags r:id="rId24"/>
            </p:custDataLst>
          </p:nvPr>
        </p:nvSpPr>
        <p:spPr>
          <a:xfrm>
            <a:off x="1794414" y="3437152"/>
            <a:ext cx="683768" cy="106680"/>
          </a:xfrm>
          <a:prstGeom prst="roundRect">
            <a:avLst>
              <a:gd name="adj" fmla="val 6098"/>
            </a:avLst>
          </a:prstGeom>
          <a:solidFill>
            <a:schemeClr val="accent1">
              <a:lumMod val="40000"/>
              <a:lumOff val="60000"/>
            </a:schemeClr>
          </a:solidFill>
          <a:ln w="8890">
            <a:solidFill>
              <a:srgbClr val="0F766E"/>
            </a:solidFill>
            <a:prstDash val="solid"/>
          </a:ln>
        </p:spPr>
        <p:txBody>
          <a:bodyPr/>
          <a:lstStyle/>
          <a:p>
            <a:endParaRPr lang="fr-CA" dirty="0"/>
          </a:p>
        </p:txBody>
      </p:sp>
      <p:sp>
        <p:nvSpPr>
          <p:cNvPr id="105" name="Shape 7">
            <a:extLst>
              <a:ext uri="{FF2B5EF4-FFF2-40B4-BE49-F238E27FC236}">
                <a16:creationId xmlns:a16="http://schemas.microsoft.com/office/drawing/2014/main" id="{17F598CC-229F-8D0A-0845-B8B5752D7319}"/>
              </a:ext>
            </a:extLst>
          </p:cNvPr>
          <p:cNvSpPr/>
          <p:nvPr>
            <p:custDataLst>
              <p:tags r:id="rId25"/>
            </p:custDataLst>
          </p:nvPr>
        </p:nvSpPr>
        <p:spPr>
          <a:xfrm>
            <a:off x="1794414" y="3594960"/>
            <a:ext cx="683768" cy="106680"/>
          </a:xfrm>
          <a:prstGeom prst="roundRect">
            <a:avLst>
              <a:gd name="adj" fmla="val 6098"/>
            </a:avLst>
          </a:prstGeom>
          <a:solidFill>
            <a:schemeClr val="accent1">
              <a:lumMod val="40000"/>
              <a:lumOff val="60000"/>
            </a:schemeClr>
          </a:solidFill>
          <a:ln w="8890">
            <a:solidFill>
              <a:srgbClr val="0F766E"/>
            </a:solidFill>
            <a:prstDash val="solid"/>
          </a:ln>
        </p:spPr>
        <p:txBody>
          <a:bodyPr/>
          <a:lstStyle/>
          <a:p>
            <a:endParaRPr lang="fr-CA" dirty="0"/>
          </a:p>
        </p:txBody>
      </p:sp>
      <p:sp>
        <p:nvSpPr>
          <p:cNvPr id="107" name="Shape 7">
            <a:extLst>
              <a:ext uri="{FF2B5EF4-FFF2-40B4-BE49-F238E27FC236}">
                <a16:creationId xmlns:a16="http://schemas.microsoft.com/office/drawing/2014/main" id="{827CD885-4E0C-F362-76D1-CF724A800B97}"/>
              </a:ext>
            </a:extLst>
          </p:cNvPr>
          <p:cNvSpPr/>
          <p:nvPr>
            <p:custDataLst>
              <p:tags r:id="rId26"/>
            </p:custDataLst>
          </p:nvPr>
        </p:nvSpPr>
        <p:spPr>
          <a:xfrm>
            <a:off x="1794414" y="3752768"/>
            <a:ext cx="683768" cy="106680"/>
          </a:xfrm>
          <a:prstGeom prst="roundRect">
            <a:avLst>
              <a:gd name="adj" fmla="val 6098"/>
            </a:avLst>
          </a:prstGeom>
          <a:solidFill>
            <a:schemeClr val="accent1">
              <a:lumMod val="40000"/>
              <a:lumOff val="60000"/>
            </a:schemeClr>
          </a:solidFill>
          <a:ln w="8890">
            <a:solidFill>
              <a:srgbClr val="0F766E"/>
            </a:solidFill>
            <a:prstDash val="solid"/>
          </a:ln>
        </p:spPr>
        <p:txBody>
          <a:bodyPr/>
          <a:lstStyle/>
          <a:p>
            <a:endParaRPr lang="fr-CA" dirty="0"/>
          </a:p>
        </p:txBody>
      </p:sp>
      <p:sp>
        <p:nvSpPr>
          <p:cNvPr id="113" name="Shape 7">
            <a:extLst>
              <a:ext uri="{FF2B5EF4-FFF2-40B4-BE49-F238E27FC236}">
                <a16:creationId xmlns:a16="http://schemas.microsoft.com/office/drawing/2014/main" id="{9C461603-D642-B099-6612-0C88BB14F5BE}"/>
              </a:ext>
            </a:extLst>
          </p:cNvPr>
          <p:cNvSpPr/>
          <p:nvPr>
            <p:custDataLst>
              <p:tags r:id="rId27"/>
            </p:custDataLst>
          </p:nvPr>
        </p:nvSpPr>
        <p:spPr>
          <a:xfrm>
            <a:off x="4800441" y="2580591"/>
            <a:ext cx="689438" cy="1378652"/>
          </a:xfrm>
          <a:prstGeom prst="roundRect">
            <a:avLst>
              <a:gd name="adj" fmla="val 5882"/>
            </a:avLst>
          </a:prstGeom>
          <a:solidFill>
            <a:schemeClr val="accent5">
              <a:lumMod val="75000"/>
            </a:schemeClr>
          </a:solidFill>
          <a:ln w="8890">
            <a:solidFill>
              <a:srgbClr val="1F6FEB"/>
            </a:solidFill>
            <a:prstDash val="solid"/>
          </a:ln>
        </p:spPr>
        <p:txBody>
          <a:bodyPr/>
          <a:lstStyle/>
          <a:p>
            <a:endParaRPr lang="fr-CA" noProof="0" dirty="0"/>
          </a:p>
        </p:txBody>
      </p:sp>
      <p:sp>
        <p:nvSpPr>
          <p:cNvPr id="115" name="Shape 7">
            <a:extLst>
              <a:ext uri="{FF2B5EF4-FFF2-40B4-BE49-F238E27FC236}">
                <a16:creationId xmlns:a16="http://schemas.microsoft.com/office/drawing/2014/main" id="{5D90378A-F5B0-A6DF-0FBF-0D37375E8A9C}"/>
              </a:ext>
            </a:extLst>
          </p:cNvPr>
          <p:cNvSpPr/>
          <p:nvPr>
            <p:custDataLst>
              <p:tags r:id="rId28"/>
            </p:custDataLst>
          </p:nvPr>
        </p:nvSpPr>
        <p:spPr>
          <a:xfrm>
            <a:off x="4863205" y="2840206"/>
            <a:ext cx="563910" cy="202979"/>
          </a:xfrm>
          <a:prstGeom prst="roundRect">
            <a:avLst>
              <a:gd name="adj" fmla="val 5882"/>
            </a:avLst>
          </a:prstGeom>
          <a:solidFill>
            <a:schemeClr val="bg1"/>
          </a:solidFill>
          <a:ln w="8890">
            <a:solidFill>
              <a:srgbClr val="1F6FEB"/>
            </a:solidFill>
            <a:prstDash val="solid"/>
          </a:ln>
        </p:spPr>
        <p:txBody>
          <a:bodyPr/>
          <a:lstStyle/>
          <a:p>
            <a:endParaRPr lang="fr-CA" noProof="0" dirty="0"/>
          </a:p>
        </p:txBody>
      </p:sp>
      <p:sp>
        <p:nvSpPr>
          <p:cNvPr id="117" name="Shape 7">
            <a:extLst>
              <a:ext uri="{FF2B5EF4-FFF2-40B4-BE49-F238E27FC236}">
                <a16:creationId xmlns:a16="http://schemas.microsoft.com/office/drawing/2014/main" id="{470EC39A-D265-61BB-31D3-9B844BFAE5D7}"/>
              </a:ext>
            </a:extLst>
          </p:cNvPr>
          <p:cNvSpPr/>
          <p:nvPr>
            <p:custDataLst>
              <p:tags r:id="rId29"/>
            </p:custDataLst>
          </p:nvPr>
        </p:nvSpPr>
        <p:spPr>
          <a:xfrm>
            <a:off x="4863205" y="3176623"/>
            <a:ext cx="563910" cy="202979"/>
          </a:xfrm>
          <a:prstGeom prst="roundRect">
            <a:avLst>
              <a:gd name="adj" fmla="val 5882"/>
            </a:avLst>
          </a:prstGeom>
          <a:solidFill>
            <a:schemeClr val="bg1"/>
          </a:solidFill>
          <a:ln w="8890">
            <a:solidFill>
              <a:srgbClr val="1F6FEB"/>
            </a:solidFill>
            <a:prstDash val="solid"/>
          </a:ln>
        </p:spPr>
        <p:txBody>
          <a:bodyPr/>
          <a:lstStyle/>
          <a:p>
            <a:endParaRPr lang="fr-CA" noProof="0" dirty="0"/>
          </a:p>
        </p:txBody>
      </p:sp>
      <p:sp>
        <p:nvSpPr>
          <p:cNvPr id="119" name="Shape 7">
            <a:extLst>
              <a:ext uri="{FF2B5EF4-FFF2-40B4-BE49-F238E27FC236}">
                <a16:creationId xmlns:a16="http://schemas.microsoft.com/office/drawing/2014/main" id="{D8020E59-02EF-981E-3563-D4F73720AEBF}"/>
              </a:ext>
            </a:extLst>
          </p:cNvPr>
          <p:cNvSpPr/>
          <p:nvPr>
            <p:custDataLst>
              <p:tags r:id="rId30"/>
            </p:custDataLst>
          </p:nvPr>
        </p:nvSpPr>
        <p:spPr>
          <a:xfrm>
            <a:off x="4863205" y="3513040"/>
            <a:ext cx="563910" cy="202979"/>
          </a:xfrm>
          <a:prstGeom prst="roundRect">
            <a:avLst>
              <a:gd name="adj" fmla="val 5882"/>
            </a:avLst>
          </a:prstGeom>
          <a:solidFill>
            <a:schemeClr val="bg1"/>
          </a:solidFill>
          <a:ln w="8890">
            <a:solidFill>
              <a:srgbClr val="1F6FEB"/>
            </a:solidFill>
            <a:prstDash val="solid"/>
          </a:ln>
        </p:spPr>
        <p:txBody>
          <a:bodyPr/>
          <a:lstStyle/>
          <a:p>
            <a:endParaRPr lang="fr-CA" noProof="0" dirty="0"/>
          </a:p>
        </p:txBody>
      </p:sp>
      <p:sp>
        <p:nvSpPr>
          <p:cNvPr id="121" name="Shape 7">
            <a:extLst>
              <a:ext uri="{FF2B5EF4-FFF2-40B4-BE49-F238E27FC236}">
                <a16:creationId xmlns:a16="http://schemas.microsoft.com/office/drawing/2014/main" id="{593FAD52-A877-2B57-65C1-5FB6DA6AEDDD}"/>
              </a:ext>
            </a:extLst>
          </p:cNvPr>
          <p:cNvSpPr/>
          <p:nvPr>
            <p:custDataLst>
              <p:tags r:id="rId31"/>
            </p:custDataLst>
          </p:nvPr>
        </p:nvSpPr>
        <p:spPr>
          <a:xfrm>
            <a:off x="5654471" y="2580591"/>
            <a:ext cx="689438" cy="1378652"/>
          </a:xfrm>
          <a:prstGeom prst="roundRect">
            <a:avLst>
              <a:gd name="adj" fmla="val 5882"/>
            </a:avLst>
          </a:prstGeom>
          <a:solidFill>
            <a:schemeClr val="accent5">
              <a:lumMod val="75000"/>
            </a:schemeClr>
          </a:solidFill>
          <a:ln w="8890">
            <a:solidFill>
              <a:srgbClr val="1F6FEB"/>
            </a:solidFill>
            <a:prstDash val="solid"/>
          </a:ln>
        </p:spPr>
        <p:txBody>
          <a:bodyPr/>
          <a:lstStyle/>
          <a:p>
            <a:endParaRPr lang="fr-CA" noProof="0" dirty="0"/>
          </a:p>
        </p:txBody>
      </p:sp>
      <p:sp>
        <p:nvSpPr>
          <p:cNvPr id="123" name="Shape 7">
            <a:extLst>
              <a:ext uri="{FF2B5EF4-FFF2-40B4-BE49-F238E27FC236}">
                <a16:creationId xmlns:a16="http://schemas.microsoft.com/office/drawing/2014/main" id="{2217033E-EA66-51F2-9941-94A3FD0F8548}"/>
              </a:ext>
            </a:extLst>
          </p:cNvPr>
          <p:cNvSpPr/>
          <p:nvPr>
            <p:custDataLst>
              <p:tags r:id="rId32"/>
            </p:custDataLst>
          </p:nvPr>
        </p:nvSpPr>
        <p:spPr>
          <a:xfrm>
            <a:off x="5717235" y="2840206"/>
            <a:ext cx="563910" cy="202979"/>
          </a:xfrm>
          <a:prstGeom prst="roundRect">
            <a:avLst>
              <a:gd name="adj" fmla="val 5882"/>
            </a:avLst>
          </a:prstGeom>
          <a:solidFill>
            <a:schemeClr val="bg1"/>
          </a:solidFill>
          <a:ln w="8890">
            <a:solidFill>
              <a:srgbClr val="1F6FEB"/>
            </a:solidFill>
            <a:prstDash val="solid"/>
          </a:ln>
        </p:spPr>
        <p:txBody>
          <a:bodyPr/>
          <a:lstStyle/>
          <a:p>
            <a:endParaRPr lang="fr-CA" noProof="0" dirty="0"/>
          </a:p>
        </p:txBody>
      </p:sp>
      <p:sp>
        <p:nvSpPr>
          <p:cNvPr id="125" name="Shape 7">
            <a:extLst>
              <a:ext uri="{FF2B5EF4-FFF2-40B4-BE49-F238E27FC236}">
                <a16:creationId xmlns:a16="http://schemas.microsoft.com/office/drawing/2014/main" id="{C177E53B-9CFF-B8BF-0C56-EAD9BBA2BD9E}"/>
              </a:ext>
            </a:extLst>
          </p:cNvPr>
          <p:cNvSpPr/>
          <p:nvPr>
            <p:custDataLst>
              <p:tags r:id="rId33"/>
            </p:custDataLst>
          </p:nvPr>
        </p:nvSpPr>
        <p:spPr>
          <a:xfrm>
            <a:off x="5717235" y="3176623"/>
            <a:ext cx="563910" cy="202979"/>
          </a:xfrm>
          <a:prstGeom prst="roundRect">
            <a:avLst>
              <a:gd name="adj" fmla="val 5882"/>
            </a:avLst>
          </a:prstGeom>
          <a:solidFill>
            <a:schemeClr val="bg1"/>
          </a:solidFill>
          <a:ln w="8890">
            <a:solidFill>
              <a:srgbClr val="1F6FEB"/>
            </a:solidFill>
            <a:prstDash val="solid"/>
          </a:ln>
        </p:spPr>
        <p:txBody>
          <a:bodyPr/>
          <a:lstStyle/>
          <a:p>
            <a:endParaRPr lang="fr-CA" noProof="0" dirty="0"/>
          </a:p>
        </p:txBody>
      </p:sp>
      <p:sp>
        <p:nvSpPr>
          <p:cNvPr id="127" name="Shape 7">
            <a:extLst>
              <a:ext uri="{FF2B5EF4-FFF2-40B4-BE49-F238E27FC236}">
                <a16:creationId xmlns:a16="http://schemas.microsoft.com/office/drawing/2014/main" id="{DE276C82-E7F6-6C12-72E4-FDC934BE7E41}"/>
              </a:ext>
            </a:extLst>
          </p:cNvPr>
          <p:cNvSpPr/>
          <p:nvPr>
            <p:custDataLst>
              <p:tags r:id="rId34"/>
            </p:custDataLst>
          </p:nvPr>
        </p:nvSpPr>
        <p:spPr>
          <a:xfrm>
            <a:off x="5717235" y="3513040"/>
            <a:ext cx="563910" cy="202979"/>
          </a:xfrm>
          <a:prstGeom prst="roundRect">
            <a:avLst>
              <a:gd name="adj" fmla="val 5882"/>
            </a:avLst>
          </a:prstGeom>
          <a:solidFill>
            <a:schemeClr val="bg1"/>
          </a:solidFill>
          <a:ln w="8890">
            <a:solidFill>
              <a:srgbClr val="1F6FEB"/>
            </a:solidFill>
            <a:prstDash val="solid"/>
          </a:ln>
        </p:spPr>
        <p:txBody>
          <a:bodyPr/>
          <a:lstStyle/>
          <a:p>
            <a:endParaRPr lang="fr-CA" noProof="0" dirty="0"/>
          </a:p>
        </p:txBody>
      </p:sp>
      <p:sp>
        <p:nvSpPr>
          <p:cNvPr id="129" name="Shape 7">
            <a:extLst>
              <a:ext uri="{FF2B5EF4-FFF2-40B4-BE49-F238E27FC236}">
                <a16:creationId xmlns:a16="http://schemas.microsoft.com/office/drawing/2014/main" id="{85EC2905-C57F-04D7-DAB3-C0A24217684E}"/>
              </a:ext>
            </a:extLst>
          </p:cNvPr>
          <p:cNvSpPr/>
          <p:nvPr>
            <p:custDataLst>
              <p:tags r:id="rId35"/>
            </p:custDataLst>
          </p:nvPr>
        </p:nvSpPr>
        <p:spPr>
          <a:xfrm>
            <a:off x="6506673" y="2574935"/>
            <a:ext cx="689438" cy="1378652"/>
          </a:xfrm>
          <a:prstGeom prst="roundRect">
            <a:avLst>
              <a:gd name="adj" fmla="val 5882"/>
            </a:avLst>
          </a:prstGeom>
          <a:solidFill>
            <a:schemeClr val="accent5">
              <a:lumMod val="75000"/>
            </a:schemeClr>
          </a:solidFill>
          <a:ln w="8890">
            <a:solidFill>
              <a:srgbClr val="1F6FEB"/>
            </a:solidFill>
            <a:prstDash val="solid"/>
          </a:ln>
        </p:spPr>
        <p:txBody>
          <a:bodyPr/>
          <a:lstStyle/>
          <a:p>
            <a:endParaRPr lang="fr-CA" noProof="0" dirty="0"/>
          </a:p>
        </p:txBody>
      </p:sp>
      <p:sp>
        <p:nvSpPr>
          <p:cNvPr id="131" name="Shape 7">
            <a:extLst>
              <a:ext uri="{FF2B5EF4-FFF2-40B4-BE49-F238E27FC236}">
                <a16:creationId xmlns:a16="http://schemas.microsoft.com/office/drawing/2014/main" id="{8D8131DB-861C-E9C5-DF64-AC5AB523C92D}"/>
              </a:ext>
            </a:extLst>
          </p:cNvPr>
          <p:cNvSpPr/>
          <p:nvPr>
            <p:custDataLst>
              <p:tags r:id="rId36"/>
            </p:custDataLst>
          </p:nvPr>
        </p:nvSpPr>
        <p:spPr>
          <a:xfrm>
            <a:off x="6569437" y="2834550"/>
            <a:ext cx="563910" cy="202979"/>
          </a:xfrm>
          <a:prstGeom prst="roundRect">
            <a:avLst>
              <a:gd name="adj" fmla="val 5882"/>
            </a:avLst>
          </a:prstGeom>
          <a:solidFill>
            <a:schemeClr val="bg1"/>
          </a:solidFill>
          <a:ln w="8890">
            <a:solidFill>
              <a:srgbClr val="1F6FEB"/>
            </a:solidFill>
            <a:prstDash val="solid"/>
          </a:ln>
        </p:spPr>
        <p:txBody>
          <a:bodyPr/>
          <a:lstStyle/>
          <a:p>
            <a:endParaRPr lang="fr-CA" noProof="0" dirty="0"/>
          </a:p>
        </p:txBody>
      </p:sp>
      <p:sp>
        <p:nvSpPr>
          <p:cNvPr id="133" name="Shape 7">
            <a:extLst>
              <a:ext uri="{FF2B5EF4-FFF2-40B4-BE49-F238E27FC236}">
                <a16:creationId xmlns:a16="http://schemas.microsoft.com/office/drawing/2014/main" id="{483F3EDB-37D3-0EA8-3EAE-0BADE8433A5F}"/>
              </a:ext>
            </a:extLst>
          </p:cNvPr>
          <p:cNvSpPr/>
          <p:nvPr>
            <p:custDataLst>
              <p:tags r:id="rId37"/>
            </p:custDataLst>
          </p:nvPr>
        </p:nvSpPr>
        <p:spPr>
          <a:xfrm>
            <a:off x="6569437" y="3170967"/>
            <a:ext cx="563910" cy="202979"/>
          </a:xfrm>
          <a:prstGeom prst="roundRect">
            <a:avLst>
              <a:gd name="adj" fmla="val 5882"/>
            </a:avLst>
          </a:prstGeom>
          <a:solidFill>
            <a:schemeClr val="bg1"/>
          </a:solidFill>
          <a:ln w="8890">
            <a:solidFill>
              <a:srgbClr val="1F6FEB"/>
            </a:solidFill>
            <a:prstDash val="solid"/>
          </a:ln>
        </p:spPr>
        <p:txBody>
          <a:bodyPr/>
          <a:lstStyle/>
          <a:p>
            <a:endParaRPr lang="fr-CA" noProof="0" dirty="0"/>
          </a:p>
        </p:txBody>
      </p:sp>
      <p:sp>
        <p:nvSpPr>
          <p:cNvPr id="135" name="Shape 7">
            <a:extLst>
              <a:ext uri="{FF2B5EF4-FFF2-40B4-BE49-F238E27FC236}">
                <a16:creationId xmlns:a16="http://schemas.microsoft.com/office/drawing/2014/main" id="{DAAE8EDA-6A83-D940-D128-7228D084A89C}"/>
              </a:ext>
            </a:extLst>
          </p:cNvPr>
          <p:cNvSpPr/>
          <p:nvPr>
            <p:custDataLst>
              <p:tags r:id="rId38"/>
            </p:custDataLst>
          </p:nvPr>
        </p:nvSpPr>
        <p:spPr>
          <a:xfrm>
            <a:off x="6569437" y="3507384"/>
            <a:ext cx="563910" cy="202979"/>
          </a:xfrm>
          <a:prstGeom prst="roundRect">
            <a:avLst>
              <a:gd name="adj" fmla="val 5882"/>
            </a:avLst>
          </a:prstGeom>
          <a:solidFill>
            <a:schemeClr val="bg1"/>
          </a:solidFill>
          <a:ln w="8890">
            <a:solidFill>
              <a:srgbClr val="1F6FEB"/>
            </a:solidFill>
            <a:prstDash val="solid"/>
          </a:ln>
        </p:spPr>
        <p:txBody>
          <a:bodyPr/>
          <a:lstStyle/>
          <a:p>
            <a:endParaRPr lang="fr-CA" noProof="0" dirty="0"/>
          </a:p>
        </p:txBody>
      </p:sp>
      <p:sp>
        <p:nvSpPr>
          <p:cNvPr id="137" name="Text 9">
            <a:extLst>
              <a:ext uri="{FF2B5EF4-FFF2-40B4-BE49-F238E27FC236}">
                <a16:creationId xmlns:a16="http://schemas.microsoft.com/office/drawing/2014/main" id="{DA29A327-480E-061C-142C-7D0D390FEEF4}"/>
              </a:ext>
            </a:extLst>
          </p:cNvPr>
          <p:cNvSpPr/>
          <p:nvPr>
            <p:custDataLst>
              <p:tags r:id="rId39"/>
            </p:custDataLst>
          </p:nvPr>
        </p:nvSpPr>
        <p:spPr>
          <a:xfrm>
            <a:off x="5681101" y="2375574"/>
            <a:ext cx="689438" cy="226032"/>
          </a:xfrm>
          <a:prstGeom prst="rect">
            <a:avLst/>
          </a:prstGeom>
          <a:noFill/>
          <a:ln/>
        </p:spPr>
        <p:txBody>
          <a:bodyPr wrap="square" lIns="0" tIns="0" rIns="0" bIns="0" rtlCol="0" anchor="t">
            <a:normAutofit fontScale="85000" lnSpcReduction="10000"/>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CPU 40%</a:t>
            </a:r>
            <a:endParaRPr lang="fr-CA" sz="1620" noProof="0" dirty="0"/>
          </a:p>
        </p:txBody>
      </p:sp>
      <p:sp>
        <p:nvSpPr>
          <p:cNvPr id="139" name="Text 9">
            <a:extLst>
              <a:ext uri="{FF2B5EF4-FFF2-40B4-BE49-F238E27FC236}">
                <a16:creationId xmlns:a16="http://schemas.microsoft.com/office/drawing/2014/main" id="{07B74F2E-0E98-250E-5C36-8CB1BAF5459F}"/>
              </a:ext>
            </a:extLst>
          </p:cNvPr>
          <p:cNvSpPr/>
          <p:nvPr>
            <p:custDataLst>
              <p:tags r:id="rId40"/>
            </p:custDataLst>
          </p:nvPr>
        </p:nvSpPr>
        <p:spPr>
          <a:xfrm>
            <a:off x="6533958" y="2375574"/>
            <a:ext cx="689438" cy="226032"/>
          </a:xfrm>
          <a:prstGeom prst="rect">
            <a:avLst/>
          </a:prstGeom>
          <a:noFill/>
          <a:ln/>
        </p:spPr>
        <p:txBody>
          <a:bodyPr wrap="square" lIns="0" tIns="0" rIns="0" bIns="0" rtlCol="0" anchor="t">
            <a:normAutofit fontScale="85000" lnSpcReduction="10000"/>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CPU 40%</a:t>
            </a:r>
            <a:endParaRPr lang="fr-CA" sz="1620" noProof="0" dirty="0"/>
          </a:p>
        </p:txBody>
      </p:sp>
      <p:sp>
        <p:nvSpPr>
          <p:cNvPr id="141" name="Shape 10">
            <a:extLst>
              <a:ext uri="{FF2B5EF4-FFF2-40B4-BE49-F238E27FC236}">
                <a16:creationId xmlns:a16="http://schemas.microsoft.com/office/drawing/2014/main" id="{2AC59808-0B85-BDE2-6312-12D71E6712A1}"/>
              </a:ext>
            </a:extLst>
          </p:cNvPr>
          <p:cNvSpPr/>
          <p:nvPr>
            <p:custDataLst>
              <p:tags r:id="rId41"/>
            </p:custDataLst>
          </p:nvPr>
        </p:nvSpPr>
        <p:spPr>
          <a:xfrm flipV="1">
            <a:off x="7348105" y="2630132"/>
            <a:ext cx="832402" cy="11707"/>
          </a:xfrm>
          <a:prstGeom prst="line">
            <a:avLst/>
          </a:prstGeom>
          <a:ln w="19050" cap="flat" cmpd="sng" algn="ctr">
            <a:solidFill>
              <a:schemeClr val="accent1"/>
            </a:solidFill>
            <a:prstDash val="dash"/>
            <a:round/>
            <a:headEnd type="none" w="med" len="med"/>
            <a:tailEnd type="none" w="med" len="med"/>
          </a:ln>
        </p:spPr>
        <p:style>
          <a:lnRef idx="0">
            <a:scrgbClr r="0" g="0" b="0"/>
          </a:lnRef>
          <a:fillRef idx="0">
            <a:scrgbClr r="0" g="0" b="0"/>
          </a:fillRef>
          <a:effectRef idx="0">
            <a:scrgbClr r="0" g="0" b="0"/>
          </a:effectRef>
          <a:fontRef idx="minor">
            <a:schemeClr val="tx1"/>
          </a:fontRef>
        </p:style>
        <p:txBody>
          <a:bodyPr/>
          <a:lstStyle/>
          <a:p>
            <a:endParaRPr lang="fr-CA" noProof="0" dirty="0"/>
          </a:p>
        </p:txBody>
      </p:sp>
      <p:sp>
        <p:nvSpPr>
          <p:cNvPr id="146" name="Shape 11">
            <a:extLst>
              <a:ext uri="{FF2B5EF4-FFF2-40B4-BE49-F238E27FC236}">
                <a16:creationId xmlns:a16="http://schemas.microsoft.com/office/drawing/2014/main" id="{CB3E544F-3616-6A40-3B44-96D32FB5297F}"/>
              </a:ext>
            </a:extLst>
          </p:cNvPr>
          <p:cNvSpPr/>
          <p:nvPr>
            <p:custDataLst>
              <p:tags r:id="rId42"/>
            </p:custDataLst>
          </p:nvPr>
        </p:nvSpPr>
        <p:spPr>
          <a:xfrm>
            <a:off x="1577806" y="4208524"/>
            <a:ext cx="2726589" cy="433509"/>
          </a:xfrm>
          <a:prstGeom prst="roundRect">
            <a:avLst>
              <a:gd name="adj" fmla="val 5882"/>
            </a:avLst>
          </a:prstGeom>
          <a:solidFill>
            <a:schemeClr val="bg1">
              <a:lumMod val="95000"/>
            </a:schemeClr>
          </a:solidFill>
          <a:ln w="8890">
            <a:solidFill>
              <a:srgbClr val="0F766E"/>
            </a:solidFill>
            <a:prstDash val="solid"/>
          </a:ln>
        </p:spPr>
        <p:txBody>
          <a:bodyPr/>
          <a:lstStyle/>
          <a:p>
            <a:endParaRPr lang="fr-CA" noProof="0" dirty="0"/>
          </a:p>
        </p:txBody>
      </p:sp>
      <p:sp>
        <p:nvSpPr>
          <p:cNvPr id="150" name="Text 9">
            <a:extLst>
              <a:ext uri="{FF2B5EF4-FFF2-40B4-BE49-F238E27FC236}">
                <a16:creationId xmlns:a16="http://schemas.microsoft.com/office/drawing/2014/main" id="{409CE03F-C8CA-B370-9267-526BE953A2AD}"/>
              </a:ext>
            </a:extLst>
          </p:cNvPr>
          <p:cNvSpPr/>
          <p:nvPr>
            <p:custDataLst>
              <p:tags r:id="rId43"/>
            </p:custDataLst>
          </p:nvPr>
        </p:nvSpPr>
        <p:spPr>
          <a:xfrm>
            <a:off x="1577806" y="4304159"/>
            <a:ext cx="2726589" cy="333774"/>
          </a:xfrm>
          <a:prstGeom prst="rect">
            <a:avLst/>
          </a:prstGeom>
          <a:noFill/>
          <a:ln/>
        </p:spPr>
        <p:txBody>
          <a:bodyPr wrap="square" lIns="0" tIns="0" rIns="0" bIns="0" rtlCol="0" anchor="t">
            <a:normAutofit/>
          </a:bodyPr>
          <a:lstStyle/>
          <a:p>
            <a:pPr marL="0" indent="0" algn="ctr">
              <a:buNone/>
            </a:pPr>
            <a:r>
              <a:rPr lang="fr-CA" sz="1620" noProof="0" dirty="0">
                <a:solidFill>
                  <a:srgbClr val="486581"/>
                </a:solidFill>
                <a:latin typeface="Calibri" pitchFamily="34" charset="0"/>
                <a:ea typeface="Calibri" pitchFamily="34" charset="-122"/>
                <a:cs typeface="Calibri" pitchFamily="34" charset="-120"/>
              </a:rPr>
              <a:t>KEDA</a:t>
            </a:r>
            <a:endParaRPr lang="fr-CA" sz="1620" noProof="0" dirty="0"/>
          </a:p>
        </p:txBody>
      </p:sp>
      <p:graphicFrame>
        <p:nvGraphicFramePr>
          <p:cNvPr id="2" name="Diagramme 1">
            <a:extLst>
              <a:ext uri="{FF2B5EF4-FFF2-40B4-BE49-F238E27FC236}">
                <a16:creationId xmlns:a16="http://schemas.microsoft.com/office/drawing/2014/main" id="{72C3F8F5-0E6A-D155-2E9A-934F8D45EF56}"/>
              </a:ext>
            </a:extLst>
          </p:cNvPr>
          <p:cNvGraphicFramePr/>
          <p:nvPr>
            <p:custDataLst>
              <p:tags r:id="rId44"/>
            </p:custDataLst>
            <p:extLst>
              <p:ext uri="{D42A27DB-BD31-4B8C-83A1-F6EECF244321}">
                <p14:modId xmlns:p14="http://schemas.microsoft.com/office/powerpoint/2010/main" val="2157176903"/>
              </p:ext>
            </p:extLst>
          </p:nvPr>
        </p:nvGraphicFramePr>
        <p:xfrm>
          <a:off x="8302570" y="2484729"/>
          <a:ext cx="2459438" cy="1949958"/>
        </p:xfrm>
        <a:graphic>
          <a:graphicData uri="http://schemas.openxmlformats.org/drawingml/2006/diagram">
            <dgm:relIds xmlns:dgm="http://schemas.openxmlformats.org/drawingml/2006/diagram" xmlns:r="http://schemas.openxmlformats.org/officeDocument/2006/relationships" r:dm="rId62" r:lo="rId63" r:qs="rId64" r:cs="rId65"/>
          </a:graphicData>
        </a:graphic>
      </p:graphicFrame>
      <p:sp>
        <p:nvSpPr>
          <p:cNvPr id="5" name="Shape 7">
            <a:extLst>
              <a:ext uri="{FF2B5EF4-FFF2-40B4-BE49-F238E27FC236}">
                <a16:creationId xmlns:a16="http://schemas.microsoft.com/office/drawing/2014/main" id="{FD364C8F-0223-8C11-F065-98FC2AAAE4F7}"/>
              </a:ext>
            </a:extLst>
          </p:cNvPr>
          <p:cNvSpPr/>
          <p:nvPr>
            <p:custDataLst>
              <p:tags r:id="rId45"/>
            </p:custDataLst>
          </p:nvPr>
        </p:nvSpPr>
        <p:spPr>
          <a:xfrm>
            <a:off x="2608187" y="2638604"/>
            <a:ext cx="683768" cy="106680"/>
          </a:xfrm>
          <a:prstGeom prst="roundRect">
            <a:avLst>
              <a:gd name="adj" fmla="val 6098"/>
            </a:avLst>
          </a:prstGeom>
          <a:solidFill>
            <a:schemeClr val="accent1">
              <a:lumMod val="40000"/>
              <a:lumOff val="60000"/>
            </a:schemeClr>
          </a:solidFill>
          <a:ln w="8890">
            <a:solidFill>
              <a:srgbClr val="0F766E"/>
            </a:solidFill>
            <a:prstDash val="solid"/>
          </a:ln>
        </p:spPr>
        <p:txBody>
          <a:bodyPr/>
          <a:lstStyle/>
          <a:p>
            <a:endParaRPr lang="fr-CA" dirty="0"/>
          </a:p>
        </p:txBody>
      </p:sp>
      <p:sp>
        <p:nvSpPr>
          <p:cNvPr id="7" name="Shape 7">
            <a:extLst>
              <a:ext uri="{FF2B5EF4-FFF2-40B4-BE49-F238E27FC236}">
                <a16:creationId xmlns:a16="http://schemas.microsoft.com/office/drawing/2014/main" id="{CCB00970-976A-F1BF-C09A-2969753371AF}"/>
              </a:ext>
            </a:extLst>
          </p:cNvPr>
          <p:cNvSpPr/>
          <p:nvPr>
            <p:custDataLst>
              <p:tags r:id="rId46"/>
            </p:custDataLst>
          </p:nvPr>
        </p:nvSpPr>
        <p:spPr>
          <a:xfrm>
            <a:off x="2608187" y="2796500"/>
            <a:ext cx="683768" cy="106680"/>
          </a:xfrm>
          <a:prstGeom prst="roundRect">
            <a:avLst>
              <a:gd name="adj" fmla="val 6098"/>
            </a:avLst>
          </a:prstGeom>
          <a:solidFill>
            <a:schemeClr val="accent1">
              <a:lumMod val="40000"/>
              <a:lumOff val="60000"/>
            </a:schemeClr>
          </a:solidFill>
          <a:ln w="8890">
            <a:solidFill>
              <a:srgbClr val="0F766E"/>
            </a:solidFill>
            <a:prstDash val="solid"/>
          </a:ln>
        </p:spPr>
        <p:txBody>
          <a:bodyPr/>
          <a:lstStyle/>
          <a:p>
            <a:endParaRPr lang="fr-CA" dirty="0"/>
          </a:p>
        </p:txBody>
      </p:sp>
      <p:sp>
        <p:nvSpPr>
          <p:cNvPr id="10" name="Shape 7">
            <a:extLst>
              <a:ext uri="{FF2B5EF4-FFF2-40B4-BE49-F238E27FC236}">
                <a16:creationId xmlns:a16="http://schemas.microsoft.com/office/drawing/2014/main" id="{EBC8CF52-69D3-FB33-749A-825AFE833669}"/>
              </a:ext>
            </a:extLst>
          </p:cNvPr>
          <p:cNvSpPr/>
          <p:nvPr>
            <p:custDataLst>
              <p:tags r:id="rId47"/>
            </p:custDataLst>
          </p:nvPr>
        </p:nvSpPr>
        <p:spPr>
          <a:xfrm>
            <a:off x="2608187" y="2955648"/>
            <a:ext cx="683768" cy="106680"/>
          </a:xfrm>
          <a:prstGeom prst="roundRect">
            <a:avLst>
              <a:gd name="adj" fmla="val 6098"/>
            </a:avLst>
          </a:prstGeom>
          <a:solidFill>
            <a:schemeClr val="accent1">
              <a:lumMod val="40000"/>
              <a:lumOff val="60000"/>
            </a:schemeClr>
          </a:solidFill>
          <a:ln w="8890">
            <a:solidFill>
              <a:srgbClr val="0F766E"/>
            </a:solidFill>
            <a:prstDash val="solid"/>
          </a:ln>
        </p:spPr>
        <p:txBody>
          <a:bodyPr/>
          <a:lstStyle/>
          <a:p>
            <a:endParaRPr lang="fr-CA" dirty="0"/>
          </a:p>
        </p:txBody>
      </p:sp>
      <p:sp>
        <p:nvSpPr>
          <p:cNvPr id="22" name="Shape 7">
            <a:extLst>
              <a:ext uri="{FF2B5EF4-FFF2-40B4-BE49-F238E27FC236}">
                <a16:creationId xmlns:a16="http://schemas.microsoft.com/office/drawing/2014/main" id="{BE8BC6E9-6D3A-047F-C88F-D06F794E3861}"/>
              </a:ext>
            </a:extLst>
          </p:cNvPr>
          <p:cNvSpPr/>
          <p:nvPr>
            <p:custDataLst>
              <p:tags r:id="rId48"/>
            </p:custDataLst>
          </p:nvPr>
        </p:nvSpPr>
        <p:spPr>
          <a:xfrm>
            <a:off x="2608186" y="3437152"/>
            <a:ext cx="683768" cy="106680"/>
          </a:xfrm>
          <a:prstGeom prst="roundRect">
            <a:avLst>
              <a:gd name="adj" fmla="val 6098"/>
            </a:avLst>
          </a:prstGeom>
          <a:solidFill>
            <a:schemeClr val="accent2">
              <a:lumMod val="40000"/>
              <a:lumOff val="60000"/>
            </a:schemeClr>
          </a:solidFill>
          <a:ln w="8890">
            <a:solidFill>
              <a:srgbClr val="0F766E"/>
            </a:solidFill>
            <a:prstDash val="solid"/>
          </a:ln>
        </p:spPr>
        <p:txBody>
          <a:bodyPr/>
          <a:lstStyle/>
          <a:p>
            <a:endParaRPr lang="fr-CA" dirty="0"/>
          </a:p>
        </p:txBody>
      </p:sp>
      <p:sp>
        <p:nvSpPr>
          <p:cNvPr id="26" name="Shape 7">
            <a:extLst>
              <a:ext uri="{FF2B5EF4-FFF2-40B4-BE49-F238E27FC236}">
                <a16:creationId xmlns:a16="http://schemas.microsoft.com/office/drawing/2014/main" id="{7A2B61BC-8489-2D93-19EA-388B40565EBD}"/>
              </a:ext>
            </a:extLst>
          </p:cNvPr>
          <p:cNvSpPr/>
          <p:nvPr>
            <p:custDataLst>
              <p:tags r:id="rId49"/>
            </p:custDataLst>
          </p:nvPr>
        </p:nvSpPr>
        <p:spPr>
          <a:xfrm>
            <a:off x="2608186" y="3594960"/>
            <a:ext cx="683768" cy="106680"/>
          </a:xfrm>
          <a:prstGeom prst="roundRect">
            <a:avLst>
              <a:gd name="adj" fmla="val 6098"/>
            </a:avLst>
          </a:prstGeom>
          <a:solidFill>
            <a:schemeClr val="accent2">
              <a:lumMod val="40000"/>
              <a:lumOff val="60000"/>
            </a:schemeClr>
          </a:solidFill>
          <a:ln w="8890">
            <a:solidFill>
              <a:srgbClr val="0F766E"/>
            </a:solidFill>
            <a:prstDash val="solid"/>
          </a:ln>
        </p:spPr>
        <p:txBody>
          <a:bodyPr/>
          <a:lstStyle/>
          <a:p>
            <a:endParaRPr lang="fr-CA" dirty="0"/>
          </a:p>
        </p:txBody>
      </p:sp>
      <p:sp>
        <p:nvSpPr>
          <p:cNvPr id="30" name="Shape 7">
            <a:extLst>
              <a:ext uri="{FF2B5EF4-FFF2-40B4-BE49-F238E27FC236}">
                <a16:creationId xmlns:a16="http://schemas.microsoft.com/office/drawing/2014/main" id="{0324B850-9B07-F1B0-1BFE-48D6035B509E}"/>
              </a:ext>
            </a:extLst>
          </p:cNvPr>
          <p:cNvSpPr/>
          <p:nvPr>
            <p:custDataLst>
              <p:tags r:id="rId50"/>
            </p:custDataLst>
          </p:nvPr>
        </p:nvSpPr>
        <p:spPr>
          <a:xfrm>
            <a:off x="2608186" y="3752768"/>
            <a:ext cx="683768" cy="106680"/>
          </a:xfrm>
          <a:prstGeom prst="roundRect">
            <a:avLst>
              <a:gd name="adj" fmla="val 6098"/>
            </a:avLst>
          </a:prstGeom>
          <a:solidFill>
            <a:schemeClr val="accent2">
              <a:lumMod val="40000"/>
              <a:lumOff val="60000"/>
            </a:schemeClr>
          </a:solidFill>
          <a:ln w="8890">
            <a:solidFill>
              <a:srgbClr val="0F766E"/>
            </a:solidFill>
            <a:prstDash val="solid"/>
          </a:ln>
        </p:spPr>
        <p:txBody>
          <a:bodyPr/>
          <a:lstStyle/>
          <a:p>
            <a:endParaRPr lang="fr-CA" dirty="0"/>
          </a:p>
        </p:txBody>
      </p:sp>
      <p:sp>
        <p:nvSpPr>
          <p:cNvPr id="34" name="Shape 7">
            <a:extLst>
              <a:ext uri="{FF2B5EF4-FFF2-40B4-BE49-F238E27FC236}">
                <a16:creationId xmlns:a16="http://schemas.microsoft.com/office/drawing/2014/main" id="{E69FABAC-D5D9-76E6-B3B9-316E07281B6E}"/>
              </a:ext>
            </a:extLst>
          </p:cNvPr>
          <p:cNvSpPr/>
          <p:nvPr>
            <p:custDataLst>
              <p:tags r:id="rId51"/>
            </p:custDataLst>
          </p:nvPr>
        </p:nvSpPr>
        <p:spPr>
          <a:xfrm>
            <a:off x="3435304" y="2623146"/>
            <a:ext cx="683768" cy="106680"/>
          </a:xfrm>
          <a:prstGeom prst="roundRect">
            <a:avLst>
              <a:gd name="adj" fmla="val 6098"/>
            </a:avLst>
          </a:prstGeom>
          <a:solidFill>
            <a:schemeClr val="accent2">
              <a:lumMod val="40000"/>
              <a:lumOff val="60000"/>
            </a:schemeClr>
          </a:solidFill>
          <a:ln w="8890">
            <a:solidFill>
              <a:srgbClr val="0F766E"/>
            </a:solidFill>
            <a:prstDash val="solid"/>
          </a:ln>
        </p:spPr>
        <p:txBody>
          <a:bodyPr/>
          <a:lstStyle/>
          <a:p>
            <a:endParaRPr lang="fr-CA" dirty="0"/>
          </a:p>
        </p:txBody>
      </p:sp>
      <p:sp>
        <p:nvSpPr>
          <p:cNvPr id="38" name="Shape 7">
            <a:extLst>
              <a:ext uri="{FF2B5EF4-FFF2-40B4-BE49-F238E27FC236}">
                <a16:creationId xmlns:a16="http://schemas.microsoft.com/office/drawing/2014/main" id="{EDD5694B-8B48-84A0-7810-68E064805321}"/>
              </a:ext>
            </a:extLst>
          </p:cNvPr>
          <p:cNvSpPr/>
          <p:nvPr>
            <p:custDataLst>
              <p:tags r:id="rId52"/>
            </p:custDataLst>
          </p:nvPr>
        </p:nvSpPr>
        <p:spPr>
          <a:xfrm>
            <a:off x="3435304" y="2781042"/>
            <a:ext cx="683768" cy="106680"/>
          </a:xfrm>
          <a:prstGeom prst="roundRect">
            <a:avLst>
              <a:gd name="adj" fmla="val 6098"/>
            </a:avLst>
          </a:prstGeom>
          <a:solidFill>
            <a:schemeClr val="accent2">
              <a:lumMod val="40000"/>
              <a:lumOff val="60000"/>
            </a:schemeClr>
          </a:solidFill>
          <a:ln w="8890">
            <a:solidFill>
              <a:srgbClr val="0F766E"/>
            </a:solidFill>
            <a:prstDash val="solid"/>
          </a:ln>
        </p:spPr>
        <p:txBody>
          <a:bodyPr/>
          <a:lstStyle/>
          <a:p>
            <a:endParaRPr lang="fr-CA" dirty="0"/>
          </a:p>
        </p:txBody>
      </p:sp>
      <p:sp>
        <p:nvSpPr>
          <p:cNvPr id="40" name="Shape 7">
            <a:extLst>
              <a:ext uri="{FF2B5EF4-FFF2-40B4-BE49-F238E27FC236}">
                <a16:creationId xmlns:a16="http://schemas.microsoft.com/office/drawing/2014/main" id="{C0DCAA26-D0F2-80F8-726B-7718A0B14AF7}"/>
              </a:ext>
            </a:extLst>
          </p:cNvPr>
          <p:cNvSpPr/>
          <p:nvPr>
            <p:custDataLst>
              <p:tags r:id="rId53"/>
            </p:custDataLst>
          </p:nvPr>
        </p:nvSpPr>
        <p:spPr>
          <a:xfrm>
            <a:off x="3435304" y="2940190"/>
            <a:ext cx="683768" cy="106680"/>
          </a:xfrm>
          <a:prstGeom prst="roundRect">
            <a:avLst>
              <a:gd name="adj" fmla="val 6098"/>
            </a:avLst>
          </a:prstGeom>
          <a:solidFill>
            <a:schemeClr val="accent2">
              <a:lumMod val="40000"/>
              <a:lumOff val="60000"/>
            </a:schemeClr>
          </a:solidFill>
          <a:ln w="8890">
            <a:solidFill>
              <a:srgbClr val="0F766E"/>
            </a:solidFill>
            <a:prstDash val="solid"/>
          </a:ln>
        </p:spPr>
        <p:txBody>
          <a:bodyPr/>
          <a:lstStyle/>
          <a:p>
            <a:endParaRPr lang="fr-CA" dirty="0"/>
          </a:p>
        </p:txBody>
      </p:sp>
      <p:sp>
        <p:nvSpPr>
          <p:cNvPr id="48" name="Shape 7">
            <a:extLst>
              <a:ext uri="{FF2B5EF4-FFF2-40B4-BE49-F238E27FC236}">
                <a16:creationId xmlns:a16="http://schemas.microsoft.com/office/drawing/2014/main" id="{1C3072C4-7AD0-588E-8459-C8345296F042}"/>
              </a:ext>
            </a:extLst>
          </p:cNvPr>
          <p:cNvSpPr/>
          <p:nvPr>
            <p:custDataLst>
              <p:tags r:id="rId54"/>
            </p:custDataLst>
          </p:nvPr>
        </p:nvSpPr>
        <p:spPr>
          <a:xfrm>
            <a:off x="3435303" y="3421694"/>
            <a:ext cx="683768" cy="106680"/>
          </a:xfrm>
          <a:prstGeom prst="roundRect">
            <a:avLst>
              <a:gd name="adj" fmla="val 6098"/>
            </a:avLst>
          </a:prstGeom>
          <a:solidFill>
            <a:schemeClr val="accent2">
              <a:lumMod val="40000"/>
              <a:lumOff val="60000"/>
            </a:schemeClr>
          </a:solidFill>
          <a:ln w="8890">
            <a:solidFill>
              <a:srgbClr val="0F766E"/>
            </a:solidFill>
            <a:prstDash val="solid"/>
          </a:ln>
        </p:spPr>
        <p:txBody>
          <a:bodyPr/>
          <a:lstStyle/>
          <a:p>
            <a:endParaRPr lang="fr-CA" dirty="0"/>
          </a:p>
        </p:txBody>
      </p:sp>
      <p:sp>
        <p:nvSpPr>
          <p:cNvPr id="52" name="Shape 7">
            <a:extLst>
              <a:ext uri="{FF2B5EF4-FFF2-40B4-BE49-F238E27FC236}">
                <a16:creationId xmlns:a16="http://schemas.microsoft.com/office/drawing/2014/main" id="{A1BD0232-3734-9307-211D-B95B64A4D173}"/>
              </a:ext>
            </a:extLst>
          </p:cNvPr>
          <p:cNvSpPr/>
          <p:nvPr>
            <p:custDataLst>
              <p:tags r:id="rId55"/>
            </p:custDataLst>
          </p:nvPr>
        </p:nvSpPr>
        <p:spPr>
          <a:xfrm>
            <a:off x="3435303" y="3579502"/>
            <a:ext cx="683768" cy="106680"/>
          </a:xfrm>
          <a:prstGeom prst="roundRect">
            <a:avLst>
              <a:gd name="adj" fmla="val 6098"/>
            </a:avLst>
          </a:prstGeom>
          <a:solidFill>
            <a:schemeClr val="accent2">
              <a:lumMod val="40000"/>
              <a:lumOff val="60000"/>
            </a:schemeClr>
          </a:solidFill>
          <a:ln w="8890">
            <a:solidFill>
              <a:srgbClr val="0F766E"/>
            </a:solidFill>
            <a:prstDash val="solid"/>
          </a:ln>
        </p:spPr>
        <p:txBody>
          <a:bodyPr/>
          <a:lstStyle/>
          <a:p>
            <a:endParaRPr lang="fr-CA" dirty="0"/>
          </a:p>
        </p:txBody>
      </p:sp>
      <p:sp>
        <p:nvSpPr>
          <p:cNvPr id="54" name="Shape 7">
            <a:extLst>
              <a:ext uri="{FF2B5EF4-FFF2-40B4-BE49-F238E27FC236}">
                <a16:creationId xmlns:a16="http://schemas.microsoft.com/office/drawing/2014/main" id="{D8954BCF-D47B-461C-A793-F07D34AEC5C0}"/>
              </a:ext>
            </a:extLst>
          </p:cNvPr>
          <p:cNvSpPr/>
          <p:nvPr>
            <p:custDataLst>
              <p:tags r:id="rId56"/>
            </p:custDataLst>
          </p:nvPr>
        </p:nvSpPr>
        <p:spPr>
          <a:xfrm>
            <a:off x="3435303" y="3737310"/>
            <a:ext cx="683768" cy="106680"/>
          </a:xfrm>
          <a:prstGeom prst="roundRect">
            <a:avLst>
              <a:gd name="adj" fmla="val 6098"/>
            </a:avLst>
          </a:prstGeom>
          <a:solidFill>
            <a:schemeClr val="accent2">
              <a:lumMod val="40000"/>
              <a:lumOff val="60000"/>
            </a:schemeClr>
          </a:solidFill>
          <a:ln w="8890">
            <a:solidFill>
              <a:srgbClr val="0F766E"/>
            </a:solidFill>
            <a:prstDash val="solid"/>
          </a:ln>
        </p:spPr>
        <p:txBody>
          <a:bodyPr/>
          <a:lstStyle/>
          <a:p>
            <a:endParaRPr lang="fr-CA" dirty="0"/>
          </a:p>
        </p:txBody>
      </p:sp>
      <p:sp>
        <p:nvSpPr>
          <p:cNvPr id="6" name="Shape 10">
            <a:extLst>
              <a:ext uri="{FF2B5EF4-FFF2-40B4-BE49-F238E27FC236}">
                <a16:creationId xmlns:a16="http://schemas.microsoft.com/office/drawing/2014/main" id="{2F931FF1-262E-FC77-D056-4A4462B8822E}"/>
              </a:ext>
            </a:extLst>
          </p:cNvPr>
          <p:cNvSpPr/>
          <p:nvPr>
            <p:custDataLst>
              <p:tags r:id="rId57"/>
            </p:custDataLst>
          </p:nvPr>
        </p:nvSpPr>
        <p:spPr>
          <a:xfrm>
            <a:off x="8336989" y="3045032"/>
            <a:ext cx="291577" cy="0"/>
          </a:xfrm>
          <a:prstGeom prst="line">
            <a:avLst/>
          </a:prstGeom>
          <a:noFill/>
          <a:ln w="28575">
            <a:solidFill>
              <a:srgbClr val="1F6FEB"/>
            </a:solidFill>
            <a:prstDash val="solid"/>
            <a:headEnd type="none"/>
            <a:tailEnd type="triangle"/>
          </a:ln>
        </p:spPr>
        <p:txBody>
          <a:bodyPr/>
          <a:lstStyle/>
          <a:p>
            <a:endParaRPr lang="fr-CA" noProof="0" dirty="0"/>
          </a:p>
        </p:txBody>
      </p:sp>
      <p:sp>
        <p:nvSpPr>
          <p:cNvPr id="16" name="Shape 10">
            <a:extLst>
              <a:ext uri="{FF2B5EF4-FFF2-40B4-BE49-F238E27FC236}">
                <a16:creationId xmlns:a16="http://schemas.microsoft.com/office/drawing/2014/main" id="{3D937601-0E8E-B161-98A7-E2F73AA70458}"/>
              </a:ext>
            </a:extLst>
          </p:cNvPr>
          <p:cNvSpPr/>
          <p:nvPr>
            <p:custDataLst>
              <p:tags r:id="rId58"/>
            </p:custDataLst>
          </p:nvPr>
        </p:nvSpPr>
        <p:spPr>
          <a:xfrm>
            <a:off x="4333437" y="4447669"/>
            <a:ext cx="291577" cy="0"/>
          </a:xfrm>
          <a:prstGeom prst="line">
            <a:avLst/>
          </a:prstGeom>
          <a:noFill/>
          <a:ln w="28575">
            <a:solidFill>
              <a:srgbClr val="1F6FEB"/>
            </a:solidFill>
            <a:prstDash val="solid"/>
            <a:headEnd type="none"/>
            <a:tailEnd type="triangle"/>
          </a:ln>
        </p:spPr>
        <p:txBody>
          <a:bodyPr/>
          <a:lstStyle/>
          <a:p>
            <a:endParaRPr lang="fr-CA" noProof="0" dirty="0"/>
          </a:p>
        </p:txBody>
      </p:sp>
      <p:sp>
        <p:nvSpPr>
          <p:cNvPr id="28" name="Text 22">
            <a:extLst>
              <a:ext uri="{FF2B5EF4-FFF2-40B4-BE49-F238E27FC236}">
                <a16:creationId xmlns:a16="http://schemas.microsoft.com/office/drawing/2014/main" id="{826C43D5-5E8A-58B5-F415-57AA0D166938}"/>
              </a:ext>
            </a:extLst>
          </p:cNvPr>
          <p:cNvSpPr/>
          <p:nvPr>
            <p:custDataLst>
              <p:tags r:id="rId59"/>
            </p:custDataLst>
          </p:nvPr>
        </p:nvSpPr>
        <p:spPr>
          <a:xfrm>
            <a:off x="731520" y="4947104"/>
            <a:ext cx="10716768" cy="557784"/>
          </a:xfrm>
          <a:prstGeom prst="rect">
            <a:avLst/>
          </a:prstGeom>
          <a:noFill/>
          <a:ln/>
        </p:spPr>
        <p:txBody>
          <a:bodyPr wrap="square" lIns="0" tIns="0" rIns="0" bIns="0" rtlCol="0" anchor="t">
            <a:normAutofit lnSpcReduction="10000"/>
          </a:bodyPr>
          <a:lstStyle/>
          <a:p>
            <a:pPr marL="0" indent="0" algn="ctr">
              <a:buNone/>
            </a:pPr>
            <a:r>
              <a:rPr lang="fr-CA" sz="1900" b="1" noProof="0" dirty="0">
                <a:solidFill>
                  <a:srgbClr val="102A43"/>
                </a:solidFill>
                <a:latin typeface="Calibri" pitchFamily="34" charset="0"/>
                <a:ea typeface="Calibri" pitchFamily="34" charset="-122"/>
                <a:cs typeface="Calibri" pitchFamily="34" charset="-120"/>
              </a:rPr>
              <a:t>Horizontal elasticity</a:t>
            </a:r>
          </a:p>
          <a:p>
            <a:pPr algn="ctr"/>
            <a:r>
              <a:rPr lang="fr-CA" sz="1900" dirty="0">
                <a:solidFill>
                  <a:srgbClr val="102A43"/>
                </a:solidFill>
                <a:latin typeface="Calibri" pitchFamily="34" charset="0"/>
                <a:ea typeface="Calibri" pitchFamily="34" charset="-122"/>
                <a:cs typeface="Calibri" pitchFamily="34" charset="-120"/>
              </a:rPr>
              <a:t>CPU/memory HPA fails: high lag without high CPU, partition ceiling ignored, no scale-to-zero.</a:t>
            </a:r>
            <a:endParaRPr lang="fr-CA" sz="1900" noProof="0" dirty="0"/>
          </a:p>
        </p:txBody>
      </p:sp>
    </p:spTree>
    <p:extLst>
      <p:ext uri="{BB962C8B-B14F-4D97-AF65-F5344CB8AC3E}">
        <p14:creationId xmlns:p14="http://schemas.microsoft.com/office/powerpoint/2010/main" val="182528920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05 / OPERATE AND DISTRIBUTE</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KAFKA LISTENER CONTROL</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Pausing is not stopping the consumer</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To temporarily suspend work without leaving the group, the sandbox uses pause() / resume().</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28</a:t>
            </a:r>
            <a:endParaRPr lang="fr-CA" sz="900" noProof="0" dirty="0"/>
          </a:p>
        </p:txBody>
      </p:sp>
      <p:sp>
        <p:nvSpPr>
          <p:cNvPr id="9" name="Shape 7"/>
          <p:cNvSpPr/>
          <p:nvPr>
            <p:custDataLst>
              <p:tags r:id="rId8"/>
            </p:custDataLst>
          </p:nvPr>
        </p:nvSpPr>
        <p:spPr>
          <a:xfrm>
            <a:off x="547061" y="2984478"/>
            <a:ext cx="2034540" cy="475488"/>
          </a:xfrm>
          <a:prstGeom prst="roundRect">
            <a:avLst>
              <a:gd name="adj" fmla="val 19231"/>
            </a:avLst>
          </a:prstGeom>
          <a:solidFill>
            <a:srgbClr val="1F6FEB"/>
          </a:solidFill>
          <a:ln w="8890">
            <a:solidFill>
              <a:srgbClr val="1F6FEB"/>
            </a:solidFill>
            <a:prstDash val="solid"/>
          </a:ln>
        </p:spPr>
        <p:txBody>
          <a:bodyPr/>
          <a:lstStyle/>
          <a:p>
            <a:endParaRPr lang="fr-CA" noProof="0" dirty="0"/>
          </a:p>
        </p:txBody>
      </p:sp>
      <p:sp>
        <p:nvSpPr>
          <p:cNvPr id="10" name="Text 8"/>
          <p:cNvSpPr/>
          <p:nvPr>
            <p:custDataLst>
              <p:tags r:id="rId9"/>
            </p:custDataLst>
          </p:nvPr>
        </p:nvSpPr>
        <p:spPr>
          <a:xfrm>
            <a:off x="675077" y="3094206"/>
            <a:ext cx="1801368" cy="265176"/>
          </a:xfrm>
          <a:prstGeom prst="rect">
            <a:avLst/>
          </a:prstGeom>
          <a:noFill/>
          <a:ln/>
        </p:spPr>
        <p:txBody>
          <a:bodyPr wrap="square" lIns="0" tIns="0" rIns="0" bIns="0" rtlCol="0" anchor="t">
            <a:noAutofit/>
          </a:bodyPr>
          <a:lstStyle/>
          <a:p>
            <a:pPr marL="0" indent="0">
              <a:buNone/>
            </a:pPr>
            <a:r>
              <a:rPr lang="fr-CA" b="1" noProof="0" dirty="0">
                <a:solidFill>
                  <a:srgbClr val="FFFFFF"/>
                </a:solidFill>
                <a:latin typeface="Calibri" pitchFamily="34" charset="0"/>
                <a:ea typeface="Calibri" pitchFamily="34" charset="-122"/>
                <a:cs typeface="Calibri" pitchFamily="34" charset="-120"/>
              </a:rPr>
              <a:t>Action</a:t>
            </a:r>
            <a:endParaRPr lang="fr-CA" noProof="0" dirty="0"/>
          </a:p>
        </p:txBody>
      </p:sp>
      <p:sp>
        <p:nvSpPr>
          <p:cNvPr id="11" name="Shape 9"/>
          <p:cNvSpPr/>
          <p:nvPr>
            <p:custDataLst>
              <p:tags r:id="rId10"/>
            </p:custDataLst>
          </p:nvPr>
        </p:nvSpPr>
        <p:spPr>
          <a:xfrm>
            <a:off x="2622749" y="2984478"/>
            <a:ext cx="4192524" cy="475488"/>
          </a:xfrm>
          <a:prstGeom prst="roundRect">
            <a:avLst>
              <a:gd name="adj" fmla="val 19231"/>
            </a:avLst>
          </a:prstGeom>
          <a:solidFill>
            <a:srgbClr val="1F6FEB"/>
          </a:solidFill>
          <a:ln w="8890">
            <a:solidFill>
              <a:srgbClr val="1F6FEB"/>
            </a:solidFill>
            <a:prstDash val="solid"/>
          </a:ln>
        </p:spPr>
        <p:txBody>
          <a:bodyPr/>
          <a:lstStyle/>
          <a:p>
            <a:endParaRPr lang="fr-CA" noProof="0" dirty="0"/>
          </a:p>
        </p:txBody>
      </p:sp>
      <p:sp>
        <p:nvSpPr>
          <p:cNvPr id="12" name="Text 10"/>
          <p:cNvSpPr/>
          <p:nvPr>
            <p:custDataLst>
              <p:tags r:id="rId11"/>
            </p:custDataLst>
          </p:nvPr>
        </p:nvSpPr>
        <p:spPr>
          <a:xfrm>
            <a:off x="2750765" y="3094206"/>
            <a:ext cx="3959352" cy="265176"/>
          </a:xfrm>
          <a:prstGeom prst="rect">
            <a:avLst/>
          </a:prstGeom>
          <a:noFill/>
          <a:ln/>
        </p:spPr>
        <p:txBody>
          <a:bodyPr wrap="square" lIns="0" tIns="0" rIns="0" bIns="0" rtlCol="0" anchor="t">
            <a:noAutofit/>
          </a:bodyPr>
          <a:lstStyle/>
          <a:p>
            <a:pPr marL="0" indent="0">
              <a:buNone/>
            </a:pPr>
            <a:r>
              <a:rPr lang="fr-CA" b="1" noProof="0" dirty="0">
                <a:solidFill>
                  <a:srgbClr val="FFFFFF"/>
                </a:solidFill>
                <a:latin typeface="Calibri" pitchFamily="34" charset="0"/>
                <a:ea typeface="Calibri" pitchFamily="34" charset="-122"/>
                <a:cs typeface="Calibri" pitchFamily="34" charset="-120"/>
              </a:rPr>
              <a:t>Consumption</a:t>
            </a:r>
            <a:endParaRPr lang="fr-CA" noProof="0" dirty="0"/>
          </a:p>
        </p:txBody>
      </p:sp>
      <p:sp>
        <p:nvSpPr>
          <p:cNvPr id="13" name="Shape 11"/>
          <p:cNvSpPr/>
          <p:nvPr>
            <p:custDataLst>
              <p:tags r:id="rId12"/>
            </p:custDataLst>
          </p:nvPr>
        </p:nvSpPr>
        <p:spPr>
          <a:xfrm>
            <a:off x="6856421" y="2984478"/>
            <a:ext cx="4777740" cy="475488"/>
          </a:xfrm>
          <a:prstGeom prst="roundRect">
            <a:avLst>
              <a:gd name="adj" fmla="val 19231"/>
            </a:avLst>
          </a:prstGeom>
          <a:solidFill>
            <a:srgbClr val="1F6FEB"/>
          </a:solidFill>
          <a:ln w="8890">
            <a:solidFill>
              <a:srgbClr val="1F6FEB"/>
            </a:solidFill>
            <a:prstDash val="solid"/>
          </a:ln>
        </p:spPr>
        <p:txBody>
          <a:bodyPr/>
          <a:lstStyle/>
          <a:p>
            <a:endParaRPr lang="fr-CA" noProof="0" dirty="0"/>
          </a:p>
        </p:txBody>
      </p:sp>
      <p:sp>
        <p:nvSpPr>
          <p:cNvPr id="14" name="Text 12"/>
          <p:cNvSpPr/>
          <p:nvPr>
            <p:custDataLst>
              <p:tags r:id="rId13"/>
            </p:custDataLst>
          </p:nvPr>
        </p:nvSpPr>
        <p:spPr>
          <a:xfrm>
            <a:off x="7004304" y="3118978"/>
            <a:ext cx="4544568" cy="265176"/>
          </a:xfrm>
          <a:prstGeom prst="rect">
            <a:avLst/>
          </a:prstGeom>
          <a:noFill/>
          <a:ln/>
        </p:spPr>
        <p:txBody>
          <a:bodyPr wrap="square" lIns="0" tIns="0" rIns="0" bIns="0" rtlCol="0" anchor="t">
            <a:normAutofit lnSpcReduction="10000"/>
          </a:bodyPr>
          <a:lstStyle/>
          <a:p>
            <a:pPr marL="0" indent="0">
              <a:buNone/>
            </a:pPr>
            <a:r>
              <a:rPr lang="fr-CA" b="1" noProof="0" dirty="0">
                <a:solidFill>
                  <a:srgbClr val="FFFFFF"/>
                </a:solidFill>
                <a:latin typeface="Calibri" pitchFamily="34" charset="0"/>
                <a:ea typeface="Calibri" pitchFamily="34" charset="-122"/>
                <a:cs typeface="Calibri" pitchFamily="34" charset="-120"/>
              </a:rPr>
              <a:t>Group membership</a:t>
            </a:r>
            <a:endParaRPr lang="fr-CA" noProof="0" dirty="0"/>
          </a:p>
        </p:txBody>
      </p:sp>
      <p:sp>
        <p:nvSpPr>
          <p:cNvPr id="15" name="Shape 13"/>
          <p:cNvSpPr/>
          <p:nvPr>
            <p:custDataLst>
              <p:tags r:id="rId14"/>
            </p:custDataLst>
          </p:nvPr>
        </p:nvSpPr>
        <p:spPr>
          <a:xfrm>
            <a:off x="547061" y="3514830"/>
            <a:ext cx="2034540" cy="439796"/>
          </a:xfrm>
          <a:prstGeom prst="roundRect">
            <a:avLst>
              <a:gd name="adj" fmla="val 12048"/>
            </a:avLst>
          </a:prstGeom>
          <a:solidFill>
            <a:srgbClr val="F5F8FC"/>
          </a:solidFill>
          <a:ln w="8890">
            <a:solidFill>
              <a:srgbClr val="D9E2EC"/>
            </a:solidFill>
            <a:prstDash val="solid"/>
          </a:ln>
        </p:spPr>
        <p:txBody>
          <a:bodyPr/>
          <a:lstStyle/>
          <a:p>
            <a:endParaRPr lang="fr-CA" noProof="0" dirty="0"/>
          </a:p>
        </p:txBody>
      </p:sp>
      <p:sp>
        <p:nvSpPr>
          <p:cNvPr id="16" name="Text 14"/>
          <p:cNvSpPr/>
          <p:nvPr>
            <p:custDataLst>
              <p:tags r:id="rId15"/>
            </p:custDataLst>
          </p:nvPr>
        </p:nvSpPr>
        <p:spPr>
          <a:xfrm>
            <a:off x="675077" y="3624558"/>
            <a:ext cx="1792224" cy="330068"/>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pause()</a:t>
            </a:r>
            <a:endParaRPr lang="fr-CA" sz="1600" noProof="0" dirty="0"/>
          </a:p>
        </p:txBody>
      </p:sp>
      <p:sp>
        <p:nvSpPr>
          <p:cNvPr id="17" name="Shape 15"/>
          <p:cNvSpPr/>
          <p:nvPr>
            <p:custDataLst>
              <p:tags r:id="rId16"/>
            </p:custDataLst>
          </p:nvPr>
        </p:nvSpPr>
        <p:spPr>
          <a:xfrm>
            <a:off x="2622749" y="3514830"/>
            <a:ext cx="4192524" cy="428002"/>
          </a:xfrm>
          <a:prstGeom prst="roundRect">
            <a:avLst>
              <a:gd name="adj" fmla="val 12048"/>
            </a:avLst>
          </a:prstGeom>
          <a:solidFill>
            <a:srgbClr val="F5F8FC"/>
          </a:solidFill>
          <a:ln w="8890">
            <a:solidFill>
              <a:srgbClr val="D9E2EC"/>
            </a:solidFill>
            <a:prstDash val="solid"/>
          </a:ln>
        </p:spPr>
        <p:txBody>
          <a:bodyPr/>
          <a:lstStyle/>
          <a:p>
            <a:endParaRPr lang="fr-CA" noProof="0" dirty="0"/>
          </a:p>
        </p:txBody>
      </p:sp>
      <p:sp>
        <p:nvSpPr>
          <p:cNvPr id="18" name="Text 16"/>
          <p:cNvSpPr/>
          <p:nvPr>
            <p:custDataLst>
              <p:tags r:id="rId17"/>
            </p:custDataLst>
          </p:nvPr>
        </p:nvSpPr>
        <p:spPr>
          <a:xfrm>
            <a:off x="2750765" y="3624558"/>
            <a:ext cx="3950208" cy="330068"/>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Suspend consumption.</a:t>
            </a:r>
            <a:endParaRPr lang="fr-CA" sz="1600" noProof="0" dirty="0"/>
          </a:p>
        </p:txBody>
      </p:sp>
      <p:sp>
        <p:nvSpPr>
          <p:cNvPr id="19" name="Shape 17"/>
          <p:cNvSpPr/>
          <p:nvPr>
            <p:custDataLst>
              <p:tags r:id="rId18"/>
            </p:custDataLst>
          </p:nvPr>
        </p:nvSpPr>
        <p:spPr>
          <a:xfrm>
            <a:off x="6856421" y="3514830"/>
            <a:ext cx="4777740" cy="428002"/>
          </a:xfrm>
          <a:prstGeom prst="roundRect">
            <a:avLst>
              <a:gd name="adj" fmla="val 12048"/>
            </a:avLst>
          </a:prstGeom>
          <a:solidFill>
            <a:srgbClr val="F5F8FC"/>
          </a:solidFill>
          <a:ln w="8890">
            <a:solidFill>
              <a:srgbClr val="D9E2EC"/>
            </a:solidFill>
            <a:prstDash val="solid"/>
          </a:ln>
        </p:spPr>
        <p:txBody>
          <a:bodyPr/>
          <a:lstStyle/>
          <a:p>
            <a:endParaRPr lang="fr-CA" noProof="0" dirty="0"/>
          </a:p>
        </p:txBody>
      </p:sp>
      <p:sp>
        <p:nvSpPr>
          <p:cNvPr id="20" name="Text 18"/>
          <p:cNvSpPr/>
          <p:nvPr>
            <p:custDataLst>
              <p:tags r:id="rId19"/>
            </p:custDataLst>
          </p:nvPr>
        </p:nvSpPr>
        <p:spPr>
          <a:xfrm>
            <a:off x="6984437" y="3624558"/>
            <a:ext cx="4535424" cy="330068"/>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The consumer remains a member.</a:t>
            </a:r>
            <a:endParaRPr lang="fr-CA" sz="1600" noProof="0" dirty="0"/>
          </a:p>
        </p:txBody>
      </p:sp>
      <p:sp>
        <p:nvSpPr>
          <p:cNvPr id="21" name="Shape 19"/>
          <p:cNvSpPr/>
          <p:nvPr>
            <p:custDataLst>
              <p:tags r:id="rId20"/>
            </p:custDataLst>
          </p:nvPr>
        </p:nvSpPr>
        <p:spPr>
          <a:xfrm>
            <a:off x="545041" y="4025716"/>
            <a:ext cx="2034540" cy="447466"/>
          </a:xfrm>
          <a:prstGeom prst="roundRect">
            <a:avLst>
              <a:gd name="adj" fmla="val 12048"/>
            </a:avLst>
          </a:prstGeom>
          <a:solidFill>
            <a:srgbClr val="FFFFFF"/>
          </a:solidFill>
          <a:ln w="8890">
            <a:solidFill>
              <a:srgbClr val="D9E2EC"/>
            </a:solidFill>
            <a:prstDash val="solid"/>
          </a:ln>
        </p:spPr>
        <p:txBody>
          <a:bodyPr/>
          <a:lstStyle/>
          <a:p>
            <a:endParaRPr lang="fr-CA" noProof="0" dirty="0"/>
          </a:p>
        </p:txBody>
      </p:sp>
      <p:sp>
        <p:nvSpPr>
          <p:cNvPr id="22" name="Text 20"/>
          <p:cNvSpPr/>
          <p:nvPr>
            <p:custDataLst>
              <p:tags r:id="rId21"/>
            </p:custDataLst>
          </p:nvPr>
        </p:nvSpPr>
        <p:spPr>
          <a:xfrm>
            <a:off x="673057" y="4135444"/>
            <a:ext cx="1792224" cy="312368"/>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resume()</a:t>
            </a:r>
            <a:endParaRPr lang="fr-CA" sz="1600" noProof="0" dirty="0"/>
          </a:p>
        </p:txBody>
      </p:sp>
      <p:sp>
        <p:nvSpPr>
          <p:cNvPr id="23" name="Shape 21"/>
          <p:cNvSpPr/>
          <p:nvPr>
            <p:custDataLst>
              <p:tags r:id="rId22"/>
            </p:custDataLst>
          </p:nvPr>
        </p:nvSpPr>
        <p:spPr>
          <a:xfrm>
            <a:off x="2620729" y="4025716"/>
            <a:ext cx="4192524" cy="435672"/>
          </a:xfrm>
          <a:prstGeom prst="roundRect">
            <a:avLst>
              <a:gd name="adj" fmla="val 12048"/>
            </a:avLst>
          </a:prstGeom>
          <a:solidFill>
            <a:srgbClr val="FFFFFF"/>
          </a:solidFill>
          <a:ln w="8890">
            <a:solidFill>
              <a:srgbClr val="D9E2EC"/>
            </a:solidFill>
            <a:prstDash val="solid"/>
          </a:ln>
        </p:spPr>
        <p:txBody>
          <a:bodyPr/>
          <a:lstStyle/>
          <a:p>
            <a:endParaRPr lang="fr-CA" noProof="0" dirty="0"/>
          </a:p>
        </p:txBody>
      </p:sp>
      <p:sp>
        <p:nvSpPr>
          <p:cNvPr id="24" name="Text 22"/>
          <p:cNvSpPr/>
          <p:nvPr>
            <p:custDataLst>
              <p:tags r:id="rId23"/>
            </p:custDataLst>
          </p:nvPr>
        </p:nvSpPr>
        <p:spPr>
          <a:xfrm>
            <a:off x="2748745" y="4135445"/>
            <a:ext cx="3950208" cy="330068"/>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Resume consumption.</a:t>
            </a:r>
            <a:endParaRPr lang="fr-CA" sz="1600" noProof="0" dirty="0"/>
          </a:p>
        </p:txBody>
      </p:sp>
      <p:sp>
        <p:nvSpPr>
          <p:cNvPr id="25" name="Shape 23"/>
          <p:cNvSpPr/>
          <p:nvPr>
            <p:custDataLst>
              <p:tags r:id="rId24"/>
            </p:custDataLst>
          </p:nvPr>
        </p:nvSpPr>
        <p:spPr>
          <a:xfrm>
            <a:off x="6854401" y="4025716"/>
            <a:ext cx="4777740" cy="439797"/>
          </a:xfrm>
          <a:prstGeom prst="roundRect">
            <a:avLst>
              <a:gd name="adj" fmla="val 12048"/>
            </a:avLst>
          </a:prstGeom>
          <a:solidFill>
            <a:srgbClr val="FFFFFF"/>
          </a:solidFill>
          <a:ln w="8890">
            <a:solidFill>
              <a:srgbClr val="D9E2EC"/>
            </a:solidFill>
            <a:prstDash val="solid"/>
          </a:ln>
        </p:spPr>
        <p:txBody>
          <a:bodyPr/>
          <a:lstStyle/>
          <a:p>
            <a:endParaRPr lang="fr-CA" noProof="0" dirty="0"/>
          </a:p>
        </p:txBody>
      </p:sp>
      <p:sp>
        <p:nvSpPr>
          <p:cNvPr id="26" name="Text 24"/>
          <p:cNvSpPr/>
          <p:nvPr>
            <p:custDataLst>
              <p:tags r:id="rId25"/>
            </p:custDataLst>
          </p:nvPr>
        </p:nvSpPr>
        <p:spPr>
          <a:xfrm>
            <a:off x="6982417" y="4135444"/>
            <a:ext cx="4535424" cy="312368"/>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The same instance continues.</a:t>
            </a:r>
            <a:endParaRPr lang="fr-CA" sz="1600" noProof="0" dirty="0"/>
          </a:p>
        </p:txBody>
      </p:sp>
      <p:sp>
        <p:nvSpPr>
          <p:cNvPr id="27" name="Shape 25"/>
          <p:cNvSpPr/>
          <p:nvPr>
            <p:custDataLst>
              <p:tags r:id="rId26"/>
            </p:custDataLst>
          </p:nvPr>
        </p:nvSpPr>
        <p:spPr>
          <a:xfrm>
            <a:off x="557839" y="4551933"/>
            <a:ext cx="2025782" cy="435672"/>
          </a:xfrm>
          <a:prstGeom prst="roundRect">
            <a:avLst>
              <a:gd name="adj" fmla="val 12048"/>
            </a:avLst>
          </a:prstGeom>
          <a:solidFill>
            <a:srgbClr val="F5F8FC"/>
          </a:solidFill>
          <a:ln w="8890">
            <a:solidFill>
              <a:srgbClr val="D9E2EC"/>
            </a:solidFill>
            <a:prstDash val="solid"/>
          </a:ln>
        </p:spPr>
        <p:txBody>
          <a:bodyPr/>
          <a:lstStyle/>
          <a:p>
            <a:endParaRPr lang="fr-CA" noProof="0" dirty="0"/>
          </a:p>
        </p:txBody>
      </p:sp>
      <p:sp>
        <p:nvSpPr>
          <p:cNvPr id="28" name="Text 26"/>
          <p:cNvSpPr/>
          <p:nvPr>
            <p:custDataLst>
              <p:tags r:id="rId27"/>
            </p:custDataLst>
          </p:nvPr>
        </p:nvSpPr>
        <p:spPr>
          <a:xfrm>
            <a:off x="675077" y="4625096"/>
            <a:ext cx="1835392" cy="339201"/>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stop()</a:t>
            </a:r>
            <a:endParaRPr lang="fr-CA" sz="1600" noProof="0" dirty="0"/>
          </a:p>
        </p:txBody>
      </p:sp>
      <p:sp>
        <p:nvSpPr>
          <p:cNvPr id="29" name="Shape 27"/>
          <p:cNvSpPr/>
          <p:nvPr>
            <p:custDataLst>
              <p:tags r:id="rId28"/>
            </p:custDataLst>
          </p:nvPr>
        </p:nvSpPr>
        <p:spPr>
          <a:xfrm>
            <a:off x="2624769" y="4551933"/>
            <a:ext cx="4190504" cy="435672"/>
          </a:xfrm>
          <a:prstGeom prst="roundRect">
            <a:avLst>
              <a:gd name="adj" fmla="val 12048"/>
            </a:avLst>
          </a:prstGeom>
          <a:solidFill>
            <a:srgbClr val="F5F8FC"/>
          </a:solidFill>
          <a:ln w="8890">
            <a:solidFill>
              <a:srgbClr val="D9E2EC"/>
            </a:solidFill>
            <a:prstDash val="solid"/>
          </a:ln>
        </p:spPr>
        <p:txBody>
          <a:bodyPr/>
          <a:lstStyle/>
          <a:p>
            <a:endParaRPr lang="fr-CA" noProof="0" dirty="0"/>
          </a:p>
        </p:txBody>
      </p:sp>
      <p:sp>
        <p:nvSpPr>
          <p:cNvPr id="30" name="Text 28"/>
          <p:cNvSpPr/>
          <p:nvPr>
            <p:custDataLst>
              <p:tags r:id="rId29"/>
            </p:custDataLst>
          </p:nvPr>
        </p:nvSpPr>
        <p:spPr>
          <a:xfrm>
            <a:off x="2750765" y="4632754"/>
            <a:ext cx="3993376" cy="331543"/>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Stop the container.</a:t>
            </a:r>
            <a:endParaRPr lang="fr-CA" sz="1600" noProof="0" dirty="0"/>
          </a:p>
        </p:txBody>
      </p:sp>
      <p:sp>
        <p:nvSpPr>
          <p:cNvPr id="31" name="Shape 29"/>
          <p:cNvSpPr/>
          <p:nvPr>
            <p:custDataLst>
              <p:tags r:id="rId30"/>
            </p:custDataLst>
          </p:nvPr>
        </p:nvSpPr>
        <p:spPr>
          <a:xfrm>
            <a:off x="6856421" y="4551933"/>
            <a:ext cx="4777740" cy="448056"/>
          </a:xfrm>
          <a:prstGeom prst="roundRect">
            <a:avLst>
              <a:gd name="adj" fmla="val 12048"/>
            </a:avLst>
          </a:prstGeom>
          <a:solidFill>
            <a:srgbClr val="F5F8FC"/>
          </a:solidFill>
          <a:ln w="8890">
            <a:solidFill>
              <a:srgbClr val="D9E2EC"/>
            </a:solidFill>
            <a:prstDash val="solid"/>
          </a:ln>
        </p:spPr>
        <p:txBody>
          <a:bodyPr/>
          <a:lstStyle/>
          <a:p>
            <a:endParaRPr lang="fr-CA" noProof="0" dirty="0"/>
          </a:p>
        </p:txBody>
      </p:sp>
      <p:sp>
        <p:nvSpPr>
          <p:cNvPr id="32" name="Text 30"/>
          <p:cNvSpPr/>
          <p:nvPr>
            <p:custDataLst>
              <p:tags r:id="rId31"/>
            </p:custDataLst>
          </p:nvPr>
        </p:nvSpPr>
        <p:spPr>
          <a:xfrm>
            <a:off x="6982417" y="4669637"/>
            <a:ext cx="4580612" cy="286991"/>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Exiting triggers a rebalance (possible reprocessing).</a:t>
            </a:r>
            <a:endParaRPr lang="fr-CA" sz="1600" noProof="0" dirty="0"/>
          </a:p>
        </p:txBody>
      </p:sp>
      <p:sp>
        <p:nvSpPr>
          <p:cNvPr id="33" name="Shape 31"/>
          <p:cNvSpPr/>
          <p:nvPr>
            <p:custDataLst>
              <p:tags r:id="rId32"/>
            </p:custDataLst>
          </p:nvPr>
        </p:nvSpPr>
        <p:spPr>
          <a:xfrm>
            <a:off x="530352" y="5715000"/>
            <a:ext cx="11128248" cy="448056"/>
          </a:xfrm>
          <a:prstGeom prst="roundRect">
            <a:avLst>
              <a:gd name="adj" fmla="val 20408"/>
            </a:avLst>
          </a:prstGeom>
          <a:solidFill>
            <a:srgbClr val="EFFAF8"/>
          </a:solidFill>
          <a:ln w="8890">
            <a:solidFill>
              <a:srgbClr val="EFFAF8"/>
            </a:solidFill>
            <a:prstDash val="solid"/>
          </a:ln>
        </p:spPr>
        <p:txBody>
          <a:bodyPr/>
          <a:lstStyle/>
          <a:p>
            <a:endParaRPr lang="fr-CA" noProof="0" dirty="0"/>
          </a:p>
        </p:txBody>
      </p:sp>
      <p:sp>
        <p:nvSpPr>
          <p:cNvPr id="34" name="Text 32"/>
          <p:cNvSpPr/>
          <p:nvPr>
            <p:custDataLst>
              <p:tags r:id="rId33"/>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0F766E"/>
                </a:solidFill>
                <a:latin typeface="Calibri" pitchFamily="34" charset="0"/>
                <a:ea typeface="Calibri" pitchFamily="34" charset="-122"/>
                <a:cs typeface="Calibri" pitchFamily="34" charset="-120"/>
              </a:rPr>
              <a:t>Kafka: lightweight container pause. Flink/Sandbox: stop with savepoint (checkpoint). A rebalance triggers reprocessing!!!</a:t>
            </a:r>
            <a:endParaRPr lang="fr-CA" sz="1550" noProof="0" dirty="0"/>
          </a:p>
        </p:txBody>
      </p:sp>
      <p:sp>
        <p:nvSpPr>
          <p:cNvPr id="50" name="Shape 7">
            <a:extLst>
              <a:ext uri="{FF2B5EF4-FFF2-40B4-BE49-F238E27FC236}">
                <a16:creationId xmlns:a16="http://schemas.microsoft.com/office/drawing/2014/main" id="{29EEE94A-7078-F556-DC36-4101A119C314}"/>
              </a:ext>
            </a:extLst>
          </p:cNvPr>
          <p:cNvSpPr/>
          <p:nvPr>
            <p:custDataLst>
              <p:tags r:id="rId34"/>
            </p:custDataLst>
          </p:nvPr>
        </p:nvSpPr>
        <p:spPr>
          <a:xfrm>
            <a:off x="530352" y="2029968"/>
            <a:ext cx="11103809" cy="822960"/>
          </a:xfrm>
          <a:prstGeom prst="roundRect">
            <a:avLst>
              <a:gd name="adj" fmla="val 11111"/>
            </a:avLst>
          </a:prstGeom>
          <a:solidFill>
            <a:srgbClr val="102A43"/>
          </a:solidFill>
          <a:ln w="8890">
            <a:solidFill>
              <a:srgbClr val="102A43"/>
            </a:solidFill>
            <a:prstDash val="solid"/>
          </a:ln>
        </p:spPr>
        <p:txBody>
          <a:bodyPr/>
          <a:lstStyle/>
          <a:p>
            <a:endParaRPr lang="fr-CA" noProof="0" dirty="0"/>
          </a:p>
        </p:txBody>
      </p:sp>
      <p:sp>
        <p:nvSpPr>
          <p:cNvPr id="52" name="Text 8">
            <a:extLst>
              <a:ext uri="{FF2B5EF4-FFF2-40B4-BE49-F238E27FC236}">
                <a16:creationId xmlns:a16="http://schemas.microsoft.com/office/drawing/2014/main" id="{833331F1-FEE5-D6B2-F49A-CECB8F537262}"/>
              </a:ext>
            </a:extLst>
          </p:cNvPr>
          <p:cNvSpPr/>
          <p:nvPr>
            <p:custDataLst>
              <p:tags r:id="rId35"/>
            </p:custDataLst>
          </p:nvPr>
        </p:nvSpPr>
        <p:spPr>
          <a:xfrm>
            <a:off x="786384" y="2248540"/>
            <a:ext cx="10607040" cy="452474"/>
          </a:xfrm>
          <a:prstGeom prst="rect">
            <a:avLst/>
          </a:prstGeom>
          <a:noFill/>
          <a:ln/>
        </p:spPr>
        <p:txBody>
          <a:bodyPr wrap="square" lIns="0" tIns="0" rIns="0" bIns="0" rtlCol="0" anchor="t">
            <a:normAutofit/>
          </a:bodyPr>
          <a:lstStyle/>
          <a:p>
            <a:pPr marL="0" indent="0" algn="ctr">
              <a:buNone/>
            </a:pPr>
            <a:r>
              <a:rPr lang="fr-CA" sz="2500" b="1" noProof="0" dirty="0">
                <a:solidFill>
                  <a:srgbClr val="FFFFFF"/>
                </a:solidFill>
                <a:latin typeface="Calibri" pitchFamily="34" charset="0"/>
                <a:ea typeface="Calibri" pitchFamily="34" charset="-122"/>
                <a:cs typeface="Calibri" pitchFamily="34" charset="-120"/>
              </a:rPr>
              <a:t>A console to control operations is not optional!!!</a:t>
            </a:r>
          </a:p>
        </p:txBody>
      </p:sp>
      <p:sp>
        <p:nvSpPr>
          <p:cNvPr id="38" name="Shape 19">
            <a:extLst>
              <a:ext uri="{FF2B5EF4-FFF2-40B4-BE49-F238E27FC236}">
                <a16:creationId xmlns:a16="http://schemas.microsoft.com/office/drawing/2014/main" id="{0BFBF96F-D487-AA04-8A53-18D7CFDBD812}"/>
              </a:ext>
            </a:extLst>
          </p:cNvPr>
          <p:cNvSpPr/>
          <p:nvPr>
            <p:custDataLst>
              <p:tags r:id="rId36"/>
            </p:custDataLst>
          </p:nvPr>
        </p:nvSpPr>
        <p:spPr>
          <a:xfrm>
            <a:off x="557839" y="5034799"/>
            <a:ext cx="2023762" cy="447466"/>
          </a:xfrm>
          <a:prstGeom prst="roundRect">
            <a:avLst>
              <a:gd name="adj" fmla="val 12048"/>
            </a:avLst>
          </a:prstGeom>
          <a:solidFill>
            <a:srgbClr val="FFFFFF"/>
          </a:solidFill>
          <a:ln w="8890">
            <a:solidFill>
              <a:srgbClr val="D9E2EC"/>
            </a:solidFill>
            <a:prstDash val="solid"/>
          </a:ln>
        </p:spPr>
        <p:txBody>
          <a:bodyPr/>
          <a:lstStyle/>
          <a:p>
            <a:endParaRPr lang="fr-CA" noProof="0" dirty="0"/>
          </a:p>
        </p:txBody>
      </p:sp>
      <p:sp>
        <p:nvSpPr>
          <p:cNvPr id="40" name="Text 20">
            <a:extLst>
              <a:ext uri="{FF2B5EF4-FFF2-40B4-BE49-F238E27FC236}">
                <a16:creationId xmlns:a16="http://schemas.microsoft.com/office/drawing/2014/main" id="{AA96EBC7-FB1D-D376-CA4A-7DFB9C9EB9B8}"/>
              </a:ext>
            </a:extLst>
          </p:cNvPr>
          <p:cNvSpPr/>
          <p:nvPr>
            <p:custDataLst>
              <p:tags r:id="rId37"/>
            </p:custDataLst>
          </p:nvPr>
        </p:nvSpPr>
        <p:spPr>
          <a:xfrm>
            <a:off x="672139" y="5158971"/>
            <a:ext cx="1795162" cy="297924"/>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start()</a:t>
            </a:r>
            <a:endParaRPr lang="fr-CA" sz="1600" noProof="0" dirty="0"/>
          </a:p>
        </p:txBody>
      </p:sp>
      <p:sp>
        <p:nvSpPr>
          <p:cNvPr id="42" name="Shape 21">
            <a:extLst>
              <a:ext uri="{FF2B5EF4-FFF2-40B4-BE49-F238E27FC236}">
                <a16:creationId xmlns:a16="http://schemas.microsoft.com/office/drawing/2014/main" id="{D97D3AE3-C27A-977F-8529-D44261B4E5D1}"/>
              </a:ext>
            </a:extLst>
          </p:cNvPr>
          <p:cNvSpPr/>
          <p:nvPr>
            <p:custDataLst>
              <p:tags r:id="rId38"/>
            </p:custDataLst>
          </p:nvPr>
        </p:nvSpPr>
        <p:spPr>
          <a:xfrm>
            <a:off x="2622749" y="5034799"/>
            <a:ext cx="4192524" cy="435672"/>
          </a:xfrm>
          <a:prstGeom prst="roundRect">
            <a:avLst>
              <a:gd name="adj" fmla="val 12048"/>
            </a:avLst>
          </a:prstGeom>
          <a:solidFill>
            <a:srgbClr val="FFFFFF"/>
          </a:solidFill>
          <a:ln w="8890">
            <a:solidFill>
              <a:srgbClr val="D9E2EC"/>
            </a:solidFill>
            <a:prstDash val="solid"/>
          </a:ln>
        </p:spPr>
        <p:txBody>
          <a:bodyPr/>
          <a:lstStyle/>
          <a:p>
            <a:endParaRPr lang="fr-CA" noProof="0" dirty="0"/>
          </a:p>
        </p:txBody>
      </p:sp>
      <p:sp>
        <p:nvSpPr>
          <p:cNvPr id="44" name="Text 22">
            <a:extLst>
              <a:ext uri="{FF2B5EF4-FFF2-40B4-BE49-F238E27FC236}">
                <a16:creationId xmlns:a16="http://schemas.microsoft.com/office/drawing/2014/main" id="{EAE3DCAD-98E5-BAAB-468F-54C69647EACF}"/>
              </a:ext>
            </a:extLst>
          </p:cNvPr>
          <p:cNvSpPr/>
          <p:nvPr>
            <p:custDataLst>
              <p:tags r:id="rId39"/>
            </p:custDataLst>
          </p:nvPr>
        </p:nvSpPr>
        <p:spPr>
          <a:xfrm>
            <a:off x="2750765" y="5144528"/>
            <a:ext cx="3950208" cy="330068"/>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Start the container.</a:t>
            </a:r>
            <a:endParaRPr lang="fr-CA" sz="1600" noProof="0" dirty="0"/>
          </a:p>
        </p:txBody>
      </p:sp>
      <p:sp>
        <p:nvSpPr>
          <p:cNvPr id="46" name="Shape 23">
            <a:extLst>
              <a:ext uri="{FF2B5EF4-FFF2-40B4-BE49-F238E27FC236}">
                <a16:creationId xmlns:a16="http://schemas.microsoft.com/office/drawing/2014/main" id="{1FB1B120-030E-64B2-CF92-D225E57B6348}"/>
              </a:ext>
            </a:extLst>
          </p:cNvPr>
          <p:cNvSpPr/>
          <p:nvPr>
            <p:custDataLst>
              <p:tags r:id="rId40"/>
            </p:custDataLst>
          </p:nvPr>
        </p:nvSpPr>
        <p:spPr>
          <a:xfrm>
            <a:off x="6856421" y="5034799"/>
            <a:ext cx="4777740" cy="439797"/>
          </a:xfrm>
          <a:prstGeom prst="roundRect">
            <a:avLst>
              <a:gd name="adj" fmla="val 12048"/>
            </a:avLst>
          </a:prstGeom>
          <a:solidFill>
            <a:srgbClr val="FFFFFF"/>
          </a:solidFill>
          <a:ln w="8890">
            <a:solidFill>
              <a:srgbClr val="D9E2EC"/>
            </a:solidFill>
            <a:prstDash val="solid"/>
          </a:ln>
        </p:spPr>
        <p:txBody>
          <a:bodyPr/>
          <a:lstStyle/>
          <a:p>
            <a:endParaRPr lang="fr-CA" noProof="0" dirty="0"/>
          </a:p>
        </p:txBody>
      </p:sp>
      <p:sp>
        <p:nvSpPr>
          <p:cNvPr id="48" name="Text 24">
            <a:extLst>
              <a:ext uri="{FF2B5EF4-FFF2-40B4-BE49-F238E27FC236}">
                <a16:creationId xmlns:a16="http://schemas.microsoft.com/office/drawing/2014/main" id="{9601DE90-C9DB-5DA6-8D5F-278B752607C3}"/>
              </a:ext>
            </a:extLst>
          </p:cNvPr>
          <p:cNvSpPr/>
          <p:nvPr>
            <p:custDataLst>
              <p:tags r:id="rId41"/>
            </p:custDataLst>
          </p:nvPr>
        </p:nvSpPr>
        <p:spPr>
          <a:xfrm>
            <a:off x="6984437" y="5144527"/>
            <a:ext cx="4535424" cy="312368"/>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Entering triggers a rebalance (possible reprocessing).</a:t>
            </a:r>
            <a:endParaRPr lang="fr-CA" sz="1600" noProof="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05 / OPERATE AND DISTRIBUTE</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GRACEFUL SHUTDOWN</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Shutdown is part of system adjustments</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The grace period must allow in-flight work to finish and resources to close in the right order.</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29</a:t>
            </a:r>
            <a:endParaRPr lang="fr-CA" sz="900" noProof="0" dirty="0"/>
          </a:p>
        </p:txBody>
      </p:sp>
      <p:sp>
        <p:nvSpPr>
          <p:cNvPr id="9" name="Shape 7"/>
          <p:cNvSpPr/>
          <p:nvPr>
            <p:custDataLst>
              <p:tags r:id="rId8"/>
            </p:custDataLst>
          </p:nvPr>
        </p:nvSpPr>
        <p:spPr>
          <a:xfrm>
            <a:off x="516030" y="2031333"/>
            <a:ext cx="1794762" cy="1223932"/>
          </a:xfrm>
          <a:prstGeom prst="roundRect">
            <a:avLst>
              <a:gd name="adj" fmla="val 4255"/>
            </a:avLst>
          </a:prstGeom>
          <a:solidFill>
            <a:srgbClr val="FFFFFF"/>
          </a:solidFill>
          <a:ln w="8890">
            <a:solidFill>
              <a:srgbClr val="D9E2EC"/>
            </a:solidFill>
            <a:prstDash val="solid"/>
          </a:ln>
        </p:spPr>
        <p:txBody>
          <a:bodyPr/>
          <a:lstStyle/>
          <a:p>
            <a:endParaRPr lang="fr-CA" noProof="0" dirty="0"/>
          </a:p>
        </p:txBody>
      </p:sp>
      <p:sp>
        <p:nvSpPr>
          <p:cNvPr id="10" name="Text 8"/>
          <p:cNvSpPr/>
          <p:nvPr>
            <p:custDataLst>
              <p:tags r:id="rId9"/>
            </p:custDataLst>
          </p:nvPr>
        </p:nvSpPr>
        <p:spPr>
          <a:xfrm>
            <a:off x="624870" y="2102751"/>
            <a:ext cx="457200" cy="448056"/>
          </a:xfrm>
          <a:prstGeom prst="rect">
            <a:avLst/>
          </a:prstGeom>
          <a:noFill/>
          <a:ln/>
        </p:spPr>
        <p:txBody>
          <a:bodyPr wrap="square" lIns="0" tIns="0" rIns="0" bIns="0" rtlCol="0" anchor="t">
            <a:normAutofit/>
          </a:bodyPr>
          <a:lstStyle/>
          <a:p>
            <a:pPr marL="0" indent="0">
              <a:buNone/>
            </a:pPr>
            <a:r>
              <a:rPr lang="fr-CA" sz="2700" b="1" noProof="0" dirty="0">
                <a:solidFill>
                  <a:srgbClr val="1F6FEB"/>
                </a:solidFill>
                <a:latin typeface="Calibri" pitchFamily="34" charset="0"/>
                <a:ea typeface="Calibri" pitchFamily="34" charset="-122"/>
                <a:cs typeface="Calibri" pitchFamily="34" charset="-120"/>
              </a:rPr>
              <a:t>1</a:t>
            </a:r>
            <a:endParaRPr lang="fr-CA" sz="2700" noProof="0" dirty="0"/>
          </a:p>
        </p:txBody>
      </p:sp>
      <p:sp>
        <p:nvSpPr>
          <p:cNvPr id="11" name="Text 9"/>
          <p:cNvSpPr/>
          <p:nvPr>
            <p:custDataLst>
              <p:tags r:id="rId10"/>
            </p:custDataLst>
          </p:nvPr>
        </p:nvSpPr>
        <p:spPr>
          <a:xfrm>
            <a:off x="516030" y="2505664"/>
            <a:ext cx="1794762" cy="475488"/>
          </a:xfrm>
          <a:prstGeom prst="rect">
            <a:avLst/>
          </a:prstGeom>
          <a:noFill/>
          <a:ln/>
        </p:spPr>
        <p:txBody>
          <a:bodyPr wrap="square" lIns="0" tIns="0" rIns="0" bIns="0" rtlCol="0" anchor="t">
            <a:normAutofit/>
          </a:bodyPr>
          <a:lstStyle/>
          <a:p>
            <a:pPr marL="0" indent="0" algn="ctr">
              <a:buNone/>
            </a:pPr>
            <a:r>
              <a:rPr lang="fr-CA" sz="2000" b="1" noProof="0" dirty="0">
                <a:solidFill>
                  <a:srgbClr val="102A43"/>
                </a:solidFill>
                <a:latin typeface="Calibri" pitchFamily="34" charset="0"/>
                <a:ea typeface="Calibri" pitchFamily="34" charset="-122"/>
                <a:cs typeface="Calibri" pitchFamily="34" charset="-120"/>
              </a:rPr>
              <a:t>Remove traffic</a:t>
            </a:r>
            <a:endParaRPr lang="fr-CA" sz="2000" noProof="0" dirty="0"/>
          </a:p>
        </p:txBody>
      </p:sp>
      <p:sp>
        <p:nvSpPr>
          <p:cNvPr id="12" name="Text 10"/>
          <p:cNvSpPr/>
          <p:nvPr>
            <p:custDataLst>
              <p:tags r:id="rId11"/>
            </p:custDataLst>
          </p:nvPr>
        </p:nvSpPr>
        <p:spPr>
          <a:xfrm>
            <a:off x="516030" y="2944576"/>
            <a:ext cx="1794762" cy="320040"/>
          </a:xfrm>
          <a:prstGeom prst="rect">
            <a:avLst/>
          </a:prstGeom>
          <a:noFill/>
          <a:ln/>
        </p:spPr>
        <p:txBody>
          <a:bodyPr wrap="square" lIns="0" tIns="0" rIns="0" bIns="0" rtlCol="0" anchor="t">
            <a:normAutofit/>
          </a:bodyPr>
          <a:lstStyle/>
          <a:p>
            <a:pPr marL="0" indent="0" algn="ctr">
              <a:buNone/>
            </a:pPr>
            <a:r>
              <a:rPr lang="fr-CA" sz="1650" noProof="0" dirty="0">
                <a:solidFill>
                  <a:srgbClr val="486581"/>
                </a:solidFill>
                <a:latin typeface="Calibri" pitchFamily="34" charset="0"/>
                <a:ea typeface="Calibri" pitchFamily="34" charset="-122"/>
                <a:cs typeface="Calibri" pitchFamily="34" charset="-120"/>
              </a:rPr>
              <a:t>Readiness / drainage</a:t>
            </a:r>
            <a:endParaRPr lang="fr-CA" sz="1650" noProof="0" dirty="0"/>
          </a:p>
        </p:txBody>
      </p:sp>
      <p:sp>
        <p:nvSpPr>
          <p:cNvPr id="29" name="Shape 27"/>
          <p:cNvSpPr/>
          <p:nvPr>
            <p:custDataLst>
              <p:tags r:id="rId12"/>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30" name="Text 28"/>
          <p:cNvSpPr/>
          <p:nvPr>
            <p:custDataLst>
              <p:tags r:id="rId13"/>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A clean shutdown reduces reprocessing; idempotence makes reprocessing possible.</a:t>
            </a:r>
            <a:endParaRPr lang="fr-CA" sz="1550" noProof="0" dirty="0"/>
          </a:p>
        </p:txBody>
      </p:sp>
      <p:sp>
        <p:nvSpPr>
          <p:cNvPr id="36" name="Shape 7">
            <a:extLst>
              <a:ext uri="{FF2B5EF4-FFF2-40B4-BE49-F238E27FC236}">
                <a16:creationId xmlns:a16="http://schemas.microsoft.com/office/drawing/2014/main" id="{C5B1E29E-D26D-2679-43AD-19CEC05B0ED4}"/>
              </a:ext>
            </a:extLst>
          </p:cNvPr>
          <p:cNvSpPr/>
          <p:nvPr>
            <p:custDataLst>
              <p:tags r:id="rId14"/>
            </p:custDataLst>
          </p:nvPr>
        </p:nvSpPr>
        <p:spPr>
          <a:xfrm>
            <a:off x="2539392" y="2022396"/>
            <a:ext cx="1794762" cy="1223932"/>
          </a:xfrm>
          <a:prstGeom prst="roundRect">
            <a:avLst>
              <a:gd name="adj" fmla="val 4255"/>
            </a:avLst>
          </a:prstGeom>
          <a:solidFill>
            <a:srgbClr val="FFFFFF"/>
          </a:solidFill>
          <a:ln w="8890">
            <a:solidFill>
              <a:srgbClr val="D9E2EC"/>
            </a:solidFill>
            <a:prstDash val="solid"/>
          </a:ln>
        </p:spPr>
        <p:txBody>
          <a:bodyPr/>
          <a:lstStyle/>
          <a:p>
            <a:endParaRPr lang="fr-CA" noProof="0" dirty="0"/>
          </a:p>
        </p:txBody>
      </p:sp>
      <p:sp>
        <p:nvSpPr>
          <p:cNvPr id="38" name="Text 8">
            <a:extLst>
              <a:ext uri="{FF2B5EF4-FFF2-40B4-BE49-F238E27FC236}">
                <a16:creationId xmlns:a16="http://schemas.microsoft.com/office/drawing/2014/main" id="{C3D47C2B-4370-EBAA-5A5C-E1631BC08B7B}"/>
              </a:ext>
            </a:extLst>
          </p:cNvPr>
          <p:cNvSpPr/>
          <p:nvPr>
            <p:custDataLst>
              <p:tags r:id="rId15"/>
            </p:custDataLst>
          </p:nvPr>
        </p:nvSpPr>
        <p:spPr>
          <a:xfrm>
            <a:off x="2648232" y="2093814"/>
            <a:ext cx="457200" cy="448056"/>
          </a:xfrm>
          <a:prstGeom prst="rect">
            <a:avLst/>
          </a:prstGeom>
          <a:noFill/>
          <a:ln/>
        </p:spPr>
        <p:txBody>
          <a:bodyPr wrap="square" lIns="0" tIns="0" rIns="0" bIns="0" rtlCol="0" anchor="t">
            <a:normAutofit/>
          </a:bodyPr>
          <a:lstStyle/>
          <a:p>
            <a:pPr marL="0" indent="0">
              <a:buNone/>
            </a:pPr>
            <a:r>
              <a:rPr lang="fr-CA" sz="2700" b="1" noProof="0" dirty="0">
                <a:solidFill>
                  <a:srgbClr val="1F6FEB"/>
                </a:solidFill>
                <a:latin typeface="Calibri" pitchFamily="34" charset="0"/>
                <a:ea typeface="Calibri" pitchFamily="34" charset="-122"/>
                <a:cs typeface="Calibri" pitchFamily="34" charset="-120"/>
              </a:rPr>
              <a:t>2</a:t>
            </a:r>
            <a:endParaRPr lang="fr-CA" sz="2700" noProof="0" dirty="0"/>
          </a:p>
        </p:txBody>
      </p:sp>
      <p:sp>
        <p:nvSpPr>
          <p:cNvPr id="40" name="Text 9">
            <a:extLst>
              <a:ext uri="{FF2B5EF4-FFF2-40B4-BE49-F238E27FC236}">
                <a16:creationId xmlns:a16="http://schemas.microsoft.com/office/drawing/2014/main" id="{307BDE02-4FFF-D261-A703-4A03C48E0334}"/>
              </a:ext>
            </a:extLst>
          </p:cNvPr>
          <p:cNvSpPr/>
          <p:nvPr>
            <p:custDataLst>
              <p:tags r:id="rId16"/>
            </p:custDataLst>
          </p:nvPr>
        </p:nvSpPr>
        <p:spPr>
          <a:xfrm>
            <a:off x="2539392" y="2496727"/>
            <a:ext cx="1794762" cy="475488"/>
          </a:xfrm>
          <a:prstGeom prst="rect">
            <a:avLst/>
          </a:prstGeom>
          <a:noFill/>
          <a:ln/>
        </p:spPr>
        <p:txBody>
          <a:bodyPr wrap="square" lIns="0" tIns="0" rIns="0" bIns="0" rtlCol="0" anchor="t">
            <a:normAutofit/>
          </a:bodyPr>
          <a:lstStyle/>
          <a:p>
            <a:pPr marL="0" indent="0" algn="ctr">
              <a:buNone/>
            </a:pPr>
            <a:r>
              <a:rPr lang="fr-CA" sz="2000" b="1" noProof="0" dirty="0">
                <a:solidFill>
                  <a:srgbClr val="102A43"/>
                </a:solidFill>
                <a:latin typeface="Calibri" pitchFamily="34" charset="0"/>
                <a:ea typeface="Calibri" pitchFamily="34" charset="-122"/>
                <a:cs typeface="Calibri" pitchFamily="34" charset="-120"/>
              </a:rPr>
              <a:t>Signal shutdown</a:t>
            </a:r>
            <a:endParaRPr lang="fr-CA" sz="2000" noProof="0" dirty="0"/>
          </a:p>
        </p:txBody>
      </p:sp>
      <p:sp>
        <p:nvSpPr>
          <p:cNvPr id="42" name="Text 10">
            <a:extLst>
              <a:ext uri="{FF2B5EF4-FFF2-40B4-BE49-F238E27FC236}">
                <a16:creationId xmlns:a16="http://schemas.microsoft.com/office/drawing/2014/main" id="{AD5884A2-5664-D14A-20FE-6F1D25E0D99E}"/>
              </a:ext>
            </a:extLst>
          </p:cNvPr>
          <p:cNvSpPr/>
          <p:nvPr>
            <p:custDataLst>
              <p:tags r:id="rId17"/>
            </p:custDataLst>
          </p:nvPr>
        </p:nvSpPr>
        <p:spPr>
          <a:xfrm>
            <a:off x="2539392" y="2935639"/>
            <a:ext cx="1794762" cy="299548"/>
          </a:xfrm>
          <a:prstGeom prst="rect">
            <a:avLst/>
          </a:prstGeom>
          <a:noFill/>
          <a:ln/>
        </p:spPr>
        <p:txBody>
          <a:bodyPr wrap="square" lIns="0" tIns="0" rIns="0" bIns="0" rtlCol="0" anchor="t">
            <a:normAutofit/>
          </a:bodyPr>
          <a:lstStyle/>
          <a:p>
            <a:pPr marL="0" indent="0" algn="ctr">
              <a:buNone/>
            </a:pPr>
            <a:r>
              <a:rPr lang="fr-CA" sz="1650" noProof="0" dirty="0">
                <a:solidFill>
                  <a:srgbClr val="486581"/>
                </a:solidFill>
                <a:latin typeface="Calibri" pitchFamily="34" charset="0"/>
                <a:ea typeface="Calibri" pitchFamily="34" charset="-122"/>
                <a:cs typeface="Calibri" pitchFamily="34" charset="-120"/>
              </a:rPr>
              <a:t>preStop / SIGTERM</a:t>
            </a:r>
            <a:endParaRPr lang="fr-CA" sz="1650" noProof="0" dirty="0"/>
          </a:p>
        </p:txBody>
      </p:sp>
      <p:sp>
        <p:nvSpPr>
          <p:cNvPr id="13" name="Shape 11"/>
          <p:cNvSpPr/>
          <p:nvPr>
            <p:custDataLst>
              <p:tags r:id="rId18"/>
            </p:custDataLst>
          </p:nvPr>
        </p:nvSpPr>
        <p:spPr>
          <a:xfrm>
            <a:off x="2310793" y="2627639"/>
            <a:ext cx="228599" cy="0"/>
          </a:xfrm>
          <a:prstGeom prst="line">
            <a:avLst/>
          </a:prstGeom>
          <a:noFill/>
          <a:ln w="28575">
            <a:solidFill>
              <a:srgbClr val="1F6FEB"/>
            </a:solidFill>
            <a:prstDash val="solid"/>
            <a:headEnd type="none"/>
            <a:tailEnd type="triangle"/>
          </a:ln>
        </p:spPr>
        <p:txBody>
          <a:bodyPr/>
          <a:lstStyle/>
          <a:p>
            <a:endParaRPr lang="fr-CA" noProof="0" dirty="0"/>
          </a:p>
        </p:txBody>
      </p:sp>
      <p:sp>
        <p:nvSpPr>
          <p:cNvPr id="68" name="Shape 11">
            <a:extLst>
              <a:ext uri="{FF2B5EF4-FFF2-40B4-BE49-F238E27FC236}">
                <a16:creationId xmlns:a16="http://schemas.microsoft.com/office/drawing/2014/main" id="{A54D0581-8E30-2D64-BA0F-F798CD3A87DE}"/>
              </a:ext>
            </a:extLst>
          </p:cNvPr>
          <p:cNvSpPr/>
          <p:nvPr>
            <p:custDataLst>
              <p:tags r:id="rId19"/>
            </p:custDataLst>
          </p:nvPr>
        </p:nvSpPr>
        <p:spPr>
          <a:xfrm>
            <a:off x="4336443" y="2627639"/>
            <a:ext cx="228599" cy="0"/>
          </a:xfrm>
          <a:prstGeom prst="line">
            <a:avLst/>
          </a:prstGeom>
          <a:noFill/>
          <a:ln w="28575">
            <a:solidFill>
              <a:srgbClr val="1F6FEB"/>
            </a:solidFill>
            <a:prstDash val="solid"/>
            <a:headEnd type="none"/>
            <a:tailEnd type="triangle"/>
          </a:ln>
        </p:spPr>
        <p:txBody>
          <a:bodyPr/>
          <a:lstStyle/>
          <a:p>
            <a:endParaRPr lang="fr-CA" noProof="0" dirty="0"/>
          </a:p>
        </p:txBody>
      </p:sp>
      <p:sp>
        <p:nvSpPr>
          <p:cNvPr id="70" name="Shape 7">
            <a:extLst>
              <a:ext uri="{FF2B5EF4-FFF2-40B4-BE49-F238E27FC236}">
                <a16:creationId xmlns:a16="http://schemas.microsoft.com/office/drawing/2014/main" id="{EC80E936-C210-4166-515A-CDC5BD1D4A72}"/>
              </a:ext>
            </a:extLst>
          </p:cNvPr>
          <p:cNvSpPr/>
          <p:nvPr>
            <p:custDataLst>
              <p:tags r:id="rId20"/>
            </p:custDataLst>
          </p:nvPr>
        </p:nvSpPr>
        <p:spPr>
          <a:xfrm>
            <a:off x="4562753" y="2012228"/>
            <a:ext cx="1794762" cy="1223932"/>
          </a:xfrm>
          <a:prstGeom prst="roundRect">
            <a:avLst>
              <a:gd name="adj" fmla="val 4255"/>
            </a:avLst>
          </a:prstGeom>
          <a:solidFill>
            <a:srgbClr val="FFFFFF"/>
          </a:solidFill>
          <a:ln w="8890">
            <a:solidFill>
              <a:srgbClr val="D9E2EC"/>
            </a:solidFill>
            <a:prstDash val="solid"/>
          </a:ln>
        </p:spPr>
        <p:txBody>
          <a:bodyPr/>
          <a:lstStyle/>
          <a:p>
            <a:endParaRPr lang="fr-CA" noProof="0" dirty="0"/>
          </a:p>
        </p:txBody>
      </p:sp>
      <p:sp>
        <p:nvSpPr>
          <p:cNvPr id="72" name="Text 8">
            <a:extLst>
              <a:ext uri="{FF2B5EF4-FFF2-40B4-BE49-F238E27FC236}">
                <a16:creationId xmlns:a16="http://schemas.microsoft.com/office/drawing/2014/main" id="{33FB2235-A40B-F295-A4A6-37E8B4D57A81}"/>
              </a:ext>
            </a:extLst>
          </p:cNvPr>
          <p:cNvSpPr/>
          <p:nvPr>
            <p:custDataLst>
              <p:tags r:id="rId21"/>
            </p:custDataLst>
          </p:nvPr>
        </p:nvSpPr>
        <p:spPr>
          <a:xfrm>
            <a:off x="4671593" y="2083646"/>
            <a:ext cx="457200" cy="448056"/>
          </a:xfrm>
          <a:prstGeom prst="rect">
            <a:avLst/>
          </a:prstGeom>
          <a:noFill/>
          <a:ln/>
        </p:spPr>
        <p:txBody>
          <a:bodyPr wrap="square" lIns="0" tIns="0" rIns="0" bIns="0" rtlCol="0" anchor="t">
            <a:normAutofit/>
          </a:bodyPr>
          <a:lstStyle/>
          <a:p>
            <a:pPr marL="0" indent="0">
              <a:buNone/>
            </a:pPr>
            <a:r>
              <a:rPr lang="fr-CA" sz="2700" b="1" noProof="0" dirty="0">
                <a:solidFill>
                  <a:srgbClr val="1F6FEB"/>
                </a:solidFill>
                <a:latin typeface="Calibri" pitchFamily="34" charset="0"/>
                <a:ea typeface="Calibri" pitchFamily="34" charset="-122"/>
                <a:cs typeface="Calibri" pitchFamily="34" charset="-120"/>
              </a:rPr>
              <a:t>3</a:t>
            </a:r>
            <a:endParaRPr lang="fr-CA" sz="2700" noProof="0" dirty="0"/>
          </a:p>
        </p:txBody>
      </p:sp>
      <p:sp>
        <p:nvSpPr>
          <p:cNvPr id="74" name="Text 9">
            <a:extLst>
              <a:ext uri="{FF2B5EF4-FFF2-40B4-BE49-F238E27FC236}">
                <a16:creationId xmlns:a16="http://schemas.microsoft.com/office/drawing/2014/main" id="{763B29E6-CFF2-E18D-3AAA-54760E807C87}"/>
              </a:ext>
            </a:extLst>
          </p:cNvPr>
          <p:cNvSpPr/>
          <p:nvPr>
            <p:custDataLst>
              <p:tags r:id="rId22"/>
            </p:custDataLst>
          </p:nvPr>
        </p:nvSpPr>
        <p:spPr>
          <a:xfrm>
            <a:off x="4562753" y="2486559"/>
            <a:ext cx="1794762" cy="475488"/>
          </a:xfrm>
          <a:prstGeom prst="rect">
            <a:avLst/>
          </a:prstGeom>
          <a:noFill/>
          <a:ln/>
        </p:spPr>
        <p:txBody>
          <a:bodyPr wrap="square" lIns="0" tIns="0" rIns="0" bIns="0" rtlCol="0" anchor="t">
            <a:normAutofit fontScale="92500" lnSpcReduction="20000"/>
          </a:bodyPr>
          <a:lstStyle/>
          <a:p>
            <a:pPr marL="0" indent="0" algn="ctr">
              <a:buNone/>
            </a:pPr>
            <a:r>
              <a:rPr lang="fr-CA" sz="2000" b="1" noProof="0" dirty="0">
                <a:solidFill>
                  <a:srgbClr val="102A43"/>
                </a:solidFill>
                <a:latin typeface="Calibri" pitchFamily="34" charset="0"/>
                <a:ea typeface="Calibri" pitchFamily="34" charset="-122"/>
                <a:cs typeface="Calibri" pitchFamily="34" charset="-120"/>
              </a:rPr>
              <a:t>Finish</a:t>
            </a:r>
          </a:p>
          <a:p>
            <a:pPr marL="0" indent="0" algn="ctr">
              <a:buNone/>
            </a:pPr>
            <a:r>
              <a:rPr lang="fr-CA" sz="2000" b="1" dirty="0">
                <a:solidFill>
                  <a:srgbClr val="102A43"/>
                </a:solidFill>
                <a:latin typeface="Calibri" pitchFamily="34" charset="0"/>
                <a:ea typeface="Calibri" pitchFamily="34" charset="-122"/>
                <a:cs typeface="Calibri" pitchFamily="34" charset="-120"/>
              </a:rPr>
              <a:t>in-flight work</a:t>
            </a:r>
            <a:endParaRPr lang="fr-CA" sz="2000" noProof="0" dirty="0"/>
          </a:p>
        </p:txBody>
      </p:sp>
      <p:sp>
        <p:nvSpPr>
          <p:cNvPr id="76" name="Text 10">
            <a:extLst>
              <a:ext uri="{FF2B5EF4-FFF2-40B4-BE49-F238E27FC236}">
                <a16:creationId xmlns:a16="http://schemas.microsoft.com/office/drawing/2014/main" id="{E1E57C9A-DA45-1D1D-E9E3-E3B93B9F0325}"/>
              </a:ext>
            </a:extLst>
          </p:cNvPr>
          <p:cNvSpPr/>
          <p:nvPr>
            <p:custDataLst>
              <p:tags r:id="rId23"/>
            </p:custDataLst>
          </p:nvPr>
        </p:nvSpPr>
        <p:spPr>
          <a:xfrm>
            <a:off x="4562753" y="2925471"/>
            <a:ext cx="1794762" cy="320040"/>
          </a:xfrm>
          <a:prstGeom prst="rect">
            <a:avLst/>
          </a:prstGeom>
          <a:noFill/>
          <a:ln/>
        </p:spPr>
        <p:txBody>
          <a:bodyPr wrap="square" lIns="0" tIns="0" rIns="0" bIns="0" rtlCol="0" anchor="t">
            <a:normAutofit/>
          </a:bodyPr>
          <a:lstStyle/>
          <a:p>
            <a:pPr marL="0" indent="0" algn="ctr">
              <a:buNone/>
            </a:pPr>
            <a:r>
              <a:rPr lang="fr-CA" sz="1650" noProof="0" dirty="0">
                <a:solidFill>
                  <a:srgbClr val="486581"/>
                </a:solidFill>
                <a:latin typeface="Calibri" pitchFamily="34" charset="0"/>
                <a:ea typeface="Calibri" pitchFamily="34" charset="-122"/>
                <a:cs typeface="Calibri" pitchFamily="34" charset="-120"/>
              </a:rPr>
              <a:t>Commit / Ack</a:t>
            </a:r>
            <a:endParaRPr lang="fr-CA" sz="1650" noProof="0" dirty="0"/>
          </a:p>
        </p:txBody>
      </p:sp>
      <p:sp>
        <p:nvSpPr>
          <p:cNvPr id="78" name="Shape 7">
            <a:extLst>
              <a:ext uri="{FF2B5EF4-FFF2-40B4-BE49-F238E27FC236}">
                <a16:creationId xmlns:a16="http://schemas.microsoft.com/office/drawing/2014/main" id="{CA4451D8-47DC-E7A4-9E20-92A6AF05FFA5}"/>
              </a:ext>
            </a:extLst>
          </p:cNvPr>
          <p:cNvSpPr/>
          <p:nvPr>
            <p:custDataLst>
              <p:tags r:id="rId24"/>
            </p:custDataLst>
          </p:nvPr>
        </p:nvSpPr>
        <p:spPr>
          <a:xfrm>
            <a:off x="6586115" y="2011242"/>
            <a:ext cx="1794762" cy="1223932"/>
          </a:xfrm>
          <a:prstGeom prst="roundRect">
            <a:avLst>
              <a:gd name="adj" fmla="val 4255"/>
            </a:avLst>
          </a:prstGeom>
          <a:solidFill>
            <a:srgbClr val="FFFFFF"/>
          </a:solidFill>
          <a:ln w="8890">
            <a:solidFill>
              <a:srgbClr val="D9E2EC"/>
            </a:solidFill>
            <a:prstDash val="solid"/>
          </a:ln>
        </p:spPr>
        <p:txBody>
          <a:bodyPr/>
          <a:lstStyle/>
          <a:p>
            <a:endParaRPr lang="fr-CA" noProof="0" dirty="0"/>
          </a:p>
        </p:txBody>
      </p:sp>
      <p:sp>
        <p:nvSpPr>
          <p:cNvPr id="80" name="Text 8">
            <a:extLst>
              <a:ext uri="{FF2B5EF4-FFF2-40B4-BE49-F238E27FC236}">
                <a16:creationId xmlns:a16="http://schemas.microsoft.com/office/drawing/2014/main" id="{BBFCE268-895F-412F-37D2-9E5CA017F7D0}"/>
              </a:ext>
            </a:extLst>
          </p:cNvPr>
          <p:cNvSpPr/>
          <p:nvPr>
            <p:custDataLst>
              <p:tags r:id="rId25"/>
            </p:custDataLst>
          </p:nvPr>
        </p:nvSpPr>
        <p:spPr>
          <a:xfrm>
            <a:off x="6694955" y="2082660"/>
            <a:ext cx="457200" cy="448056"/>
          </a:xfrm>
          <a:prstGeom prst="rect">
            <a:avLst/>
          </a:prstGeom>
          <a:noFill/>
          <a:ln/>
        </p:spPr>
        <p:txBody>
          <a:bodyPr wrap="square" lIns="0" tIns="0" rIns="0" bIns="0" rtlCol="0" anchor="t">
            <a:normAutofit/>
          </a:bodyPr>
          <a:lstStyle/>
          <a:p>
            <a:pPr marL="0" indent="0">
              <a:buNone/>
            </a:pPr>
            <a:r>
              <a:rPr lang="fr-CA" sz="2700" b="1" noProof="0" dirty="0">
                <a:solidFill>
                  <a:srgbClr val="1F6FEB"/>
                </a:solidFill>
                <a:latin typeface="Calibri" pitchFamily="34" charset="0"/>
                <a:ea typeface="Calibri" pitchFamily="34" charset="-122"/>
                <a:cs typeface="Calibri" pitchFamily="34" charset="-120"/>
              </a:rPr>
              <a:t>4</a:t>
            </a:r>
            <a:endParaRPr lang="fr-CA" sz="2700" noProof="0" dirty="0"/>
          </a:p>
        </p:txBody>
      </p:sp>
      <p:sp>
        <p:nvSpPr>
          <p:cNvPr id="82" name="Text 9">
            <a:extLst>
              <a:ext uri="{FF2B5EF4-FFF2-40B4-BE49-F238E27FC236}">
                <a16:creationId xmlns:a16="http://schemas.microsoft.com/office/drawing/2014/main" id="{9497B552-F58C-F0C8-0127-A8EA557B6417}"/>
              </a:ext>
            </a:extLst>
          </p:cNvPr>
          <p:cNvSpPr/>
          <p:nvPr>
            <p:custDataLst>
              <p:tags r:id="rId26"/>
            </p:custDataLst>
          </p:nvPr>
        </p:nvSpPr>
        <p:spPr>
          <a:xfrm>
            <a:off x="6586115" y="2485573"/>
            <a:ext cx="1794762" cy="475488"/>
          </a:xfrm>
          <a:prstGeom prst="rect">
            <a:avLst/>
          </a:prstGeom>
          <a:noFill/>
          <a:ln/>
        </p:spPr>
        <p:txBody>
          <a:bodyPr wrap="square" lIns="0" tIns="0" rIns="0" bIns="0" rtlCol="0" anchor="t">
            <a:normAutofit fontScale="92500" lnSpcReduction="20000"/>
          </a:bodyPr>
          <a:lstStyle/>
          <a:p>
            <a:pPr marL="0" indent="0" algn="ctr">
              <a:buNone/>
            </a:pPr>
            <a:r>
              <a:rPr lang="fr-CA" sz="2000" b="1" noProof="0" dirty="0">
                <a:solidFill>
                  <a:srgbClr val="102A43"/>
                </a:solidFill>
                <a:latin typeface="Calibri" pitchFamily="34" charset="0"/>
                <a:ea typeface="Calibri" pitchFamily="34" charset="-122"/>
                <a:cs typeface="Calibri" pitchFamily="34" charset="-120"/>
              </a:rPr>
              <a:t>Close</a:t>
            </a:r>
          </a:p>
          <a:p>
            <a:pPr marL="0" indent="0" algn="ctr">
              <a:buNone/>
            </a:pPr>
            <a:r>
              <a:rPr lang="fr-CA" sz="2000" b="1" noProof="0" dirty="0">
                <a:solidFill>
                  <a:srgbClr val="102A43"/>
                </a:solidFill>
                <a:latin typeface="Calibri" pitchFamily="34" charset="0"/>
                <a:ea typeface="Calibri" pitchFamily="34" charset="-122"/>
                <a:cs typeface="Calibri" pitchFamily="34" charset="-120"/>
              </a:rPr>
              <a:t>resources</a:t>
            </a:r>
            <a:endParaRPr lang="fr-CA" sz="2000" noProof="0" dirty="0"/>
          </a:p>
        </p:txBody>
      </p:sp>
      <p:sp>
        <p:nvSpPr>
          <p:cNvPr id="84" name="Text 10">
            <a:extLst>
              <a:ext uri="{FF2B5EF4-FFF2-40B4-BE49-F238E27FC236}">
                <a16:creationId xmlns:a16="http://schemas.microsoft.com/office/drawing/2014/main" id="{D2461CBF-9248-7612-67CB-DC60E9BEAAE7}"/>
              </a:ext>
            </a:extLst>
          </p:cNvPr>
          <p:cNvSpPr/>
          <p:nvPr>
            <p:custDataLst>
              <p:tags r:id="rId27"/>
            </p:custDataLst>
          </p:nvPr>
        </p:nvSpPr>
        <p:spPr>
          <a:xfrm>
            <a:off x="6586115" y="2924485"/>
            <a:ext cx="1794762" cy="299548"/>
          </a:xfrm>
          <a:prstGeom prst="rect">
            <a:avLst/>
          </a:prstGeom>
          <a:noFill/>
          <a:ln/>
        </p:spPr>
        <p:txBody>
          <a:bodyPr wrap="square" lIns="0" tIns="0" rIns="0" bIns="0" rtlCol="0" anchor="t">
            <a:normAutofit fontScale="70000" lnSpcReduction="20000"/>
          </a:bodyPr>
          <a:lstStyle/>
          <a:p>
            <a:pPr marL="0" indent="0" algn="ctr">
              <a:buNone/>
            </a:pPr>
            <a:r>
              <a:rPr lang="fr-CA" sz="1650" noProof="0" dirty="0">
                <a:solidFill>
                  <a:srgbClr val="486581"/>
                </a:solidFill>
                <a:latin typeface="Calibri" pitchFamily="34" charset="0"/>
                <a:ea typeface="Calibri" pitchFamily="34" charset="-122"/>
                <a:cs typeface="Calibri" pitchFamily="34" charset="-120"/>
              </a:rPr>
              <a:t>Before the grace period ends</a:t>
            </a:r>
            <a:endParaRPr lang="fr-CA" sz="1650" noProof="0" dirty="0"/>
          </a:p>
        </p:txBody>
      </p:sp>
      <p:sp>
        <p:nvSpPr>
          <p:cNvPr id="86" name="Shape 11">
            <a:extLst>
              <a:ext uri="{FF2B5EF4-FFF2-40B4-BE49-F238E27FC236}">
                <a16:creationId xmlns:a16="http://schemas.microsoft.com/office/drawing/2014/main" id="{E81A8FFA-3176-66F2-BFAD-7164A9F57E63}"/>
              </a:ext>
            </a:extLst>
          </p:cNvPr>
          <p:cNvSpPr/>
          <p:nvPr>
            <p:custDataLst>
              <p:tags r:id="rId28"/>
            </p:custDataLst>
          </p:nvPr>
        </p:nvSpPr>
        <p:spPr>
          <a:xfrm>
            <a:off x="6357516" y="2608534"/>
            <a:ext cx="228599" cy="0"/>
          </a:xfrm>
          <a:prstGeom prst="line">
            <a:avLst/>
          </a:prstGeom>
          <a:noFill/>
          <a:ln w="28575">
            <a:solidFill>
              <a:srgbClr val="1F6FEB"/>
            </a:solidFill>
            <a:prstDash val="solid"/>
            <a:headEnd type="none"/>
            <a:tailEnd type="triangle"/>
          </a:ln>
        </p:spPr>
        <p:txBody>
          <a:bodyPr/>
          <a:lstStyle/>
          <a:p>
            <a:endParaRPr lang="fr-CA" noProof="0" dirty="0"/>
          </a:p>
        </p:txBody>
      </p:sp>
      <p:pic>
        <p:nvPicPr>
          <p:cNvPr id="90" name="Image 89">
            <a:extLst>
              <a:ext uri="{FF2B5EF4-FFF2-40B4-BE49-F238E27FC236}">
                <a16:creationId xmlns:a16="http://schemas.microsoft.com/office/drawing/2014/main" id="{C2B8EDE1-7953-8773-4568-C679AD5EB5E1}"/>
              </a:ext>
            </a:extLst>
          </p:cNvPr>
          <p:cNvPicPr>
            <a:picLocks noChangeAspect="1"/>
          </p:cNvPicPr>
          <p:nvPr/>
        </p:nvPicPr>
        <p:blipFill>
          <a:blip r:embed="rId37"/>
          <a:stretch>
            <a:fillRect/>
          </a:stretch>
        </p:blipFill>
        <p:spPr>
          <a:xfrm>
            <a:off x="8375040" y="2006701"/>
            <a:ext cx="3192090" cy="2791126"/>
          </a:xfrm>
          <a:prstGeom prst="rect">
            <a:avLst/>
          </a:prstGeom>
        </p:spPr>
      </p:pic>
      <p:sp>
        <p:nvSpPr>
          <p:cNvPr id="92" name="Text 15">
            <a:extLst>
              <a:ext uri="{FF2B5EF4-FFF2-40B4-BE49-F238E27FC236}">
                <a16:creationId xmlns:a16="http://schemas.microsoft.com/office/drawing/2014/main" id="{5321D67B-DCBD-2202-49AC-6610B9AE2161}"/>
              </a:ext>
            </a:extLst>
          </p:cNvPr>
          <p:cNvSpPr/>
          <p:nvPr>
            <p:custDataLst>
              <p:tags r:id="rId29"/>
            </p:custDataLst>
          </p:nvPr>
        </p:nvSpPr>
        <p:spPr>
          <a:xfrm>
            <a:off x="7028953" y="3430529"/>
            <a:ext cx="1351924" cy="417502"/>
          </a:xfrm>
          <a:prstGeom prst="rect">
            <a:avLst/>
          </a:prstGeom>
          <a:noFill/>
          <a:ln/>
        </p:spPr>
        <p:txBody>
          <a:bodyPr wrap="square" lIns="0" tIns="0" rIns="0" bIns="0" rtlCol="0" anchor="t">
            <a:normAutofit fontScale="92500" lnSpcReduction="20000"/>
          </a:bodyPr>
          <a:lstStyle/>
          <a:p>
            <a:pPr marL="0" indent="0">
              <a:buNone/>
            </a:pPr>
            <a:r>
              <a:rPr lang="fr-CA" sz="1720" noProof="0" dirty="0">
                <a:solidFill>
                  <a:srgbClr val="486581"/>
                </a:solidFill>
                <a:latin typeface="Calibri" pitchFamily="34" charset="0"/>
                <a:ea typeface="Calibri" pitchFamily="34" charset="-122"/>
                <a:cs typeface="Calibri" pitchFamily="34" charset="-120"/>
              </a:rPr>
              <a:t>Shutdown in progress.</a:t>
            </a:r>
            <a:endParaRPr lang="fr-CA" sz="1720" noProof="0" dirty="0"/>
          </a:p>
        </p:txBody>
      </p:sp>
      <p:sp>
        <p:nvSpPr>
          <p:cNvPr id="94" name="Shape 18">
            <a:extLst>
              <a:ext uri="{FF2B5EF4-FFF2-40B4-BE49-F238E27FC236}">
                <a16:creationId xmlns:a16="http://schemas.microsoft.com/office/drawing/2014/main" id="{D6EC7E74-9CFB-95F5-DADE-7F2ED0B16923}"/>
              </a:ext>
            </a:extLst>
          </p:cNvPr>
          <p:cNvSpPr/>
          <p:nvPr>
            <p:custDataLst>
              <p:tags r:id="rId30"/>
            </p:custDataLst>
          </p:nvPr>
        </p:nvSpPr>
        <p:spPr>
          <a:xfrm flipV="1">
            <a:off x="8375040" y="3273517"/>
            <a:ext cx="212368" cy="233979"/>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fr-CA" dirty="0"/>
          </a:p>
        </p:txBody>
      </p:sp>
      <p:sp>
        <p:nvSpPr>
          <p:cNvPr id="96" name="Text 10">
            <a:extLst>
              <a:ext uri="{FF2B5EF4-FFF2-40B4-BE49-F238E27FC236}">
                <a16:creationId xmlns:a16="http://schemas.microsoft.com/office/drawing/2014/main" id="{D0B83904-C984-931E-3D64-2DE9C02DFEB0}"/>
              </a:ext>
            </a:extLst>
          </p:cNvPr>
          <p:cNvSpPr/>
          <p:nvPr>
            <p:custDataLst>
              <p:tags r:id="rId31"/>
            </p:custDataLst>
          </p:nvPr>
        </p:nvSpPr>
        <p:spPr>
          <a:xfrm>
            <a:off x="530352" y="3398102"/>
            <a:ext cx="3192091" cy="1591520"/>
          </a:xfrm>
          <a:prstGeom prst="rect">
            <a:avLst/>
          </a:prstGeom>
          <a:ln/>
        </p:spPr>
        <p:style>
          <a:lnRef idx="2">
            <a:schemeClr val="accent5"/>
          </a:lnRef>
          <a:fillRef idx="1">
            <a:schemeClr val="lt1"/>
          </a:fillRef>
          <a:effectRef idx="0">
            <a:schemeClr val="accent5"/>
          </a:effectRef>
          <a:fontRef idx="minor">
            <a:schemeClr val="dk1"/>
          </a:fontRef>
        </p:style>
        <p:txBody>
          <a:bodyPr wrap="square" lIns="0" tIns="0" rIns="0" bIns="0" rtlCol="0" anchor="t">
            <a:normAutofit lnSpcReduction="10000"/>
          </a:bodyPr>
          <a:lstStyle/>
          <a:p>
            <a:r>
              <a:rPr lang="en-US" sz="1650" dirty="0">
                <a:solidFill>
                  <a:srgbClr val="486581"/>
                </a:solidFill>
                <a:latin typeface="Calibri" pitchFamily="34" charset="0"/>
                <a:ea typeface="Calibri" pitchFamily="34" charset="-122"/>
                <a:cs typeface="Calibri" pitchFamily="34" charset="-120"/>
              </a:rPr>
              <a:t> #</a:t>
            </a:r>
          </a:p>
          <a:p>
            <a:r>
              <a:rPr lang="en-US" sz="1650" dirty="0">
                <a:solidFill>
                  <a:srgbClr val="486581"/>
                </a:solidFill>
                <a:latin typeface="Calibri" pitchFamily="34" charset="0"/>
                <a:ea typeface="Calibri" pitchFamily="34" charset="-122"/>
                <a:cs typeface="Calibri" pitchFamily="34" charset="-120"/>
              </a:rPr>
              <a:t> server:</a:t>
            </a:r>
          </a:p>
          <a:p>
            <a:r>
              <a:rPr lang="en-US" sz="1650" dirty="0">
                <a:solidFill>
                  <a:srgbClr val="486581"/>
                </a:solidFill>
                <a:latin typeface="Calibri" pitchFamily="34" charset="0"/>
                <a:ea typeface="Calibri" pitchFamily="34" charset="-122"/>
                <a:cs typeface="Calibri" pitchFamily="34" charset="-120"/>
              </a:rPr>
              <a:t>   shutdown: graceful</a:t>
            </a:r>
          </a:p>
          <a:p>
            <a:r>
              <a:rPr lang="en-US" sz="1650" dirty="0">
                <a:solidFill>
                  <a:srgbClr val="486581"/>
                </a:solidFill>
                <a:latin typeface="Calibri" pitchFamily="34" charset="0"/>
                <a:ea typeface="Calibri" pitchFamily="34" charset="-122"/>
                <a:cs typeface="Calibri" pitchFamily="34" charset="-120"/>
              </a:rPr>
              <a:t> #</a:t>
            </a:r>
          </a:p>
          <a:p>
            <a:r>
              <a:rPr lang="en-US" sz="1650" dirty="0">
                <a:solidFill>
                  <a:srgbClr val="486581"/>
                </a:solidFill>
                <a:latin typeface="Calibri" pitchFamily="34" charset="0"/>
                <a:ea typeface="Calibri" pitchFamily="34" charset="-122"/>
                <a:cs typeface="Calibri" pitchFamily="34" charset="-120"/>
              </a:rPr>
              <a:t>   lifecycle:</a:t>
            </a:r>
          </a:p>
          <a:p>
            <a:r>
              <a:rPr lang="en-US" sz="1650" dirty="0">
                <a:solidFill>
                  <a:srgbClr val="486581"/>
                </a:solidFill>
                <a:latin typeface="Calibri" pitchFamily="34" charset="0"/>
                <a:ea typeface="Calibri" pitchFamily="34" charset="-122"/>
                <a:cs typeface="Calibri" pitchFamily="34" charset="-120"/>
              </a:rPr>
              <a:t>     timeout-per-shutdown-phase: 45s</a:t>
            </a:r>
          </a:p>
          <a:p>
            <a:r>
              <a:rPr lang="en-US" sz="1650" dirty="0">
                <a:solidFill>
                  <a:srgbClr val="486581"/>
                </a:solidFill>
                <a:latin typeface="Calibri" pitchFamily="34" charset="0"/>
                <a:ea typeface="Calibri" pitchFamily="34" charset="-122"/>
                <a:cs typeface="Calibri" pitchFamily="34" charset="-120"/>
              </a:rPr>
              <a:t> #</a:t>
            </a:r>
            <a:endParaRPr lang="fr-CA" sz="1650" noProof="0" dirty="0"/>
          </a:p>
        </p:txBody>
      </p:sp>
      <p:sp>
        <p:nvSpPr>
          <p:cNvPr id="98" name="Text 15">
            <a:extLst>
              <a:ext uri="{FF2B5EF4-FFF2-40B4-BE49-F238E27FC236}">
                <a16:creationId xmlns:a16="http://schemas.microsoft.com/office/drawing/2014/main" id="{9AABAD76-8C2B-042B-C4A0-0CF63A46B6CC}"/>
              </a:ext>
            </a:extLst>
          </p:cNvPr>
          <p:cNvSpPr/>
          <p:nvPr>
            <p:custDataLst>
              <p:tags r:id="rId32"/>
            </p:custDataLst>
          </p:nvPr>
        </p:nvSpPr>
        <p:spPr>
          <a:xfrm>
            <a:off x="4337626" y="3424383"/>
            <a:ext cx="1461807" cy="320039"/>
          </a:xfrm>
          <a:prstGeom prst="rect">
            <a:avLst/>
          </a:prstGeom>
          <a:noFill/>
          <a:ln/>
        </p:spPr>
        <p:txBody>
          <a:bodyPr wrap="square" lIns="0" tIns="0" rIns="0" bIns="0" rtlCol="0" anchor="t">
            <a:normAutofit/>
          </a:bodyPr>
          <a:lstStyle/>
          <a:p>
            <a:pPr marL="0" indent="0">
              <a:buNone/>
            </a:pPr>
            <a:r>
              <a:rPr lang="fr-CA" sz="1720" noProof="1">
                <a:solidFill>
                  <a:srgbClr val="486581"/>
                </a:solidFill>
                <a:latin typeface="Calibri" pitchFamily="34" charset="0"/>
                <a:ea typeface="Calibri" pitchFamily="34" charset="-122"/>
                <a:cs typeface="Calibri" pitchFamily="34" charset="-120"/>
              </a:rPr>
              <a:t>application.yml</a:t>
            </a:r>
            <a:endParaRPr lang="fr-CA" sz="1720" noProof="1"/>
          </a:p>
        </p:txBody>
      </p:sp>
      <p:sp>
        <p:nvSpPr>
          <p:cNvPr id="100" name="Shape 18">
            <a:extLst>
              <a:ext uri="{FF2B5EF4-FFF2-40B4-BE49-F238E27FC236}">
                <a16:creationId xmlns:a16="http://schemas.microsoft.com/office/drawing/2014/main" id="{6A0539FF-323B-F4BB-8468-4C16E6780694}"/>
              </a:ext>
            </a:extLst>
          </p:cNvPr>
          <p:cNvSpPr/>
          <p:nvPr>
            <p:custDataLst>
              <p:tags r:id="rId33"/>
            </p:custDataLst>
          </p:nvPr>
        </p:nvSpPr>
        <p:spPr>
          <a:xfrm flipH="1">
            <a:off x="3722443" y="3628956"/>
            <a:ext cx="539456" cy="166634"/>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fr-CA" dirty="0"/>
          </a:p>
        </p:txBody>
      </p:sp>
      <p:sp>
        <p:nvSpPr>
          <p:cNvPr id="102" name="Text 22">
            <a:extLst>
              <a:ext uri="{FF2B5EF4-FFF2-40B4-BE49-F238E27FC236}">
                <a16:creationId xmlns:a16="http://schemas.microsoft.com/office/drawing/2014/main" id="{38CF249B-CF4E-26BE-1F97-E867C9CC2C39}"/>
              </a:ext>
            </a:extLst>
          </p:cNvPr>
          <p:cNvSpPr/>
          <p:nvPr>
            <p:custDataLst>
              <p:tags r:id="rId34"/>
            </p:custDataLst>
          </p:nvPr>
        </p:nvSpPr>
        <p:spPr>
          <a:xfrm>
            <a:off x="768096" y="5047350"/>
            <a:ext cx="10716768" cy="557784"/>
          </a:xfrm>
          <a:prstGeom prst="rect">
            <a:avLst/>
          </a:prstGeom>
          <a:noFill/>
          <a:ln/>
        </p:spPr>
        <p:txBody>
          <a:bodyPr wrap="square" lIns="0" tIns="0" rIns="0" bIns="0" rtlCol="0" anchor="t">
            <a:normAutofit lnSpcReduction="10000"/>
          </a:bodyPr>
          <a:lstStyle/>
          <a:p>
            <a:pPr algn="ctr"/>
            <a:r>
              <a:rPr lang="fr-CA" sz="1900" dirty="0">
                <a:solidFill>
                  <a:srgbClr val="C00000"/>
                </a:solidFill>
                <a:latin typeface="Calibri" pitchFamily="34" charset="0"/>
                <a:ea typeface="Calibri" pitchFamily="34" charset="-122"/>
                <a:cs typeface="Calibri" pitchFamily="34" charset="-120"/>
              </a:rPr>
              <a:t>For Kafka producers and consumers, graceful shutdown is</a:t>
            </a:r>
          </a:p>
          <a:p>
            <a:pPr algn="ctr"/>
            <a:r>
              <a:rPr lang="fr-CA" sz="1900" dirty="0">
                <a:solidFill>
                  <a:srgbClr val="C00000"/>
                </a:solidFill>
                <a:latin typeface="Calibri" pitchFamily="34" charset="0"/>
                <a:ea typeface="Calibri" pitchFamily="34" charset="-122"/>
                <a:cs typeface="Calibri" pitchFamily="34" charset="-120"/>
              </a:rPr>
              <a:t>a critical requirement, not an optional optimization.</a:t>
            </a:r>
            <a:endParaRPr lang="fr-CA" sz="1900" noProof="0" dirty="0">
              <a:solidFill>
                <a:srgbClr val="C00000"/>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05 / OPERATE AND DISTRIBUTE</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PROBES AND AVAILABILITY</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Three probes answer three different questions</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A service access failure and an unrecoverable process do not call for the same reaction.</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30</a:t>
            </a:r>
            <a:endParaRPr lang="fr-CA" sz="900" noProof="0" dirty="0"/>
          </a:p>
        </p:txBody>
      </p:sp>
      <p:sp>
        <p:nvSpPr>
          <p:cNvPr id="9" name="Shape 7"/>
          <p:cNvSpPr/>
          <p:nvPr>
            <p:custDataLst>
              <p:tags r:id="rId8"/>
            </p:custDataLst>
          </p:nvPr>
        </p:nvSpPr>
        <p:spPr>
          <a:xfrm>
            <a:off x="520082" y="1999476"/>
            <a:ext cx="2714405" cy="2471468"/>
          </a:xfrm>
          <a:prstGeom prst="roundRect">
            <a:avLst>
              <a:gd name="adj" fmla="val 2809"/>
            </a:avLst>
          </a:prstGeom>
          <a:solidFill>
            <a:srgbClr val="EFF6FF"/>
          </a:solidFill>
          <a:ln w="8890">
            <a:solidFill>
              <a:srgbClr val="D9E2EC"/>
            </a:solidFill>
            <a:prstDash val="solid"/>
          </a:ln>
        </p:spPr>
        <p:txBody>
          <a:bodyPr/>
          <a:lstStyle/>
          <a:p>
            <a:endParaRPr lang="fr-CA" noProof="0" dirty="0"/>
          </a:p>
        </p:txBody>
      </p:sp>
      <p:sp>
        <p:nvSpPr>
          <p:cNvPr id="10" name="Shape 8"/>
          <p:cNvSpPr/>
          <p:nvPr>
            <p:custDataLst>
              <p:tags r:id="rId9"/>
            </p:custDataLst>
          </p:nvPr>
        </p:nvSpPr>
        <p:spPr>
          <a:xfrm>
            <a:off x="748682" y="2255508"/>
            <a:ext cx="731520" cy="0"/>
          </a:xfrm>
          <a:prstGeom prst="line">
            <a:avLst/>
          </a:prstGeom>
          <a:noFill/>
          <a:ln w="29210">
            <a:solidFill>
              <a:srgbClr val="1F6FEB"/>
            </a:solidFill>
            <a:prstDash val="solid"/>
          </a:ln>
        </p:spPr>
        <p:txBody>
          <a:bodyPr/>
          <a:lstStyle/>
          <a:p>
            <a:endParaRPr lang="fr-CA" noProof="0" dirty="0"/>
          </a:p>
        </p:txBody>
      </p:sp>
      <p:sp>
        <p:nvSpPr>
          <p:cNvPr id="11" name="Text 9"/>
          <p:cNvSpPr/>
          <p:nvPr>
            <p:custDataLst>
              <p:tags r:id="rId10"/>
            </p:custDataLst>
          </p:nvPr>
        </p:nvSpPr>
        <p:spPr>
          <a:xfrm>
            <a:off x="748682" y="2484108"/>
            <a:ext cx="2485805"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Startup</a:t>
            </a:r>
            <a:endParaRPr lang="fr-CA" sz="2000" noProof="0" dirty="0"/>
          </a:p>
        </p:txBody>
      </p:sp>
      <p:sp>
        <p:nvSpPr>
          <p:cNvPr id="12" name="Text 10"/>
          <p:cNvSpPr/>
          <p:nvPr>
            <p:custDataLst>
              <p:tags r:id="rId11"/>
            </p:custDataLst>
          </p:nvPr>
        </p:nvSpPr>
        <p:spPr>
          <a:xfrm>
            <a:off x="748682" y="3115044"/>
            <a:ext cx="2685634" cy="1173492"/>
          </a:xfrm>
          <a:prstGeom prst="rect">
            <a:avLst/>
          </a:prstGeom>
          <a:noFill/>
          <a:ln/>
        </p:spPr>
        <p:txBody>
          <a:bodyPr wrap="square" lIns="0" tIns="0" rIns="0" bIns="0" rtlCol="0" anchor="t">
            <a:normAutofit/>
          </a:bodyPr>
          <a:lstStyle/>
          <a:p>
            <a:pPr marL="0" indent="0">
              <a:buNone/>
            </a:pPr>
            <a:r>
              <a:rPr lang="fr-CA" sz="1750" noProof="0" dirty="0">
                <a:solidFill>
                  <a:srgbClr val="486581"/>
                </a:solidFill>
                <a:latin typeface="Calibri" pitchFamily="34" charset="0"/>
                <a:ea typeface="Calibri" pitchFamily="34" charset="-122"/>
                <a:cs typeface="Calibri" pitchFamily="34" charset="-120"/>
              </a:rPr>
              <a:t>Has startup completed?</a:t>
            </a:r>
            <a:endParaRPr lang="fr-CA" sz="1750" noProof="0" dirty="0"/>
          </a:p>
          <a:p>
            <a:pPr marL="0" indent="0">
              <a:buNone/>
            </a:pP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Do not judge a JVM too early during initialization.</a:t>
            </a:r>
            <a:endParaRPr lang="fr-CA" sz="1750" noProof="0" dirty="0"/>
          </a:p>
        </p:txBody>
      </p:sp>
      <p:sp>
        <p:nvSpPr>
          <p:cNvPr id="13" name="Shape 11"/>
          <p:cNvSpPr/>
          <p:nvPr>
            <p:custDataLst>
              <p:tags r:id="rId12"/>
            </p:custDataLst>
          </p:nvPr>
        </p:nvSpPr>
        <p:spPr>
          <a:xfrm>
            <a:off x="3391865" y="1999476"/>
            <a:ext cx="2704135" cy="2471468"/>
          </a:xfrm>
          <a:prstGeom prst="roundRect">
            <a:avLst>
              <a:gd name="adj" fmla="val 2809"/>
            </a:avLst>
          </a:prstGeom>
          <a:solidFill>
            <a:srgbClr val="FFF7ED"/>
          </a:solidFill>
          <a:ln w="8890">
            <a:solidFill>
              <a:srgbClr val="D9E2EC"/>
            </a:solidFill>
            <a:prstDash val="solid"/>
          </a:ln>
        </p:spPr>
        <p:txBody>
          <a:bodyPr/>
          <a:lstStyle/>
          <a:p>
            <a:endParaRPr lang="fr-CA" noProof="0" dirty="0"/>
          </a:p>
        </p:txBody>
      </p:sp>
      <p:sp>
        <p:nvSpPr>
          <p:cNvPr id="14" name="Shape 12"/>
          <p:cNvSpPr/>
          <p:nvPr>
            <p:custDataLst>
              <p:tags r:id="rId13"/>
            </p:custDataLst>
          </p:nvPr>
        </p:nvSpPr>
        <p:spPr>
          <a:xfrm>
            <a:off x="3620465" y="2255508"/>
            <a:ext cx="731520" cy="0"/>
          </a:xfrm>
          <a:prstGeom prst="line">
            <a:avLst/>
          </a:prstGeom>
          <a:noFill/>
          <a:ln w="29210">
            <a:solidFill>
              <a:srgbClr val="B45309"/>
            </a:solidFill>
            <a:prstDash val="solid"/>
          </a:ln>
        </p:spPr>
        <p:txBody>
          <a:bodyPr/>
          <a:lstStyle/>
          <a:p>
            <a:endParaRPr lang="fr-CA" noProof="0" dirty="0"/>
          </a:p>
        </p:txBody>
      </p:sp>
      <p:sp>
        <p:nvSpPr>
          <p:cNvPr id="15" name="Text 13"/>
          <p:cNvSpPr/>
          <p:nvPr>
            <p:custDataLst>
              <p:tags r:id="rId14"/>
            </p:custDataLst>
          </p:nvPr>
        </p:nvSpPr>
        <p:spPr>
          <a:xfrm>
            <a:off x="3620465" y="2484108"/>
            <a:ext cx="2475535" cy="548640"/>
          </a:xfrm>
          <a:prstGeom prst="rect">
            <a:avLst/>
          </a:prstGeom>
          <a:noFill/>
          <a:ln/>
        </p:spPr>
        <p:txBody>
          <a:bodyPr wrap="square" lIns="0" tIns="0" rIns="0" bIns="0" rtlCol="0" anchor="t">
            <a:normAutofit/>
          </a:bodyPr>
          <a:lstStyle/>
          <a:p>
            <a:pPr marL="0" indent="0">
              <a:buNone/>
            </a:pPr>
            <a:r>
              <a:rPr lang="fr-CA" sz="2000" b="1" noProof="1">
                <a:solidFill>
                  <a:srgbClr val="102A43"/>
                </a:solidFill>
                <a:latin typeface="Calibri" pitchFamily="34" charset="0"/>
                <a:ea typeface="Calibri" pitchFamily="34" charset="-122"/>
                <a:cs typeface="Calibri" pitchFamily="34" charset="-120"/>
              </a:rPr>
              <a:t>Liveness</a:t>
            </a:r>
            <a:endParaRPr lang="fr-CA" sz="2000" noProof="0" dirty="0"/>
          </a:p>
        </p:txBody>
      </p:sp>
      <p:sp>
        <p:nvSpPr>
          <p:cNvPr id="16" name="Text 14"/>
          <p:cNvSpPr/>
          <p:nvPr>
            <p:custDataLst>
              <p:tags r:id="rId15"/>
            </p:custDataLst>
          </p:nvPr>
        </p:nvSpPr>
        <p:spPr>
          <a:xfrm>
            <a:off x="3620465" y="3115044"/>
            <a:ext cx="2369209" cy="1173492"/>
          </a:xfrm>
          <a:prstGeom prst="rect">
            <a:avLst/>
          </a:prstGeom>
          <a:noFill/>
          <a:ln/>
        </p:spPr>
        <p:txBody>
          <a:bodyPr wrap="square" lIns="0" tIns="0" rIns="0" bIns="0" rtlCol="0" anchor="t">
            <a:normAutofit/>
          </a:bodyPr>
          <a:lstStyle/>
          <a:p>
            <a:pPr marL="0" indent="0">
              <a:buNone/>
            </a:pPr>
            <a:r>
              <a:rPr lang="fr-CA" sz="1750" noProof="0" dirty="0">
                <a:solidFill>
                  <a:srgbClr val="486581"/>
                </a:solidFill>
                <a:latin typeface="Calibri" pitchFamily="34" charset="0"/>
                <a:ea typeface="Calibri" pitchFamily="34" charset="-122"/>
                <a:cs typeface="Calibri" pitchFamily="34" charset="-120"/>
              </a:rPr>
              <a:t>Is the process healthy?</a:t>
            </a:r>
            <a:endParaRPr lang="fr-CA" sz="1750" noProof="0" dirty="0"/>
          </a:p>
          <a:p>
            <a:pPr marL="0" indent="0">
              <a:buNone/>
            </a:pP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A failure can cause it to restart.</a:t>
            </a:r>
            <a:endParaRPr lang="fr-CA" sz="1750" noProof="0" dirty="0"/>
          </a:p>
        </p:txBody>
      </p:sp>
      <p:sp>
        <p:nvSpPr>
          <p:cNvPr id="17" name="Shape 15"/>
          <p:cNvSpPr/>
          <p:nvPr>
            <p:custDataLst>
              <p:tags r:id="rId16"/>
            </p:custDataLst>
          </p:nvPr>
        </p:nvSpPr>
        <p:spPr>
          <a:xfrm>
            <a:off x="6253378" y="1999476"/>
            <a:ext cx="2704135" cy="2471468"/>
          </a:xfrm>
          <a:prstGeom prst="roundRect">
            <a:avLst>
              <a:gd name="adj" fmla="val 2809"/>
            </a:avLst>
          </a:prstGeom>
          <a:solidFill>
            <a:srgbClr val="EFFAF8"/>
          </a:solidFill>
          <a:ln w="8890">
            <a:solidFill>
              <a:srgbClr val="D9E2EC"/>
            </a:solidFill>
            <a:prstDash val="solid"/>
          </a:ln>
        </p:spPr>
        <p:txBody>
          <a:bodyPr/>
          <a:lstStyle/>
          <a:p>
            <a:endParaRPr lang="fr-CA" noProof="0" dirty="0"/>
          </a:p>
        </p:txBody>
      </p:sp>
      <p:sp>
        <p:nvSpPr>
          <p:cNvPr id="18" name="Shape 16"/>
          <p:cNvSpPr/>
          <p:nvPr>
            <p:custDataLst>
              <p:tags r:id="rId17"/>
            </p:custDataLst>
          </p:nvPr>
        </p:nvSpPr>
        <p:spPr>
          <a:xfrm>
            <a:off x="6481978" y="2255508"/>
            <a:ext cx="731520" cy="0"/>
          </a:xfrm>
          <a:prstGeom prst="line">
            <a:avLst/>
          </a:prstGeom>
          <a:noFill/>
          <a:ln w="29210">
            <a:solidFill>
              <a:srgbClr val="0F766E"/>
            </a:solidFill>
            <a:prstDash val="solid"/>
          </a:ln>
        </p:spPr>
        <p:txBody>
          <a:bodyPr/>
          <a:lstStyle/>
          <a:p>
            <a:endParaRPr lang="fr-CA" noProof="0" dirty="0"/>
          </a:p>
        </p:txBody>
      </p:sp>
      <p:sp>
        <p:nvSpPr>
          <p:cNvPr id="19" name="Text 17"/>
          <p:cNvSpPr/>
          <p:nvPr>
            <p:custDataLst>
              <p:tags r:id="rId18"/>
            </p:custDataLst>
          </p:nvPr>
        </p:nvSpPr>
        <p:spPr>
          <a:xfrm>
            <a:off x="6481978" y="2484108"/>
            <a:ext cx="2475535"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Readiness</a:t>
            </a:r>
            <a:endParaRPr lang="fr-CA" sz="2000" noProof="0" dirty="0"/>
          </a:p>
        </p:txBody>
      </p:sp>
      <p:sp>
        <p:nvSpPr>
          <p:cNvPr id="20" name="Text 18"/>
          <p:cNvSpPr/>
          <p:nvPr>
            <p:custDataLst>
              <p:tags r:id="rId19"/>
            </p:custDataLst>
          </p:nvPr>
        </p:nvSpPr>
        <p:spPr>
          <a:xfrm>
            <a:off x="6481978" y="3115044"/>
            <a:ext cx="2403659" cy="1173492"/>
          </a:xfrm>
          <a:prstGeom prst="rect">
            <a:avLst/>
          </a:prstGeom>
          <a:noFill/>
          <a:ln/>
        </p:spPr>
        <p:txBody>
          <a:bodyPr wrap="square" lIns="0" tIns="0" rIns="0" bIns="0" rtlCol="0" anchor="t">
            <a:normAutofit fontScale="92500"/>
          </a:bodyPr>
          <a:lstStyle/>
          <a:p>
            <a:pPr marL="0" indent="0">
              <a:buNone/>
            </a:pPr>
            <a:r>
              <a:rPr lang="fr-CA" sz="1750" noProof="0" dirty="0">
                <a:solidFill>
                  <a:srgbClr val="486581"/>
                </a:solidFill>
                <a:latin typeface="Calibri" pitchFamily="34" charset="0"/>
                <a:ea typeface="Calibri" pitchFamily="34" charset="-122"/>
                <a:cs typeface="Calibri" pitchFamily="34" charset="-120"/>
              </a:rPr>
              <a:t>Can it receive traffic?</a:t>
            </a:r>
            <a:endParaRPr lang="fr-CA" sz="1750" noProof="0" dirty="0"/>
          </a:p>
          <a:p>
            <a:pPr marL="0" indent="0">
              <a:buNone/>
            </a:pP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A failure removes the pod from the service endpoints.</a:t>
            </a:r>
            <a:endParaRPr lang="fr-CA" sz="1750" noProof="0" dirty="0"/>
          </a:p>
        </p:txBody>
      </p:sp>
      <p:sp>
        <p:nvSpPr>
          <p:cNvPr id="21" name="Shape 19"/>
          <p:cNvSpPr/>
          <p:nvPr>
            <p:custDataLst>
              <p:tags r:id="rId20"/>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22" name="Text 20"/>
          <p:cNvSpPr/>
          <p:nvPr>
            <p:custDataLst>
              <p:tags r:id="rId21"/>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Health: a quick decision. Metrics: a measure of behavior over time.</a:t>
            </a:r>
            <a:endParaRPr lang="fr-CA" sz="1550" noProof="0" dirty="0"/>
          </a:p>
        </p:txBody>
      </p:sp>
      <p:pic>
        <p:nvPicPr>
          <p:cNvPr id="28" name="Image 27">
            <a:extLst>
              <a:ext uri="{FF2B5EF4-FFF2-40B4-BE49-F238E27FC236}">
                <a16:creationId xmlns:a16="http://schemas.microsoft.com/office/drawing/2014/main" id="{45E88A6C-4790-DE27-EA8A-13C81EC2C3A6}"/>
              </a:ext>
            </a:extLst>
          </p:cNvPr>
          <p:cNvPicPr>
            <a:picLocks noChangeAspect="1"/>
          </p:cNvPicPr>
          <p:nvPr/>
        </p:nvPicPr>
        <p:blipFill>
          <a:blip r:embed="rId27"/>
          <a:stretch>
            <a:fillRect/>
          </a:stretch>
        </p:blipFill>
        <p:spPr>
          <a:xfrm>
            <a:off x="9114237" y="1999476"/>
            <a:ext cx="2673238" cy="2069604"/>
          </a:xfrm>
          <a:prstGeom prst="rect">
            <a:avLst/>
          </a:prstGeom>
        </p:spPr>
      </p:pic>
      <p:sp>
        <p:nvSpPr>
          <p:cNvPr id="30" name="Text 15">
            <a:extLst>
              <a:ext uri="{FF2B5EF4-FFF2-40B4-BE49-F238E27FC236}">
                <a16:creationId xmlns:a16="http://schemas.microsoft.com/office/drawing/2014/main" id="{558D5AC3-CBBE-DD3F-3B84-357E3314C5D1}"/>
              </a:ext>
            </a:extLst>
          </p:cNvPr>
          <p:cNvSpPr/>
          <p:nvPr>
            <p:custDataLst>
              <p:tags r:id="rId22"/>
            </p:custDataLst>
          </p:nvPr>
        </p:nvSpPr>
        <p:spPr>
          <a:xfrm>
            <a:off x="9383816" y="4470944"/>
            <a:ext cx="2403659" cy="344412"/>
          </a:xfrm>
          <a:prstGeom prst="rect">
            <a:avLst/>
          </a:prstGeom>
          <a:noFill/>
          <a:ln/>
        </p:spPr>
        <p:txBody>
          <a:bodyPr wrap="square" lIns="0" tIns="0" rIns="0" bIns="0" rtlCol="0" anchor="t">
            <a:normAutofit/>
          </a:bodyPr>
          <a:lstStyle/>
          <a:p>
            <a:pPr marL="0" indent="0">
              <a:buNone/>
            </a:pPr>
            <a:r>
              <a:rPr lang="fr-CA" sz="1720" noProof="0" dirty="0">
                <a:solidFill>
                  <a:srgbClr val="486581"/>
                </a:solidFill>
                <a:latin typeface="Calibri" pitchFamily="34" charset="0"/>
                <a:ea typeface="Calibri" pitchFamily="34" charset="-122"/>
                <a:cs typeface="Calibri" pitchFamily="34" charset="-120"/>
              </a:rPr>
              <a:t>File: application.yml.</a:t>
            </a:r>
            <a:endParaRPr lang="fr-CA" sz="1720" noProof="0" dirty="0"/>
          </a:p>
        </p:txBody>
      </p:sp>
      <p:sp>
        <p:nvSpPr>
          <p:cNvPr id="32" name="Shape 18">
            <a:extLst>
              <a:ext uri="{FF2B5EF4-FFF2-40B4-BE49-F238E27FC236}">
                <a16:creationId xmlns:a16="http://schemas.microsoft.com/office/drawing/2014/main" id="{06E7E02F-961C-8CCE-45F3-4645AF697F40}"/>
              </a:ext>
            </a:extLst>
          </p:cNvPr>
          <p:cNvSpPr/>
          <p:nvPr>
            <p:custDataLst>
              <p:tags r:id="rId23"/>
            </p:custDataLst>
          </p:nvPr>
        </p:nvSpPr>
        <p:spPr>
          <a:xfrm flipH="1" flipV="1">
            <a:off x="10685721" y="3681972"/>
            <a:ext cx="520994" cy="681546"/>
          </a:xfrm>
          <a:prstGeom prst="line">
            <a:avLst/>
          </a:prstGeom>
          <a:ln w="19050" cap="flat" cmpd="sng" algn="ctr">
            <a:solidFill>
              <a:schemeClr val="accent2"/>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txBody>
          <a:bodyPr/>
          <a:lstStyle/>
          <a:p>
            <a:endParaRPr lang="fr-CA" dirty="0"/>
          </a:p>
        </p:txBody>
      </p:sp>
      <p:sp>
        <p:nvSpPr>
          <p:cNvPr id="34" name="Text 22">
            <a:extLst>
              <a:ext uri="{FF2B5EF4-FFF2-40B4-BE49-F238E27FC236}">
                <a16:creationId xmlns:a16="http://schemas.microsoft.com/office/drawing/2014/main" id="{5D75AE83-7345-6CB1-6706-A000CA156BE2}"/>
              </a:ext>
            </a:extLst>
          </p:cNvPr>
          <p:cNvSpPr/>
          <p:nvPr>
            <p:custDataLst>
              <p:tags r:id="rId24"/>
            </p:custDataLst>
          </p:nvPr>
        </p:nvSpPr>
        <p:spPr>
          <a:xfrm>
            <a:off x="768096" y="4873752"/>
            <a:ext cx="10716768" cy="557784"/>
          </a:xfrm>
          <a:prstGeom prst="rect">
            <a:avLst/>
          </a:prstGeom>
          <a:noFill/>
          <a:ln/>
        </p:spPr>
        <p:txBody>
          <a:bodyPr wrap="square" lIns="0" tIns="0" rIns="0" bIns="0" rtlCol="0" anchor="t">
            <a:normAutofit lnSpcReduction="10000"/>
          </a:bodyPr>
          <a:lstStyle/>
          <a:p>
            <a:pPr algn="ctr"/>
            <a:r>
              <a:rPr lang="fr-CA" sz="1900" dirty="0">
                <a:solidFill>
                  <a:srgbClr val="C00000"/>
                </a:solidFill>
                <a:latin typeface="Calibri" pitchFamily="34" charset="0"/>
                <a:ea typeface="Calibri" pitchFamily="34" charset="-122"/>
                <a:cs typeface="Calibri" pitchFamily="34" charset="-120"/>
              </a:rPr>
              <a:t>For Kafka producers and consumers.</a:t>
            </a:r>
          </a:p>
          <a:p>
            <a:pPr algn="ctr"/>
            <a:r>
              <a:rPr lang="fr-CA" sz="1900" dirty="0">
                <a:solidFill>
                  <a:srgbClr val="C00000"/>
                </a:solidFill>
                <a:latin typeface="Calibri" pitchFamily="34" charset="0"/>
                <a:ea typeface="Calibri" pitchFamily="34" charset="-122"/>
                <a:cs typeface="Calibri" pitchFamily="34" charset="-120"/>
              </a:rPr>
              <a:t>Internal state management is a critical requirement.</a:t>
            </a:r>
            <a:endParaRPr lang="fr-CA" sz="1900" noProof="0" dirty="0">
              <a:solidFill>
                <a:srgbClr val="C00000"/>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06 / PROVE AND CHOOSE</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TOPIC GOVERNANCE</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A contract turns a topic into an understandable interface</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Governance makes the meaning of the data, responsibilities, and usage conditions explicit.</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31</a:t>
            </a:r>
            <a:endParaRPr lang="fr-CA" sz="900" noProof="0" dirty="0"/>
          </a:p>
        </p:txBody>
      </p:sp>
      <p:sp>
        <p:nvSpPr>
          <p:cNvPr id="9" name="Shape 7"/>
          <p:cNvSpPr/>
          <p:nvPr>
            <p:custDataLst>
              <p:tags r:id="rId8"/>
            </p:custDataLst>
          </p:nvPr>
        </p:nvSpPr>
        <p:spPr>
          <a:xfrm>
            <a:off x="520082" y="1963012"/>
            <a:ext cx="3520440" cy="1490472"/>
          </a:xfrm>
          <a:prstGeom prst="roundRect">
            <a:avLst>
              <a:gd name="adj" fmla="val 6579"/>
            </a:avLst>
          </a:prstGeom>
          <a:solidFill>
            <a:srgbClr val="FFFFFF"/>
          </a:solidFill>
          <a:ln w="8890">
            <a:solidFill>
              <a:srgbClr val="D9E2EC"/>
            </a:solidFill>
            <a:prstDash val="solid"/>
          </a:ln>
        </p:spPr>
        <p:txBody>
          <a:bodyPr/>
          <a:lstStyle/>
          <a:p>
            <a:endParaRPr lang="fr-CA" noProof="0" dirty="0"/>
          </a:p>
        </p:txBody>
      </p:sp>
      <p:sp>
        <p:nvSpPr>
          <p:cNvPr id="10" name="Shape 8"/>
          <p:cNvSpPr/>
          <p:nvPr>
            <p:custDataLst>
              <p:tags r:id="rId9"/>
            </p:custDataLst>
          </p:nvPr>
        </p:nvSpPr>
        <p:spPr>
          <a:xfrm>
            <a:off x="739538" y="2164180"/>
            <a:ext cx="612648" cy="0"/>
          </a:xfrm>
          <a:prstGeom prst="line">
            <a:avLst/>
          </a:prstGeom>
          <a:noFill/>
          <a:ln w="25400">
            <a:solidFill>
              <a:srgbClr val="1F6FEB"/>
            </a:solidFill>
            <a:prstDash val="solid"/>
          </a:ln>
        </p:spPr>
        <p:txBody>
          <a:bodyPr/>
          <a:lstStyle/>
          <a:p>
            <a:endParaRPr lang="fr-CA" noProof="0" dirty="0"/>
          </a:p>
        </p:txBody>
      </p:sp>
      <p:sp>
        <p:nvSpPr>
          <p:cNvPr id="11" name="Text 9"/>
          <p:cNvSpPr/>
          <p:nvPr>
            <p:custDataLst>
              <p:tags r:id="rId10"/>
            </p:custDataLst>
          </p:nvPr>
        </p:nvSpPr>
        <p:spPr>
          <a:xfrm>
            <a:off x="739538" y="2356204"/>
            <a:ext cx="3072384" cy="356616"/>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Business meaning</a:t>
            </a:r>
            <a:endParaRPr lang="fr-CA" sz="2000" noProof="0" dirty="0"/>
          </a:p>
        </p:txBody>
      </p:sp>
      <p:sp>
        <p:nvSpPr>
          <p:cNvPr id="12" name="Text 10"/>
          <p:cNvSpPr/>
          <p:nvPr>
            <p:custDataLst>
              <p:tags r:id="rId11"/>
            </p:custDataLst>
          </p:nvPr>
        </p:nvSpPr>
        <p:spPr>
          <a:xfrm>
            <a:off x="739538" y="2840836"/>
            <a:ext cx="3072384" cy="512064"/>
          </a:xfrm>
          <a:prstGeom prst="rect">
            <a:avLst/>
          </a:prstGeom>
          <a:noFill/>
          <a:ln/>
        </p:spPr>
        <p:txBody>
          <a:bodyPr wrap="square" lIns="0" tIns="0" rIns="0" bIns="0" rtlCol="0" anchor="t">
            <a:noAutofit/>
          </a:bodyPr>
          <a:lstStyle/>
          <a:p>
            <a:pPr marL="0" indent="0">
              <a:buNone/>
            </a:pPr>
            <a:r>
              <a:rPr lang="fr-CA" noProof="0" dirty="0">
                <a:solidFill>
                  <a:srgbClr val="486581"/>
                </a:solidFill>
                <a:latin typeface="Calibri" pitchFamily="34" charset="0"/>
                <a:ea typeface="Calibri" pitchFamily="34" charset="-122"/>
                <a:cs typeface="Calibri" pitchFamily="34" charset="-120"/>
              </a:rPr>
              <a:t>Definition and event examples.</a:t>
            </a:r>
            <a:endParaRPr lang="fr-CA" noProof="0" dirty="0"/>
          </a:p>
        </p:txBody>
      </p:sp>
      <p:sp>
        <p:nvSpPr>
          <p:cNvPr id="13" name="Shape 11"/>
          <p:cNvSpPr/>
          <p:nvPr>
            <p:custDataLst>
              <p:tags r:id="rId12"/>
            </p:custDataLst>
          </p:nvPr>
        </p:nvSpPr>
        <p:spPr>
          <a:xfrm>
            <a:off x="4323986" y="1963012"/>
            <a:ext cx="3520440" cy="1465988"/>
          </a:xfrm>
          <a:prstGeom prst="roundRect">
            <a:avLst>
              <a:gd name="adj" fmla="val 6579"/>
            </a:avLst>
          </a:prstGeom>
          <a:solidFill>
            <a:srgbClr val="FFFFFF"/>
          </a:solidFill>
          <a:ln w="8890">
            <a:solidFill>
              <a:srgbClr val="D9E2EC"/>
            </a:solidFill>
            <a:prstDash val="solid"/>
          </a:ln>
        </p:spPr>
        <p:txBody>
          <a:bodyPr/>
          <a:lstStyle/>
          <a:p>
            <a:endParaRPr lang="fr-CA" noProof="0" dirty="0"/>
          </a:p>
        </p:txBody>
      </p:sp>
      <p:sp>
        <p:nvSpPr>
          <p:cNvPr id="14" name="Shape 12"/>
          <p:cNvSpPr/>
          <p:nvPr>
            <p:custDataLst>
              <p:tags r:id="rId13"/>
            </p:custDataLst>
          </p:nvPr>
        </p:nvSpPr>
        <p:spPr>
          <a:xfrm>
            <a:off x="4543442" y="2164180"/>
            <a:ext cx="612648" cy="0"/>
          </a:xfrm>
          <a:prstGeom prst="line">
            <a:avLst/>
          </a:prstGeom>
          <a:noFill/>
          <a:ln w="25400">
            <a:solidFill>
              <a:srgbClr val="1F6FEB"/>
            </a:solidFill>
            <a:prstDash val="solid"/>
          </a:ln>
        </p:spPr>
        <p:txBody>
          <a:bodyPr/>
          <a:lstStyle/>
          <a:p>
            <a:endParaRPr lang="fr-CA" noProof="0" dirty="0"/>
          </a:p>
        </p:txBody>
      </p:sp>
      <p:sp>
        <p:nvSpPr>
          <p:cNvPr id="15" name="Text 13"/>
          <p:cNvSpPr/>
          <p:nvPr>
            <p:custDataLst>
              <p:tags r:id="rId14"/>
            </p:custDataLst>
          </p:nvPr>
        </p:nvSpPr>
        <p:spPr>
          <a:xfrm>
            <a:off x="4543442" y="2356204"/>
            <a:ext cx="3072384" cy="356616"/>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Ownership</a:t>
            </a:r>
            <a:endParaRPr lang="fr-CA" sz="2000" noProof="0" dirty="0"/>
          </a:p>
        </p:txBody>
      </p:sp>
      <p:sp>
        <p:nvSpPr>
          <p:cNvPr id="16" name="Text 14"/>
          <p:cNvSpPr/>
          <p:nvPr>
            <p:custDataLst>
              <p:tags r:id="rId15"/>
            </p:custDataLst>
          </p:nvPr>
        </p:nvSpPr>
        <p:spPr>
          <a:xfrm>
            <a:off x="4543442" y="2840836"/>
            <a:ext cx="3072384" cy="457200"/>
          </a:xfrm>
          <a:prstGeom prst="rect">
            <a:avLst/>
          </a:prstGeom>
          <a:noFill/>
          <a:ln/>
        </p:spPr>
        <p:txBody>
          <a:bodyPr wrap="square" lIns="0" tIns="0" rIns="0" bIns="0" rtlCol="0" anchor="t">
            <a:normAutofit/>
          </a:bodyPr>
          <a:lstStyle/>
          <a:p>
            <a:pPr marL="0" indent="0">
              <a:buNone/>
            </a:pPr>
            <a:r>
              <a:rPr lang="fr-CA" noProof="0" dirty="0">
                <a:solidFill>
                  <a:srgbClr val="486581"/>
                </a:solidFill>
                <a:latin typeface="Calibri" pitchFamily="34" charset="0"/>
                <a:ea typeface="Calibri" pitchFamily="34" charset="-122"/>
                <a:cs typeface="Calibri" pitchFamily="34" charset="-120"/>
              </a:rPr>
              <a:t>Responsible team and support.</a:t>
            </a:r>
            <a:endParaRPr lang="fr-CA" noProof="0" dirty="0"/>
          </a:p>
        </p:txBody>
      </p:sp>
      <p:sp>
        <p:nvSpPr>
          <p:cNvPr id="17" name="Shape 15"/>
          <p:cNvSpPr/>
          <p:nvPr>
            <p:custDataLst>
              <p:tags r:id="rId16"/>
            </p:custDataLst>
          </p:nvPr>
        </p:nvSpPr>
        <p:spPr>
          <a:xfrm>
            <a:off x="8127890" y="1963012"/>
            <a:ext cx="3520440" cy="1490472"/>
          </a:xfrm>
          <a:prstGeom prst="roundRect">
            <a:avLst>
              <a:gd name="adj" fmla="val 6579"/>
            </a:avLst>
          </a:prstGeom>
          <a:solidFill>
            <a:srgbClr val="FFFFFF"/>
          </a:solidFill>
          <a:ln w="8890">
            <a:solidFill>
              <a:srgbClr val="D9E2EC"/>
            </a:solidFill>
            <a:prstDash val="solid"/>
          </a:ln>
        </p:spPr>
        <p:txBody>
          <a:bodyPr/>
          <a:lstStyle/>
          <a:p>
            <a:endParaRPr lang="fr-CA" noProof="0" dirty="0"/>
          </a:p>
        </p:txBody>
      </p:sp>
      <p:sp>
        <p:nvSpPr>
          <p:cNvPr id="18" name="Shape 16"/>
          <p:cNvSpPr/>
          <p:nvPr>
            <p:custDataLst>
              <p:tags r:id="rId17"/>
            </p:custDataLst>
          </p:nvPr>
        </p:nvSpPr>
        <p:spPr>
          <a:xfrm>
            <a:off x="8347346" y="2164180"/>
            <a:ext cx="612648" cy="0"/>
          </a:xfrm>
          <a:prstGeom prst="line">
            <a:avLst/>
          </a:prstGeom>
          <a:noFill/>
          <a:ln w="25400">
            <a:solidFill>
              <a:srgbClr val="1F6FEB"/>
            </a:solidFill>
            <a:prstDash val="solid"/>
          </a:ln>
        </p:spPr>
        <p:txBody>
          <a:bodyPr/>
          <a:lstStyle/>
          <a:p>
            <a:endParaRPr lang="fr-CA" noProof="0" dirty="0"/>
          </a:p>
        </p:txBody>
      </p:sp>
      <p:sp>
        <p:nvSpPr>
          <p:cNvPr id="19" name="Text 17"/>
          <p:cNvSpPr/>
          <p:nvPr>
            <p:custDataLst>
              <p:tags r:id="rId18"/>
            </p:custDataLst>
          </p:nvPr>
        </p:nvSpPr>
        <p:spPr>
          <a:xfrm>
            <a:off x="8347346" y="2356204"/>
            <a:ext cx="3072384" cy="356616"/>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Schema</a:t>
            </a:r>
            <a:endParaRPr lang="fr-CA" sz="2000" noProof="0" dirty="0"/>
          </a:p>
        </p:txBody>
      </p:sp>
      <p:sp>
        <p:nvSpPr>
          <p:cNvPr id="20" name="Text 18"/>
          <p:cNvSpPr/>
          <p:nvPr>
            <p:custDataLst>
              <p:tags r:id="rId19"/>
            </p:custDataLst>
          </p:nvPr>
        </p:nvSpPr>
        <p:spPr>
          <a:xfrm>
            <a:off x="8347346" y="2840835"/>
            <a:ext cx="3072384" cy="512063"/>
          </a:xfrm>
          <a:prstGeom prst="rect">
            <a:avLst/>
          </a:prstGeom>
          <a:noFill/>
          <a:ln/>
        </p:spPr>
        <p:txBody>
          <a:bodyPr wrap="square" lIns="0" tIns="0" rIns="0" bIns="0" rtlCol="0" anchor="t">
            <a:noAutofit/>
          </a:bodyPr>
          <a:lstStyle/>
          <a:p>
            <a:pPr marL="0" indent="0">
              <a:buNone/>
            </a:pPr>
            <a:r>
              <a:rPr lang="fr-CA" noProof="0" dirty="0">
                <a:solidFill>
                  <a:srgbClr val="486581"/>
                </a:solidFill>
                <a:latin typeface="Calibri" pitchFamily="34" charset="0"/>
                <a:ea typeface="Calibri" pitchFamily="34" charset="-122"/>
                <a:cs typeface="Calibri" pitchFamily="34" charset="-120"/>
              </a:rPr>
              <a:t>Version and compatibility rules.</a:t>
            </a:r>
            <a:endParaRPr lang="fr-CA" noProof="0" dirty="0"/>
          </a:p>
        </p:txBody>
      </p:sp>
      <p:sp>
        <p:nvSpPr>
          <p:cNvPr id="21" name="Shape 19"/>
          <p:cNvSpPr/>
          <p:nvPr>
            <p:custDataLst>
              <p:tags r:id="rId20"/>
            </p:custDataLst>
          </p:nvPr>
        </p:nvSpPr>
        <p:spPr>
          <a:xfrm>
            <a:off x="520082" y="3581499"/>
            <a:ext cx="3520440" cy="1514955"/>
          </a:xfrm>
          <a:prstGeom prst="roundRect">
            <a:avLst>
              <a:gd name="adj" fmla="val 6579"/>
            </a:avLst>
          </a:prstGeom>
          <a:solidFill>
            <a:srgbClr val="FFFFFF"/>
          </a:solidFill>
          <a:ln w="8890">
            <a:solidFill>
              <a:srgbClr val="D9E2EC"/>
            </a:solidFill>
            <a:prstDash val="solid"/>
          </a:ln>
        </p:spPr>
        <p:txBody>
          <a:bodyPr/>
          <a:lstStyle/>
          <a:p>
            <a:endParaRPr lang="fr-CA" noProof="0" dirty="0"/>
          </a:p>
        </p:txBody>
      </p:sp>
      <p:sp>
        <p:nvSpPr>
          <p:cNvPr id="22" name="Shape 20"/>
          <p:cNvSpPr/>
          <p:nvPr>
            <p:custDataLst>
              <p:tags r:id="rId21"/>
            </p:custDataLst>
          </p:nvPr>
        </p:nvSpPr>
        <p:spPr>
          <a:xfrm>
            <a:off x="739538" y="3782668"/>
            <a:ext cx="612648" cy="0"/>
          </a:xfrm>
          <a:prstGeom prst="line">
            <a:avLst/>
          </a:prstGeom>
          <a:noFill/>
          <a:ln w="25400">
            <a:solidFill>
              <a:srgbClr val="0F766E"/>
            </a:solidFill>
            <a:prstDash val="solid"/>
          </a:ln>
        </p:spPr>
        <p:txBody>
          <a:bodyPr/>
          <a:lstStyle/>
          <a:p>
            <a:endParaRPr lang="fr-CA" noProof="0" dirty="0"/>
          </a:p>
        </p:txBody>
      </p:sp>
      <p:sp>
        <p:nvSpPr>
          <p:cNvPr id="23" name="Text 21"/>
          <p:cNvSpPr/>
          <p:nvPr>
            <p:custDataLst>
              <p:tags r:id="rId22"/>
            </p:custDataLst>
          </p:nvPr>
        </p:nvSpPr>
        <p:spPr>
          <a:xfrm>
            <a:off x="739538" y="3974692"/>
            <a:ext cx="3072384" cy="356616"/>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Dependencies</a:t>
            </a:r>
            <a:endParaRPr lang="fr-CA" sz="2000" noProof="0" dirty="0"/>
          </a:p>
        </p:txBody>
      </p:sp>
      <p:sp>
        <p:nvSpPr>
          <p:cNvPr id="24" name="Text 22"/>
          <p:cNvSpPr/>
          <p:nvPr>
            <p:custDataLst>
              <p:tags r:id="rId23"/>
            </p:custDataLst>
          </p:nvPr>
        </p:nvSpPr>
        <p:spPr>
          <a:xfrm>
            <a:off x="739538" y="4459324"/>
            <a:ext cx="3072384" cy="512064"/>
          </a:xfrm>
          <a:prstGeom prst="rect">
            <a:avLst/>
          </a:prstGeom>
          <a:noFill/>
          <a:ln/>
        </p:spPr>
        <p:txBody>
          <a:bodyPr wrap="square" lIns="0" tIns="0" rIns="0" bIns="0" rtlCol="0" anchor="t">
            <a:noAutofit/>
          </a:bodyPr>
          <a:lstStyle/>
          <a:p>
            <a:pPr marL="0" indent="0">
              <a:buNone/>
            </a:pPr>
            <a:r>
              <a:rPr lang="fr-CA" noProof="0" dirty="0">
                <a:solidFill>
                  <a:srgbClr val="486581"/>
                </a:solidFill>
                <a:latin typeface="Calibri" pitchFamily="34" charset="0"/>
                <a:ea typeface="Calibri" pitchFamily="34" charset="-122"/>
                <a:cs typeface="Calibri" pitchFamily="34" charset="-120"/>
              </a:rPr>
              <a:t>Producers, consumers, and lineage.</a:t>
            </a:r>
            <a:endParaRPr lang="fr-CA" noProof="0" dirty="0"/>
          </a:p>
        </p:txBody>
      </p:sp>
      <p:sp>
        <p:nvSpPr>
          <p:cNvPr id="25" name="Shape 23"/>
          <p:cNvSpPr/>
          <p:nvPr>
            <p:custDataLst>
              <p:tags r:id="rId24"/>
            </p:custDataLst>
          </p:nvPr>
        </p:nvSpPr>
        <p:spPr>
          <a:xfrm>
            <a:off x="4323986" y="3581500"/>
            <a:ext cx="3520440" cy="1514954"/>
          </a:xfrm>
          <a:prstGeom prst="roundRect">
            <a:avLst>
              <a:gd name="adj" fmla="val 6579"/>
            </a:avLst>
          </a:prstGeom>
          <a:solidFill>
            <a:srgbClr val="FFFFFF"/>
          </a:solidFill>
          <a:ln w="8890">
            <a:solidFill>
              <a:srgbClr val="D9E2EC"/>
            </a:solidFill>
            <a:prstDash val="solid"/>
          </a:ln>
        </p:spPr>
        <p:txBody>
          <a:bodyPr/>
          <a:lstStyle/>
          <a:p>
            <a:endParaRPr lang="fr-CA" noProof="0" dirty="0"/>
          </a:p>
        </p:txBody>
      </p:sp>
      <p:sp>
        <p:nvSpPr>
          <p:cNvPr id="26" name="Shape 24"/>
          <p:cNvSpPr/>
          <p:nvPr>
            <p:custDataLst>
              <p:tags r:id="rId25"/>
            </p:custDataLst>
          </p:nvPr>
        </p:nvSpPr>
        <p:spPr>
          <a:xfrm>
            <a:off x="4543442" y="3782668"/>
            <a:ext cx="612648" cy="0"/>
          </a:xfrm>
          <a:prstGeom prst="line">
            <a:avLst/>
          </a:prstGeom>
          <a:noFill/>
          <a:ln w="25400">
            <a:solidFill>
              <a:srgbClr val="0F766E"/>
            </a:solidFill>
            <a:prstDash val="solid"/>
          </a:ln>
        </p:spPr>
        <p:txBody>
          <a:bodyPr/>
          <a:lstStyle/>
          <a:p>
            <a:endParaRPr lang="fr-CA" noProof="0" dirty="0"/>
          </a:p>
        </p:txBody>
      </p:sp>
      <p:sp>
        <p:nvSpPr>
          <p:cNvPr id="27" name="Text 25"/>
          <p:cNvSpPr/>
          <p:nvPr>
            <p:custDataLst>
              <p:tags r:id="rId26"/>
            </p:custDataLst>
          </p:nvPr>
        </p:nvSpPr>
        <p:spPr>
          <a:xfrm>
            <a:off x="4543442" y="3974692"/>
            <a:ext cx="3072384" cy="356616"/>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Service</a:t>
            </a:r>
            <a:endParaRPr lang="fr-CA" sz="2000" noProof="0" dirty="0"/>
          </a:p>
        </p:txBody>
      </p:sp>
      <p:sp>
        <p:nvSpPr>
          <p:cNvPr id="28" name="Text 26"/>
          <p:cNvSpPr/>
          <p:nvPr>
            <p:custDataLst>
              <p:tags r:id="rId27"/>
            </p:custDataLst>
          </p:nvPr>
        </p:nvSpPr>
        <p:spPr>
          <a:xfrm>
            <a:off x="4543442" y="4459324"/>
            <a:ext cx="3072384" cy="512064"/>
          </a:xfrm>
          <a:prstGeom prst="rect">
            <a:avLst/>
          </a:prstGeom>
          <a:noFill/>
          <a:ln/>
        </p:spPr>
        <p:txBody>
          <a:bodyPr wrap="square" lIns="0" tIns="0" rIns="0" bIns="0" rtlCol="0" anchor="t">
            <a:noAutofit/>
          </a:bodyPr>
          <a:lstStyle/>
          <a:p>
            <a:pPr marL="0" indent="0">
              <a:buNone/>
            </a:pPr>
            <a:r>
              <a:rPr lang="fr-CA" noProof="0" dirty="0">
                <a:solidFill>
                  <a:srgbClr val="486581"/>
                </a:solidFill>
                <a:latin typeface="Calibri" pitchFamily="34" charset="0"/>
                <a:ea typeface="Calibri" pitchFamily="34" charset="-122"/>
                <a:cs typeface="Calibri" pitchFamily="34" charset="-120"/>
              </a:rPr>
              <a:t>Freshness, availability, and quality.</a:t>
            </a:r>
            <a:endParaRPr lang="fr-CA" noProof="0" dirty="0"/>
          </a:p>
        </p:txBody>
      </p:sp>
      <p:sp>
        <p:nvSpPr>
          <p:cNvPr id="29" name="Shape 27"/>
          <p:cNvSpPr/>
          <p:nvPr>
            <p:custDataLst>
              <p:tags r:id="rId28"/>
            </p:custDataLst>
          </p:nvPr>
        </p:nvSpPr>
        <p:spPr>
          <a:xfrm>
            <a:off x="8127890" y="3581500"/>
            <a:ext cx="3520440" cy="1514954"/>
          </a:xfrm>
          <a:prstGeom prst="roundRect">
            <a:avLst>
              <a:gd name="adj" fmla="val 6579"/>
            </a:avLst>
          </a:prstGeom>
          <a:solidFill>
            <a:srgbClr val="FFFFFF"/>
          </a:solidFill>
          <a:ln w="8890">
            <a:solidFill>
              <a:srgbClr val="D9E2EC"/>
            </a:solidFill>
            <a:prstDash val="solid"/>
          </a:ln>
        </p:spPr>
        <p:txBody>
          <a:bodyPr/>
          <a:lstStyle/>
          <a:p>
            <a:endParaRPr lang="fr-CA" noProof="0" dirty="0"/>
          </a:p>
        </p:txBody>
      </p:sp>
      <p:sp>
        <p:nvSpPr>
          <p:cNvPr id="30" name="Shape 28"/>
          <p:cNvSpPr/>
          <p:nvPr>
            <p:custDataLst>
              <p:tags r:id="rId29"/>
            </p:custDataLst>
          </p:nvPr>
        </p:nvSpPr>
        <p:spPr>
          <a:xfrm>
            <a:off x="8347346" y="3782668"/>
            <a:ext cx="612648" cy="0"/>
          </a:xfrm>
          <a:prstGeom prst="line">
            <a:avLst/>
          </a:prstGeom>
          <a:noFill/>
          <a:ln w="25400">
            <a:solidFill>
              <a:srgbClr val="0F766E"/>
            </a:solidFill>
            <a:prstDash val="solid"/>
          </a:ln>
        </p:spPr>
        <p:txBody>
          <a:bodyPr/>
          <a:lstStyle/>
          <a:p>
            <a:endParaRPr lang="fr-CA" noProof="0" dirty="0"/>
          </a:p>
        </p:txBody>
      </p:sp>
      <p:sp>
        <p:nvSpPr>
          <p:cNvPr id="31" name="Text 29"/>
          <p:cNvSpPr/>
          <p:nvPr>
            <p:custDataLst>
              <p:tags r:id="rId30"/>
            </p:custDataLst>
          </p:nvPr>
        </p:nvSpPr>
        <p:spPr>
          <a:xfrm>
            <a:off x="8347346" y="3974692"/>
            <a:ext cx="3072384" cy="356616"/>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Protection</a:t>
            </a:r>
            <a:endParaRPr lang="fr-CA" sz="2000" noProof="0" dirty="0"/>
          </a:p>
        </p:txBody>
      </p:sp>
      <p:sp>
        <p:nvSpPr>
          <p:cNvPr id="32" name="Text 30"/>
          <p:cNvSpPr/>
          <p:nvPr>
            <p:custDataLst>
              <p:tags r:id="rId31"/>
            </p:custDataLst>
          </p:nvPr>
        </p:nvSpPr>
        <p:spPr>
          <a:xfrm>
            <a:off x="8347346" y="4459324"/>
            <a:ext cx="3072384" cy="512064"/>
          </a:xfrm>
          <a:prstGeom prst="rect">
            <a:avLst/>
          </a:prstGeom>
          <a:noFill/>
          <a:ln/>
        </p:spPr>
        <p:txBody>
          <a:bodyPr wrap="square" lIns="0" tIns="0" rIns="0" bIns="0" rtlCol="0" anchor="t">
            <a:normAutofit lnSpcReduction="10000"/>
          </a:bodyPr>
          <a:lstStyle/>
          <a:p>
            <a:pPr marL="0" indent="0">
              <a:buNone/>
            </a:pPr>
            <a:r>
              <a:rPr lang="fr-CA" noProof="0" dirty="0">
                <a:solidFill>
                  <a:srgbClr val="486581"/>
                </a:solidFill>
                <a:latin typeface="Calibri" pitchFamily="34" charset="0"/>
                <a:ea typeface="Calibri" pitchFamily="34" charset="-122"/>
                <a:cs typeface="Calibri" pitchFamily="34" charset="-120"/>
              </a:rPr>
              <a:t>Access, classification, and retention.</a:t>
            </a:r>
            <a:endParaRPr lang="fr-CA" noProof="0" dirty="0"/>
          </a:p>
        </p:txBody>
      </p:sp>
      <p:sp>
        <p:nvSpPr>
          <p:cNvPr id="33" name="Shape 31"/>
          <p:cNvSpPr/>
          <p:nvPr>
            <p:custDataLst>
              <p:tags r:id="rId32"/>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34" name="Text 32"/>
          <p:cNvSpPr/>
          <p:nvPr>
            <p:custDataLst>
              <p:tags r:id="rId33"/>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A topic without a contract or owner creates a dependency that is difficult to operate.</a:t>
            </a:r>
            <a:endParaRPr lang="fr-CA" sz="1550" noProof="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06 / PROVE AND CHOOSE</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DATA MESH / DATA FABRIC</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Ownership and platform are complementary</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The guide does not present Data Mesh and Data Fabric as two competing products.</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32</a:t>
            </a:r>
            <a:endParaRPr lang="fr-CA" sz="900" noProof="0" dirty="0"/>
          </a:p>
        </p:txBody>
      </p:sp>
      <p:sp>
        <p:nvSpPr>
          <p:cNvPr id="9" name="Shape 7"/>
          <p:cNvSpPr/>
          <p:nvPr>
            <p:custDataLst>
              <p:tags r:id="rId8"/>
            </p:custDataLst>
          </p:nvPr>
        </p:nvSpPr>
        <p:spPr>
          <a:xfrm>
            <a:off x="520082" y="1999476"/>
            <a:ext cx="5367528" cy="2668217"/>
          </a:xfrm>
          <a:prstGeom prst="roundRect">
            <a:avLst>
              <a:gd name="adj" fmla="val 2833"/>
            </a:avLst>
          </a:prstGeom>
          <a:solidFill>
            <a:srgbClr val="EFF6FF"/>
          </a:solidFill>
          <a:ln w="8890">
            <a:solidFill>
              <a:srgbClr val="D9E2EC"/>
            </a:solidFill>
            <a:prstDash val="solid"/>
          </a:ln>
        </p:spPr>
        <p:txBody>
          <a:bodyPr/>
          <a:lstStyle/>
          <a:p>
            <a:endParaRPr lang="fr-CA" noProof="0" dirty="0"/>
          </a:p>
        </p:txBody>
      </p:sp>
      <p:sp>
        <p:nvSpPr>
          <p:cNvPr id="10" name="Shape 8"/>
          <p:cNvSpPr/>
          <p:nvPr>
            <p:custDataLst>
              <p:tags r:id="rId9"/>
            </p:custDataLst>
          </p:nvPr>
        </p:nvSpPr>
        <p:spPr>
          <a:xfrm>
            <a:off x="748682" y="2255508"/>
            <a:ext cx="731520" cy="0"/>
          </a:xfrm>
          <a:prstGeom prst="line">
            <a:avLst/>
          </a:prstGeom>
          <a:noFill/>
          <a:ln w="29210">
            <a:solidFill>
              <a:srgbClr val="1F6FEB"/>
            </a:solidFill>
            <a:prstDash val="solid"/>
          </a:ln>
        </p:spPr>
        <p:txBody>
          <a:bodyPr/>
          <a:lstStyle/>
          <a:p>
            <a:endParaRPr lang="fr-CA" noProof="0" dirty="0"/>
          </a:p>
        </p:txBody>
      </p:sp>
      <p:sp>
        <p:nvSpPr>
          <p:cNvPr id="11" name="Text 9"/>
          <p:cNvSpPr/>
          <p:nvPr>
            <p:custDataLst>
              <p:tags r:id="rId10"/>
            </p:custDataLst>
          </p:nvPr>
        </p:nvSpPr>
        <p:spPr>
          <a:xfrm>
            <a:off x="748682" y="2484108"/>
            <a:ext cx="4910328"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Data Mesh: who and why?</a:t>
            </a:r>
            <a:endParaRPr lang="fr-CA" sz="2000" noProof="0" dirty="0"/>
          </a:p>
        </p:txBody>
      </p:sp>
      <p:sp>
        <p:nvSpPr>
          <p:cNvPr id="12" name="Text 10"/>
          <p:cNvSpPr/>
          <p:nvPr>
            <p:custDataLst>
              <p:tags r:id="rId11"/>
            </p:custDataLst>
          </p:nvPr>
        </p:nvSpPr>
        <p:spPr>
          <a:xfrm>
            <a:off x="748682" y="3115044"/>
            <a:ext cx="4910328" cy="1357883"/>
          </a:xfrm>
          <a:prstGeom prst="rect">
            <a:avLst/>
          </a:prstGeom>
          <a:noFill/>
          <a:ln/>
        </p:spPr>
        <p:txBody>
          <a:bodyPr wrap="square" lIns="0" tIns="0" rIns="0" bIns="0" rtlCol="0" anchor="t">
            <a:normAutofit/>
          </a:bodyPr>
          <a:lstStyle/>
          <a:p>
            <a:pPr marL="0" indent="0">
              <a:buNone/>
            </a:pPr>
            <a:r>
              <a:rPr lang="fr-CA" noProof="0" dirty="0">
                <a:solidFill>
                  <a:srgbClr val="486581"/>
                </a:solidFill>
                <a:latin typeface="Calibri" pitchFamily="34" charset="0"/>
                <a:ea typeface="Calibri" pitchFamily="34" charset="-122"/>
                <a:cs typeface="Calibri" pitchFamily="34" charset="-120"/>
              </a:rPr>
              <a:t>Domain ownership.</a:t>
            </a:r>
            <a:endParaRPr lang="fr-CA" noProof="0" dirty="0"/>
          </a:p>
          <a:p>
            <a:pPr marL="0" indent="0">
              <a:buNone/>
            </a:pPr>
            <a:r>
              <a:rPr lang="fr-CA" noProof="0" dirty="0">
                <a:solidFill>
                  <a:srgbClr val="486581"/>
                </a:solidFill>
                <a:latin typeface="Calibri" pitchFamily="34" charset="0"/>
                <a:ea typeface="Calibri" pitchFamily="34" charset="-122"/>
                <a:cs typeface="Calibri" pitchFamily="34" charset="-120"/>
              </a:rPr>
              <a:t>Data as a product.</a:t>
            </a:r>
            <a:endParaRPr lang="fr-CA" noProof="0" dirty="0"/>
          </a:p>
          <a:p>
            <a:pPr marL="0" indent="0">
              <a:buNone/>
            </a:pPr>
            <a:r>
              <a:rPr lang="fr-CA" noProof="0" dirty="0">
                <a:solidFill>
                  <a:srgbClr val="486581"/>
                </a:solidFill>
                <a:latin typeface="Calibri" pitchFamily="34" charset="0"/>
                <a:ea typeface="Calibri" pitchFamily="34" charset="-122"/>
                <a:cs typeface="Calibri" pitchFamily="34" charset="-120"/>
              </a:rPr>
              <a:t>Self-service platform.</a:t>
            </a:r>
            <a:endParaRPr lang="fr-CA" noProof="0" dirty="0"/>
          </a:p>
          <a:p>
            <a:pPr marL="0" indent="0">
              <a:buNone/>
            </a:pPr>
            <a:r>
              <a:rPr lang="fr-CA" noProof="0" dirty="0">
                <a:solidFill>
                  <a:srgbClr val="486581"/>
                </a:solidFill>
                <a:latin typeface="Calibri" pitchFamily="34" charset="0"/>
                <a:ea typeface="Calibri" pitchFamily="34" charset="-122"/>
                <a:cs typeface="Calibri" pitchFamily="34" charset="-120"/>
              </a:rPr>
              <a:t>Federated governance.</a:t>
            </a:r>
            <a:endParaRPr lang="fr-CA" noProof="0" dirty="0"/>
          </a:p>
        </p:txBody>
      </p:sp>
      <p:sp>
        <p:nvSpPr>
          <p:cNvPr id="13" name="Shape 11"/>
          <p:cNvSpPr/>
          <p:nvPr>
            <p:custDataLst>
              <p:tags r:id="rId12"/>
            </p:custDataLst>
          </p:nvPr>
        </p:nvSpPr>
        <p:spPr>
          <a:xfrm>
            <a:off x="6271658" y="1999476"/>
            <a:ext cx="5376672" cy="2668217"/>
          </a:xfrm>
          <a:prstGeom prst="roundRect">
            <a:avLst>
              <a:gd name="adj" fmla="val 2833"/>
            </a:avLst>
          </a:prstGeom>
          <a:solidFill>
            <a:srgbClr val="EFFAF8"/>
          </a:solidFill>
          <a:ln w="8890">
            <a:solidFill>
              <a:srgbClr val="D9E2EC"/>
            </a:solidFill>
            <a:prstDash val="solid"/>
          </a:ln>
        </p:spPr>
        <p:txBody>
          <a:bodyPr/>
          <a:lstStyle/>
          <a:p>
            <a:endParaRPr lang="fr-CA" noProof="0" dirty="0"/>
          </a:p>
        </p:txBody>
      </p:sp>
      <p:sp>
        <p:nvSpPr>
          <p:cNvPr id="14" name="Shape 12"/>
          <p:cNvSpPr/>
          <p:nvPr>
            <p:custDataLst>
              <p:tags r:id="rId13"/>
            </p:custDataLst>
          </p:nvPr>
        </p:nvSpPr>
        <p:spPr>
          <a:xfrm>
            <a:off x="6500258" y="2255508"/>
            <a:ext cx="731520" cy="0"/>
          </a:xfrm>
          <a:prstGeom prst="line">
            <a:avLst/>
          </a:prstGeom>
          <a:noFill/>
          <a:ln w="29210">
            <a:solidFill>
              <a:srgbClr val="0F766E"/>
            </a:solidFill>
            <a:prstDash val="solid"/>
          </a:ln>
        </p:spPr>
        <p:txBody>
          <a:bodyPr/>
          <a:lstStyle/>
          <a:p>
            <a:endParaRPr lang="fr-CA" noProof="0" dirty="0"/>
          </a:p>
        </p:txBody>
      </p:sp>
      <p:sp>
        <p:nvSpPr>
          <p:cNvPr id="15" name="Text 13"/>
          <p:cNvSpPr/>
          <p:nvPr>
            <p:custDataLst>
              <p:tags r:id="rId14"/>
            </p:custDataLst>
          </p:nvPr>
        </p:nvSpPr>
        <p:spPr>
          <a:xfrm>
            <a:off x="6500258" y="2484108"/>
            <a:ext cx="4919472"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Data Fabric: how to connect?</a:t>
            </a:r>
            <a:endParaRPr lang="fr-CA" sz="2000" noProof="0" dirty="0"/>
          </a:p>
        </p:txBody>
      </p:sp>
      <p:sp>
        <p:nvSpPr>
          <p:cNvPr id="16" name="Text 14"/>
          <p:cNvSpPr/>
          <p:nvPr>
            <p:custDataLst>
              <p:tags r:id="rId15"/>
            </p:custDataLst>
          </p:nvPr>
        </p:nvSpPr>
        <p:spPr>
          <a:xfrm>
            <a:off x="6500258" y="3115044"/>
            <a:ext cx="4919472" cy="1357883"/>
          </a:xfrm>
          <a:prstGeom prst="rect">
            <a:avLst/>
          </a:prstGeom>
          <a:noFill/>
          <a:ln/>
        </p:spPr>
        <p:txBody>
          <a:bodyPr wrap="square" lIns="0" tIns="0" rIns="0" bIns="0" rtlCol="0" anchor="t">
            <a:normAutofit/>
          </a:bodyPr>
          <a:lstStyle/>
          <a:p>
            <a:pPr marL="0" indent="0">
              <a:buNone/>
            </a:pPr>
            <a:r>
              <a:rPr lang="fr-CA" noProof="0" dirty="0">
                <a:solidFill>
                  <a:srgbClr val="486581"/>
                </a:solidFill>
                <a:latin typeface="Calibri" pitchFamily="34" charset="0"/>
                <a:ea typeface="Calibri" pitchFamily="34" charset="-122"/>
                <a:cs typeface="Calibri" pitchFamily="34" charset="-120"/>
              </a:rPr>
              <a:t>Integration and connectors.</a:t>
            </a:r>
            <a:endParaRPr lang="fr-CA" noProof="0" dirty="0"/>
          </a:p>
          <a:p>
            <a:pPr marL="0" indent="0">
              <a:buNone/>
            </a:pPr>
            <a:r>
              <a:rPr lang="fr-CA" noProof="0" dirty="0">
                <a:solidFill>
                  <a:srgbClr val="486581"/>
                </a:solidFill>
                <a:latin typeface="Calibri" pitchFamily="34" charset="0"/>
                <a:ea typeface="Calibri" pitchFamily="34" charset="-122"/>
                <a:cs typeface="Calibri" pitchFamily="34" charset="-120"/>
              </a:rPr>
              <a:t>Catalog and lineage.</a:t>
            </a:r>
            <a:endParaRPr lang="fr-CA" noProof="0" dirty="0"/>
          </a:p>
          <a:p>
            <a:pPr marL="0" indent="0">
              <a:buNone/>
            </a:pPr>
            <a:r>
              <a:rPr lang="fr-CA" noProof="0" dirty="0">
                <a:solidFill>
                  <a:srgbClr val="486581"/>
                </a:solidFill>
                <a:latin typeface="Calibri" pitchFamily="34" charset="0"/>
                <a:ea typeface="Calibri" pitchFamily="34" charset="-122"/>
                <a:cs typeface="Calibri" pitchFamily="34" charset="-120"/>
              </a:rPr>
              <a:t>Policies and quality.</a:t>
            </a:r>
            <a:endParaRPr lang="fr-CA" noProof="0" dirty="0"/>
          </a:p>
          <a:p>
            <a:pPr marL="0" indent="0">
              <a:buNone/>
            </a:pPr>
            <a:r>
              <a:rPr lang="fr-CA" noProof="0" dirty="0">
                <a:solidFill>
                  <a:srgbClr val="486581"/>
                </a:solidFill>
                <a:latin typeface="Calibri" pitchFamily="34" charset="0"/>
                <a:ea typeface="Calibri" pitchFamily="34" charset="-122"/>
                <a:cs typeface="Calibri" pitchFamily="34" charset="-120"/>
              </a:rPr>
              <a:t>Shared access and observability.</a:t>
            </a:r>
            <a:endParaRPr lang="fr-CA" noProof="0" dirty="0"/>
          </a:p>
        </p:txBody>
      </p:sp>
      <p:sp>
        <p:nvSpPr>
          <p:cNvPr id="17" name="Shape 15"/>
          <p:cNvSpPr/>
          <p:nvPr>
            <p:custDataLst>
              <p:tags r:id="rId16"/>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18" name="Text 16"/>
          <p:cNvSpPr/>
          <p:nvPr>
            <p:custDataLst>
              <p:tags r:id="rId17"/>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Kafka can support these approaches; it replaces neither ownership nor governance.</a:t>
            </a:r>
            <a:endParaRPr lang="fr-CA" sz="1550" noProof="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06 / PROVE AND CHOOSE</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DATA CORROBORATION</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A consumed message does not prove that the state is correct</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Corroboration compares representations of the same facts and looks for discrepancies.</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33</a:t>
            </a:r>
            <a:endParaRPr lang="fr-CA" sz="900" noProof="0" dirty="0"/>
          </a:p>
        </p:txBody>
      </p:sp>
      <p:sp>
        <p:nvSpPr>
          <p:cNvPr id="9" name="Shape 7"/>
          <p:cNvSpPr/>
          <p:nvPr>
            <p:custDataLst>
              <p:tags r:id="rId8"/>
            </p:custDataLst>
          </p:nvPr>
        </p:nvSpPr>
        <p:spPr>
          <a:xfrm>
            <a:off x="520082" y="1999476"/>
            <a:ext cx="3511296" cy="1746504"/>
          </a:xfrm>
          <a:prstGeom prst="roundRect">
            <a:avLst>
              <a:gd name="adj" fmla="val 5236"/>
            </a:avLst>
          </a:prstGeom>
          <a:solidFill>
            <a:srgbClr val="EFF6FF"/>
          </a:solidFill>
          <a:ln w="8890">
            <a:solidFill>
              <a:srgbClr val="1F6FEB"/>
            </a:solidFill>
            <a:prstDash val="solid"/>
          </a:ln>
        </p:spPr>
        <p:txBody>
          <a:bodyPr/>
          <a:lstStyle/>
          <a:p>
            <a:endParaRPr lang="fr-CA" noProof="0" dirty="0"/>
          </a:p>
        </p:txBody>
      </p:sp>
      <p:sp>
        <p:nvSpPr>
          <p:cNvPr id="10" name="Text 8"/>
          <p:cNvSpPr/>
          <p:nvPr>
            <p:custDataLst>
              <p:tags r:id="rId9"/>
            </p:custDataLst>
          </p:nvPr>
        </p:nvSpPr>
        <p:spPr>
          <a:xfrm>
            <a:off x="666386" y="2200644"/>
            <a:ext cx="3218688" cy="475488"/>
          </a:xfrm>
          <a:prstGeom prst="rect">
            <a:avLst/>
          </a:prstGeom>
          <a:noFill/>
          <a:ln/>
        </p:spPr>
        <p:txBody>
          <a:bodyPr wrap="square" lIns="0" tIns="0" rIns="0" bIns="0" rtlCol="0" anchor="t">
            <a:normAutofit/>
          </a:bodyPr>
          <a:lstStyle/>
          <a:p>
            <a:pPr marL="0" indent="0" algn="ctr">
              <a:buNone/>
            </a:pPr>
            <a:r>
              <a:rPr lang="fr-CA" sz="2000" b="1" noProof="0" dirty="0">
                <a:solidFill>
                  <a:srgbClr val="1F6FEB"/>
                </a:solidFill>
                <a:latin typeface="Calibri" pitchFamily="34" charset="0"/>
                <a:ea typeface="Calibri" pitchFamily="34" charset="-122"/>
                <a:cs typeface="Calibri" pitchFamily="34" charset="-120"/>
              </a:rPr>
              <a:t>Processed requests</a:t>
            </a:r>
            <a:endParaRPr lang="fr-CA" sz="1850" noProof="0" dirty="0"/>
          </a:p>
        </p:txBody>
      </p:sp>
      <p:sp>
        <p:nvSpPr>
          <p:cNvPr id="11" name="Text 9"/>
          <p:cNvSpPr/>
          <p:nvPr>
            <p:custDataLst>
              <p:tags r:id="rId10"/>
            </p:custDataLst>
          </p:nvPr>
        </p:nvSpPr>
        <p:spPr>
          <a:xfrm>
            <a:off x="684674" y="2767572"/>
            <a:ext cx="3182112" cy="841248"/>
          </a:xfrm>
          <a:prstGeom prst="rect">
            <a:avLst/>
          </a:prstGeom>
          <a:noFill/>
          <a:ln/>
        </p:spPr>
        <p:txBody>
          <a:bodyPr wrap="square" lIns="0" tIns="0" rIns="0" bIns="0" rtlCol="0" anchor="t">
            <a:normAutofit/>
          </a:bodyPr>
          <a:lstStyle/>
          <a:p>
            <a:pPr marL="0" indent="0" algn="ctr">
              <a:buNone/>
            </a:pPr>
            <a:r>
              <a:rPr lang="fr-CA" sz="2000" noProof="0" dirty="0">
                <a:solidFill>
                  <a:srgbClr val="486581"/>
                </a:solidFill>
                <a:latin typeface="Calibri" pitchFamily="34" charset="0"/>
                <a:ea typeface="Calibri" pitchFamily="34" charset="-122"/>
                <a:cs typeface="Calibri" pitchFamily="34" charset="-120"/>
              </a:rPr>
              <a:t>Quantities, operations</a:t>
            </a:r>
            <a:endParaRPr lang="fr-CA" sz="2000" noProof="0" dirty="0"/>
          </a:p>
          <a:p>
            <a:pPr marL="0" indent="0" algn="ctr">
              <a:buNone/>
            </a:pPr>
            <a:r>
              <a:rPr lang="fr-CA" sz="2000" noProof="0" dirty="0">
                <a:solidFill>
                  <a:srgbClr val="486581"/>
                </a:solidFill>
                <a:latin typeface="Calibri" pitchFamily="34" charset="0"/>
                <a:ea typeface="Calibri" pitchFamily="34" charset="-122"/>
                <a:cs typeface="Calibri" pitchFamily="34" charset="-120"/>
              </a:rPr>
              <a:t>and results</a:t>
            </a:r>
            <a:endParaRPr lang="fr-CA" sz="2000" noProof="0" dirty="0"/>
          </a:p>
        </p:txBody>
      </p:sp>
      <p:sp>
        <p:nvSpPr>
          <p:cNvPr id="12" name="Shape 10"/>
          <p:cNvSpPr/>
          <p:nvPr>
            <p:custDataLst>
              <p:tags r:id="rId11"/>
            </p:custDataLst>
          </p:nvPr>
        </p:nvSpPr>
        <p:spPr>
          <a:xfrm>
            <a:off x="4323986" y="1999476"/>
            <a:ext cx="3520440" cy="1746504"/>
          </a:xfrm>
          <a:prstGeom prst="roundRect">
            <a:avLst>
              <a:gd name="adj" fmla="val 5236"/>
            </a:avLst>
          </a:prstGeom>
          <a:solidFill>
            <a:srgbClr val="EFFAF8"/>
          </a:solidFill>
          <a:ln w="8890">
            <a:solidFill>
              <a:srgbClr val="0F766E"/>
            </a:solidFill>
            <a:prstDash val="solid"/>
          </a:ln>
        </p:spPr>
        <p:txBody>
          <a:bodyPr/>
          <a:lstStyle/>
          <a:p>
            <a:endParaRPr lang="fr-CA" noProof="0" dirty="0"/>
          </a:p>
        </p:txBody>
      </p:sp>
      <p:sp>
        <p:nvSpPr>
          <p:cNvPr id="13" name="Text 11"/>
          <p:cNvSpPr/>
          <p:nvPr>
            <p:custDataLst>
              <p:tags r:id="rId12"/>
            </p:custDataLst>
          </p:nvPr>
        </p:nvSpPr>
        <p:spPr>
          <a:xfrm>
            <a:off x="4470290" y="2200644"/>
            <a:ext cx="3227832" cy="475488"/>
          </a:xfrm>
          <a:prstGeom prst="rect">
            <a:avLst/>
          </a:prstGeom>
          <a:noFill/>
          <a:ln/>
        </p:spPr>
        <p:txBody>
          <a:bodyPr wrap="square" lIns="0" tIns="0" rIns="0" bIns="0" rtlCol="0" anchor="t">
            <a:normAutofit/>
          </a:bodyPr>
          <a:lstStyle/>
          <a:p>
            <a:pPr marL="0" indent="0" algn="ctr">
              <a:buNone/>
            </a:pPr>
            <a:r>
              <a:rPr lang="fr-CA" sz="2000" b="1" noProof="0" dirty="0">
                <a:solidFill>
                  <a:srgbClr val="0F766E"/>
                </a:solidFill>
                <a:latin typeface="Calibri" pitchFamily="34" charset="0"/>
                <a:ea typeface="Calibri" pitchFamily="34" charset="-122"/>
                <a:cs typeface="Calibri" pitchFamily="34" charset="-120"/>
              </a:rPr>
              <a:t>Expected state</a:t>
            </a:r>
            <a:endParaRPr lang="fr-CA" sz="1850" noProof="0" dirty="0"/>
          </a:p>
        </p:txBody>
      </p:sp>
      <p:sp>
        <p:nvSpPr>
          <p:cNvPr id="14" name="Text 12"/>
          <p:cNvSpPr/>
          <p:nvPr>
            <p:custDataLst>
              <p:tags r:id="rId13"/>
            </p:custDataLst>
          </p:nvPr>
        </p:nvSpPr>
        <p:spPr>
          <a:xfrm>
            <a:off x="4488578" y="2767572"/>
            <a:ext cx="3191256" cy="841248"/>
          </a:xfrm>
          <a:prstGeom prst="rect">
            <a:avLst/>
          </a:prstGeom>
          <a:noFill/>
          <a:ln/>
        </p:spPr>
        <p:txBody>
          <a:bodyPr wrap="square" lIns="0" tIns="0" rIns="0" bIns="0" rtlCol="0" anchor="t">
            <a:normAutofit/>
          </a:bodyPr>
          <a:lstStyle/>
          <a:p>
            <a:pPr marL="0" indent="0" algn="ctr">
              <a:buNone/>
            </a:pPr>
            <a:r>
              <a:rPr lang="fr-CA" sz="2000" noProof="0" dirty="0">
                <a:solidFill>
                  <a:srgbClr val="486581"/>
                </a:solidFill>
                <a:latin typeface="Calibri" pitchFamily="34" charset="0"/>
                <a:ea typeface="Calibri" pitchFamily="34" charset="-122"/>
                <a:cs typeface="Calibri" pitchFamily="34" charset="-120"/>
              </a:rPr>
              <a:t>Cumulative effect</a:t>
            </a:r>
            <a:endParaRPr lang="fr-CA" sz="2000" noProof="0" dirty="0"/>
          </a:p>
          <a:p>
            <a:pPr marL="0" indent="0" algn="ctr">
              <a:buNone/>
            </a:pPr>
            <a:r>
              <a:rPr lang="fr-CA" sz="2000" noProof="0" dirty="0">
                <a:solidFill>
                  <a:srgbClr val="486581"/>
                </a:solidFill>
                <a:latin typeface="Calibri" pitchFamily="34" charset="0"/>
                <a:ea typeface="Calibri" pitchFamily="34" charset="-122"/>
                <a:cs typeface="Calibri" pitchFamily="34" charset="-120"/>
              </a:rPr>
              <a:t>of processing</a:t>
            </a:r>
            <a:endParaRPr lang="fr-CA" sz="2000" noProof="0" dirty="0"/>
          </a:p>
        </p:txBody>
      </p:sp>
      <p:sp>
        <p:nvSpPr>
          <p:cNvPr id="15" name="Shape 13"/>
          <p:cNvSpPr/>
          <p:nvPr>
            <p:custDataLst>
              <p:tags r:id="rId14"/>
            </p:custDataLst>
          </p:nvPr>
        </p:nvSpPr>
        <p:spPr>
          <a:xfrm>
            <a:off x="8137034" y="1999476"/>
            <a:ext cx="3511296" cy="1746504"/>
          </a:xfrm>
          <a:prstGeom prst="roundRect">
            <a:avLst>
              <a:gd name="adj" fmla="val 5236"/>
            </a:avLst>
          </a:prstGeom>
          <a:solidFill>
            <a:srgbClr val="FFF7ED"/>
          </a:solidFill>
          <a:ln w="8890">
            <a:solidFill>
              <a:srgbClr val="B45309"/>
            </a:solidFill>
            <a:prstDash val="solid"/>
          </a:ln>
        </p:spPr>
        <p:txBody>
          <a:bodyPr/>
          <a:lstStyle/>
          <a:p>
            <a:endParaRPr lang="fr-CA" noProof="0" dirty="0"/>
          </a:p>
        </p:txBody>
      </p:sp>
      <p:sp>
        <p:nvSpPr>
          <p:cNvPr id="16" name="Text 14"/>
          <p:cNvSpPr/>
          <p:nvPr>
            <p:custDataLst>
              <p:tags r:id="rId15"/>
            </p:custDataLst>
          </p:nvPr>
        </p:nvSpPr>
        <p:spPr>
          <a:xfrm>
            <a:off x="8283338" y="2200644"/>
            <a:ext cx="3218688" cy="475488"/>
          </a:xfrm>
          <a:prstGeom prst="rect">
            <a:avLst/>
          </a:prstGeom>
          <a:noFill/>
          <a:ln/>
        </p:spPr>
        <p:txBody>
          <a:bodyPr wrap="square" lIns="0" tIns="0" rIns="0" bIns="0" rtlCol="0" anchor="t">
            <a:normAutofit/>
          </a:bodyPr>
          <a:lstStyle/>
          <a:p>
            <a:pPr marL="0" indent="0" algn="ctr">
              <a:buNone/>
            </a:pPr>
            <a:r>
              <a:rPr lang="fr-CA" sz="1850" b="1" noProof="0" dirty="0">
                <a:solidFill>
                  <a:srgbClr val="B45309"/>
                </a:solidFill>
                <a:latin typeface="Calibri" pitchFamily="34" charset="0"/>
                <a:ea typeface="Calibri" pitchFamily="34" charset="-122"/>
                <a:cs typeface="Calibri" pitchFamily="34" charset="-120"/>
              </a:rPr>
              <a:t>Persisted state</a:t>
            </a:r>
            <a:endParaRPr lang="fr-CA" sz="2000" noProof="0" dirty="0"/>
          </a:p>
        </p:txBody>
      </p:sp>
      <p:sp>
        <p:nvSpPr>
          <p:cNvPr id="17" name="Text 15"/>
          <p:cNvSpPr/>
          <p:nvPr>
            <p:custDataLst>
              <p:tags r:id="rId16"/>
            </p:custDataLst>
          </p:nvPr>
        </p:nvSpPr>
        <p:spPr>
          <a:xfrm>
            <a:off x="8301626" y="2767572"/>
            <a:ext cx="3182112" cy="841248"/>
          </a:xfrm>
          <a:prstGeom prst="rect">
            <a:avLst/>
          </a:prstGeom>
          <a:noFill/>
          <a:ln/>
        </p:spPr>
        <p:txBody>
          <a:bodyPr wrap="square" lIns="0" tIns="0" rIns="0" bIns="0" rtlCol="0" anchor="t">
            <a:normAutofit/>
          </a:bodyPr>
          <a:lstStyle/>
          <a:p>
            <a:pPr marL="0" indent="0" algn="ctr">
              <a:buNone/>
            </a:pPr>
            <a:r>
              <a:rPr lang="fr-CA" sz="2000" noProof="0" dirty="0">
                <a:solidFill>
                  <a:srgbClr val="486581"/>
                </a:solidFill>
                <a:latin typeface="Calibri" pitchFamily="34" charset="0"/>
                <a:ea typeface="Calibri" pitchFamily="34" charset="-122"/>
                <a:cs typeface="Calibri" pitchFamily="34" charset="-120"/>
              </a:rPr>
              <a:t>Inventory and balances</a:t>
            </a:r>
            <a:endParaRPr lang="fr-CA" sz="2000" noProof="0" dirty="0"/>
          </a:p>
          <a:p>
            <a:pPr marL="0" indent="0" algn="ctr">
              <a:buNone/>
            </a:pPr>
            <a:r>
              <a:rPr lang="fr-CA" sz="2000" noProof="0" dirty="0">
                <a:solidFill>
                  <a:srgbClr val="486581"/>
                </a:solidFill>
                <a:latin typeface="Calibri" pitchFamily="34" charset="0"/>
                <a:ea typeface="Calibri" pitchFamily="34" charset="-122"/>
                <a:cs typeface="Calibri" pitchFamily="34" charset="-120"/>
              </a:rPr>
              <a:t>to compare</a:t>
            </a:r>
            <a:endParaRPr lang="fr-CA" sz="2000" noProof="0" dirty="0"/>
          </a:p>
        </p:txBody>
      </p:sp>
      <p:sp>
        <p:nvSpPr>
          <p:cNvPr id="18" name="Shape 16"/>
          <p:cNvSpPr/>
          <p:nvPr>
            <p:custDataLst>
              <p:tags r:id="rId17"/>
            </p:custDataLst>
          </p:nvPr>
        </p:nvSpPr>
        <p:spPr>
          <a:xfrm>
            <a:off x="4031378" y="2859012"/>
            <a:ext cx="292608" cy="0"/>
          </a:xfrm>
          <a:prstGeom prst="line">
            <a:avLst/>
          </a:prstGeom>
          <a:noFill/>
          <a:ln w="38100">
            <a:solidFill>
              <a:srgbClr val="1F6FEB"/>
            </a:solidFill>
            <a:prstDash val="solid"/>
            <a:headEnd type="none"/>
            <a:tailEnd type="triangle"/>
          </a:ln>
        </p:spPr>
        <p:txBody>
          <a:bodyPr/>
          <a:lstStyle/>
          <a:p>
            <a:endParaRPr lang="fr-CA" noProof="0" dirty="0"/>
          </a:p>
        </p:txBody>
      </p:sp>
      <p:sp>
        <p:nvSpPr>
          <p:cNvPr id="19" name="Shape 17"/>
          <p:cNvSpPr/>
          <p:nvPr>
            <p:custDataLst>
              <p:tags r:id="rId18"/>
            </p:custDataLst>
          </p:nvPr>
        </p:nvSpPr>
        <p:spPr>
          <a:xfrm>
            <a:off x="7844426" y="2859012"/>
            <a:ext cx="292608" cy="0"/>
          </a:xfrm>
          <a:prstGeom prst="line">
            <a:avLst/>
          </a:prstGeom>
          <a:noFill/>
          <a:ln w="38100">
            <a:solidFill>
              <a:srgbClr val="0F766E"/>
            </a:solidFill>
            <a:prstDash val="solid"/>
            <a:headEnd type="none"/>
            <a:tailEnd type="triangle"/>
          </a:ln>
        </p:spPr>
        <p:txBody>
          <a:bodyPr/>
          <a:lstStyle/>
          <a:p>
            <a:endParaRPr lang="fr-CA" noProof="0" dirty="0"/>
          </a:p>
        </p:txBody>
      </p:sp>
      <p:sp>
        <p:nvSpPr>
          <p:cNvPr id="20" name="Text 18"/>
          <p:cNvSpPr/>
          <p:nvPr>
            <p:custDataLst>
              <p:tags r:id="rId19"/>
            </p:custDataLst>
          </p:nvPr>
        </p:nvSpPr>
        <p:spPr>
          <a:xfrm>
            <a:off x="722376" y="4443393"/>
            <a:ext cx="10725912" cy="630936"/>
          </a:xfrm>
          <a:prstGeom prst="rect">
            <a:avLst/>
          </a:prstGeom>
          <a:noFill/>
          <a:ln/>
        </p:spPr>
        <p:txBody>
          <a:bodyPr wrap="square" lIns="0" tIns="0" rIns="0" bIns="0" rtlCol="0" anchor="t">
            <a:normAutofit lnSpcReduction="10000"/>
          </a:bodyPr>
          <a:lstStyle/>
          <a:p>
            <a:pPr marL="0" indent="0" algn="ctr">
              <a:buNone/>
            </a:pPr>
            <a:r>
              <a:rPr lang="fr-CA" sz="2100" b="1" noProof="0" dirty="0">
                <a:solidFill>
                  <a:srgbClr val="102A43"/>
                </a:solidFill>
                <a:latin typeface="Calibri" pitchFamily="34" charset="0"/>
                <a:ea typeface="Calibri" pitchFamily="34" charset="-122"/>
                <a:cs typeface="Calibri" pitchFamily="34" charset="-120"/>
              </a:rPr>
              <a:t>Concrete control: do executed requests reconcile</a:t>
            </a:r>
          </a:p>
          <a:p>
            <a:pPr marL="0" indent="0" algn="ctr">
              <a:buNone/>
            </a:pPr>
            <a:r>
              <a:rPr lang="fr-CA" sz="2100" b="1" noProof="0" dirty="0">
                <a:solidFill>
                  <a:srgbClr val="102A43"/>
                </a:solidFill>
                <a:latin typeface="Calibri" pitchFamily="34" charset="0"/>
                <a:ea typeface="Calibri" pitchFamily="34" charset="-122"/>
                <a:cs typeface="Calibri" pitchFamily="34" charset="-120"/>
              </a:rPr>
              <a:t>with inventory movements and the customer balance?</a:t>
            </a:r>
            <a:endParaRPr lang="fr-CA" sz="2100" noProof="0" dirty="0"/>
          </a:p>
        </p:txBody>
      </p:sp>
      <p:sp>
        <p:nvSpPr>
          <p:cNvPr id="21" name="Shape 19"/>
          <p:cNvSpPr/>
          <p:nvPr>
            <p:custDataLst>
              <p:tags r:id="rId20"/>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22" name="Text 20"/>
          <p:cNvSpPr/>
          <p:nvPr>
            <p:custDataLst>
              <p:tags r:id="rId21"/>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Idempotence: do not apply twice. Corroboration: verify the overall result (integrity).</a:t>
            </a:r>
            <a:endParaRPr lang="fr-CA" sz="1550" noProof="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105" name="Shape 16">
            <a:extLst>
              <a:ext uri="{FF2B5EF4-FFF2-40B4-BE49-F238E27FC236}">
                <a16:creationId xmlns:a16="http://schemas.microsoft.com/office/drawing/2014/main" id="{CEF8A3AA-76F2-5A40-DE27-13D5692D1CE6}"/>
              </a:ext>
            </a:extLst>
          </p:cNvPr>
          <p:cNvSpPr/>
          <p:nvPr>
            <p:custDataLst>
              <p:tags r:id="rId1"/>
            </p:custDataLst>
          </p:nvPr>
        </p:nvSpPr>
        <p:spPr>
          <a:xfrm>
            <a:off x="5482567" y="4063882"/>
            <a:ext cx="6350" cy="272807"/>
          </a:xfrm>
          <a:prstGeom prst="line">
            <a:avLst/>
          </a:prstGeom>
          <a:noFill/>
          <a:ln w="38100">
            <a:solidFill>
              <a:srgbClr val="1F6FEB"/>
            </a:solidFill>
            <a:prstDash val="solid"/>
            <a:headEnd type="none"/>
            <a:tailEnd type="triangle"/>
          </a:ln>
        </p:spPr>
        <p:txBody>
          <a:bodyPr/>
          <a:lstStyle/>
          <a:p>
            <a:endParaRPr lang="fr-CA" noProof="0" dirty="0"/>
          </a:p>
        </p:txBody>
      </p:sp>
      <p:sp>
        <p:nvSpPr>
          <p:cNvPr id="107" name="Shape 16">
            <a:extLst>
              <a:ext uri="{FF2B5EF4-FFF2-40B4-BE49-F238E27FC236}">
                <a16:creationId xmlns:a16="http://schemas.microsoft.com/office/drawing/2014/main" id="{CCB76B29-FC0C-AE6B-00A2-D37DC6123D18}"/>
              </a:ext>
            </a:extLst>
          </p:cNvPr>
          <p:cNvSpPr/>
          <p:nvPr>
            <p:custDataLst>
              <p:tags r:id="rId2"/>
            </p:custDataLst>
          </p:nvPr>
        </p:nvSpPr>
        <p:spPr>
          <a:xfrm flipH="1">
            <a:off x="5475941" y="3176913"/>
            <a:ext cx="0" cy="303891"/>
          </a:xfrm>
          <a:prstGeom prst="line">
            <a:avLst/>
          </a:prstGeom>
          <a:noFill/>
          <a:ln w="38100">
            <a:solidFill>
              <a:srgbClr val="1F6FEB"/>
            </a:solidFill>
            <a:prstDash val="solid"/>
            <a:headEnd type="none"/>
            <a:tailEnd type="triangle"/>
          </a:ln>
        </p:spPr>
        <p:txBody>
          <a:bodyPr/>
          <a:lstStyle/>
          <a:p>
            <a:endParaRPr lang="fr-CA" noProof="0" dirty="0"/>
          </a:p>
        </p:txBody>
      </p:sp>
      <p:sp>
        <p:nvSpPr>
          <p:cNvPr id="2" name="Shape 0"/>
          <p:cNvSpPr/>
          <p:nvPr>
            <p:custDataLst>
              <p:tags r:id="rId3"/>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4"/>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06 / PROVE AND CHOOSE</a:t>
            </a:r>
            <a:endParaRPr lang="fr-CA" sz="1100" noProof="0" dirty="0"/>
          </a:p>
        </p:txBody>
      </p:sp>
      <p:sp>
        <p:nvSpPr>
          <p:cNvPr id="4" name="Text 2"/>
          <p:cNvSpPr/>
          <p:nvPr>
            <p:custDataLst>
              <p:tags r:id="rId5"/>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CONCILIATION STRATEGY</a:t>
            </a:r>
            <a:endParaRPr lang="fr-CA" sz="1000" noProof="0" dirty="0"/>
          </a:p>
        </p:txBody>
      </p:sp>
      <p:sp>
        <p:nvSpPr>
          <p:cNvPr id="5" name="Text 3"/>
          <p:cNvSpPr/>
          <p:nvPr>
            <p:custDataLst>
              <p:tags r:id="rId6"/>
            </p:custDataLst>
          </p:nvPr>
        </p:nvSpPr>
        <p:spPr>
          <a:xfrm>
            <a:off x="530352" y="795528"/>
            <a:ext cx="11128248" cy="667512"/>
          </a:xfrm>
          <a:prstGeom prst="rect">
            <a:avLst/>
          </a:prstGeom>
          <a:noFill/>
          <a:ln/>
        </p:spPr>
        <p:txBody>
          <a:bodyPr wrap="square" lIns="0" tIns="0" rIns="0" bIns="0" rtlCol="0" anchor="t">
            <a:normAutofit/>
          </a:bodyPr>
          <a:lstStyle/>
          <a:p>
            <a:r>
              <a:rPr lang="fr-CA" sz="2700" b="1" dirty="0">
                <a:solidFill>
                  <a:srgbClr val="102A43"/>
                </a:solidFill>
                <a:latin typeface="Calibri" pitchFamily="34" charset="0"/>
                <a:ea typeface="Calibri" pitchFamily="34" charset="-122"/>
                <a:cs typeface="Calibri" pitchFamily="34" charset="-120"/>
              </a:rPr>
              <a:t>Data conciliation in EDA</a:t>
            </a:r>
            <a:r>
              <a:rPr lang="fr-CA" sz="1600" b="1" dirty="0">
                <a:solidFill>
                  <a:srgbClr val="102A43"/>
                </a:solidFill>
                <a:latin typeface="Calibri" pitchFamily="34" charset="0"/>
                <a:ea typeface="Calibri" pitchFamily="34" charset="-122"/>
                <a:cs typeface="Calibri" pitchFamily="34" charset="-120"/>
              </a:rPr>
              <a:t> (1/2)</a:t>
            </a:r>
            <a:endParaRPr lang="fr-CA" sz="1600" noProof="0" dirty="0"/>
          </a:p>
        </p:txBody>
      </p:sp>
      <p:sp>
        <p:nvSpPr>
          <p:cNvPr id="6" name="Text 4"/>
          <p:cNvSpPr/>
          <p:nvPr>
            <p:custDataLst>
              <p:tags r:id="rId7"/>
            </p:custDataLst>
          </p:nvPr>
        </p:nvSpPr>
        <p:spPr>
          <a:xfrm>
            <a:off x="530352" y="1508760"/>
            <a:ext cx="11018520" cy="603504"/>
          </a:xfrm>
          <a:prstGeom prst="rect">
            <a:avLst/>
          </a:prstGeom>
          <a:noFill/>
          <a:ln/>
        </p:spPr>
        <p:txBody>
          <a:bodyPr wrap="square" lIns="0" tIns="0" rIns="0" bIns="0" rtlCol="0" anchor="t">
            <a:normAutofit/>
          </a:bodyPr>
          <a:lstStyle/>
          <a:p>
            <a:r>
              <a:rPr lang="fr-CA" sz="1650" dirty="0">
                <a:solidFill>
                  <a:srgbClr val="486581"/>
                </a:solidFill>
                <a:latin typeface="Calibri" pitchFamily="34" charset="0"/>
                <a:ea typeface="Calibri" pitchFamily="34" charset="-122"/>
                <a:cs typeface="Calibri" pitchFamily="34" charset="-120"/>
              </a:rPr>
              <a:t>Event delivery never guarantees that systems remain consistent with each other.</a:t>
            </a:r>
            <a:endParaRPr lang="fr-CA" sz="1650" noProof="0" dirty="0"/>
          </a:p>
        </p:txBody>
      </p:sp>
      <p:sp>
        <p:nvSpPr>
          <p:cNvPr id="7" name="Text 5"/>
          <p:cNvSpPr/>
          <p:nvPr>
            <p:custDataLst>
              <p:tags r:id="rId8"/>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8" name="Text 6"/>
          <p:cNvSpPr/>
          <p:nvPr>
            <p:custDataLst>
              <p:tags r:id="rId9"/>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34</a:t>
            </a:r>
            <a:endParaRPr lang="fr-CA" sz="900" noProof="0" dirty="0"/>
          </a:p>
        </p:txBody>
      </p:sp>
      <p:sp>
        <p:nvSpPr>
          <p:cNvPr id="20" name="Text 18"/>
          <p:cNvSpPr/>
          <p:nvPr>
            <p:custDataLst>
              <p:tags r:id="rId10"/>
            </p:custDataLst>
          </p:nvPr>
        </p:nvSpPr>
        <p:spPr>
          <a:xfrm>
            <a:off x="9640822" y="2316335"/>
            <a:ext cx="2297696" cy="1362456"/>
          </a:xfrm>
          <a:prstGeom prst="rect">
            <a:avLst/>
          </a:prstGeom>
          <a:noFill/>
          <a:ln/>
        </p:spPr>
        <p:txBody>
          <a:bodyPr wrap="square" lIns="0" tIns="0" rIns="0" bIns="0" rtlCol="0" anchor="t">
            <a:normAutofit/>
          </a:bodyPr>
          <a:lstStyle/>
          <a:p>
            <a:pPr marL="0" indent="0">
              <a:buNone/>
            </a:pPr>
            <a:endParaRPr lang="fr-CA" sz="1750" noProof="0" dirty="0"/>
          </a:p>
        </p:txBody>
      </p:sp>
      <p:sp>
        <p:nvSpPr>
          <p:cNvPr id="22" name="Shape 20"/>
          <p:cNvSpPr/>
          <p:nvPr>
            <p:custDataLst>
              <p:tags r:id="rId11"/>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23" name="Text 21"/>
          <p:cNvSpPr/>
          <p:nvPr>
            <p:custDataLst>
              <p:tags r:id="rId12"/>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Repair without losing the audit trail; replay without reapplying effects twice.</a:t>
            </a:r>
            <a:endParaRPr lang="fr-CA" sz="1550" noProof="0" dirty="0"/>
          </a:p>
        </p:txBody>
      </p:sp>
      <p:sp>
        <p:nvSpPr>
          <p:cNvPr id="27" name="Text 7">
            <a:extLst>
              <a:ext uri="{FF2B5EF4-FFF2-40B4-BE49-F238E27FC236}">
                <a16:creationId xmlns:a16="http://schemas.microsoft.com/office/drawing/2014/main" id="{670666F2-BF12-36A0-E995-3668D7198CD6}"/>
              </a:ext>
            </a:extLst>
          </p:cNvPr>
          <p:cNvSpPr/>
          <p:nvPr>
            <p:custDataLst>
              <p:tags r:id="rId13"/>
            </p:custDataLst>
          </p:nvPr>
        </p:nvSpPr>
        <p:spPr>
          <a:xfrm>
            <a:off x="541266" y="1999476"/>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1F6FEB"/>
                </a:solidFill>
                <a:latin typeface="Calibri" pitchFamily="34" charset="0"/>
                <a:ea typeface="Calibri" pitchFamily="34" charset="-122"/>
                <a:cs typeface="Calibri" pitchFamily="34" charset="-120"/>
              </a:rPr>
              <a:t>01</a:t>
            </a:r>
            <a:endParaRPr lang="fr-CA" sz="2500" noProof="0" dirty="0"/>
          </a:p>
        </p:txBody>
      </p:sp>
      <p:sp>
        <p:nvSpPr>
          <p:cNvPr id="29" name="Text 8">
            <a:extLst>
              <a:ext uri="{FF2B5EF4-FFF2-40B4-BE49-F238E27FC236}">
                <a16:creationId xmlns:a16="http://schemas.microsoft.com/office/drawing/2014/main" id="{8842F674-447B-B4B3-E0BD-684F5C6A14FC}"/>
              </a:ext>
            </a:extLst>
          </p:cNvPr>
          <p:cNvSpPr/>
          <p:nvPr>
            <p:custDataLst>
              <p:tags r:id="rId14"/>
            </p:custDataLst>
          </p:nvPr>
        </p:nvSpPr>
        <p:spPr>
          <a:xfrm>
            <a:off x="1245354" y="2060582"/>
            <a:ext cx="2561809" cy="313798"/>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Frequent</a:t>
            </a:r>
            <a:endParaRPr lang="fr-CA" sz="2000" noProof="0" dirty="0"/>
          </a:p>
        </p:txBody>
      </p:sp>
      <p:sp>
        <p:nvSpPr>
          <p:cNvPr id="31" name="Text 9">
            <a:extLst>
              <a:ext uri="{FF2B5EF4-FFF2-40B4-BE49-F238E27FC236}">
                <a16:creationId xmlns:a16="http://schemas.microsoft.com/office/drawing/2014/main" id="{E98955E2-267C-C0D5-1C6F-A2E78F0B4A99}"/>
              </a:ext>
            </a:extLst>
          </p:cNvPr>
          <p:cNvSpPr/>
          <p:nvPr>
            <p:custDataLst>
              <p:tags r:id="rId15"/>
            </p:custDataLst>
          </p:nvPr>
        </p:nvSpPr>
        <p:spPr>
          <a:xfrm>
            <a:off x="1245352" y="2402557"/>
            <a:ext cx="2561811" cy="584746"/>
          </a:xfrm>
          <a:prstGeom prst="rect">
            <a:avLst/>
          </a:prstGeom>
          <a:noFill/>
          <a:ln/>
        </p:spPr>
        <p:txBody>
          <a:bodyPr wrap="square" lIns="0" tIns="0" rIns="0" bIns="0" rtlCol="0" anchor="t">
            <a:normAutofit/>
          </a:bodyPr>
          <a:lstStyle/>
          <a:p>
            <a:r>
              <a:rPr lang="fr-CA" sz="1600" dirty="0">
                <a:solidFill>
                  <a:srgbClr val="486581"/>
                </a:solidFill>
                <a:latin typeface="Calibri" pitchFamily="34" charset="0"/>
                <a:ea typeface="Calibri" pitchFamily="34" charset="-122"/>
                <a:cs typeface="Calibri" pitchFamily="34" charset="-120"/>
              </a:rPr>
              <a:t>Result counts.</a:t>
            </a:r>
            <a:endParaRPr lang="fr-CA" sz="1600" dirty="0"/>
          </a:p>
          <a:p>
            <a:r>
              <a:rPr lang="fr-CA" sz="1600" dirty="0">
                <a:solidFill>
                  <a:srgbClr val="486581"/>
                </a:solidFill>
                <a:latin typeface="Calibri" pitchFamily="34" charset="0"/>
                <a:ea typeface="Calibri" pitchFamily="34" charset="-122"/>
                <a:cs typeface="Calibri" pitchFamily="34" charset="-120"/>
              </a:rPr>
              <a:t>Checksums.</a:t>
            </a:r>
            <a:endParaRPr lang="fr-CA" sz="1600" dirty="0"/>
          </a:p>
        </p:txBody>
      </p:sp>
      <p:sp>
        <p:nvSpPr>
          <p:cNvPr id="33" name="Text 10">
            <a:extLst>
              <a:ext uri="{FF2B5EF4-FFF2-40B4-BE49-F238E27FC236}">
                <a16:creationId xmlns:a16="http://schemas.microsoft.com/office/drawing/2014/main" id="{A6382CDE-D2B1-2A7C-6C3F-2838A42058FF}"/>
              </a:ext>
            </a:extLst>
          </p:cNvPr>
          <p:cNvSpPr/>
          <p:nvPr>
            <p:custDataLst>
              <p:tags r:id="rId16"/>
            </p:custDataLst>
          </p:nvPr>
        </p:nvSpPr>
        <p:spPr>
          <a:xfrm>
            <a:off x="552180" y="2993113"/>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0F766E"/>
                </a:solidFill>
                <a:latin typeface="Calibri" pitchFamily="34" charset="0"/>
                <a:ea typeface="Calibri" pitchFamily="34" charset="-122"/>
                <a:cs typeface="Calibri" pitchFamily="34" charset="-120"/>
              </a:rPr>
              <a:t>02</a:t>
            </a:r>
            <a:endParaRPr lang="fr-CA" sz="2500" noProof="0" dirty="0"/>
          </a:p>
        </p:txBody>
      </p:sp>
      <p:sp>
        <p:nvSpPr>
          <p:cNvPr id="35" name="Text 11">
            <a:extLst>
              <a:ext uri="{FF2B5EF4-FFF2-40B4-BE49-F238E27FC236}">
                <a16:creationId xmlns:a16="http://schemas.microsoft.com/office/drawing/2014/main" id="{56073803-6149-1E8D-E7CD-02E881AF0AD3}"/>
              </a:ext>
            </a:extLst>
          </p:cNvPr>
          <p:cNvSpPr/>
          <p:nvPr>
            <p:custDataLst>
              <p:tags r:id="rId17"/>
            </p:custDataLst>
          </p:nvPr>
        </p:nvSpPr>
        <p:spPr>
          <a:xfrm>
            <a:off x="1256268" y="3002257"/>
            <a:ext cx="3017520" cy="36576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Periodic</a:t>
            </a:r>
            <a:endParaRPr lang="fr-CA" sz="2000" noProof="0" dirty="0"/>
          </a:p>
        </p:txBody>
      </p:sp>
      <p:sp>
        <p:nvSpPr>
          <p:cNvPr id="37" name="Text 12">
            <a:extLst>
              <a:ext uri="{FF2B5EF4-FFF2-40B4-BE49-F238E27FC236}">
                <a16:creationId xmlns:a16="http://schemas.microsoft.com/office/drawing/2014/main" id="{2BC798F3-CBAA-1FFF-1D93-668F4198DE38}"/>
              </a:ext>
            </a:extLst>
          </p:cNvPr>
          <p:cNvSpPr/>
          <p:nvPr>
            <p:custDataLst>
              <p:tags r:id="rId18"/>
            </p:custDataLst>
          </p:nvPr>
        </p:nvSpPr>
        <p:spPr>
          <a:xfrm>
            <a:off x="1275127" y="3368017"/>
            <a:ext cx="2922146" cy="800275"/>
          </a:xfrm>
          <a:prstGeom prst="rect">
            <a:avLst/>
          </a:prstGeom>
          <a:noFill/>
          <a:ln/>
        </p:spPr>
        <p:txBody>
          <a:bodyPr wrap="square" lIns="0" tIns="0" rIns="0" bIns="0" rtlCol="0" anchor="t">
            <a:normAutofit/>
          </a:bodyPr>
          <a:lstStyle/>
          <a:p>
            <a:r>
              <a:rPr lang="fr-CA" sz="1600" dirty="0">
                <a:solidFill>
                  <a:srgbClr val="486581"/>
                </a:solidFill>
                <a:latin typeface="Calibri" pitchFamily="34" charset="0"/>
                <a:ea typeface="Calibri" pitchFamily="34" charset="-122"/>
                <a:cs typeface="Calibri" pitchFamily="34" charset="-120"/>
              </a:rPr>
              <a:t>State snapshots.</a:t>
            </a:r>
            <a:endParaRPr lang="fr-CA" sz="1600" dirty="0"/>
          </a:p>
          <a:p>
            <a:r>
              <a:rPr lang="fr-CA" sz="1600" dirty="0">
                <a:solidFill>
                  <a:srgbClr val="486581"/>
                </a:solidFill>
                <a:latin typeface="Calibri" pitchFamily="34" charset="0"/>
                <a:ea typeface="Calibri" pitchFamily="34" charset="-122"/>
                <a:cs typeface="Calibri" pitchFamily="34" charset="-120"/>
              </a:rPr>
              <a:t>Business invariants.</a:t>
            </a:r>
            <a:endParaRPr lang="fr-CA" sz="1600" dirty="0"/>
          </a:p>
          <a:p>
            <a:r>
              <a:rPr lang="fr-CA" sz="1600" dirty="0">
                <a:solidFill>
                  <a:srgbClr val="486581"/>
                </a:solidFill>
                <a:latin typeface="Calibri" pitchFamily="34" charset="0"/>
                <a:ea typeface="Calibri" pitchFamily="34" charset="-122"/>
                <a:cs typeface="Calibri" pitchFamily="34" charset="-120"/>
              </a:rPr>
              <a:t>Expected/actual comparison.</a:t>
            </a:r>
            <a:endParaRPr lang="fr-CA" sz="1720" noProof="0" dirty="0"/>
          </a:p>
        </p:txBody>
      </p:sp>
      <p:sp>
        <p:nvSpPr>
          <p:cNvPr id="39" name="Text 13">
            <a:extLst>
              <a:ext uri="{FF2B5EF4-FFF2-40B4-BE49-F238E27FC236}">
                <a16:creationId xmlns:a16="http://schemas.microsoft.com/office/drawing/2014/main" id="{2E787E27-BED5-1EDC-F588-C69A8069D3F2}"/>
              </a:ext>
            </a:extLst>
          </p:cNvPr>
          <p:cNvSpPr/>
          <p:nvPr>
            <p:custDataLst>
              <p:tags r:id="rId19"/>
            </p:custDataLst>
          </p:nvPr>
        </p:nvSpPr>
        <p:spPr>
          <a:xfrm>
            <a:off x="571040" y="4203181"/>
            <a:ext cx="493776" cy="438912"/>
          </a:xfrm>
          <a:prstGeom prst="rect">
            <a:avLst/>
          </a:prstGeom>
          <a:noFill/>
          <a:ln/>
        </p:spPr>
        <p:txBody>
          <a:bodyPr wrap="square" lIns="0" tIns="0" rIns="0" bIns="0" rtlCol="0" anchor="t">
            <a:normAutofit/>
          </a:bodyPr>
          <a:lstStyle/>
          <a:p>
            <a:pPr marL="0" indent="0">
              <a:buNone/>
            </a:pPr>
            <a:r>
              <a:rPr lang="fr-CA" sz="2500" b="1" noProof="0" dirty="0">
                <a:solidFill>
                  <a:srgbClr val="B45309"/>
                </a:solidFill>
                <a:latin typeface="Calibri" pitchFamily="34" charset="0"/>
                <a:ea typeface="Calibri" pitchFamily="34" charset="-122"/>
                <a:cs typeface="Calibri" pitchFamily="34" charset="-120"/>
              </a:rPr>
              <a:t>03</a:t>
            </a:r>
            <a:endParaRPr lang="fr-CA" sz="2500" noProof="0" dirty="0"/>
          </a:p>
        </p:txBody>
      </p:sp>
      <p:sp>
        <p:nvSpPr>
          <p:cNvPr id="41" name="Text 14">
            <a:extLst>
              <a:ext uri="{FF2B5EF4-FFF2-40B4-BE49-F238E27FC236}">
                <a16:creationId xmlns:a16="http://schemas.microsoft.com/office/drawing/2014/main" id="{E41E1304-6064-C370-5FC7-4A1D1C16CB59}"/>
              </a:ext>
            </a:extLst>
          </p:cNvPr>
          <p:cNvSpPr/>
          <p:nvPr>
            <p:custDataLst>
              <p:tags r:id="rId20"/>
            </p:custDataLst>
          </p:nvPr>
        </p:nvSpPr>
        <p:spPr>
          <a:xfrm>
            <a:off x="1275128" y="4212325"/>
            <a:ext cx="3017520" cy="36576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Deep-dive</a:t>
            </a:r>
            <a:endParaRPr lang="fr-CA" sz="2000" noProof="0" dirty="0"/>
          </a:p>
        </p:txBody>
      </p:sp>
      <p:sp>
        <p:nvSpPr>
          <p:cNvPr id="43" name="Text 15">
            <a:extLst>
              <a:ext uri="{FF2B5EF4-FFF2-40B4-BE49-F238E27FC236}">
                <a16:creationId xmlns:a16="http://schemas.microsoft.com/office/drawing/2014/main" id="{384BDB61-1C36-B566-F4BD-B8397B57AF37}"/>
              </a:ext>
            </a:extLst>
          </p:cNvPr>
          <p:cNvSpPr/>
          <p:nvPr>
            <p:custDataLst>
              <p:tags r:id="rId21"/>
            </p:custDataLst>
          </p:nvPr>
        </p:nvSpPr>
        <p:spPr>
          <a:xfrm>
            <a:off x="1275128" y="4615776"/>
            <a:ext cx="2532036" cy="658368"/>
          </a:xfrm>
          <a:prstGeom prst="rect">
            <a:avLst/>
          </a:prstGeom>
          <a:noFill/>
          <a:ln/>
        </p:spPr>
        <p:txBody>
          <a:bodyPr wrap="square" lIns="0" tIns="0" rIns="0" bIns="0" rtlCol="0" anchor="t">
            <a:normAutofit lnSpcReduction="10000"/>
          </a:bodyPr>
          <a:lstStyle/>
          <a:p>
            <a:r>
              <a:rPr lang="fr-CA" sz="1600" dirty="0">
                <a:solidFill>
                  <a:srgbClr val="486581"/>
                </a:solidFill>
                <a:latin typeface="Calibri" pitchFamily="34" charset="0"/>
                <a:ea typeface="Calibri" pitchFamily="34" charset="-122"/>
                <a:cs typeface="Calibri" pitchFamily="34" charset="-120"/>
              </a:rPr>
              <a:t>Reconciliation replay.</a:t>
            </a:r>
            <a:endParaRPr lang="fr-CA" sz="1600" dirty="0"/>
          </a:p>
          <a:p>
            <a:r>
              <a:rPr lang="fr-CA" sz="1600" dirty="0">
                <a:solidFill>
                  <a:srgbClr val="486581"/>
                </a:solidFill>
                <a:latin typeface="Calibri" pitchFamily="34" charset="0"/>
                <a:ea typeface="Calibri" pitchFamily="34" charset="-122"/>
                <a:cs typeface="Calibri" pitchFamily="34" charset="-120"/>
              </a:rPr>
              <a:t>Ghost consumer.</a:t>
            </a:r>
            <a:endParaRPr lang="fr-CA" sz="1600" dirty="0"/>
          </a:p>
          <a:p>
            <a:r>
              <a:rPr lang="fr-CA" sz="1600" dirty="0">
                <a:solidFill>
                  <a:srgbClr val="486581"/>
                </a:solidFill>
                <a:latin typeface="Calibri" pitchFamily="34" charset="0"/>
                <a:ea typeface="Calibri" pitchFamily="34" charset="-122"/>
                <a:cs typeface="Calibri" pitchFamily="34" charset="-120"/>
              </a:rPr>
              <a:t>Gap audit.</a:t>
            </a:r>
            <a:endParaRPr lang="fr-CA" sz="1600" dirty="0"/>
          </a:p>
        </p:txBody>
      </p:sp>
      <p:sp>
        <p:nvSpPr>
          <p:cNvPr id="45" name="Shape 6">
            <a:extLst>
              <a:ext uri="{FF2B5EF4-FFF2-40B4-BE49-F238E27FC236}">
                <a16:creationId xmlns:a16="http://schemas.microsoft.com/office/drawing/2014/main" id="{62BE6D9C-8289-A6D1-43AD-94C88EED5029}"/>
              </a:ext>
            </a:extLst>
          </p:cNvPr>
          <p:cNvSpPr/>
          <p:nvPr/>
        </p:nvSpPr>
        <p:spPr>
          <a:xfrm>
            <a:off x="7424926" y="1999476"/>
            <a:ext cx="4233672" cy="3274668"/>
          </a:xfrm>
          <a:prstGeom prst="roundRect">
            <a:avLst>
              <a:gd name="adj" fmla="val 2892"/>
            </a:avLst>
          </a:prstGeom>
          <a:solidFill>
            <a:srgbClr val="F2F6FC"/>
          </a:solidFill>
          <a:ln/>
          <a:effectLst>
            <a:outerShdw blurRad="76200" dist="25400" dir="5400000" algn="bl" rotWithShape="0">
              <a:srgbClr val="9AA5B1">
                <a:alpha val="25000"/>
              </a:srgbClr>
            </a:outerShdw>
          </a:effectLst>
        </p:spPr>
        <p:txBody>
          <a:bodyPr/>
          <a:lstStyle/>
          <a:p>
            <a:endParaRPr lang="en-CA"/>
          </a:p>
        </p:txBody>
      </p:sp>
      <p:sp>
        <p:nvSpPr>
          <p:cNvPr id="49" name="Shape 8">
            <a:extLst>
              <a:ext uri="{FF2B5EF4-FFF2-40B4-BE49-F238E27FC236}">
                <a16:creationId xmlns:a16="http://schemas.microsoft.com/office/drawing/2014/main" id="{9ACBBEE5-FB9B-92D5-A55B-26E8EC866A77}"/>
              </a:ext>
            </a:extLst>
          </p:cNvPr>
          <p:cNvSpPr/>
          <p:nvPr/>
        </p:nvSpPr>
        <p:spPr>
          <a:xfrm>
            <a:off x="7653526" y="2593836"/>
            <a:ext cx="1167384" cy="960120"/>
          </a:xfrm>
          <a:prstGeom prst="roundRect">
            <a:avLst>
              <a:gd name="adj" fmla="val 7619"/>
            </a:avLst>
          </a:prstGeom>
          <a:solidFill>
            <a:srgbClr val="000349"/>
          </a:solidFill>
          <a:ln/>
        </p:spPr>
        <p:txBody>
          <a:bodyPr/>
          <a:lstStyle/>
          <a:p>
            <a:endParaRPr lang="en-CA" dirty="0"/>
          </a:p>
        </p:txBody>
      </p:sp>
      <p:sp>
        <p:nvSpPr>
          <p:cNvPr id="51" name="Text 9">
            <a:extLst>
              <a:ext uri="{FF2B5EF4-FFF2-40B4-BE49-F238E27FC236}">
                <a16:creationId xmlns:a16="http://schemas.microsoft.com/office/drawing/2014/main" id="{D0A6C9B8-1D8A-7BCE-5059-25ABE4CED16A}"/>
              </a:ext>
            </a:extLst>
          </p:cNvPr>
          <p:cNvSpPr/>
          <p:nvPr/>
        </p:nvSpPr>
        <p:spPr>
          <a:xfrm>
            <a:off x="7699246" y="2593836"/>
            <a:ext cx="1075944" cy="960120"/>
          </a:xfrm>
          <a:prstGeom prst="rect">
            <a:avLst/>
          </a:prstGeom>
          <a:noFill/>
          <a:ln/>
        </p:spPr>
        <p:txBody>
          <a:bodyPr wrap="square" lIns="0" tIns="0" rIns="0" bIns="0" rtlCol="0" anchor="ctr">
            <a:normAutofit/>
          </a:bodyPr>
          <a:lstStyle/>
          <a:p>
            <a:pPr marL="0" indent="0" algn="ctr">
              <a:buNone/>
            </a:pPr>
            <a:r>
              <a:rPr lang="en-US" b="1" dirty="0">
                <a:solidFill>
                  <a:srgbClr val="FFFFFF"/>
                </a:solidFill>
                <a:ea typeface="Arial" pitchFamily="34" charset="-122"/>
                <a:cs typeface="Arial" pitchFamily="34" charset="-120"/>
              </a:rPr>
              <a:t>Detect</a:t>
            </a:r>
            <a:endParaRPr lang="en-US" dirty="0"/>
          </a:p>
        </p:txBody>
      </p:sp>
      <p:sp>
        <p:nvSpPr>
          <p:cNvPr id="53" name="Text 10">
            <a:extLst>
              <a:ext uri="{FF2B5EF4-FFF2-40B4-BE49-F238E27FC236}">
                <a16:creationId xmlns:a16="http://schemas.microsoft.com/office/drawing/2014/main" id="{2F026D32-CEF2-F267-06AE-E5E6A1374892}"/>
              </a:ext>
            </a:extLst>
          </p:cNvPr>
          <p:cNvSpPr/>
          <p:nvPr/>
        </p:nvSpPr>
        <p:spPr>
          <a:xfrm>
            <a:off x="8820910" y="2593836"/>
            <a:ext cx="137160" cy="960120"/>
          </a:xfrm>
          <a:prstGeom prst="rect">
            <a:avLst/>
          </a:prstGeom>
          <a:noFill/>
          <a:ln/>
        </p:spPr>
        <p:txBody>
          <a:bodyPr wrap="square" lIns="0" tIns="0" rIns="0" bIns="0" rtlCol="0" anchor="ctr"/>
          <a:lstStyle/>
          <a:p>
            <a:pPr marL="0" indent="0" algn="ctr">
              <a:buNone/>
            </a:pPr>
            <a:r>
              <a:rPr lang="en-US" sz="1400" b="1" dirty="0">
                <a:solidFill>
                  <a:srgbClr val="0078DC"/>
                </a:solidFill>
                <a:latin typeface="Arial" pitchFamily="34" charset="0"/>
                <a:ea typeface="Arial" pitchFamily="34" charset="-122"/>
                <a:cs typeface="Arial" pitchFamily="34" charset="-120"/>
              </a:rPr>
              <a:t>→</a:t>
            </a:r>
            <a:endParaRPr lang="en-US" sz="1400" dirty="0"/>
          </a:p>
        </p:txBody>
      </p:sp>
      <p:sp>
        <p:nvSpPr>
          <p:cNvPr id="55" name="Shape 11">
            <a:extLst>
              <a:ext uri="{FF2B5EF4-FFF2-40B4-BE49-F238E27FC236}">
                <a16:creationId xmlns:a16="http://schemas.microsoft.com/office/drawing/2014/main" id="{74793ED0-6788-BBCE-1867-D57A0D73F96A}"/>
              </a:ext>
            </a:extLst>
          </p:cNvPr>
          <p:cNvSpPr/>
          <p:nvPr/>
        </p:nvSpPr>
        <p:spPr>
          <a:xfrm>
            <a:off x="8958070" y="2593836"/>
            <a:ext cx="1167384" cy="960120"/>
          </a:xfrm>
          <a:prstGeom prst="roundRect">
            <a:avLst>
              <a:gd name="adj" fmla="val 7619"/>
            </a:avLst>
          </a:prstGeom>
          <a:solidFill>
            <a:srgbClr val="000349"/>
          </a:solidFill>
          <a:ln/>
        </p:spPr>
        <p:txBody>
          <a:bodyPr/>
          <a:lstStyle/>
          <a:p>
            <a:endParaRPr lang="en-CA"/>
          </a:p>
        </p:txBody>
      </p:sp>
      <p:sp>
        <p:nvSpPr>
          <p:cNvPr id="57" name="Text 12">
            <a:extLst>
              <a:ext uri="{FF2B5EF4-FFF2-40B4-BE49-F238E27FC236}">
                <a16:creationId xmlns:a16="http://schemas.microsoft.com/office/drawing/2014/main" id="{36917813-6C13-EE5B-B9AA-F6349B878956}"/>
              </a:ext>
            </a:extLst>
          </p:cNvPr>
          <p:cNvSpPr/>
          <p:nvPr/>
        </p:nvSpPr>
        <p:spPr>
          <a:xfrm>
            <a:off x="9003790" y="2593836"/>
            <a:ext cx="1075944" cy="960120"/>
          </a:xfrm>
          <a:prstGeom prst="rect">
            <a:avLst/>
          </a:prstGeom>
          <a:noFill/>
          <a:ln/>
        </p:spPr>
        <p:txBody>
          <a:bodyPr wrap="square" lIns="0" tIns="0" rIns="0" bIns="0" rtlCol="0" anchor="ctr">
            <a:normAutofit/>
          </a:bodyPr>
          <a:lstStyle/>
          <a:p>
            <a:pPr marL="0" indent="0" algn="ctr">
              <a:buNone/>
            </a:pPr>
            <a:r>
              <a:rPr lang="en-US" b="1" dirty="0">
                <a:solidFill>
                  <a:srgbClr val="FFFFFF"/>
                </a:solidFill>
                <a:latin typeface="+mj-lt"/>
                <a:ea typeface="Arial" pitchFamily="34" charset="-122"/>
                <a:cs typeface="Arial" pitchFamily="34" charset="-120"/>
              </a:rPr>
              <a:t>Locate</a:t>
            </a:r>
            <a:endParaRPr lang="en-US" dirty="0">
              <a:latin typeface="+mj-lt"/>
            </a:endParaRPr>
          </a:p>
        </p:txBody>
      </p:sp>
      <p:sp>
        <p:nvSpPr>
          <p:cNvPr id="59" name="Text 13">
            <a:extLst>
              <a:ext uri="{FF2B5EF4-FFF2-40B4-BE49-F238E27FC236}">
                <a16:creationId xmlns:a16="http://schemas.microsoft.com/office/drawing/2014/main" id="{2218A0A5-21D3-95FB-B932-583ACB365B3E}"/>
              </a:ext>
            </a:extLst>
          </p:cNvPr>
          <p:cNvSpPr/>
          <p:nvPr/>
        </p:nvSpPr>
        <p:spPr>
          <a:xfrm>
            <a:off x="10125454" y="2593836"/>
            <a:ext cx="137160" cy="960120"/>
          </a:xfrm>
          <a:prstGeom prst="rect">
            <a:avLst/>
          </a:prstGeom>
          <a:noFill/>
          <a:ln/>
        </p:spPr>
        <p:txBody>
          <a:bodyPr wrap="square" lIns="0" tIns="0" rIns="0" bIns="0" rtlCol="0" anchor="ctr"/>
          <a:lstStyle/>
          <a:p>
            <a:pPr marL="0" indent="0" algn="ctr">
              <a:buNone/>
            </a:pPr>
            <a:r>
              <a:rPr lang="en-US" sz="1400" b="1" dirty="0">
                <a:solidFill>
                  <a:srgbClr val="0078DC"/>
                </a:solidFill>
                <a:latin typeface="Arial" pitchFamily="34" charset="0"/>
                <a:ea typeface="Arial" pitchFamily="34" charset="-122"/>
                <a:cs typeface="Arial" pitchFamily="34" charset="-120"/>
              </a:rPr>
              <a:t>→</a:t>
            </a:r>
            <a:endParaRPr lang="en-US" sz="1400" dirty="0"/>
          </a:p>
        </p:txBody>
      </p:sp>
      <p:sp>
        <p:nvSpPr>
          <p:cNvPr id="61" name="Shape 14">
            <a:extLst>
              <a:ext uri="{FF2B5EF4-FFF2-40B4-BE49-F238E27FC236}">
                <a16:creationId xmlns:a16="http://schemas.microsoft.com/office/drawing/2014/main" id="{3D335A14-F59A-9827-F92D-DE0109CC3366}"/>
              </a:ext>
            </a:extLst>
          </p:cNvPr>
          <p:cNvSpPr/>
          <p:nvPr/>
        </p:nvSpPr>
        <p:spPr>
          <a:xfrm>
            <a:off x="10262614" y="2593836"/>
            <a:ext cx="1167384" cy="960120"/>
          </a:xfrm>
          <a:prstGeom prst="roundRect">
            <a:avLst>
              <a:gd name="adj" fmla="val 7619"/>
            </a:avLst>
          </a:prstGeom>
          <a:solidFill>
            <a:srgbClr val="000349"/>
          </a:solidFill>
          <a:ln/>
        </p:spPr>
        <p:txBody>
          <a:bodyPr/>
          <a:lstStyle/>
          <a:p>
            <a:endParaRPr lang="en-CA"/>
          </a:p>
        </p:txBody>
      </p:sp>
      <p:sp>
        <p:nvSpPr>
          <p:cNvPr id="63" name="Text 15">
            <a:extLst>
              <a:ext uri="{FF2B5EF4-FFF2-40B4-BE49-F238E27FC236}">
                <a16:creationId xmlns:a16="http://schemas.microsoft.com/office/drawing/2014/main" id="{F27CB252-6EBC-3933-8BBD-257A8A5021F6}"/>
              </a:ext>
            </a:extLst>
          </p:cNvPr>
          <p:cNvSpPr/>
          <p:nvPr/>
        </p:nvSpPr>
        <p:spPr>
          <a:xfrm>
            <a:off x="10308334" y="2593836"/>
            <a:ext cx="1075944" cy="960120"/>
          </a:xfrm>
          <a:prstGeom prst="rect">
            <a:avLst/>
          </a:prstGeom>
          <a:noFill/>
          <a:ln/>
        </p:spPr>
        <p:txBody>
          <a:bodyPr wrap="square" lIns="0" tIns="0" rIns="0" bIns="0" rtlCol="0" anchor="ctr">
            <a:normAutofit/>
          </a:bodyPr>
          <a:lstStyle/>
          <a:p>
            <a:pPr algn="ctr"/>
            <a:r>
              <a:rPr lang="en-US" b="1" dirty="0">
                <a:solidFill>
                  <a:srgbClr val="FFFFFF"/>
                </a:solidFill>
                <a:latin typeface="+mj-lt"/>
                <a:ea typeface="Arial" pitchFamily="34" charset="-122"/>
                <a:cs typeface="Arial" pitchFamily="34" charset="-120"/>
              </a:rPr>
              <a:t>Classify</a:t>
            </a:r>
            <a:endParaRPr lang="en-US" dirty="0">
              <a:latin typeface="+mj-lt"/>
            </a:endParaRPr>
          </a:p>
        </p:txBody>
      </p:sp>
      <p:sp>
        <p:nvSpPr>
          <p:cNvPr id="65" name="Shape 16">
            <a:extLst>
              <a:ext uri="{FF2B5EF4-FFF2-40B4-BE49-F238E27FC236}">
                <a16:creationId xmlns:a16="http://schemas.microsoft.com/office/drawing/2014/main" id="{4C21723B-C398-2E91-846A-67BD44E33B26}"/>
              </a:ext>
            </a:extLst>
          </p:cNvPr>
          <p:cNvSpPr/>
          <p:nvPr/>
        </p:nvSpPr>
        <p:spPr>
          <a:xfrm>
            <a:off x="7653526" y="3961183"/>
            <a:ext cx="1819656" cy="960120"/>
          </a:xfrm>
          <a:prstGeom prst="roundRect">
            <a:avLst>
              <a:gd name="adj" fmla="val 7619"/>
            </a:avLst>
          </a:prstGeom>
          <a:solidFill>
            <a:srgbClr val="000349"/>
          </a:solidFill>
          <a:ln/>
        </p:spPr>
        <p:txBody>
          <a:bodyPr/>
          <a:lstStyle/>
          <a:p>
            <a:endParaRPr lang="en-CA"/>
          </a:p>
        </p:txBody>
      </p:sp>
      <p:sp>
        <p:nvSpPr>
          <p:cNvPr id="67" name="Text 17">
            <a:extLst>
              <a:ext uri="{FF2B5EF4-FFF2-40B4-BE49-F238E27FC236}">
                <a16:creationId xmlns:a16="http://schemas.microsoft.com/office/drawing/2014/main" id="{5553369D-ED2D-D390-9DB6-F25CF0CE306A}"/>
              </a:ext>
            </a:extLst>
          </p:cNvPr>
          <p:cNvSpPr/>
          <p:nvPr/>
        </p:nvSpPr>
        <p:spPr>
          <a:xfrm>
            <a:off x="7699246" y="3961183"/>
            <a:ext cx="1728216" cy="960120"/>
          </a:xfrm>
          <a:prstGeom prst="rect">
            <a:avLst/>
          </a:prstGeom>
          <a:noFill/>
          <a:ln/>
        </p:spPr>
        <p:txBody>
          <a:bodyPr wrap="square" lIns="0" tIns="0" rIns="0" bIns="0" rtlCol="0" anchor="ctr">
            <a:normAutofit/>
          </a:bodyPr>
          <a:lstStyle/>
          <a:p>
            <a:pPr algn="ctr"/>
            <a:r>
              <a:rPr lang="en-US" b="1" dirty="0">
                <a:solidFill>
                  <a:srgbClr val="FFFFFF"/>
                </a:solidFill>
                <a:latin typeface="+mj-lt"/>
                <a:ea typeface="Arial" pitchFamily="34" charset="-122"/>
                <a:cs typeface="Arial" pitchFamily="34" charset="-120"/>
              </a:rPr>
              <a:t>To correct</a:t>
            </a:r>
            <a:endParaRPr lang="en-US" dirty="0">
              <a:latin typeface="+mj-lt"/>
            </a:endParaRPr>
          </a:p>
        </p:txBody>
      </p:sp>
      <p:sp>
        <p:nvSpPr>
          <p:cNvPr id="69" name="Text 18">
            <a:extLst>
              <a:ext uri="{FF2B5EF4-FFF2-40B4-BE49-F238E27FC236}">
                <a16:creationId xmlns:a16="http://schemas.microsoft.com/office/drawing/2014/main" id="{3C7B6094-3857-70CC-81C2-CC567BEE2574}"/>
              </a:ext>
            </a:extLst>
          </p:cNvPr>
          <p:cNvSpPr/>
          <p:nvPr/>
        </p:nvSpPr>
        <p:spPr>
          <a:xfrm>
            <a:off x="9473182" y="3961183"/>
            <a:ext cx="137160" cy="960120"/>
          </a:xfrm>
          <a:prstGeom prst="rect">
            <a:avLst/>
          </a:prstGeom>
          <a:noFill/>
          <a:ln/>
        </p:spPr>
        <p:txBody>
          <a:bodyPr wrap="square" lIns="0" tIns="0" rIns="0" bIns="0" rtlCol="0" anchor="ctr"/>
          <a:lstStyle/>
          <a:p>
            <a:pPr marL="0" indent="0" algn="ctr">
              <a:buNone/>
            </a:pPr>
            <a:r>
              <a:rPr lang="en-US" sz="1400" b="1" dirty="0">
                <a:solidFill>
                  <a:srgbClr val="0078DC"/>
                </a:solidFill>
                <a:latin typeface="Arial" pitchFamily="34" charset="0"/>
                <a:ea typeface="Arial" pitchFamily="34" charset="-122"/>
                <a:cs typeface="Arial" pitchFamily="34" charset="-120"/>
              </a:rPr>
              <a:t>→</a:t>
            </a:r>
            <a:endParaRPr lang="en-US" sz="1400" dirty="0"/>
          </a:p>
        </p:txBody>
      </p:sp>
      <p:sp>
        <p:nvSpPr>
          <p:cNvPr id="71" name="Shape 19">
            <a:extLst>
              <a:ext uri="{FF2B5EF4-FFF2-40B4-BE49-F238E27FC236}">
                <a16:creationId xmlns:a16="http://schemas.microsoft.com/office/drawing/2014/main" id="{D9D0B381-3CA6-4B34-B8AD-638ECA09A58C}"/>
              </a:ext>
            </a:extLst>
          </p:cNvPr>
          <p:cNvSpPr/>
          <p:nvPr/>
        </p:nvSpPr>
        <p:spPr>
          <a:xfrm>
            <a:off x="9610342" y="3961183"/>
            <a:ext cx="1819656" cy="960120"/>
          </a:xfrm>
          <a:prstGeom prst="roundRect">
            <a:avLst>
              <a:gd name="adj" fmla="val 7619"/>
            </a:avLst>
          </a:prstGeom>
          <a:solidFill>
            <a:srgbClr val="000349"/>
          </a:solidFill>
          <a:ln/>
        </p:spPr>
        <p:txBody>
          <a:bodyPr/>
          <a:lstStyle/>
          <a:p>
            <a:endParaRPr lang="en-CA"/>
          </a:p>
        </p:txBody>
      </p:sp>
      <p:sp>
        <p:nvSpPr>
          <p:cNvPr id="73" name="Text 20">
            <a:extLst>
              <a:ext uri="{FF2B5EF4-FFF2-40B4-BE49-F238E27FC236}">
                <a16:creationId xmlns:a16="http://schemas.microsoft.com/office/drawing/2014/main" id="{F191FF6A-81E2-85DC-F10F-77D1CEC4CAB0}"/>
              </a:ext>
            </a:extLst>
          </p:cNvPr>
          <p:cNvSpPr/>
          <p:nvPr/>
        </p:nvSpPr>
        <p:spPr>
          <a:xfrm>
            <a:off x="9656062" y="3961183"/>
            <a:ext cx="1728216" cy="960120"/>
          </a:xfrm>
          <a:prstGeom prst="rect">
            <a:avLst/>
          </a:prstGeom>
          <a:noFill/>
          <a:ln/>
        </p:spPr>
        <p:txBody>
          <a:bodyPr wrap="square" lIns="0" tIns="0" rIns="0" bIns="0" rtlCol="0" anchor="ctr">
            <a:normAutofit/>
          </a:bodyPr>
          <a:lstStyle/>
          <a:p>
            <a:pPr marL="0" indent="0" algn="ctr">
              <a:buNone/>
            </a:pPr>
            <a:r>
              <a:rPr lang="en-US" b="1" dirty="0" err="1">
                <a:solidFill>
                  <a:srgbClr val="FFFFFF"/>
                </a:solidFill>
                <a:latin typeface="+mj-lt"/>
                <a:ea typeface="Arial" pitchFamily="34" charset="-122"/>
                <a:cs typeface="Arial" pitchFamily="34" charset="-120"/>
              </a:rPr>
              <a:t>Audit</a:t>
            </a:r>
            <a:endParaRPr lang="en-US" b="1" dirty="0">
              <a:solidFill>
                <a:srgbClr val="FFFFFF"/>
              </a:solidFill>
              <a:latin typeface="+mj-lt"/>
              <a:ea typeface="Arial" pitchFamily="34" charset="-122"/>
              <a:cs typeface="Arial" pitchFamily="34" charset="-120"/>
            </a:endParaRPr>
          </a:p>
          <a:p>
            <a:pPr marL="0" indent="0" algn="ctr">
              <a:buNone/>
            </a:pPr>
            <a:r>
              <a:rPr lang="en-US" b="1" dirty="0">
                <a:solidFill>
                  <a:srgbClr val="FFFFFF"/>
                </a:solidFill>
                <a:latin typeface="+mj-lt"/>
                <a:cs typeface="Arial" pitchFamily="34" charset="-120"/>
              </a:rPr>
              <a:t>(Log)</a:t>
            </a:r>
            <a:endParaRPr lang="en-US" dirty="0">
              <a:latin typeface="+mj-lt"/>
            </a:endParaRPr>
          </a:p>
        </p:txBody>
      </p:sp>
      <p:sp>
        <p:nvSpPr>
          <p:cNvPr id="75" name="Text 21">
            <a:extLst>
              <a:ext uri="{FF2B5EF4-FFF2-40B4-BE49-F238E27FC236}">
                <a16:creationId xmlns:a16="http://schemas.microsoft.com/office/drawing/2014/main" id="{47F04A3C-B32A-7FED-CA12-638C95F98038}"/>
              </a:ext>
            </a:extLst>
          </p:cNvPr>
          <p:cNvSpPr/>
          <p:nvPr/>
        </p:nvSpPr>
        <p:spPr>
          <a:xfrm>
            <a:off x="7653526" y="3595314"/>
            <a:ext cx="3776472" cy="288036"/>
          </a:xfrm>
          <a:prstGeom prst="rect">
            <a:avLst/>
          </a:prstGeom>
          <a:noFill/>
          <a:ln/>
        </p:spPr>
        <p:txBody>
          <a:bodyPr wrap="square" lIns="0" tIns="0" rIns="0" bIns="0" rtlCol="0" anchor="ctr"/>
          <a:lstStyle/>
          <a:p>
            <a:pPr marL="0" indent="0" algn="ctr">
              <a:buNone/>
            </a:pPr>
            <a:r>
              <a:rPr lang="en-US" sz="1600" dirty="0">
                <a:solidFill>
                  <a:srgbClr val="0078DC"/>
                </a:solidFill>
                <a:latin typeface="Arial" pitchFamily="34" charset="0"/>
                <a:ea typeface="Arial" pitchFamily="34" charset="-122"/>
                <a:cs typeface="Arial" pitchFamily="34" charset="-120"/>
              </a:rPr>
              <a:t>↓</a:t>
            </a:r>
            <a:endParaRPr lang="en-US" sz="1600" dirty="0"/>
          </a:p>
        </p:txBody>
      </p:sp>
      <p:sp>
        <p:nvSpPr>
          <p:cNvPr id="77" name="Text 8">
            <a:extLst>
              <a:ext uri="{FF2B5EF4-FFF2-40B4-BE49-F238E27FC236}">
                <a16:creationId xmlns:a16="http://schemas.microsoft.com/office/drawing/2014/main" id="{222D662E-7364-0B3B-BD37-BE29F25E507E}"/>
              </a:ext>
            </a:extLst>
          </p:cNvPr>
          <p:cNvSpPr/>
          <p:nvPr>
            <p:custDataLst>
              <p:tags r:id="rId22"/>
            </p:custDataLst>
          </p:nvPr>
        </p:nvSpPr>
        <p:spPr>
          <a:xfrm>
            <a:off x="7424926" y="2157705"/>
            <a:ext cx="4244588" cy="475488"/>
          </a:xfrm>
          <a:prstGeom prst="rect">
            <a:avLst/>
          </a:prstGeom>
          <a:noFill/>
          <a:ln/>
        </p:spPr>
        <p:txBody>
          <a:bodyPr wrap="square" lIns="0" tIns="0" rIns="0" bIns="0" rtlCol="0" anchor="t">
            <a:normAutofit/>
          </a:bodyPr>
          <a:lstStyle/>
          <a:p>
            <a:pPr marL="0" indent="0" algn="ctr">
              <a:buNone/>
            </a:pPr>
            <a:r>
              <a:rPr lang="fr-CA" sz="2000" b="1" noProof="0" dirty="0">
                <a:solidFill>
                  <a:srgbClr val="1F6FEB"/>
                </a:solidFill>
                <a:latin typeface="Calibri" pitchFamily="34" charset="0"/>
                <a:ea typeface="Calibri" pitchFamily="34" charset="-122"/>
                <a:cs typeface="Calibri" pitchFamily="34" charset="-120"/>
              </a:rPr>
              <a:t>Process sequence</a:t>
            </a:r>
            <a:endParaRPr lang="fr-CA" sz="1850" noProof="0" dirty="0"/>
          </a:p>
        </p:txBody>
      </p:sp>
      <p:sp>
        <p:nvSpPr>
          <p:cNvPr id="83" name="Shape 7">
            <a:extLst>
              <a:ext uri="{FF2B5EF4-FFF2-40B4-BE49-F238E27FC236}">
                <a16:creationId xmlns:a16="http://schemas.microsoft.com/office/drawing/2014/main" id="{09533855-22AC-5A14-EE40-64092D95F574}"/>
              </a:ext>
            </a:extLst>
          </p:cNvPr>
          <p:cNvSpPr/>
          <p:nvPr>
            <p:custDataLst>
              <p:tags r:id="rId23"/>
            </p:custDataLst>
          </p:nvPr>
        </p:nvSpPr>
        <p:spPr>
          <a:xfrm>
            <a:off x="3944323" y="2593836"/>
            <a:ext cx="3067811" cy="603504"/>
          </a:xfrm>
          <a:prstGeom prst="roundRect">
            <a:avLst>
              <a:gd name="adj" fmla="val 5236"/>
            </a:avLst>
          </a:prstGeom>
          <a:solidFill>
            <a:srgbClr val="EFF6FF"/>
          </a:solidFill>
          <a:ln w="8890">
            <a:solidFill>
              <a:srgbClr val="1F6FEB"/>
            </a:solidFill>
            <a:prstDash val="solid"/>
          </a:ln>
        </p:spPr>
        <p:txBody>
          <a:bodyPr/>
          <a:lstStyle/>
          <a:p>
            <a:endParaRPr lang="fr-CA" noProof="0" dirty="0"/>
          </a:p>
        </p:txBody>
      </p:sp>
      <p:sp>
        <p:nvSpPr>
          <p:cNvPr id="85" name="Text 8">
            <a:extLst>
              <a:ext uri="{FF2B5EF4-FFF2-40B4-BE49-F238E27FC236}">
                <a16:creationId xmlns:a16="http://schemas.microsoft.com/office/drawing/2014/main" id="{62C405F2-045E-D45C-EFA8-BDC3E2939BE6}"/>
              </a:ext>
            </a:extLst>
          </p:cNvPr>
          <p:cNvSpPr/>
          <p:nvPr>
            <p:custDataLst>
              <p:tags r:id="rId24"/>
            </p:custDataLst>
          </p:nvPr>
        </p:nvSpPr>
        <p:spPr>
          <a:xfrm>
            <a:off x="3944322" y="2731183"/>
            <a:ext cx="3063241" cy="453303"/>
          </a:xfrm>
          <a:prstGeom prst="rect">
            <a:avLst/>
          </a:prstGeom>
          <a:noFill/>
          <a:ln/>
        </p:spPr>
        <p:txBody>
          <a:bodyPr wrap="square" lIns="0" tIns="0" rIns="0" bIns="0" rtlCol="0" anchor="t">
            <a:normAutofit/>
          </a:bodyPr>
          <a:lstStyle/>
          <a:p>
            <a:pPr marL="0" indent="0" algn="ctr">
              <a:buNone/>
            </a:pPr>
            <a:r>
              <a:rPr lang="fr-CA" sz="2000" b="1" noProof="0" dirty="0">
                <a:solidFill>
                  <a:srgbClr val="1F6FEB"/>
                </a:solidFill>
                <a:latin typeface="Calibri" pitchFamily="34" charset="0"/>
                <a:ea typeface="Calibri" pitchFamily="34" charset="-122"/>
                <a:cs typeface="Calibri" pitchFamily="34" charset="-120"/>
              </a:rPr>
              <a:t>Processed requests</a:t>
            </a:r>
            <a:endParaRPr lang="fr-CA" sz="1850" noProof="0" dirty="0"/>
          </a:p>
        </p:txBody>
      </p:sp>
      <p:sp>
        <p:nvSpPr>
          <p:cNvPr id="89" name="Shape 10">
            <a:extLst>
              <a:ext uri="{FF2B5EF4-FFF2-40B4-BE49-F238E27FC236}">
                <a16:creationId xmlns:a16="http://schemas.microsoft.com/office/drawing/2014/main" id="{35356D62-365F-0C8D-EA46-458C40CC101F}"/>
              </a:ext>
            </a:extLst>
          </p:cNvPr>
          <p:cNvSpPr/>
          <p:nvPr>
            <p:custDataLst>
              <p:tags r:id="rId25"/>
            </p:custDataLst>
          </p:nvPr>
        </p:nvSpPr>
        <p:spPr>
          <a:xfrm>
            <a:off x="3966969" y="3460377"/>
            <a:ext cx="3035809" cy="603504"/>
          </a:xfrm>
          <a:prstGeom prst="roundRect">
            <a:avLst>
              <a:gd name="adj" fmla="val 5236"/>
            </a:avLst>
          </a:prstGeom>
          <a:solidFill>
            <a:srgbClr val="EFFAF8"/>
          </a:solidFill>
          <a:ln w="8890">
            <a:solidFill>
              <a:srgbClr val="0F766E"/>
            </a:solidFill>
            <a:prstDash val="solid"/>
          </a:ln>
        </p:spPr>
        <p:txBody>
          <a:bodyPr/>
          <a:lstStyle/>
          <a:p>
            <a:endParaRPr lang="fr-CA" noProof="0" dirty="0"/>
          </a:p>
        </p:txBody>
      </p:sp>
      <p:sp>
        <p:nvSpPr>
          <p:cNvPr id="91" name="Text 11">
            <a:extLst>
              <a:ext uri="{FF2B5EF4-FFF2-40B4-BE49-F238E27FC236}">
                <a16:creationId xmlns:a16="http://schemas.microsoft.com/office/drawing/2014/main" id="{32261AAA-8DB7-A534-B608-7B88ED82BDB9}"/>
              </a:ext>
            </a:extLst>
          </p:cNvPr>
          <p:cNvSpPr/>
          <p:nvPr>
            <p:custDataLst>
              <p:tags r:id="rId26"/>
            </p:custDataLst>
          </p:nvPr>
        </p:nvSpPr>
        <p:spPr>
          <a:xfrm>
            <a:off x="3985468" y="3606461"/>
            <a:ext cx="3035810" cy="448056"/>
          </a:xfrm>
          <a:prstGeom prst="rect">
            <a:avLst/>
          </a:prstGeom>
          <a:noFill/>
          <a:ln/>
        </p:spPr>
        <p:txBody>
          <a:bodyPr wrap="square" lIns="0" tIns="0" rIns="0" bIns="0" rtlCol="0" anchor="t">
            <a:normAutofit/>
          </a:bodyPr>
          <a:lstStyle/>
          <a:p>
            <a:pPr marL="0" indent="0" algn="ctr">
              <a:buNone/>
            </a:pPr>
            <a:r>
              <a:rPr lang="fr-CA" sz="2000" b="1" noProof="0" dirty="0">
                <a:solidFill>
                  <a:srgbClr val="0F766E"/>
                </a:solidFill>
                <a:latin typeface="Calibri" pitchFamily="34" charset="0"/>
                <a:ea typeface="Calibri" pitchFamily="34" charset="-122"/>
                <a:cs typeface="Calibri" pitchFamily="34" charset="-120"/>
              </a:rPr>
              <a:t>Expected state</a:t>
            </a:r>
            <a:endParaRPr lang="fr-CA" sz="1850" noProof="0" dirty="0"/>
          </a:p>
        </p:txBody>
      </p:sp>
      <p:sp>
        <p:nvSpPr>
          <p:cNvPr id="95" name="Shape 13">
            <a:extLst>
              <a:ext uri="{FF2B5EF4-FFF2-40B4-BE49-F238E27FC236}">
                <a16:creationId xmlns:a16="http://schemas.microsoft.com/office/drawing/2014/main" id="{C67992B0-DAA5-7F94-9559-FCFA7E08DBA4}"/>
              </a:ext>
            </a:extLst>
          </p:cNvPr>
          <p:cNvSpPr/>
          <p:nvPr>
            <p:custDataLst>
              <p:tags r:id="rId27"/>
            </p:custDataLst>
          </p:nvPr>
        </p:nvSpPr>
        <p:spPr>
          <a:xfrm>
            <a:off x="3950912" y="4336689"/>
            <a:ext cx="3033791" cy="589789"/>
          </a:xfrm>
          <a:prstGeom prst="roundRect">
            <a:avLst>
              <a:gd name="adj" fmla="val 5236"/>
            </a:avLst>
          </a:prstGeom>
          <a:solidFill>
            <a:srgbClr val="FFF7ED"/>
          </a:solidFill>
          <a:ln w="8890">
            <a:solidFill>
              <a:srgbClr val="B45309"/>
            </a:solidFill>
            <a:prstDash val="solid"/>
          </a:ln>
        </p:spPr>
        <p:txBody>
          <a:bodyPr/>
          <a:lstStyle/>
          <a:p>
            <a:endParaRPr lang="fr-CA" noProof="0" dirty="0"/>
          </a:p>
        </p:txBody>
      </p:sp>
      <p:sp>
        <p:nvSpPr>
          <p:cNvPr id="97" name="Text 14">
            <a:extLst>
              <a:ext uri="{FF2B5EF4-FFF2-40B4-BE49-F238E27FC236}">
                <a16:creationId xmlns:a16="http://schemas.microsoft.com/office/drawing/2014/main" id="{9FE009F8-B8BB-DDB4-1CBF-62CB1E146F2D}"/>
              </a:ext>
            </a:extLst>
          </p:cNvPr>
          <p:cNvSpPr/>
          <p:nvPr>
            <p:custDataLst>
              <p:tags r:id="rId28"/>
            </p:custDataLst>
          </p:nvPr>
        </p:nvSpPr>
        <p:spPr>
          <a:xfrm>
            <a:off x="3937014" y="4458656"/>
            <a:ext cx="3047689" cy="467822"/>
          </a:xfrm>
          <a:prstGeom prst="rect">
            <a:avLst/>
          </a:prstGeom>
          <a:noFill/>
          <a:ln/>
        </p:spPr>
        <p:txBody>
          <a:bodyPr wrap="square" lIns="0" tIns="0" rIns="0" bIns="0" rtlCol="0" anchor="t">
            <a:normAutofit/>
          </a:bodyPr>
          <a:lstStyle/>
          <a:p>
            <a:pPr marL="0" indent="0" algn="ctr">
              <a:buNone/>
            </a:pPr>
            <a:r>
              <a:rPr lang="fr-CA" sz="1850" b="1" noProof="0" dirty="0">
                <a:solidFill>
                  <a:srgbClr val="B45309"/>
                </a:solidFill>
                <a:latin typeface="Calibri" pitchFamily="34" charset="0"/>
                <a:ea typeface="Calibri" pitchFamily="34" charset="-122"/>
                <a:cs typeface="Calibri" pitchFamily="34" charset="-120"/>
              </a:rPr>
              <a:t>Persisted state</a:t>
            </a:r>
            <a:endParaRPr lang="fr-CA" sz="2000" noProof="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hape 0">
            <a:extLst>
              <a:ext uri="{FF2B5EF4-FFF2-40B4-BE49-F238E27FC236}">
                <a16:creationId xmlns:a16="http://schemas.microsoft.com/office/drawing/2014/main" id="{906E79FF-1D9B-EFD0-BBFF-F5459545614F}"/>
              </a:ext>
            </a:extLst>
          </p:cNvPr>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en-CA" noProof="0" dirty="0"/>
          </a:p>
        </p:txBody>
      </p:sp>
      <p:sp>
        <p:nvSpPr>
          <p:cNvPr id="9" name="Text 1">
            <a:extLst>
              <a:ext uri="{FF2B5EF4-FFF2-40B4-BE49-F238E27FC236}">
                <a16:creationId xmlns:a16="http://schemas.microsoft.com/office/drawing/2014/main" id="{8970DB0D-B05E-1C80-2BBB-5665247173E1}"/>
              </a:ext>
            </a:extLst>
          </p:cNvPr>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en-CA" sz="1100" b="1" kern="0" spc="50" noProof="0" dirty="0">
                <a:solidFill>
                  <a:srgbClr val="1F6FEB"/>
                </a:solidFill>
                <a:latin typeface="Calibri" pitchFamily="34" charset="0"/>
                <a:ea typeface="Calibri" pitchFamily="34" charset="-122"/>
                <a:cs typeface="Calibri" pitchFamily="34" charset="-120"/>
              </a:rPr>
              <a:t>06 / PROVE AND CHOOSE</a:t>
            </a:r>
            <a:endParaRPr lang="en-CA" sz="1100" noProof="0" dirty="0"/>
          </a:p>
        </p:txBody>
      </p:sp>
      <p:sp>
        <p:nvSpPr>
          <p:cNvPr id="11" name="Text 2">
            <a:extLst>
              <a:ext uri="{FF2B5EF4-FFF2-40B4-BE49-F238E27FC236}">
                <a16:creationId xmlns:a16="http://schemas.microsoft.com/office/drawing/2014/main" id="{E385D345-DC3A-1EA6-B318-62FB64B731FC}"/>
              </a:ext>
            </a:extLst>
          </p:cNvPr>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en-CA" sz="1000" b="1" noProof="0" dirty="0">
                <a:solidFill>
                  <a:srgbClr val="829AB1"/>
                </a:solidFill>
                <a:latin typeface="Calibri" pitchFamily="34" charset="0"/>
                <a:ea typeface="Calibri" pitchFamily="34" charset="-122"/>
                <a:cs typeface="Calibri" pitchFamily="34" charset="-120"/>
              </a:rPr>
              <a:t>CONCILIATION STRATEGY</a:t>
            </a:r>
            <a:endParaRPr lang="en-CA" sz="1000" noProof="0" dirty="0"/>
          </a:p>
        </p:txBody>
      </p:sp>
      <p:sp>
        <p:nvSpPr>
          <p:cNvPr id="13" name="Text 3">
            <a:extLst>
              <a:ext uri="{FF2B5EF4-FFF2-40B4-BE49-F238E27FC236}">
                <a16:creationId xmlns:a16="http://schemas.microsoft.com/office/drawing/2014/main" id="{DC731C16-E729-C758-088D-B621E6B09077}"/>
              </a:ext>
            </a:extLst>
          </p:cNvPr>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r>
              <a:rPr lang="en-CA" sz="2700" b="1" noProof="0" dirty="0">
                <a:solidFill>
                  <a:srgbClr val="102A43"/>
                </a:solidFill>
                <a:latin typeface="Calibri" pitchFamily="34" charset="0"/>
                <a:ea typeface="Calibri" pitchFamily="34" charset="-122"/>
                <a:cs typeface="Calibri" pitchFamily="34" charset="-120"/>
              </a:rPr>
              <a:t>Data conciliation in EDA</a:t>
            </a:r>
            <a:r>
              <a:rPr lang="en-CA" sz="1600" b="1" noProof="0" dirty="0">
                <a:solidFill>
                  <a:srgbClr val="102A43"/>
                </a:solidFill>
                <a:latin typeface="Calibri" pitchFamily="34" charset="0"/>
                <a:ea typeface="Calibri" pitchFamily="34" charset="-122"/>
                <a:cs typeface="Calibri" pitchFamily="34" charset="-120"/>
              </a:rPr>
              <a:t> (2/2)</a:t>
            </a:r>
            <a:endParaRPr lang="en-CA" sz="1600" noProof="0" dirty="0"/>
          </a:p>
        </p:txBody>
      </p:sp>
      <p:sp>
        <p:nvSpPr>
          <p:cNvPr id="17" name="Text 5">
            <a:extLst>
              <a:ext uri="{FF2B5EF4-FFF2-40B4-BE49-F238E27FC236}">
                <a16:creationId xmlns:a16="http://schemas.microsoft.com/office/drawing/2014/main" id="{FC5BB11C-0696-EF0A-C7C3-BB452735389E}"/>
              </a:ext>
            </a:extLst>
          </p:cNvPr>
          <p:cNvSpPr/>
          <p:nvPr>
            <p:custDataLst>
              <p:tags r:id="rId5"/>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en-CA" sz="900" noProof="0" dirty="0">
                <a:solidFill>
                  <a:srgbClr val="486581"/>
                </a:solidFill>
                <a:latin typeface="Calibri" pitchFamily="34" charset="0"/>
                <a:ea typeface="Calibri" pitchFamily="34" charset="-122"/>
                <a:cs typeface="Calibri" pitchFamily="34" charset="-120"/>
              </a:rPr>
              <a:t>Kafka Engineering Guide · EDA Project</a:t>
            </a:r>
            <a:endParaRPr lang="en-CA" sz="900" noProof="0" dirty="0"/>
          </a:p>
        </p:txBody>
      </p:sp>
      <p:sp>
        <p:nvSpPr>
          <p:cNvPr id="19" name="Text 6">
            <a:extLst>
              <a:ext uri="{FF2B5EF4-FFF2-40B4-BE49-F238E27FC236}">
                <a16:creationId xmlns:a16="http://schemas.microsoft.com/office/drawing/2014/main" id="{AEFEDFF9-E31F-D72F-2EEA-0B261C8A87E1}"/>
              </a:ext>
            </a:extLst>
          </p:cNvPr>
          <p:cNvSpPr/>
          <p:nvPr>
            <p:custDataLst>
              <p:tags r:id="rId6"/>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en-CA" sz="900" noProof="0" dirty="0">
                <a:solidFill>
                  <a:srgbClr val="486581"/>
                </a:solidFill>
                <a:latin typeface="Calibri" pitchFamily="34" charset="0"/>
                <a:ea typeface="Calibri" pitchFamily="34" charset="-122"/>
                <a:cs typeface="Calibri" pitchFamily="34" charset="-120"/>
              </a:rPr>
              <a:t>35</a:t>
            </a:r>
            <a:endParaRPr lang="en-CA" sz="900" noProof="0" dirty="0"/>
          </a:p>
        </p:txBody>
      </p:sp>
      <p:sp>
        <p:nvSpPr>
          <p:cNvPr id="89" name="Text 4">
            <a:extLst>
              <a:ext uri="{FF2B5EF4-FFF2-40B4-BE49-F238E27FC236}">
                <a16:creationId xmlns:a16="http://schemas.microsoft.com/office/drawing/2014/main" id="{CC23CD58-9583-6FB3-437B-251117106648}"/>
              </a:ext>
            </a:extLst>
          </p:cNvPr>
          <p:cNvSpPr/>
          <p:nvPr>
            <p:custDataLst>
              <p:tags r:id="rId7"/>
            </p:custDataLst>
          </p:nvPr>
        </p:nvSpPr>
        <p:spPr>
          <a:xfrm>
            <a:off x="530352" y="1508760"/>
            <a:ext cx="11018520" cy="603504"/>
          </a:xfrm>
          <a:prstGeom prst="rect">
            <a:avLst/>
          </a:prstGeom>
          <a:noFill/>
          <a:ln/>
        </p:spPr>
        <p:txBody>
          <a:bodyPr wrap="square" lIns="0" tIns="0" rIns="0" bIns="0" rtlCol="0" anchor="t">
            <a:normAutofit/>
          </a:bodyPr>
          <a:lstStyle/>
          <a:p>
            <a:r>
              <a:rPr lang="en-CA" sz="1650" noProof="0" dirty="0">
                <a:solidFill>
                  <a:srgbClr val="486581"/>
                </a:solidFill>
                <a:latin typeface="Calibri" pitchFamily="34" charset="0"/>
                <a:ea typeface="Calibri" pitchFamily="34" charset="-122"/>
                <a:cs typeface="Calibri" pitchFamily="34" charset="-120"/>
              </a:rPr>
              <a:t>Reconciliation consists of replaying/recalculating the movements generated by data consumption.</a:t>
            </a:r>
            <a:endParaRPr lang="en-CA" sz="1650" noProof="0" dirty="0"/>
          </a:p>
        </p:txBody>
      </p:sp>
      <p:sp>
        <p:nvSpPr>
          <p:cNvPr id="91" name="Shape 20">
            <a:extLst>
              <a:ext uri="{FF2B5EF4-FFF2-40B4-BE49-F238E27FC236}">
                <a16:creationId xmlns:a16="http://schemas.microsoft.com/office/drawing/2014/main" id="{27B94F13-C965-553D-424C-CE403B58FB2E}"/>
              </a:ext>
            </a:extLst>
          </p:cNvPr>
          <p:cNvSpPr/>
          <p:nvPr>
            <p:custDataLst>
              <p:tags r:id="rId8"/>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en-CA" noProof="0" dirty="0"/>
          </a:p>
        </p:txBody>
      </p:sp>
      <p:sp>
        <p:nvSpPr>
          <p:cNvPr id="93" name="Text 21">
            <a:extLst>
              <a:ext uri="{FF2B5EF4-FFF2-40B4-BE49-F238E27FC236}">
                <a16:creationId xmlns:a16="http://schemas.microsoft.com/office/drawing/2014/main" id="{33F362E9-EC92-6B67-D4C7-9748FDAEBDB9}"/>
              </a:ext>
            </a:extLst>
          </p:cNvPr>
          <p:cNvSpPr/>
          <p:nvPr>
            <p:custDataLst>
              <p:tags r:id="rId9"/>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en-CA" sz="1550" b="1" noProof="0" dirty="0">
                <a:solidFill>
                  <a:srgbClr val="102A43"/>
                </a:solidFill>
                <a:latin typeface="Calibri" pitchFamily="34" charset="0"/>
                <a:ea typeface="Calibri" pitchFamily="34" charset="-122"/>
                <a:cs typeface="Calibri" pitchFamily="34" charset="-120"/>
              </a:rPr>
              <a:t>Detect, locate, classify, To correct et audit (log).</a:t>
            </a:r>
            <a:endParaRPr lang="en-CA" sz="1550" noProof="0" dirty="0"/>
          </a:p>
        </p:txBody>
      </p:sp>
      <p:pic>
        <p:nvPicPr>
          <p:cNvPr id="95" name="Image 94">
            <a:extLst>
              <a:ext uri="{FF2B5EF4-FFF2-40B4-BE49-F238E27FC236}">
                <a16:creationId xmlns:a16="http://schemas.microsoft.com/office/drawing/2014/main" id="{54201A42-001F-C652-2A98-C9AB0D6F6F7B}"/>
              </a:ext>
            </a:extLst>
          </p:cNvPr>
          <p:cNvPicPr>
            <a:picLocks noChangeAspect="1"/>
          </p:cNvPicPr>
          <p:nvPr/>
        </p:nvPicPr>
        <p:blipFill>
          <a:blip r:embed="rId12"/>
          <a:stretch>
            <a:fillRect/>
          </a:stretch>
        </p:blipFill>
        <p:spPr>
          <a:xfrm>
            <a:off x="530352" y="1999476"/>
            <a:ext cx="5545439" cy="2947521"/>
          </a:xfrm>
          <a:prstGeom prst="rect">
            <a:avLst/>
          </a:prstGeom>
        </p:spPr>
      </p:pic>
      <p:pic>
        <p:nvPicPr>
          <p:cNvPr id="97" name="Image 96">
            <a:extLst>
              <a:ext uri="{FF2B5EF4-FFF2-40B4-BE49-F238E27FC236}">
                <a16:creationId xmlns:a16="http://schemas.microsoft.com/office/drawing/2014/main" id="{007C1BFA-DEC7-4413-67CE-300B4E561645}"/>
              </a:ext>
            </a:extLst>
          </p:cNvPr>
          <p:cNvPicPr>
            <a:picLocks noChangeAspect="1"/>
          </p:cNvPicPr>
          <p:nvPr/>
        </p:nvPicPr>
        <p:blipFill>
          <a:blip r:embed="rId13"/>
          <a:stretch>
            <a:fillRect/>
          </a:stretch>
        </p:blipFill>
        <p:spPr>
          <a:xfrm>
            <a:off x="6116212" y="2419524"/>
            <a:ext cx="5542388" cy="2527473"/>
          </a:xfrm>
          <a:prstGeom prst="rect">
            <a:avLst/>
          </a:prstGeom>
        </p:spPr>
      </p:pic>
      <p:sp>
        <p:nvSpPr>
          <p:cNvPr id="99" name="Rectangle 98">
            <a:extLst>
              <a:ext uri="{FF2B5EF4-FFF2-40B4-BE49-F238E27FC236}">
                <a16:creationId xmlns:a16="http://schemas.microsoft.com/office/drawing/2014/main" id="{45635EBB-5E2B-AF1B-D4E5-1A536FEAC16D}"/>
              </a:ext>
            </a:extLst>
          </p:cNvPr>
          <p:cNvSpPr/>
          <p:nvPr/>
        </p:nvSpPr>
        <p:spPr>
          <a:xfrm rot="20666554">
            <a:off x="8176634" y="1273057"/>
            <a:ext cx="3611459" cy="923330"/>
          </a:xfrm>
          <a:prstGeom prst="rect">
            <a:avLst/>
          </a:prstGeom>
          <a:noFill/>
        </p:spPr>
        <p:txBody>
          <a:bodyPr wrap="square" lIns="91440" tIns="45720" rIns="91440" bIns="45720">
            <a:spAutoFit/>
          </a:bodyPr>
          <a:lstStyle/>
          <a:p>
            <a:pPr algn="ctr"/>
            <a:r>
              <a:rPr lang="en-CA" sz="5400" b="1" cap="none" spc="0" noProof="0" dirty="0">
                <a:ln w="12700">
                  <a:solidFill>
                    <a:schemeClr val="accent5"/>
                  </a:solidFill>
                  <a:prstDash val="solid"/>
                </a:ln>
                <a:pattFill prst="ltDnDiag">
                  <a:fgClr>
                    <a:schemeClr val="accent5">
                      <a:lumMod val="60000"/>
                      <a:lumOff val="40000"/>
                    </a:schemeClr>
                  </a:fgClr>
                  <a:bgClr>
                    <a:schemeClr val="bg1"/>
                  </a:bgClr>
                </a:pattFill>
                <a:effectLst/>
              </a:rPr>
              <a:t>Conciliation</a:t>
            </a:r>
          </a:p>
        </p:txBody>
      </p:sp>
    </p:spTree>
    <p:extLst>
      <p:ext uri="{BB962C8B-B14F-4D97-AF65-F5344CB8AC3E}">
        <p14:creationId xmlns:p14="http://schemas.microsoft.com/office/powerpoint/2010/main" val="42149847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en-CA"/>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en-US" sz="1100" b="1" kern="0" spc="50" dirty="0">
                <a:solidFill>
                  <a:srgbClr val="1F6FEB"/>
                </a:solidFill>
                <a:latin typeface="Calibri" pitchFamily="34" charset="0"/>
                <a:ea typeface="Calibri" pitchFamily="34" charset="-122"/>
                <a:cs typeface="Calibri" pitchFamily="34" charset="-120"/>
              </a:rPr>
              <a:t>06 / PROVE AND CHOOSE</a:t>
            </a:r>
            <a:endParaRPr lang="en-US" sz="110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en-US" sz="1000" b="1" dirty="0">
                <a:solidFill>
                  <a:srgbClr val="829AB1"/>
                </a:solidFill>
                <a:latin typeface="Calibri" pitchFamily="34" charset="0"/>
                <a:ea typeface="Calibri" pitchFamily="34" charset="-122"/>
                <a:cs typeface="Calibri" pitchFamily="34" charset="-120"/>
              </a:rPr>
              <a:t>ETL / SOA / EDA</a:t>
            </a:r>
            <a:endParaRPr lang="en-US" sz="100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en-US" sz="2700" b="1" dirty="0">
                <a:solidFill>
                  <a:srgbClr val="102A43"/>
                </a:solidFill>
                <a:latin typeface="Calibri" pitchFamily="34" charset="0"/>
                <a:ea typeface="Calibri" pitchFamily="34" charset="-122"/>
                <a:cs typeface="Calibri" pitchFamily="34" charset="-120"/>
              </a:rPr>
              <a:t>They are not three rungs on a maturity ladder</a:t>
            </a:r>
            <a:endParaRPr lang="en-US" sz="270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en-US" sz="1650" dirty="0">
                <a:solidFill>
                  <a:srgbClr val="486581"/>
                </a:solidFill>
                <a:latin typeface="Calibri" pitchFamily="34" charset="0"/>
                <a:ea typeface="Calibri" pitchFamily="34" charset="-122"/>
                <a:cs typeface="Calibri" pitchFamily="34" charset="-120"/>
              </a:rPr>
              <a:t>The documentation compares complementary integration styles that place complexity in different locations.</a:t>
            </a:r>
            <a:endParaRPr lang="en-US" sz="165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en-US" sz="900" dirty="0">
                <a:solidFill>
                  <a:srgbClr val="486581"/>
                </a:solidFill>
                <a:latin typeface="Calibri" pitchFamily="34" charset="0"/>
                <a:ea typeface="Calibri" pitchFamily="34" charset="-122"/>
                <a:cs typeface="Calibri" pitchFamily="34" charset="-120"/>
              </a:rPr>
              <a:t>Kafka Engineering Guide · EDA Project</a:t>
            </a:r>
            <a:endParaRPr lang="en-US" sz="90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en-US" sz="900" dirty="0">
                <a:solidFill>
                  <a:srgbClr val="486581"/>
                </a:solidFill>
                <a:latin typeface="Calibri" pitchFamily="34" charset="0"/>
                <a:ea typeface="Calibri" pitchFamily="34" charset="-122"/>
                <a:cs typeface="Calibri" pitchFamily="34" charset="-120"/>
              </a:rPr>
              <a:t>36</a:t>
            </a:r>
            <a:endParaRPr lang="en-US" sz="900" dirty="0"/>
          </a:p>
        </p:txBody>
      </p:sp>
      <p:sp>
        <p:nvSpPr>
          <p:cNvPr id="9" name="Shape 7"/>
          <p:cNvSpPr/>
          <p:nvPr>
            <p:custDataLst>
              <p:tags r:id="rId8"/>
            </p:custDataLst>
          </p:nvPr>
        </p:nvSpPr>
        <p:spPr>
          <a:xfrm>
            <a:off x="543670" y="2009394"/>
            <a:ext cx="2071116" cy="475488"/>
          </a:xfrm>
          <a:prstGeom prst="roundRect">
            <a:avLst>
              <a:gd name="adj" fmla="val 19231"/>
            </a:avLst>
          </a:prstGeom>
          <a:solidFill>
            <a:srgbClr val="1F6FEB"/>
          </a:solidFill>
          <a:ln w="8890">
            <a:solidFill>
              <a:srgbClr val="1F6FEB"/>
            </a:solidFill>
            <a:prstDash val="solid"/>
          </a:ln>
        </p:spPr>
        <p:txBody>
          <a:bodyPr/>
          <a:lstStyle/>
          <a:p>
            <a:endParaRPr lang="en-CA"/>
          </a:p>
        </p:txBody>
      </p:sp>
      <p:sp>
        <p:nvSpPr>
          <p:cNvPr id="10" name="Text 8"/>
          <p:cNvSpPr/>
          <p:nvPr>
            <p:custDataLst>
              <p:tags r:id="rId9"/>
            </p:custDataLst>
          </p:nvPr>
        </p:nvSpPr>
        <p:spPr>
          <a:xfrm>
            <a:off x="671686" y="2119122"/>
            <a:ext cx="1837944" cy="265176"/>
          </a:xfrm>
          <a:prstGeom prst="rect">
            <a:avLst/>
          </a:prstGeom>
          <a:noFill/>
          <a:ln/>
        </p:spPr>
        <p:txBody>
          <a:bodyPr wrap="square" lIns="0" tIns="0" rIns="0" bIns="0" rtlCol="0" anchor="t">
            <a:noAutofit/>
          </a:bodyPr>
          <a:lstStyle/>
          <a:p>
            <a:pPr marL="0" indent="0">
              <a:buNone/>
            </a:pPr>
            <a:r>
              <a:rPr lang="en-US" b="1" dirty="0">
                <a:solidFill>
                  <a:srgbClr val="FFFFFF"/>
                </a:solidFill>
                <a:latin typeface="Calibri" pitchFamily="34" charset="0"/>
                <a:ea typeface="Calibri" pitchFamily="34" charset="-122"/>
                <a:cs typeface="Calibri" pitchFamily="34" charset="-120"/>
              </a:rPr>
              <a:t>Dimension</a:t>
            </a:r>
            <a:endParaRPr lang="en-US" dirty="0"/>
          </a:p>
        </p:txBody>
      </p:sp>
      <p:sp>
        <p:nvSpPr>
          <p:cNvPr id="11" name="Shape 9"/>
          <p:cNvSpPr/>
          <p:nvPr>
            <p:custDataLst>
              <p:tags r:id="rId10"/>
            </p:custDataLst>
          </p:nvPr>
        </p:nvSpPr>
        <p:spPr>
          <a:xfrm>
            <a:off x="2655934" y="2009394"/>
            <a:ext cx="2775204" cy="475488"/>
          </a:xfrm>
          <a:prstGeom prst="roundRect">
            <a:avLst>
              <a:gd name="adj" fmla="val 19231"/>
            </a:avLst>
          </a:prstGeom>
          <a:solidFill>
            <a:srgbClr val="1F6FEB"/>
          </a:solidFill>
          <a:ln w="8890">
            <a:solidFill>
              <a:srgbClr val="1F6FEB"/>
            </a:solidFill>
            <a:prstDash val="solid"/>
          </a:ln>
        </p:spPr>
        <p:txBody>
          <a:bodyPr/>
          <a:lstStyle/>
          <a:p>
            <a:endParaRPr lang="en-CA"/>
          </a:p>
        </p:txBody>
      </p:sp>
      <p:sp>
        <p:nvSpPr>
          <p:cNvPr id="12" name="Text 10"/>
          <p:cNvSpPr/>
          <p:nvPr>
            <p:custDataLst>
              <p:tags r:id="rId11"/>
            </p:custDataLst>
          </p:nvPr>
        </p:nvSpPr>
        <p:spPr>
          <a:xfrm>
            <a:off x="2783950" y="2119122"/>
            <a:ext cx="2542032" cy="265176"/>
          </a:xfrm>
          <a:prstGeom prst="rect">
            <a:avLst/>
          </a:prstGeom>
          <a:noFill/>
          <a:ln/>
        </p:spPr>
        <p:txBody>
          <a:bodyPr wrap="square" lIns="0" tIns="0" rIns="0" bIns="0" rtlCol="0" anchor="t">
            <a:normAutofit/>
          </a:bodyPr>
          <a:lstStyle/>
          <a:p>
            <a:pPr marL="0" indent="0">
              <a:buNone/>
            </a:pPr>
            <a:r>
              <a:rPr lang="en-US" sz="1520" b="1" dirty="0">
                <a:solidFill>
                  <a:srgbClr val="FFFFFF"/>
                </a:solidFill>
                <a:latin typeface="Calibri" pitchFamily="34" charset="0"/>
                <a:ea typeface="Calibri" pitchFamily="34" charset="-122"/>
                <a:cs typeface="Calibri" pitchFamily="34" charset="-120"/>
              </a:rPr>
              <a:t>ETL (batch)</a:t>
            </a:r>
            <a:endParaRPr lang="en-US" sz="1520" dirty="0"/>
          </a:p>
        </p:txBody>
      </p:sp>
      <p:sp>
        <p:nvSpPr>
          <p:cNvPr id="13" name="Shape 11"/>
          <p:cNvSpPr/>
          <p:nvPr>
            <p:custDataLst>
              <p:tags r:id="rId12"/>
            </p:custDataLst>
          </p:nvPr>
        </p:nvSpPr>
        <p:spPr>
          <a:xfrm>
            <a:off x="5472286" y="2009394"/>
            <a:ext cx="2775204" cy="475488"/>
          </a:xfrm>
          <a:prstGeom prst="roundRect">
            <a:avLst>
              <a:gd name="adj" fmla="val 19231"/>
            </a:avLst>
          </a:prstGeom>
          <a:solidFill>
            <a:srgbClr val="1F6FEB"/>
          </a:solidFill>
          <a:ln w="8890">
            <a:solidFill>
              <a:srgbClr val="1F6FEB"/>
            </a:solidFill>
            <a:prstDash val="solid"/>
          </a:ln>
        </p:spPr>
        <p:txBody>
          <a:bodyPr/>
          <a:lstStyle/>
          <a:p>
            <a:endParaRPr lang="en-CA"/>
          </a:p>
        </p:txBody>
      </p:sp>
      <p:sp>
        <p:nvSpPr>
          <p:cNvPr id="14" name="Text 12"/>
          <p:cNvSpPr/>
          <p:nvPr>
            <p:custDataLst>
              <p:tags r:id="rId13"/>
            </p:custDataLst>
          </p:nvPr>
        </p:nvSpPr>
        <p:spPr>
          <a:xfrm>
            <a:off x="5600302" y="2119122"/>
            <a:ext cx="2542032" cy="265176"/>
          </a:xfrm>
          <a:prstGeom prst="rect">
            <a:avLst/>
          </a:prstGeom>
          <a:noFill/>
          <a:ln/>
        </p:spPr>
        <p:txBody>
          <a:bodyPr wrap="square" lIns="0" tIns="0" rIns="0" bIns="0" rtlCol="0" anchor="t">
            <a:normAutofit/>
          </a:bodyPr>
          <a:lstStyle/>
          <a:p>
            <a:pPr marL="0" indent="0">
              <a:buNone/>
            </a:pPr>
            <a:r>
              <a:rPr lang="en-US" sz="1520" b="1" dirty="0">
                <a:solidFill>
                  <a:srgbClr val="FFFFFF"/>
                </a:solidFill>
                <a:latin typeface="Calibri" pitchFamily="34" charset="0"/>
                <a:ea typeface="Calibri" pitchFamily="34" charset="-122"/>
                <a:cs typeface="Calibri" pitchFamily="34" charset="-120"/>
              </a:rPr>
              <a:t>SOA (synchronous)</a:t>
            </a:r>
            <a:endParaRPr lang="en-US" sz="1520" dirty="0"/>
          </a:p>
        </p:txBody>
      </p:sp>
      <p:sp>
        <p:nvSpPr>
          <p:cNvPr id="15" name="Shape 13"/>
          <p:cNvSpPr/>
          <p:nvPr>
            <p:custDataLst>
              <p:tags r:id="rId14"/>
            </p:custDataLst>
          </p:nvPr>
        </p:nvSpPr>
        <p:spPr>
          <a:xfrm>
            <a:off x="8288638" y="2009394"/>
            <a:ext cx="3342132" cy="475488"/>
          </a:xfrm>
          <a:prstGeom prst="roundRect">
            <a:avLst>
              <a:gd name="adj" fmla="val 19231"/>
            </a:avLst>
          </a:prstGeom>
          <a:solidFill>
            <a:srgbClr val="1F6FEB"/>
          </a:solidFill>
          <a:ln w="8890">
            <a:solidFill>
              <a:srgbClr val="1F6FEB"/>
            </a:solidFill>
            <a:prstDash val="solid"/>
          </a:ln>
        </p:spPr>
        <p:txBody>
          <a:bodyPr/>
          <a:lstStyle/>
          <a:p>
            <a:endParaRPr lang="en-CA"/>
          </a:p>
        </p:txBody>
      </p:sp>
      <p:sp>
        <p:nvSpPr>
          <p:cNvPr id="16" name="Text 14"/>
          <p:cNvSpPr/>
          <p:nvPr>
            <p:custDataLst>
              <p:tags r:id="rId15"/>
            </p:custDataLst>
          </p:nvPr>
        </p:nvSpPr>
        <p:spPr>
          <a:xfrm>
            <a:off x="8416654" y="2119122"/>
            <a:ext cx="3108960" cy="265176"/>
          </a:xfrm>
          <a:prstGeom prst="rect">
            <a:avLst/>
          </a:prstGeom>
          <a:noFill/>
          <a:ln/>
        </p:spPr>
        <p:txBody>
          <a:bodyPr wrap="square" lIns="0" tIns="0" rIns="0" bIns="0" rtlCol="0" anchor="t">
            <a:normAutofit/>
          </a:bodyPr>
          <a:lstStyle/>
          <a:p>
            <a:pPr marL="0" indent="0">
              <a:buNone/>
            </a:pPr>
            <a:r>
              <a:rPr lang="en-US" sz="1520" b="1" dirty="0">
                <a:solidFill>
                  <a:srgbClr val="FFFFFF"/>
                </a:solidFill>
                <a:latin typeface="Calibri" pitchFamily="34" charset="0"/>
                <a:ea typeface="Calibri" pitchFamily="34" charset="-122"/>
                <a:cs typeface="Calibri" pitchFamily="34" charset="-120"/>
              </a:rPr>
              <a:t>EDA / Kafka</a:t>
            </a:r>
            <a:endParaRPr lang="en-US" sz="1520" dirty="0"/>
          </a:p>
        </p:txBody>
      </p:sp>
      <p:sp>
        <p:nvSpPr>
          <p:cNvPr id="17" name="Shape 15"/>
          <p:cNvSpPr/>
          <p:nvPr>
            <p:custDataLst>
              <p:tags r:id="rId16"/>
            </p:custDataLst>
          </p:nvPr>
        </p:nvSpPr>
        <p:spPr>
          <a:xfrm>
            <a:off x="543670" y="2539746"/>
            <a:ext cx="2071116" cy="807720"/>
          </a:xfrm>
          <a:prstGeom prst="roundRect">
            <a:avLst>
              <a:gd name="adj" fmla="val 11321"/>
            </a:avLst>
          </a:prstGeom>
          <a:solidFill>
            <a:srgbClr val="F5F8FC"/>
          </a:solidFill>
          <a:ln w="8890">
            <a:solidFill>
              <a:srgbClr val="D9E2EC"/>
            </a:solidFill>
            <a:prstDash val="solid"/>
          </a:ln>
        </p:spPr>
        <p:txBody>
          <a:bodyPr/>
          <a:lstStyle/>
          <a:p>
            <a:endParaRPr lang="en-CA"/>
          </a:p>
        </p:txBody>
      </p:sp>
      <p:sp>
        <p:nvSpPr>
          <p:cNvPr id="18" name="Text 16"/>
          <p:cNvSpPr/>
          <p:nvPr>
            <p:custDataLst>
              <p:tags r:id="rId17"/>
            </p:custDataLst>
          </p:nvPr>
        </p:nvSpPr>
        <p:spPr>
          <a:xfrm>
            <a:off x="671686" y="2649474"/>
            <a:ext cx="1828800" cy="670560"/>
          </a:xfrm>
          <a:prstGeom prst="rect">
            <a:avLst/>
          </a:prstGeom>
          <a:noFill/>
          <a:ln/>
        </p:spPr>
        <p:txBody>
          <a:bodyPr wrap="square" lIns="0" tIns="0" rIns="0" bIns="0" rtlCol="0" anchor="t">
            <a:normAutofit/>
          </a:bodyPr>
          <a:lstStyle/>
          <a:p>
            <a:pPr marL="0" indent="0">
              <a:buNone/>
            </a:pPr>
            <a:r>
              <a:rPr lang="en-US" sz="1600" b="1" dirty="0">
                <a:solidFill>
                  <a:srgbClr val="102A43"/>
                </a:solidFill>
                <a:latin typeface="Calibri" pitchFamily="34" charset="0"/>
                <a:ea typeface="Calibri" pitchFamily="34" charset="-122"/>
                <a:cs typeface="Calibri" pitchFamily="34" charset="-120"/>
              </a:rPr>
              <a:t>Interaction</a:t>
            </a:r>
            <a:endParaRPr lang="en-US" sz="1600" dirty="0"/>
          </a:p>
        </p:txBody>
      </p:sp>
      <p:sp>
        <p:nvSpPr>
          <p:cNvPr id="19" name="Shape 17"/>
          <p:cNvSpPr/>
          <p:nvPr>
            <p:custDataLst>
              <p:tags r:id="rId18"/>
            </p:custDataLst>
          </p:nvPr>
        </p:nvSpPr>
        <p:spPr>
          <a:xfrm>
            <a:off x="2655934" y="2539746"/>
            <a:ext cx="2775204" cy="807720"/>
          </a:xfrm>
          <a:prstGeom prst="roundRect">
            <a:avLst>
              <a:gd name="adj" fmla="val 11321"/>
            </a:avLst>
          </a:prstGeom>
          <a:solidFill>
            <a:srgbClr val="F5F8FC"/>
          </a:solidFill>
          <a:ln w="8890">
            <a:solidFill>
              <a:srgbClr val="D9E2EC"/>
            </a:solidFill>
            <a:prstDash val="solid"/>
          </a:ln>
        </p:spPr>
        <p:txBody>
          <a:bodyPr/>
          <a:lstStyle/>
          <a:p>
            <a:endParaRPr lang="en-CA"/>
          </a:p>
        </p:txBody>
      </p:sp>
      <p:sp>
        <p:nvSpPr>
          <p:cNvPr id="20" name="Text 18"/>
          <p:cNvSpPr/>
          <p:nvPr>
            <p:custDataLst>
              <p:tags r:id="rId19"/>
            </p:custDataLst>
          </p:nvPr>
        </p:nvSpPr>
        <p:spPr>
          <a:xfrm>
            <a:off x="2783950" y="2649474"/>
            <a:ext cx="2532888" cy="670560"/>
          </a:xfrm>
          <a:prstGeom prst="rect">
            <a:avLst/>
          </a:prstGeom>
          <a:noFill/>
          <a:ln/>
        </p:spPr>
        <p:txBody>
          <a:bodyPr wrap="square" lIns="0" tIns="0" rIns="0" bIns="0" rtlCol="0" anchor="t">
            <a:normAutofit/>
          </a:bodyPr>
          <a:lstStyle/>
          <a:p>
            <a:pPr marL="0" indent="0">
              <a:buNone/>
            </a:pPr>
            <a:r>
              <a:rPr lang="en-US" sz="1600" dirty="0">
                <a:solidFill>
                  <a:srgbClr val="486581"/>
                </a:solidFill>
                <a:latin typeface="Calibri" pitchFamily="34" charset="0"/>
                <a:ea typeface="Calibri" pitchFamily="34" charset="-122"/>
                <a:cs typeface="Calibri" pitchFamily="34" charset="-120"/>
              </a:rPr>
              <a:t>Scheduled tasks.</a:t>
            </a:r>
            <a:endParaRPr lang="en-US" sz="1600" dirty="0"/>
          </a:p>
        </p:txBody>
      </p:sp>
      <p:sp>
        <p:nvSpPr>
          <p:cNvPr id="21" name="Shape 19"/>
          <p:cNvSpPr/>
          <p:nvPr>
            <p:custDataLst>
              <p:tags r:id="rId20"/>
            </p:custDataLst>
          </p:nvPr>
        </p:nvSpPr>
        <p:spPr>
          <a:xfrm>
            <a:off x="5472286" y="2539746"/>
            <a:ext cx="2775204" cy="807720"/>
          </a:xfrm>
          <a:prstGeom prst="roundRect">
            <a:avLst>
              <a:gd name="adj" fmla="val 11321"/>
            </a:avLst>
          </a:prstGeom>
          <a:solidFill>
            <a:srgbClr val="F5F8FC"/>
          </a:solidFill>
          <a:ln w="8890">
            <a:solidFill>
              <a:srgbClr val="D9E2EC"/>
            </a:solidFill>
            <a:prstDash val="solid"/>
          </a:ln>
        </p:spPr>
        <p:txBody>
          <a:bodyPr/>
          <a:lstStyle/>
          <a:p>
            <a:endParaRPr lang="en-CA"/>
          </a:p>
        </p:txBody>
      </p:sp>
      <p:sp>
        <p:nvSpPr>
          <p:cNvPr id="22" name="Text 20"/>
          <p:cNvSpPr/>
          <p:nvPr>
            <p:custDataLst>
              <p:tags r:id="rId21"/>
            </p:custDataLst>
          </p:nvPr>
        </p:nvSpPr>
        <p:spPr>
          <a:xfrm>
            <a:off x="5600302" y="2649474"/>
            <a:ext cx="2532888" cy="670560"/>
          </a:xfrm>
          <a:prstGeom prst="rect">
            <a:avLst/>
          </a:prstGeom>
          <a:noFill/>
          <a:ln/>
        </p:spPr>
        <p:txBody>
          <a:bodyPr wrap="square" lIns="0" tIns="0" rIns="0" bIns="0" rtlCol="0" anchor="t">
            <a:normAutofit/>
          </a:bodyPr>
          <a:lstStyle/>
          <a:p>
            <a:pPr marL="0" indent="0">
              <a:buNone/>
            </a:pPr>
            <a:r>
              <a:rPr lang="en-US" sz="1600" dirty="0">
                <a:solidFill>
                  <a:srgbClr val="486581"/>
                </a:solidFill>
                <a:latin typeface="Calibri" pitchFamily="34" charset="0"/>
                <a:ea typeface="Calibri" pitchFamily="34" charset="-122"/>
                <a:cs typeface="Calibri" pitchFamily="34" charset="-120"/>
              </a:rPr>
              <a:t>Request-response.</a:t>
            </a:r>
            <a:endParaRPr lang="en-US" sz="1600" dirty="0"/>
          </a:p>
        </p:txBody>
      </p:sp>
      <p:sp>
        <p:nvSpPr>
          <p:cNvPr id="23" name="Shape 21"/>
          <p:cNvSpPr/>
          <p:nvPr>
            <p:custDataLst>
              <p:tags r:id="rId22"/>
            </p:custDataLst>
          </p:nvPr>
        </p:nvSpPr>
        <p:spPr>
          <a:xfrm>
            <a:off x="8288638" y="2539746"/>
            <a:ext cx="3342132" cy="807720"/>
          </a:xfrm>
          <a:prstGeom prst="roundRect">
            <a:avLst>
              <a:gd name="adj" fmla="val 11321"/>
            </a:avLst>
          </a:prstGeom>
          <a:solidFill>
            <a:srgbClr val="F5F8FC"/>
          </a:solidFill>
          <a:ln w="8890">
            <a:solidFill>
              <a:srgbClr val="D9E2EC"/>
            </a:solidFill>
            <a:prstDash val="solid"/>
          </a:ln>
        </p:spPr>
        <p:txBody>
          <a:bodyPr/>
          <a:lstStyle/>
          <a:p>
            <a:endParaRPr lang="en-CA"/>
          </a:p>
        </p:txBody>
      </p:sp>
      <p:sp>
        <p:nvSpPr>
          <p:cNvPr id="24" name="Text 22"/>
          <p:cNvSpPr/>
          <p:nvPr>
            <p:custDataLst>
              <p:tags r:id="rId23"/>
            </p:custDataLst>
          </p:nvPr>
        </p:nvSpPr>
        <p:spPr>
          <a:xfrm>
            <a:off x="8416654" y="2649474"/>
            <a:ext cx="3099816" cy="670560"/>
          </a:xfrm>
          <a:prstGeom prst="rect">
            <a:avLst/>
          </a:prstGeom>
          <a:noFill/>
          <a:ln/>
        </p:spPr>
        <p:txBody>
          <a:bodyPr wrap="square" lIns="0" tIns="0" rIns="0" bIns="0" rtlCol="0" anchor="t">
            <a:normAutofit/>
          </a:bodyPr>
          <a:lstStyle/>
          <a:p>
            <a:pPr marL="0" indent="0">
              <a:buNone/>
            </a:pPr>
            <a:r>
              <a:rPr lang="en-US" sz="1600" dirty="0">
                <a:solidFill>
                  <a:srgbClr val="486581"/>
                </a:solidFill>
                <a:latin typeface="Calibri" pitchFamily="34" charset="0"/>
                <a:ea typeface="Calibri" pitchFamily="34" charset="-122"/>
                <a:cs typeface="Calibri" pitchFamily="34" charset="-120"/>
              </a:rPr>
              <a:t>Publication and consumption.</a:t>
            </a:r>
            <a:endParaRPr lang="en-US" sz="1600" dirty="0"/>
          </a:p>
        </p:txBody>
      </p:sp>
      <p:sp>
        <p:nvSpPr>
          <p:cNvPr id="25" name="Shape 23"/>
          <p:cNvSpPr/>
          <p:nvPr>
            <p:custDataLst>
              <p:tags r:id="rId24"/>
            </p:custDataLst>
          </p:nvPr>
        </p:nvSpPr>
        <p:spPr>
          <a:xfrm>
            <a:off x="543670" y="3411474"/>
            <a:ext cx="2071116" cy="807720"/>
          </a:xfrm>
          <a:prstGeom prst="roundRect">
            <a:avLst>
              <a:gd name="adj" fmla="val 11321"/>
            </a:avLst>
          </a:prstGeom>
          <a:solidFill>
            <a:srgbClr val="FFFFFF"/>
          </a:solidFill>
          <a:ln w="8890">
            <a:solidFill>
              <a:srgbClr val="D9E2EC"/>
            </a:solidFill>
            <a:prstDash val="solid"/>
          </a:ln>
        </p:spPr>
        <p:txBody>
          <a:bodyPr/>
          <a:lstStyle/>
          <a:p>
            <a:endParaRPr lang="en-CA"/>
          </a:p>
        </p:txBody>
      </p:sp>
      <p:sp>
        <p:nvSpPr>
          <p:cNvPr id="26" name="Text 24"/>
          <p:cNvSpPr/>
          <p:nvPr>
            <p:custDataLst>
              <p:tags r:id="rId25"/>
            </p:custDataLst>
          </p:nvPr>
        </p:nvSpPr>
        <p:spPr>
          <a:xfrm>
            <a:off x="671686" y="3521202"/>
            <a:ext cx="1828800" cy="670560"/>
          </a:xfrm>
          <a:prstGeom prst="rect">
            <a:avLst/>
          </a:prstGeom>
          <a:noFill/>
          <a:ln/>
        </p:spPr>
        <p:txBody>
          <a:bodyPr wrap="square" lIns="0" tIns="0" rIns="0" bIns="0" rtlCol="0" anchor="t">
            <a:normAutofit/>
          </a:bodyPr>
          <a:lstStyle/>
          <a:p>
            <a:pPr marL="0" indent="0">
              <a:buNone/>
            </a:pPr>
            <a:r>
              <a:rPr lang="en-US" sz="1600" b="1" dirty="0">
                <a:solidFill>
                  <a:srgbClr val="102A43"/>
                </a:solidFill>
                <a:latin typeface="Calibri" pitchFamily="34" charset="0"/>
                <a:ea typeface="Calibri" pitchFamily="34" charset="-122"/>
                <a:cs typeface="Calibri" pitchFamily="34" charset="-120"/>
              </a:rPr>
              <a:t>Sought value</a:t>
            </a:r>
            <a:endParaRPr lang="en-US" sz="1600" dirty="0"/>
          </a:p>
        </p:txBody>
      </p:sp>
      <p:sp>
        <p:nvSpPr>
          <p:cNvPr id="27" name="Shape 25"/>
          <p:cNvSpPr/>
          <p:nvPr>
            <p:custDataLst>
              <p:tags r:id="rId26"/>
            </p:custDataLst>
          </p:nvPr>
        </p:nvSpPr>
        <p:spPr>
          <a:xfrm>
            <a:off x="2655934" y="3411474"/>
            <a:ext cx="2775204" cy="807720"/>
          </a:xfrm>
          <a:prstGeom prst="roundRect">
            <a:avLst>
              <a:gd name="adj" fmla="val 11321"/>
            </a:avLst>
          </a:prstGeom>
          <a:solidFill>
            <a:srgbClr val="FFFFFF"/>
          </a:solidFill>
          <a:ln w="8890">
            <a:solidFill>
              <a:srgbClr val="D9E2EC"/>
            </a:solidFill>
            <a:prstDash val="solid"/>
          </a:ln>
        </p:spPr>
        <p:txBody>
          <a:bodyPr/>
          <a:lstStyle/>
          <a:p>
            <a:endParaRPr lang="en-CA"/>
          </a:p>
        </p:txBody>
      </p:sp>
      <p:sp>
        <p:nvSpPr>
          <p:cNvPr id="28" name="Text 26"/>
          <p:cNvSpPr/>
          <p:nvPr>
            <p:custDataLst>
              <p:tags r:id="rId27"/>
            </p:custDataLst>
          </p:nvPr>
        </p:nvSpPr>
        <p:spPr>
          <a:xfrm>
            <a:off x="2783950" y="3521202"/>
            <a:ext cx="2532888" cy="670560"/>
          </a:xfrm>
          <a:prstGeom prst="rect">
            <a:avLst/>
          </a:prstGeom>
          <a:noFill/>
          <a:ln/>
        </p:spPr>
        <p:txBody>
          <a:bodyPr wrap="square" lIns="0" tIns="0" rIns="0" bIns="0" rtlCol="0" anchor="t">
            <a:normAutofit/>
          </a:bodyPr>
          <a:lstStyle/>
          <a:p>
            <a:pPr marL="0" indent="0">
              <a:buNone/>
            </a:pPr>
            <a:r>
              <a:rPr lang="en-US" sz="1600" dirty="0">
                <a:solidFill>
                  <a:srgbClr val="486581"/>
                </a:solidFill>
                <a:latin typeface="Calibri" pitchFamily="34" charset="0"/>
                <a:ea typeface="Calibri" pitchFamily="34" charset="-122"/>
                <a:cs typeface="Calibri" pitchFamily="34" charset="-120"/>
              </a:rPr>
              <a:t>Bulk movements</a:t>
            </a:r>
            <a:endParaRPr lang="en-US" sz="1600" dirty="0"/>
          </a:p>
          <a:p>
            <a:pPr marL="0" indent="0">
              <a:buNone/>
            </a:pPr>
            <a:r>
              <a:rPr lang="en-US" sz="1600" dirty="0">
                <a:solidFill>
                  <a:srgbClr val="486581"/>
                </a:solidFill>
                <a:latin typeface="Calibri" pitchFamily="34" charset="0"/>
                <a:ea typeface="Calibri" pitchFamily="34" charset="-122"/>
                <a:cs typeface="Calibri" pitchFamily="34" charset="-120"/>
              </a:rPr>
              <a:t>and preparation.</a:t>
            </a:r>
            <a:endParaRPr lang="en-US" sz="1600" dirty="0"/>
          </a:p>
        </p:txBody>
      </p:sp>
      <p:sp>
        <p:nvSpPr>
          <p:cNvPr id="29" name="Shape 27"/>
          <p:cNvSpPr/>
          <p:nvPr>
            <p:custDataLst>
              <p:tags r:id="rId28"/>
            </p:custDataLst>
          </p:nvPr>
        </p:nvSpPr>
        <p:spPr>
          <a:xfrm>
            <a:off x="5472286" y="3411474"/>
            <a:ext cx="2775204" cy="807720"/>
          </a:xfrm>
          <a:prstGeom prst="roundRect">
            <a:avLst>
              <a:gd name="adj" fmla="val 11321"/>
            </a:avLst>
          </a:prstGeom>
          <a:solidFill>
            <a:srgbClr val="FFFFFF"/>
          </a:solidFill>
          <a:ln w="8890">
            <a:solidFill>
              <a:srgbClr val="D9E2EC"/>
            </a:solidFill>
            <a:prstDash val="solid"/>
          </a:ln>
        </p:spPr>
        <p:txBody>
          <a:bodyPr/>
          <a:lstStyle/>
          <a:p>
            <a:endParaRPr lang="en-CA"/>
          </a:p>
        </p:txBody>
      </p:sp>
      <p:sp>
        <p:nvSpPr>
          <p:cNvPr id="30" name="Text 28"/>
          <p:cNvSpPr/>
          <p:nvPr>
            <p:custDataLst>
              <p:tags r:id="rId29"/>
            </p:custDataLst>
          </p:nvPr>
        </p:nvSpPr>
        <p:spPr>
          <a:xfrm>
            <a:off x="5600302" y="3521202"/>
            <a:ext cx="2532888" cy="670560"/>
          </a:xfrm>
          <a:prstGeom prst="rect">
            <a:avLst/>
          </a:prstGeom>
          <a:noFill/>
          <a:ln/>
        </p:spPr>
        <p:txBody>
          <a:bodyPr wrap="square" lIns="0" tIns="0" rIns="0" bIns="0" rtlCol="0" anchor="t">
            <a:normAutofit/>
          </a:bodyPr>
          <a:lstStyle/>
          <a:p>
            <a:pPr marL="0" indent="0">
              <a:buNone/>
            </a:pPr>
            <a:r>
              <a:rPr lang="en-US" sz="1600" dirty="0">
                <a:solidFill>
                  <a:srgbClr val="486581"/>
                </a:solidFill>
                <a:latin typeface="Calibri" pitchFamily="34" charset="0"/>
                <a:ea typeface="Calibri" pitchFamily="34" charset="-122"/>
                <a:cs typeface="Calibri" pitchFamily="34" charset="-120"/>
              </a:rPr>
              <a:t>Immediate result</a:t>
            </a:r>
            <a:endParaRPr lang="en-US" sz="1600" dirty="0"/>
          </a:p>
          <a:p>
            <a:pPr marL="0" indent="0">
              <a:buNone/>
            </a:pPr>
            <a:r>
              <a:rPr lang="en-US" sz="1600" dirty="0">
                <a:solidFill>
                  <a:srgbClr val="486581"/>
                </a:solidFill>
                <a:latin typeface="Calibri" pitchFamily="34" charset="0"/>
                <a:ea typeface="Calibri" pitchFamily="34" charset="-122"/>
                <a:cs typeface="Calibri" pitchFamily="34" charset="-120"/>
              </a:rPr>
              <a:t>for the requester.</a:t>
            </a:r>
            <a:endParaRPr lang="en-US" sz="1600" dirty="0"/>
          </a:p>
        </p:txBody>
      </p:sp>
      <p:sp>
        <p:nvSpPr>
          <p:cNvPr id="31" name="Shape 29"/>
          <p:cNvSpPr/>
          <p:nvPr>
            <p:custDataLst>
              <p:tags r:id="rId30"/>
            </p:custDataLst>
          </p:nvPr>
        </p:nvSpPr>
        <p:spPr>
          <a:xfrm>
            <a:off x="8288638" y="3411474"/>
            <a:ext cx="3342132" cy="807720"/>
          </a:xfrm>
          <a:prstGeom prst="roundRect">
            <a:avLst>
              <a:gd name="adj" fmla="val 11321"/>
            </a:avLst>
          </a:prstGeom>
          <a:solidFill>
            <a:srgbClr val="FFFFFF"/>
          </a:solidFill>
          <a:ln w="8890">
            <a:solidFill>
              <a:srgbClr val="D9E2EC"/>
            </a:solidFill>
            <a:prstDash val="solid"/>
          </a:ln>
        </p:spPr>
        <p:txBody>
          <a:bodyPr/>
          <a:lstStyle/>
          <a:p>
            <a:endParaRPr lang="en-CA"/>
          </a:p>
        </p:txBody>
      </p:sp>
      <p:sp>
        <p:nvSpPr>
          <p:cNvPr id="32" name="Text 30"/>
          <p:cNvSpPr/>
          <p:nvPr>
            <p:custDataLst>
              <p:tags r:id="rId31"/>
            </p:custDataLst>
          </p:nvPr>
        </p:nvSpPr>
        <p:spPr>
          <a:xfrm>
            <a:off x="8416654" y="3521202"/>
            <a:ext cx="3099816" cy="670560"/>
          </a:xfrm>
          <a:prstGeom prst="rect">
            <a:avLst/>
          </a:prstGeom>
          <a:noFill/>
          <a:ln/>
        </p:spPr>
        <p:txBody>
          <a:bodyPr wrap="square" lIns="0" tIns="0" rIns="0" bIns="0" rtlCol="0" anchor="t">
            <a:normAutofit/>
          </a:bodyPr>
          <a:lstStyle/>
          <a:p>
            <a:pPr marL="0" indent="0">
              <a:buNone/>
            </a:pPr>
            <a:r>
              <a:rPr lang="en-US" sz="1600" dirty="0">
                <a:solidFill>
                  <a:srgbClr val="486581"/>
                </a:solidFill>
                <a:latin typeface="Calibri" pitchFamily="34" charset="0"/>
                <a:ea typeface="Calibri" pitchFamily="34" charset="-122"/>
                <a:cs typeface="Calibri" pitchFamily="34" charset="-120"/>
              </a:rPr>
              <a:t>Independent consumers, buffer, and replay.</a:t>
            </a:r>
            <a:endParaRPr lang="en-US" sz="1600" dirty="0"/>
          </a:p>
        </p:txBody>
      </p:sp>
      <p:sp>
        <p:nvSpPr>
          <p:cNvPr id="33" name="Shape 31"/>
          <p:cNvSpPr/>
          <p:nvPr>
            <p:custDataLst>
              <p:tags r:id="rId32"/>
            </p:custDataLst>
          </p:nvPr>
        </p:nvSpPr>
        <p:spPr>
          <a:xfrm>
            <a:off x="543670" y="4283202"/>
            <a:ext cx="2071116" cy="807720"/>
          </a:xfrm>
          <a:prstGeom prst="roundRect">
            <a:avLst>
              <a:gd name="adj" fmla="val 11321"/>
            </a:avLst>
          </a:prstGeom>
          <a:solidFill>
            <a:srgbClr val="F5F8FC"/>
          </a:solidFill>
          <a:ln w="8890">
            <a:solidFill>
              <a:srgbClr val="D9E2EC"/>
            </a:solidFill>
            <a:prstDash val="solid"/>
          </a:ln>
        </p:spPr>
        <p:txBody>
          <a:bodyPr/>
          <a:lstStyle/>
          <a:p>
            <a:endParaRPr lang="en-CA"/>
          </a:p>
        </p:txBody>
      </p:sp>
      <p:sp>
        <p:nvSpPr>
          <p:cNvPr id="34" name="Text 32"/>
          <p:cNvSpPr/>
          <p:nvPr>
            <p:custDataLst>
              <p:tags r:id="rId33"/>
            </p:custDataLst>
          </p:nvPr>
        </p:nvSpPr>
        <p:spPr>
          <a:xfrm>
            <a:off x="671686" y="4392930"/>
            <a:ext cx="1828800" cy="670560"/>
          </a:xfrm>
          <a:prstGeom prst="rect">
            <a:avLst/>
          </a:prstGeom>
          <a:noFill/>
          <a:ln/>
        </p:spPr>
        <p:txBody>
          <a:bodyPr wrap="square" lIns="0" tIns="0" rIns="0" bIns="0" rtlCol="0" anchor="t">
            <a:normAutofit/>
          </a:bodyPr>
          <a:lstStyle/>
          <a:p>
            <a:pPr marL="0" indent="0">
              <a:buNone/>
            </a:pPr>
            <a:r>
              <a:rPr lang="en-US" sz="1600" b="1" dirty="0">
                <a:solidFill>
                  <a:srgbClr val="102A43"/>
                </a:solidFill>
                <a:latin typeface="Calibri" pitchFamily="34" charset="0"/>
                <a:ea typeface="Calibri" pitchFamily="34" charset="-122"/>
                <a:cs typeface="Calibri" pitchFamily="34" charset="-120"/>
              </a:rPr>
              <a:t>Complexity to master</a:t>
            </a:r>
            <a:endParaRPr lang="en-US" sz="1600" dirty="0"/>
          </a:p>
        </p:txBody>
      </p:sp>
      <p:sp>
        <p:nvSpPr>
          <p:cNvPr id="35" name="Shape 33"/>
          <p:cNvSpPr/>
          <p:nvPr>
            <p:custDataLst>
              <p:tags r:id="rId34"/>
            </p:custDataLst>
          </p:nvPr>
        </p:nvSpPr>
        <p:spPr>
          <a:xfrm>
            <a:off x="2655934" y="4283202"/>
            <a:ext cx="2775204" cy="807720"/>
          </a:xfrm>
          <a:prstGeom prst="roundRect">
            <a:avLst>
              <a:gd name="adj" fmla="val 11321"/>
            </a:avLst>
          </a:prstGeom>
          <a:solidFill>
            <a:srgbClr val="F5F8FC"/>
          </a:solidFill>
          <a:ln w="8890">
            <a:solidFill>
              <a:srgbClr val="D9E2EC"/>
            </a:solidFill>
            <a:prstDash val="solid"/>
          </a:ln>
        </p:spPr>
        <p:txBody>
          <a:bodyPr/>
          <a:lstStyle/>
          <a:p>
            <a:endParaRPr lang="en-CA"/>
          </a:p>
        </p:txBody>
      </p:sp>
      <p:sp>
        <p:nvSpPr>
          <p:cNvPr id="36" name="Text 34"/>
          <p:cNvSpPr/>
          <p:nvPr>
            <p:custDataLst>
              <p:tags r:id="rId35"/>
            </p:custDataLst>
          </p:nvPr>
        </p:nvSpPr>
        <p:spPr>
          <a:xfrm>
            <a:off x="2783950" y="4392930"/>
            <a:ext cx="2532888" cy="670560"/>
          </a:xfrm>
          <a:prstGeom prst="rect">
            <a:avLst/>
          </a:prstGeom>
          <a:noFill/>
          <a:ln/>
        </p:spPr>
        <p:txBody>
          <a:bodyPr wrap="square" lIns="0" tIns="0" rIns="0" bIns="0" rtlCol="0" anchor="t">
            <a:normAutofit/>
          </a:bodyPr>
          <a:lstStyle/>
          <a:p>
            <a:pPr marL="0" indent="0">
              <a:buNone/>
            </a:pPr>
            <a:r>
              <a:rPr lang="en-US" sz="1600" dirty="0">
                <a:solidFill>
                  <a:srgbClr val="486581"/>
                </a:solidFill>
                <a:latin typeface="Calibri" pitchFamily="34" charset="0"/>
                <a:ea typeface="Calibri" pitchFamily="34" charset="-122"/>
                <a:cs typeface="Calibri" pitchFamily="34" charset="-120"/>
              </a:rPr>
              <a:t>Schedules, lineage</a:t>
            </a:r>
            <a:endParaRPr lang="en-US" sz="1600" dirty="0"/>
          </a:p>
          <a:p>
            <a:pPr marL="0" indent="0">
              <a:buNone/>
            </a:pPr>
            <a:r>
              <a:rPr lang="en-US" sz="1600" dirty="0">
                <a:solidFill>
                  <a:srgbClr val="486581"/>
                </a:solidFill>
                <a:latin typeface="Calibri" pitchFamily="34" charset="0"/>
                <a:ea typeface="Calibri" pitchFamily="34" charset="-122"/>
                <a:cs typeface="Calibri" pitchFamily="34" charset="-120"/>
              </a:rPr>
              <a:t>and quality.</a:t>
            </a:r>
            <a:endParaRPr lang="en-US" sz="1600" dirty="0"/>
          </a:p>
        </p:txBody>
      </p:sp>
      <p:sp>
        <p:nvSpPr>
          <p:cNvPr id="37" name="Shape 35"/>
          <p:cNvSpPr/>
          <p:nvPr>
            <p:custDataLst>
              <p:tags r:id="rId36"/>
            </p:custDataLst>
          </p:nvPr>
        </p:nvSpPr>
        <p:spPr>
          <a:xfrm>
            <a:off x="5472286" y="4283202"/>
            <a:ext cx="2775204" cy="807720"/>
          </a:xfrm>
          <a:prstGeom prst="roundRect">
            <a:avLst>
              <a:gd name="adj" fmla="val 11321"/>
            </a:avLst>
          </a:prstGeom>
          <a:solidFill>
            <a:srgbClr val="F5F8FC"/>
          </a:solidFill>
          <a:ln w="8890">
            <a:solidFill>
              <a:srgbClr val="D9E2EC"/>
            </a:solidFill>
            <a:prstDash val="solid"/>
          </a:ln>
        </p:spPr>
        <p:txBody>
          <a:bodyPr/>
          <a:lstStyle/>
          <a:p>
            <a:endParaRPr lang="en-CA"/>
          </a:p>
        </p:txBody>
      </p:sp>
      <p:sp>
        <p:nvSpPr>
          <p:cNvPr id="38" name="Text 36"/>
          <p:cNvSpPr/>
          <p:nvPr>
            <p:custDataLst>
              <p:tags r:id="rId37"/>
            </p:custDataLst>
          </p:nvPr>
        </p:nvSpPr>
        <p:spPr>
          <a:xfrm>
            <a:off x="5600302" y="4392930"/>
            <a:ext cx="2532888" cy="670560"/>
          </a:xfrm>
          <a:prstGeom prst="rect">
            <a:avLst/>
          </a:prstGeom>
          <a:noFill/>
          <a:ln/>
        </p:spPr>
        <p:txBody>
          <a:bodyPr wrap="square" lIns="0" tIns="0" rIns="0" bIns="0" rtlCol="0" anchor="t">
            <a:normAutofit/>
          </a:bodyPr>
          <a:lstStyle/>
          <a:p>
            <a:pPr marL="0" indent="0">
              <a:buNone/>
            </a:pPr>
            <a:r>
              <a:rPr lang="en-US" sz="1600" dirty="0">
                <a:solidFill>
                  <a:srgbClr val="486581"/>
                </a:solidFill>
                <a:latin typeface="Calibri" pitchFamily="34" charset="0"/>
                <a:ea typeface="Calibri" pitchFamily="34" charset="-122"/>
                <a:cs typeface="Calibri" pitchFamily="34" charset="-120"/>
              </a:rPr>
              <a:t>Availability, calls</a:t>
            </a:r>
            <a:endParaRPr lang="en-US" sz="1600" dirty="0"/>
          </a:p>
          <a:p>
            <a:pPr marL="0" indent="0">
              <a:buNone/>
            </a:pPr>
            <a:r>
              <a:rPr lang="en-US" sz="1600" dirty="0">
                <a:solidFill>
                  <a:srgbClr val="486581"/>
                </a:solidFill>
                <a:latin typeface="Calibri" pitchFamily="34" charset="0"/>
                <a:ea typeface="Calibri" pitchFamily="34" charset="-122"/>
                <a:cs typeface="Calibri" pitchFamily="34" charset="-120"/>
              </a:rPr>
              <a:t>and compensation.</a:t>
            </a:r>
            <a:endParaRPr lang="en-US" sz="1600" dirty="0"/>
          </a:p>
        </p:txBody>
      </p:sp>
      <p:sp>
        <p:nvSpPr>
          <p:cNvPr id="39" name="Shape 37"/>
          <p:cNvSpPr/>
          <p:nvPr>
            <p:custDataLst>
              <p:tags r:id="rId38"/>
            </p:custDataLst>
          </p:nvPr>
        </p:nvSpPr>
        <p:spPr>
          <a:xfrm>
            <a:off x="8288638" y="4283202"/>
            <a:ext cx="3342132" cy="807720"/>
          </a:xfrm>
          <a:prstGeom prst="roundRect">
            <a:avLst>
              <a:gd name="adj" fmla="val 11321"/>
            </a:avLst>
          </a:prstGeom>
          <a:solidFill>
            <a:srgbClr val="F5F8FC"/>
          </a:solidFill>
          <a:ln w="8890">
            <a:solidFill>
              <a:srgbClr val="D9E2EC"/>
            </a:solidFill>
            <a:prstDash val="solid"/>
          </a:ln>
        </p:spPr>
        <p:txBody>
          <a:bodyPr/>
          <a:lstStyle/>
          <a:p>
            <a:endParaRPr lang="en-CA"/>
          </a:p>
        </p:txBody>
      </p:sp>
      <p:sp>
        <p:nvSpPr>
          <p:cNvPr id="40" name="Text 38"/>
          <p:cNvSpPr/>
          <p:nvPr>
            <p:custDataLst>
              <p:tags r:id="rId39"/>
            </p:custDataLst>
          </p:nvPr>
        </p:nvSpPr>
        <p:spPr>
          <a:xfrm>
            <a:off x="8416654" y="4392930"/>
            <a:ext cx="3099816" cy="670560"/>
          </a:xfrm>
          <a:prstGeom prst="rect">
            <a:avLst/>
          </a:prstGeom>
          <a:noFill/>
          <a:ln/>
        </p:spPr>
        <p:txBody>
          <a:bodyPr wrap="square" lIns="0" tIns="0" rIns="0" bIns="0" rtlCol="0" anchor="t">
            <a:normAutofit/>
          </a:bodyPr>
          <a:lstStyle/>
          <a:p>
            <a:pPr marL="0" indent="0">
              <a:buNone/>
            </a:pPr>
            <a:r>
              <a:rPr lang="en-US" sz="1600" dirty="0">
                <a:solidFill>
                  <a:srgbClr val="486581"/>
                </a:solidFill>
                <a:latin typeface="Calibri" pitchFamily="34" charset="0"/>
                <a:ea typeface="Calibri" pitchFamily="34" charset="-122"/>
                <a:cs typeface="Calibri" pitchFamily="34" charset="-120"/>
              </a:rPr>
              <a:t>Ordering, duplicates, DLT</a:t>
            </a:r>
            <a:endParaRPr lang="en-US" sz="1600" dirty="0"/>
          </a:p>
          <a:p>
            <a:pPr marL="0" indent="0">
              <a:buNone/>
            </a:pPr>
            <a:r>
              <a:rPr lang="en-US" sz="1600" dirty="0">
                <a:solidFill>
                  <a:srgbClr val="486581"/>
                </a:solidFill>
                <a:latin typeface="Calibri" pitchFamily="34" charset="0"/>
                <a:ea typeface="Calibri" pitchFamily="34" charset="-122"/>
                <a:cs typeface="Calibri" pitchFamily="34" charset="-120"/>
              </a:rPr>
              <a:t>and eventual consistency.</a:t>
            </a:r>
            <a:endParaRPr lang="en-US" sz="1600" dirty="0"/>
          </a:p>
        </p:txBody>
      </p:sp>
      <p:sp>
        <p:nvSpPr>
          <p:cNvPr id="41" name="Shape 39"/>
          <p:cNvSpPr/>
          <p:nvPr>
            <p:custDataLst>
              <p:tags r:id="rId40"/>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en-CA"/>
          </a:p>
        </p:txBody>
      </p:sp>
      <p:sp>
        <p:nvSpPr>
          <p:cNvPr id="42" name="Text 40"/>
          <p:cNvSpPr/>
          <p:nvPr>
            <p:custDataLst>
              <p:tags r:id="rId41"/>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en-US" sz="1550" b="1" dirty="0">
                <a:solidFill>
                  <a:srgbClr val="102A43"/>
                </a:solidFill>
                <a:latin typeface="Calibri" pitchFamily="34" charset="0"/>
                <a:ea typeface="Calibri" pitchFamily="34" charset="-122"/>
                <a:cs typeface="Calibri" pitchFamily="34" charset="-120"/>
              </a:rPr>
              <a:t>The right question: which mechanism meets the need with manageable complexity?</a:t>
            </a:r>
            <a:endParaRPr lang="en-US" sz="15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06 / PROVE AND CHOOSE</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TCO ET ROI</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Justify EDA by its value, not by the platform choice</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Compare options over the same horizon and make assumptions, costs, and benefits explicit.</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37</a:t>
            </a:r>
            <a:endParaRPr lang="fr-CA" sz="900" noProof="0" dirty="0"/>
          </a:p>
        </p:txBody>
      </p:sp>
      <p:sp>
        <p:nvSpPr>
          <p:cNvPr id="9" name="Shape 7"/>
          <p:cNvSpPr/>
          <p:nvPr>
            <p:custDataLst>
              <p:tags r:id="rId8"/>
            </p:custDataLst>
          </p:nvPr>
        </p:nvSpPr>
        <p:spPr>
          <a:xfrm>
            <a:off x="520082" y="1999476"/>
            <a:ext cx="5367528" cy="3200400"/>
          </a:xfrm>
          <a:prstGeom prst="roundRect">
            <a:avLst>
              <a:gd name="adj" fmla="val 2857"/>
            </a:avLst>
          </a:prstGeom>
          <a:solidFill>
            <a:srgbClr val="FFF7ED"/>
          </a:solidFill>
          <a:ln w="8890">
            <a:solidFill>
              <a:srgbClr val="D9E2EC"/>
            </a:solidFill>
            <a:prstDash val="solid"/>
          </a:ln>
        </p:spPr>
        <p:txBody>
          <a:bodyPr/>
          <a:lstStyle/>
          <a:p>
            <a:endParaRPr lang="fr-CA" noProof="0" dirty="0"/>
          </a:p>
        </p:txBody>
      </p:sp>
      <p:sp>
        <p:nvSpPr>
          <p:cNvPr id="10" name="Shape 8"/>
          <p:cNvSpPr/>
          <p:nvPr>
            <p:custDataLst>
              <p:tags r:id="rId9"/>
            </p:custDataLst>
          </p:nvPr>
        </p:nvSpPr>
        <p:spPr>
          <a:xfrm>
            <a:off x="748682" y="2255508"/>
            <a:ext cx="731520" cy="0"/>
          </a:xfrm>
          <a:prstGeom prst="line">
            <a:avLst/>
          </a:prstGeom>
          <a:noFill/>
          <a:ln w="29210">
            <a:solidFill>
              <a:srgbClr val="B45309"/>
            </a:solidFill>
            <a:prstDash val="solid"/>
          </a:ln>
        </p:spPr>
        <p:txBody>
          <a:bodyPr/>
          <a:lstStyle/>
          <a:p>
            <a:endParaRPr lang="fr-CA" noProof="0" dirty="0"/>
          </a:p>
        </p:txBody>
      </p:sp>
      <p:sp>
        <p:nvSpPr>
          <p:cNvPr id="11" name="Text 9"/>
          <p:cNvSpPr/>
          <p:nvPr>
            <p:custDataLst>
              <p:tags r:id="rId10"/>
            </p:custDataLst>
          </p:nvPr>
        </p:nvSpPr>
        <p:spPr>
          <a:xfrm>
            <a:off x="748682" y="2484108"/>
            <a:ext cx="4910328"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TCO: the full cost</a:t>
            </a:r>
            <a:endParaRPr lang="fr-CA" sz="2000" noProof="0" dirty="0"/>
          </a:p>
        </p:txBody>
      </p:sp>
      <p:sp>
        <p:nvSpPr>
          <p:cNvPr id="12" name="Text 10"/>
          <p:cNvSpPr/>
          <p:nvPr>
            <p:custDataLst>
              <p:tags r:id="rId11"/>
            </p:custDataLst>
          </p:nvPr>
        </p:nvSpPr>
        <p:spPr>
          <a:xfrm>
            <a:off x="748682" y="3115044"/>
            <a:ext cx="4910328" cy="1920240"/>
          </a:xfrm>
          <a:prstGeom prst="rect">
            <a:avLst/>
          </a:prstGeom>
          <a:noFill/>
          <a:ln/>
        </p:spPr>
        <p:txBody>
          <a:bodyPr wrap="square" lIns="0" tIns="0" rIns="0" bIns="0" rtlCol="0" anchor="t">
            <a:normAutofit/>
          </a:bodyPr>
          <a:lstStyle/>
          <a:p>
            <a:pPr marL="0" indent="0">
              <a:buNone/>
            </a:pPr>
            <a:r>
              <a:rPr lang="fr-CA" sz="1750" noProof="0" dirty="0">
                <a:solidFill>
                  <a:srgbClr val="486581"/>
                </a:solidFill>
                <a:latin typeface="Calibri" pitchFamily="34" charset="0"/>
                <a:ea typeface="Calibri" pitchFamily="34" charset="-122"/>
                <a:cs typeface="Calibri" pitchFamily="34" charset="-120"/>
              </a:rPr>
              <a:t>Platform and environments.</a:t>
            </a: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Engineering and operations.</a:t>
            </a: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Accuracy, testing, and reconciliation.</a:t>
            </a: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Governance and security.</a:t>
            </a:r>
            <a:endParaRPr lang="fr-CA" sz="1750" noProof="0" dirty="0"/>
          </a:p>
        </p:txBody>
      </p:sp>
      <p:sp>
        <p:nvSpPr>
          <p:cNvPr id="13" name="Shape 11"/>
          <p:cNvSpPr/>
          <p:nvPr>
            <p:custDataLst>
              <p:tags r:id="rId12"/>
            </p:custDataLst>
          </p:nvPr>
        </p:nvSpPr>
        <p:spPr>
          <a:xfrm>
            <a:off x="6271658" y="1999476"/>
            <a:ext cx="5376672" cy="3200400"/>
          </a:xfrm>
          <a:prstGeom prst="roundRect">
            <a:avLst>
              <a:gd name="adj" fmla="val 2857"/>
            </a:avLst>
          </a:prstGeom>
          <a:solidFill>
            <a:srgbClr val="EFFAF8"/>
          </a:solidFill>
          <a:ln w="8890">
            <a:solidFill>
              <a:srgbClr val="D9E2EC"/>
            </a:solidFill>
            <a:prstDash val="solid"/>
          </a:ln>
        </p:spPr>
        <p:txBody>
          <a:bodyPr/>
          <a:lstStyle/>
          <a:p>
            <a:endParaRPr lang="fr-CA" noProof="0" dirty="0"/>
          </a:p>
        </p:txBody>
      </p:sp>
      <p:sp>
        <p:nvSpPr>
          <p:cNvPr id="14" name="Shape 12"/>
          <p:cNvSpPr/>
          <p:nvPr>
            <p:custDataLst>
              <p:tags r:id="rId13"/>
            </p:custDataLst>
          </p:nvPr>
        </p:nvSpPr>
        <p:spPr>
          <a:xfrm>
            <a:off x="6500258" y="2255508"/>
            <a:ext cx="731520" cy="0"/>
          </a:xfrm>
          <a:prstGeom prst="line">
            <a:avLst/>
          </a:prstGeom>
          <a:noFill/>
          <a:ln w="29210">
            <a:solidFill>
              <a:srgbClr val="0F766E"/>
            </a:solidFill>
            <a:prstDash val="solid"/>
          </a:ln>
        </p:spPr>
        <p:txBody>
          <a:bodyPr/>
          <a:lstStyle/>
          <a:p>
            <a:endParaRPr lang="fr-CA" noProof="0" dirty="0"/>
          </a:p>
        </p:txBody>
      </p:sp>
      <p:sp>
        <p:nvSpPr>
          <p:cNvPr id="15" name="Text 13"/>
          <p:cNvSpPr/>
          <p:nvPr>
            <p:custDataLst>
              <p:tags r:id="rId14"/>
            </p:custDataLst>
          </p:nvPr>
        </p:nvSpPr>
        <p:spPr>
          <a:xfrm>
            <a:off x="6500258" y="2484108"/>
            <a:ext cx="4919472" cy="548640"/>
          </a:xfrm>
          <a:prstGeom prst="rect">
            <a:avLst/>
          </a:prstGeom>
          <a:noFill/>
          <a:ln/>
        </p:spPr>
        <p:txBody>
          <a:bodyPr wrap="square" lIns="0" tIns="0" rIns="0" bIns="0" rtlCol="0" anchor="t">
            <a:normAutofit/>
          </a:bodyPr>
          <a:lstStyle/>
          <a:p>
            <a:pPr marL="0" indent="0">
              <a:buNone/>
            </a:pPr>
            <a:r>
              <a:rPr lang="fr-CA" sz="2000" b="1" noProof="0" dirty="0">
                <a:solidFill>
                  <a:srgbClr val="102A43"/>
                </a:solidFill>
                <a:latin typeface="Calibri" pitchFamily="34" charset="0"/>
                <a:ea typeface="Calibri" pitchFamily="34" charset="-122"/>
                <a:cs typeface="Calibri" pitchFamily="34" charset="-120"/>
              </a:rPr>
              <a:t>ROI: measurable benefits</a:t>
            </a:r>
            <a:endParaRPr lang="fr-CA" sz="2000" noProof="0" dirty="0"/>
          </a:p>
        </p:txBody>
      </p:sp>
      <p:sp>
        <p:nvSpPr>
          <p:cNvPr id="16" name="Text 14"/>
          <p:cNvSpPr/>
          <p:nvPr>
            <p:custDataLst>
              <p:tags r:id="rId15"/>
            </p:custDataLst>
          </p:nvPr>
        </p:nvSpPr>
        <p:spPr>
          <a:xfrm>
            <a:off x="6500258" y="3115044"/>
            <a:ext cx="4919472" cy="1920240"/>
          </a:xfrm>
          <a:prstGeom prst="rect">
            <a:avLst/>
          </a:prstGeom>
          <a:noFill/>
          <a:ln/>
        </p:spPr>
        <p:txBody>
          <a:bodyPr wrap="square" lIns="0" tIns="0" rIns="0" bIns="0" rtlCol="0" anchor="t">
            <a:normAutofit/>
          </a:bodyPr>
          <a:lstStyle/>
          <a:p>
            <a:pPr marL="0" indent="0">
              <a:buNone/>
            </a:pPr>
            <a:r>
              <a:rPr lang="fr-CA" sz="1750" noProof="0" dirty="0">
                <a:solidFill>
                  <a:srgbClr val="486581"/>
                </a:solidFill>
                <a:latin typeface="Calibri" pitchFamily="34" charset="0"/>
                <a:ea typeface="Calibri" pitchFamily="34" charset="-122"/>
                <a:cs typeface="Calibri" pitchFamily="34" charset="-120"/>
              </a:rPr>
              <a:t>Faster reaction.</a:t>
            </a: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Event reuse.</a:t>
            </a: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Independent evolution.</a:t>
            </a:r>
            <a:endParaRPr lang="fr-CA" sz="1750" noProof="0" dirty="0"/>
          </a:p>
          <a:p>
            <a:pPr marL="0" indent="0">
              <a:buNone/>
            </a:pPr>
            <a:r>
              <a:rPr lang="fr-CA" sz="1750" noProof="0" dirty="0">
                <a:solidFill>
                  <a:srgbClr val="486581"/>
                </a:solidFill>
                <a:latin typeface="Calibri" pitchFamily="34" charset="0"/>
                <a:ea typeface="Calibri" pitchFamily="34" charset="-122"/>
                <a:cs typeface="Calibri" pitchFamily="34" charset="-120"/>
              </a:rPr>
              <a:t>Replay, audit, and restoration.</a:t>
            </a:r>
            <a:endParaRPr lang="fr-CA" sz="1750" noProof="0" dirty="0"/>
          </a:p>
        </p:txBody>
      </p:sp>
      <p:sp>
        <p:nvSpPr>
          <p:cNvPr id="17" name="Shape 15"/>
          <p:cNvSpPr/>
          <p:nvPr>
            <p:custDataLst>
              <p:tags r:id="rId16"/>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18" name="Text 16"/>
          <p:cNvSpPr/>
          <p:nvPr>
            <p:custDataLst>
              <p:tags r:id="rId17"/>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Architecture: needs + options + guarantees + TCO/ROI + owners + review criteria.</a:t>
            </a:r>
            <a:endParaRPr lang="fr-CA" sz="1550" noProof="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en-CA"/>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en-US" sz="1100" b="1" kern="0" spc="50" dirty="0">
                <a:solidFill>
                  <a:srgbClr val="1F6FEB"/>
                </a:solidFill>
                <a:latin typeface="Calibri" pitchFamily="34" charset="0"/>
                <a:ea typeface="Calibri" pitchFamily="34" charset="-122"/>
                <a:cs typeface="Calibri" pitchFamily="34" charset="-120"/>
              </a:rPr>
              <a:t>06 / PROVE AND CHOOSE</a:t>
            </a:r>
            <a:endParaRPr lang="en-US" sz="110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en-US" sz="1000" b="1" dirty="0">
                <a:solidFill>
                  <a:srgbClr val="829AB1"/>
                </a:solidFill>
                <a:latin typeface="Calibri" pitchFamily="34" charset="0"/>
                <a:ea typeface="Calibri" pitchFamily="34" charset="-122"/>
                <a:cs typeface="Calibri" pitchFamily="34" charset="-120"/>
              </a:rPr>
              <a:t>FROM LAB TO OPERATIONS</a:t>
            </a:r>
            <a:endParaRPr lang="en-US" sz="100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en-US" sz="2700" b="1" dirty="0">
                <a:solidFill>
                  <a:srgbClr val="102A43"/>
                </a:solidFill>
                <a:latin typeface="Calibri" pitchFamily="34" charset="0"/>
                <a:ea typeface="Calibri" pitchFamily="34" charset="-122"/>
                <a:cs typeface="Calibri" pitchFamily="34" charset="-120"/>
              </a:rPr>
              <a:t>The sandbox makes limits visible; it does not erase them</a:t>
            </a:r>
            <a:endParaRPr lang="en-US" sz="270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en-US" sz="1650" dirty="0">
                <a:solidFill>
                  <a:srgbClr val="486581"/>
                </a:solidFill>
                <a:latin typeface="Calibri" pitchFamily="34" charset="0"/>
                <a:ea typeface="Calibri" pitchFamily="34" charset="-122"/>
                <a:cs typeface="Calibri" pitchFamily="34" charset="-120"/>
              </a:rPr>
              <a:t>Ease of local execution and production architecture guarantees are two distinct objectives.</a:t>
            </a:r>
            <a:endParaRPr lang="en-US" sz="165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en-US" sz="900" dirty="0">
                <a:solidFill>
                  <a:srgbClr val="486581"/>
                </a:solidFill>
                <a:latin typeface="Calibri" pitchFamily="34" charset="0"/>
                <a:ea typeface="Calibri" pitchFamily="34" charset="-122"/>
                <a:cs typeface="Calibri" pitchFamily="34" charset="-120"/>
              </a:rPr>
              <a:t>Kafka Engineering Guide · EDA Project</a:t>
            </a:r>
            <a:endParaRPr lang="en-US" sz="90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en-US" sz="900" dirty="0">
                <a:solidFill>
                  <a:srgbClr val="486581"/>
                </a:solidFill>
                <a:latin typeface="Calibri" pitchFamily="34" charset="0"/>
                <a:ea typeface="Calibri" pitchFamily="34" charset="-122"/>
                <a:cs typeface="Calibri" pitchFamily="34" charset="-120"/>
              </a:rPr>
              <a:t>38</a:t>
            </a:r>
            <a:endParaRPr lang="en-US" sz="900" dirty="0"/>
          </a:p>
        </p:txBody>
      </p:sp>
      <p:sp>
        <p:nvSpPr>
          <p:cNvPr id="9" name="Shape 7"/>
          <p:cNvSpPr/>
          <p:nvPr>
            <p:custDataLst>
              <p:tags r:id="rId8"/>
            </p:custDataLst>
          </p:nvPr>
        </p:nvSpPr>
        <p:spPr>
          <a:xfrm>
            <a:off x="530352" y="1999476"/>
            <a:ext cx="4814316" cy="475488"/>
          </a:xfrm>
          <a:prstGeom prst="roundRect">
            <a:avLst>
              <a:gd name="adj" fmla="val 19231"/>
            </a:avLst>
          </a:prstGeom>
          <a:solidFill>
            <a:srgbClr val="1F6FEB"/>
          </a:solidFill>
          <a:ln w="8890">
            <a:solidFill>
              <a:srgbClr val="1F6FEB"/>
            </a:solidFill>
            <a:prstDash val="solid"/>
          </a:ln>
        </p:spPr>
        <p:txBody>
          <a:bodyPr/>
          <a:lstStyle/>
          <a:p>
            <a:endParaRPr lang="en-CA"/>
          </a:p>
        </p:txBody>
      </p:sp>
      <p:sp>
        <p:nvSpPr>
          <p:cNvPr id="10" name="Text 8"/>
          <p:cNvSpPr/>
          <p:nvPr>
            <p:custDataLst>
              <p:tags r:id="rId9"/>
            </p:custDataLst>
          </p:nvPr>
        </p:nvSpPr>
        <p:spPr>
          <a:xfrm>
            <a:off x="658368" y="2109204"/>
            <a:ext cx="4581144" cy="365760"/>
          </a:xfrm>
          <a:prstGeom prst="rect">
            <a:avLst/>
          </a:prstGeom>
          <a:noFill/>
          <a:ln/>
        </p:spPr>
        <p:txBody>
          <a:bodyPr wrap="square" lIns="0" tIns="0" rIns="0" bIns="0" rtlCol="0" anchor="t">
            <a:normAutofit/>
          </a:bodyPr>
          <a:lstStyle/>
          <a:p>
            <a:pPr marL="0" indent="0">
              <a:buNone/>
            </a:pPr>
            <a:r>
              <a:rPr lang="en-US" b="1" dirty="0">
                <a:solidFill>
                  <a:srgbClr val="FFFFFF"/>
                </a:solidFill>
                <a:latin typeface="Calibri" pitchFamily="34" charset="0"/>
                <a:ea typeface="Calibri" pitchFamily="34" charset="-122"/>
                <a:cs typeface="Calibri" pitchFamily="34" charset="-120"/>
              </a:rPr>
              <a:t>For local learning</a:t>
            </a:r>
            <a:endParaRPr lang="en-US" dirty="0"/>
          </a:p>
        </p:txBody>
      </p:sp>
      <p:sp>
        <p:nvSpPr>
          <p:cNvPr id="11" name="Shape 9"/>
          <p:cNvSpPr/>
          <p:nvPr>
            <p:custDataLst>
              <p:tags r:id="rId10"/>
            </p:custDataLst>
          </p:nvPr>
        </p:nvSpPr>
        <p:spPr>
          <a:xfrm>
            <a:off x="5385816" y="1999476"/>
            <a:ext cx="6231636" cy="475488"/>
          </a:xfrm>
          <a:prstGeom prst="roundRect">
            <a:avLst>
              <a:gd name="adj" fmla="val 19231"/>
            </a:avLst>
          </a:prstGeom>
          <a:solidFill>
            <a:srgbClr val="1F6FEB"/>
          </a:solidFill>
          <a:ln w="8890">
            <a:solidFill>
              <a:srgbClr val="1F6FEB"/>
            </a:solidFill>
            <a:prstDash val="solid"/>
          </a:ln>
        </p:spPr>
        <p:txBody>
          <a:bodyPr/>
          <a:lstStyle/>
          <a:p>
            <a:endParaRPr lang="en-CA"/>
          </a:p>
        </p:txBody>
      </p:sp>
      <p:sp>
        <p:nvSpPr>
          <p:cNvPr id="12" name="Text 10"/>
          <p:cNvSpPr/>
          <p:nvPr>
            <p:custDataLst>
              <p:tags r:id="rId11"/>
            </p:custDataLst>
          </p:nvPr>
        </p:nvSpPr>
        <p:spPr>
          <a:xfrm>
            <a:off x="5513832" y="2109204"/>
            <a:ext cx="5998464" cy="352044"/>
          </a:xfrm>
          <a:prstGeom prst="rect">
            <a:avLst/>
          </a:prstGeom>
          <a:noFill/>
          <a:ln/>
        </p:spPr>
        <p:txBody>
          <a:bodyPr wrap="square" lIns="0" tIns="0" rIns="0" bIns="0" rtlCol="0" anchor="t">
            <a:noAutofit/>
          </a:bodyPr>
          <a:lstStyle/>
          <a:p>
            <a:pPr marL="0" indent="0">
              <a:buNone/>
            </a:pPr>
            <a:r>
              <a:rPr lang="en-US" b="1" dirty="0">
                <a:solidFill>
                  <a:srgbClr val="FFFFFF"/>
                </a:solidFill>
                <a:latin typeface="Calibri" pitchFamily="34" charset="0"/>
                <a:ea typeface="Calibri" pitchFamily="34" charset="-122"/>
                <a:cs typeface="Calibri" pitchFamily="34" charset="-120"/>
              </a:rPr>
              <a:t>Toward a production target</a:t>
            </a:r>
            <a:endParaRPr lang="en-US" dirty="0"/>
          </a:p>
        </p:txBody>
      </p:sp>
      <p:sp>
        <p:nvSpPr>
          <p:cNvPr id="13" name="Shape 11"/>
          <p:cNvSpPr/>
          <p:nvPr>
            <p:custDataLst>
              <p:tags r:id="rId12"/>
            </p:custDataLst>
          </p:nvPr>
        </p:nvSpPr>
        <p:spPr>
          <a:xfrm>
            <a:off x="530352" y="2529828"/>
            <a:ext cx="4814316" cy="626364"/>
          </a:xfrm>
          <a:prstGeom prst="roundRect">
            <a:avLst>
              <a:gd name="adj" fmla="val 14599"/>
            </a:avLst>
          </a:prstGeom>
          <a:solidFill>
            <a:srgbClr val="F5F8FC"/>
          </a:solidFill>
          <a:ln w="8890">
            <a:solidFill>
              <a:srgbClr val="D9E2EC"/>
            </a:solidFill>
            <a:prstDash val="solid"/>
          </a:ln>
        </p:spPr>
        <p:txBody>
          <a:bodyPr/>
          <a:lstStyle/>
          <a:p>
            <a:endParaRPr lang="en-CA"/>
          </a:p>
        </p:txBody>
      </p:sp>
      <p:sp>
        <p:nvSpPr>
          <p:cNvPr id="14" name="Text 12"/>
          <p:cNvSpPr/>
          <p:nvPr>
            <p:custDataLst>
              <p:tags r:id="rId13"/>
            </p:custDataLst>
          </p:nvPr>
        </p:nvSpPr>
        <p:spPr>
          <a:xfrm>
            <a:off x="658368" y="2639556"/>
            <a:ext cx="4572000" cy="489204"/>
          </a:xfrm>
          <a:prstGeom prst="rect">
            <a:avLst/>
          </a:prstGeom>
          <a:noFill/>
          <a:ln/>
        </p:spPr>
        <p:txBody>
          <a:bodyPr wrap="square" lIns="0" tIns="0" rIns="0" bIns="0" rtlCol="0" anchor="t">
            <a:normAutofit/>
          </a:bodyPr>
          <a:lstStyle/>
          <a:p>
            <a:pPr marL="0" indent="0">
              <a:buNone/>
            </a:pPr>
            <a:r>
              <a:rPr lang="en-US" sz="1600" b="1" dirty="0">
                <a:solidFill>
                  <a:srgbClr val="102A43"/>
                </a:solidFill>
                <a:latin typeface="Calibri" pitchFamily="34" charset="0"/>
                <a:ea typeface="Calibri" pitchFamily="34" charset="-122"/>
                <a:cs typeface="Calibri" pitchFamily="34" charset="-120"/>
              </a:rPr>
              <a:t>Embedded engines and database.</a:t>
            </a:r>
            <a:endParaRPr lang="en-US" sz="1600" dirty="0"/>
          </a:p>
        </p:txBody>
      </p:sp>
      <p:sp>
        <p:nvSpPr>
          <p:cNvPr id="15" name="Shape 13"/>
          <p:cNvSpPr/>
          <p:nvPr>
            <p:custDataLst>
              <p:tags r:id="rId14"/>
            </p:custDataLst>
          </p:nvPr>
        </p:nvSpPr>
        <p:spPr>
          <a:xfrm>
            <a:off x="5385816" y="2529828"/>
            <a:ext cx="6231636" cy="626364"/>
          </a:xfrm>
          <a:prstGeom prst="roundRect">
            <a:avLst>
              <a:gd name="adj" fmla="val 14599"/>
            </a:avLst>
          </a:prstGeom>
          <a:solidFill>
            <a:srgbClr val="F5F8FC"/>
          </a:solidFill>
          <a:ln w="8890">
            <a:solidFill>
              <a:srgbClr val="D9E2EC"/>
            </a:solidFill>
            <a:prstDash val="solid"/>
          </a:ln>
        </p:spPr>
        <p:txBody>
          <a:bodyPr/>
          <a:lstStyle/>
          <a:p>
            <a:endParaRPr lang="en-CA"/>
          </a:p>
        </p:txBody>
      </p:sp>
      <p:sp>
        <p:nvSpPr>
          <p:cNvPr id="16" name="Text 14"/>
          <p:cNvSpPr/>
          <p:nvPr>
            <p:custDataLst>
              <p:tags r:id="rId15"/>
            </p:custDataLst>
          </p:nvPr>
        </p:nvSpPr>
        <p:spPr>
          <a:xfrm>
            <a:off x="5513832" y="2639556"/>
            <a:ext cx="5989320" cy="489204"/>
          </a:xfrm>
          <a:prstGeom prst="rect">
            <a:avLst/>
          </a:prstGeom>
          <a:noFill/>
          <a:ln/>
        </p:spPr>
        <p:txBody>
          <a:bodyPr wrap="square" lIns="0" tIns="0" rIns="0" bIns="0" rtlCol="0" anchor="t">
            <a:normAutofit/>
          </a:bodyPr>
          <a:lstStyle/>
          <a:p>
            <a:pPr marL="0" indent="0">
              <a:buNone/>
            </a:pPr>
            <a:r>
              <a:rPr lang="en-US" sz="1600" dirty="0">
                <a:solidFill>
                  <a:srgbClr val="486581"/>
                </a:solidFill>
                <a:latin typeface="Calibri" pitchFamily="34" charset="0"/>
                <a:ea typeface="Calibri" pitchFamily="34" charset="-122"/>
                <a:cs typeface="Calibri" pitchFamily="34" charset="-120"/>
              </a:rPr>
              <a:t>External services, shared state, and explicit durability.</a:t>
            </a:r>
            <a:endParaRPr lang="en-US" sz="1600" dirty="0"/>
          </a:p>
        </p:txBody>
      </p:sp>
      <p:sp>
        <p:nvSpPr>
          <p:cNvPr id="17" name="Shape 15"/>
          <p:cNvSpPr/>
          <p:nvPr>
            <p:custDataLst>
              <p:tags r:id="rId16"/>
            </p:custDataLst>
          </p:nvPr>
        </p:nvSpPr>
        <p:spPr>
          <a:xfrm>
            <a:off x="530352" y="3220200"/>
            <a:ext cx="4814316" cy="626364"/>
          </a:xfrm>
          <a:prstGeom prst="roundRect">
            <a:avLst>
              <a:gd name="adj" fmla="val 14599"/>
            </a:avLst>
          </a:prstGeom>
          <a:solidFill>
            <a:srgbClr val="FFFFFF"/>
          </a:solidFill>
          <a:ln w="8890">
            <a:solidFill>
              <a:srgbClr val="D9E2EC"/>
            </a:solidFill>
            <a:prstDash val="solid"/>
          </a:ln>
        </p:spPr>
        <p:txBody>
          <a:bodyPr/>
          <a:lstStyle/>
          <a:p>
            <a:endParaRPr lang="en-CA"/>
          </a:p>
        </p:txBody>
      </p:sp>
      <p:sp>
        <p:nvSpPr>
          <p:cNvPr id="18" name="Text 16"/>
          <p:cNvSpPr/>
          <p:nvPr>
            <p:custDataLst>
              <p:tags r:id="rId17"/>
            </p:custDataLst>
          </p:nvPr>
        </p:nvSpPr>
        <p:spPr>
          <a:xfrm>
            <a:off x="658368" y="3329928"/>
            <a:ext cx="4572000" cy="489204"/>
          </a:xfrm>
          <a:prstGeom prst="rect">
            <a:avLst/>
          </a:prstGeom>
          <a:noFill/>
          <a:ln/>
        </p:spPr>
        <p:txBody>
          <a:bodyPr wrap="square" lIns="0" tIns="0" rIns="0" bIns="0" rtlCol="0" anchor="t">
            <a:normAutofit/>
          </a:bodyPr>
          <a:lstStyle/>
          <a:p>
            <a:pPr marL="0" indent="0">
              <a:buNone/>
            </a:pPr>
            <a:r>
              <a:rPr lang="en-US" sz="1600" b="1" dirty="0">
                <a:solidFill>
                  <a:srgbClr val="102A43"/>
                </a:solidFill>
                <a:latin typeface="Calibri" pitchFamily="34" charset="0"/>
                <a:ea typeface="Calibri" pitchFamily="34" charset="-122"/>
                <a:cs typeface="Calibri" pitchFamily="34" charset="-120"/>
              </a:rPr>
              <a:t>In-JVM Flink bridge and temporary storage.</a:t>
            </a:r>
            <a:endParaRPr lang="en-US" sz="1600" dirty="0"/>
          </a:p>
        </p:txBody>
      </p:sp>
      <p:sp>
        <p:nvSpPr>
          <p:cNvPr id="19" name="Shape 17"/>
          <p:cNvSpPr/>
          <p:nvPr>
            <p:custDataLst>
              <p:tags r:id="rId18"/>
            </p:custDataLst>
          </p:nvPr>
        </p:nvSpPr>
        <p:spPr>
          <a:xfrm>
            <a:off x="5385816" y="3220200"/>
            <a:ext cx="6231636" cy="626364"/>
          </a:xfrm>
          <a:prstGeom prst="roundRect">
            <a:avLst>
              <a:gd name="adj" fmla="val 14599"/>
            </a:avLst>
          </a:prstGeom>
          <a:solidFill>
            <a:srgbClr val="FFFFFF"/>
          </a:solidFill>
          <a:ln w="8890">
            <a:solidFill>
              <a:srgbClr val="D9E2EC"/>
            </a:solidFill>
            <a:prstDash val="solid"/>
          </a:ln>
        </p:spPr>
        <p:txBody>
          <a:bodyPr/>
          <a:lstStyle/>
          <a:p>
            <a:endParaRPr lang="en-CA"/>
          </a:p>
        </p:txBody>
      </p:sp>
      <p:sp>
        <p:nvSpPr>
          <p:cNvPr id="20" name="Text 18"/>
          <p:cNvSpPr/>
          <p:nvPr>
            <p:custDataLst>
              <p:tags r:id="rId19"/>
            </p:custDataLst>
          </p:nvPr>
        </p:nvSpPr>
        <p:spPr>
          <a:xfrm>
            <a:off x="5513832" y="3329928"/>
            <a:ext cx="5989320" cy="489204"/>
          </a:xfrm>
          <a:prstGeom prst="rect">
            <a:avLst/>
          </a:prstGeom>
          <a:noFill/>
          <a:ln/>
        </p:spPr>
        <p:txBody>
          <a:bodyPr wrap="square" lIns="0" tIns="0" rIns="0" bIns="0" rtlCol="0" anchor="t">
            <a:normAutofit/>
          </a:bodyPr>
          <a:lstStyle/>
          <a:p>
            <a:pPr marL="0" indent="0">
              <a:buNone/>
            </a:pPr>
            <a:r>
              <a:rPr lang="en-US" sz="1600" dirty="0">
                <a:solidFill>
                  <a:srgbClr val="486581"/>
                </a:solidFill>
                <a:latin typeface="Calibri" pitchFamily="34" charset="0"/>
                <a:ea typeface="Calibri" pitchFamily="34" charset="-122"/>
                <a:cs typeface="Calibri" pitchFamily="34" charset="-120"/>
              </a:rPr>
              <a:t>Target runtime, connectors, and validated restore.</a:t>
            </a:r>
            <a:endParaRPr lang="en-US" sz="1600" dirty="0"/>
          </a:p>
        </p:txBody>
      </p:sp>
      <p:sp>
        <p:nvSpPr>
          <p:cNvPr id="21" name="Shape 19"/>
          <p:cNvSpPr/>
          <p:nvPr>
            <p:custDataLst>
              <p:tags r:id="rId20"/>
            </p:custDataLst>
          </p:nvPr>
        </p:nvSpPr>
        <p:spPr>
          <a:xfrm>
            <a:off x="530352" y="3910572"/>
            <a:ext cx="4814316" cy="626364"/>
          </a:xfrm>
          <a:prstGeom prst="roundRect">
            <a:avLst>
              <a:gd name="adj" fmla="val 14599"/>
            </a:avLst>
          </a:prstGeom>
          <a:solidFill>
            <a:srgbClr val="F5F8FC"/>
          </a:solidFill>
          <a:ln w="8890">
            <a:solidFill>
              <a:srgbClr val="D9E2EC"/>
            </a:solidFill>
            <a:prstDash val="solid"/>
          </a:ln>
        </p:spPr>
        <p:txBody>
          <a:bodyPr/>
          <a:lstStyle/>
          <a:p>
            <a:endParaRPr lang="en-CA"/>
          </a:p>
        </p:txBody>
      </p:sp>
      <p:sp>
        <p:nvSpPr>
          <p:cNvPr id="22" name="Text 20"/>
          <p:cNvSpPr/>
          <p:nvPr>
            <p:custDataLst>
              <p:tags r:id="rId21"/>
            </p:custDataLst>
          </p:nvPr>
        </p:nvSpPr>
        <p:spPr>
          <a:xfrm>
            <a:off x="658368" y="4020300"/>
            <a:ext cx="4572000" cy="489204"/>
          </a:xfrm>
          <a:prstGeom prst="rect">
            <a:avLst/>
          </a:prstGeom>
          <a:noFill/>
          <a:ln/>
        </p:spPr>
        <p:txBody>
          <a:bodyPr wrap="square" lIns="0" tIns="0" rIns="0" bIns="0" rtlCol="0" anchor="t">
            <a:normAutofit/>
          </a:bodyPr>
          <a:lstStyle/>
          <a:p>
            <a:pPr marL="0" indent="0">
              <a:buNone/>
            </a:pPr>
            <a:r>
              <a:rPr lang="en-US" sz="1600" b="1" dirty="0">
                <a:solidFill>
                  <a:srgbClr val="102A43"/>
                </a:solidFill>
                <a:latin typeface="Calibri" pitchFamily="34" charset="0"/>
                <a:ea typeface="Calibri" pitchFamily="34" charset="-122"/>
                <a:cs typeface="Calibri" pitchFamily="34" charset="-120"/>
              </a:rPr>
              <a:t>Educational options and dashboards.</a:t>
            </a:r>
            <a:endParaRPr lang="en-US" sz="1600" dirty="0"/>
          </a:p>
        </p:txBody>
      </p:sp>
      <p:sp>
        <p:nvSpPr>
          <p:cNvPr id="23" name="Shape 21"/>
          <p:cNvSpPr/>
          <p:nvPr>
            <p:custDataLst>
              <p:tags r:id="rId22"/>
            </p:custDataLst>
          </p:nvPr>
        </p:nvSpPr>
        <p:spPr>
          <a:xfrm>
            <a:off x="5385816" y="3910572"/>
            <a:ext cx="6231636" cy="626364"/>
          </a:xfrm>
          <a:prstGeom prst="roundRect">
            <a:avLst>
              <a:gd name="adj" fmla="val 14599"/>
            </a:avLst>
          </a:prstGeom>
          <a:solidFill>
            <a:srgbClr val="F5F8FC"/>
          </a:solidFill>
          <a:ln w="8890">
            <a:solidFill>
              <a:srgbClr val="D9E2EC"/>
            </a:solidFill>
            <a:prstDash val="solid"/>
          </a:ln>
        </p:spPr>
        <p:txBody>
          <a:bodyPr/>
          <a:lstStyle/>
          <a:p>
            <a:endParaRPr lang="en-CA"/>
          </a:p>
        </p:txBody>
      </p:sp>
      <p:sp>
        <p:nvSpPr>
          <p:cNvPr id="24" name="Text 22"/>
          <p:cNvSpPr/>
          <p:nvPr>
            <p:custDataLst>
              <p:tags r:id="rId23"/>
            </p:custDataLst>
          </p:nvPr>
        </p:nvSpPr>
        <p:spPr>
          <a:xfrm>
            <a:off x="5513832" y="4020300"/>
            <a:ext cx="5989320" cy="489204"/>
          </a:xfrm>
          <a:prstGeom prst="rect">
            <a:avLst/>
          </a:prstGeom>
          <a:noFill/>
          <a:ln/>
        </p:spPr>
        <p:txBody>
          <a:bodyPr wrap="square" lIns="0" tIns="0" rIns="0" bIns="0" rtlCol="0" anchor="t">
            <a:normAutofit/>
          </a:bodyPr>
          <a:lstStyle/>
          <a:p>
            <a:pPr marL="0" indent="0">
              <a:buNone/>
            </a:pPr>
            <a:r>
              <a:rPr lang="en-US" sz="1600" dirty="0">
                <a:solidFill>
                  <a:srgbClr val="486581"/>
                </a:solidFill>
                <a:latin typeface="Calibri" pitchFamily="34" charset="0"/>
                <a:ea typeface="Calibri" pitchFamily="34" charset="-122"/>
                <a:cs typeface="Calibri" pitchFamily="34" charset="-120"/>
              </a:rPr>
              <a:t>Security, contracts, monitoring, and operable procedures.</a:t>
            </a:r>
            <a:endParaRPr lang="en-US" sz="1600" dirty="0"/>
          </a:p>
        </p:txBody>
      </p:sp>
      <p:sp>
        <p:nvSpPr>
          <p:cNvPr id="25" name="Shape 23"/>
          <p:cNvSpPr/>
          <p:nvPr>
            <p:custDataLst>
              <p:tags r:id="rId24"/>
            </p:custDataLst>
          </p:nvPr>
        </p:nvSpPr>
        <p:spPr>
          <a:xfrm>
            <a:off x="530352" y="4600944"/>
            <a:ext cx="4814316" cy="626364"/>
          </a:xfrm>
          <a:prstGeom prst="roundRect">
            <a:avLst>
              <a:gd name="adj" fmla="val 14599"/>
            </a:avLst>
          </a:prstGeom>
          <a:solidFill>
            <a:srgbClr val="FFFFFF"/>
          </a:solidFill>
          <a:ln w="8890">
            <a:solidFill>
              <a:srgbClr val="D9E2EC"/>
            </a:solidFill>
            <a:prstDash val="solid"/>
          </a:ln>
        </p:spPr>
        <p:txBody>
          <a:bodyPr/>
          <a:lstStyle/>
          <a:p>
            <a:endParaRPr lang="en-CA"/>
          </a:p>
        </p:txBody>
      </p:sp>
      <p:sp>
        <p:nvSpPr>
          <p:cNvPr id="26" name="Text 24"/>
          <p:cNvSpPr/>
          <p:nvPr>
            <p:custDataLst>
              <p:tags r:id="rId25"/>
            </p:custDataLst>
          </p:nvPr>
        </p:nvSpPr>
        <p:spPr>
          <a:xfrm>
            <a:off x="658368" y="4710672"/>
            <a:ext cx="4572000" cy="489204"/>
          </a:xfrm>
          <a:prstGeom prst="rect">
            <a:avLst/>
          </a:prstGeom>
          <a:noFill/>
          <a:ln/>
        </p:spPr>
        <p:txBody>
          <a:bodyPr wrap="square" lIns="0" tIns="0" rIns="0" bIns="0" rtlCol="0" anchor="t">
            <a:normAutofit/>
          </a:bodyPr>
          <a:lstStyle/>
          <a:p>
            <a:pPr marL="0" indent="0">
              <a:buNone/>
            </a:pPr>
            <a:r>
              <a:rPr lang="en-US" sz="1600" b="1" dirty="0">
                <a:solidFill>
                  <a:srgbClr val="102A43"/>
                </a:solidFill>
                <a:latin typeface="Calibri" pitchFamily="34" charset="0"/>
                <a:ea typeface="Calibri" pitchFamily="34" charset="-122"/>
                <a:cs typeface="Calibri" pitchFamily="34" charset="-120"/>
              </a:rPr>
              <a:t>Intentional concurrency anomalies.</a:t>
            </a:r>
            <a:endParaRPr lang="en-US" sz="1600" dirty="0"/>
          </a:p>
        </p:txBody>
      </p:sp>
      <p:sp>
        <p:nvSpPr>
          <p:cNvPr id="27" name="Shape 25"/>
          <p:cNvSpPr/>
          <p:nvPr>
            <p:custDataLst>
              <p:tags r:id="rId26"/>
            </p:custDataLst>
          </p:nvPr>
        </p:nvSpPr>
        <p:spPr>
          <a:xfrm>
            <a:off x="5385816" y="4600944"/>
            <a:ext cx="6231636" cy="626364"/>
          </a:xfrm>
          <a:prstGeom prst="roundRect">
            <a:avLst>
              <a:gd name="adj" fmla="val 14599"/>
            </a:avLst>
          </a:prstGeom>
          <a:solidFill>
            <a:srgbClr val="FFFFFF"/>
          </a:solidFill>
          <a:ln w="8890">
            <a:solidFill>
              <a:srgbClr val="D9E2EC"/>
            </a:solidFill>
            <a:prstDash val="solid"/>
          </a:ln>
        </p:spPr>
        <p:txBody>
          <a:bodyPr/>
          <a:lstStyle/>
          <a:p>
            <a:endParaRPr lang="en-CA"/>
          </a:p>
        </p:txBody>
      </p:sp>
      <p:sp>
        <p:nvSpPr>
          <p:cNvPr id="28" name="Text 26"/>
          <p:cNvSpPr/>
          <p:nvPr>
            <p:custDataLst>
              <p:tags r:id="rId27"/>
            </p:custDataLst>
          </p:nvPr>
        </p:nvSpPr>
        <p:spPr>
          <a:xfrm>
            <a:off x="5513832" y="4710672"/>
            <a:ext cx="5989320" cy="489204"/>
          </a:xfrm>
          <a:prstGeom prst="rect">
            <a:avLst/>
          </a:prstGeom>
          <a:noFill/>
          <a:ln/>
        </p:spPr>
        <p:txBody>
          <a:bodyPr wrap="square" lIns="0" tIns="0" rIns="0" bIns="0" rtlCol="0" anchor="t">
            <a:normAutofit/>
          </a:bodyPr>
          <a:lstStyle/>
          <a:p>
            <a:pPr marL="0" indent="0">
              <a:buNone/>
            </a:pPr>
            <a:r>
              <a:rPr lang="en-US" sz="1600" dirty="0">
                <a:solidFill>
                  <a:srgbClr val="486581"/>
                </a:solidFill>
                <a:latin typeface="Calibri" pitchFamily="34" charset="0"/>
                <a:ea typeface="Calibri" pitchFamily="34" charset="-122"/>
                <a:cs typeface="Calibri" pitchFamily="34" charset="-120"/>
              </a:rPr>
              <a:t>Protected invariants and tested failure scenarios.</a:t>
            </a:r>
            <a:endParaRPr lang="en-US" sz="1600" dirty="0"/>
          </a:p>
        </p:txBody>
      </p:sp>
      <p:sp>
        <p:nvSpPr>
          <p:cNvPr id="29" name="Shape 27"/>
          <p:cNvSpPr/>
          <p:nvPr>
            <p:custDataLst>
              <p:tags r:id="rId28"/>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en-CA"/>
          </a:p>
        </p:txBody>
      </p:sp>
      <p:sp>
        <p:nvSpPr>
          <p:cNvPr id="30" name="Text 28"/>
          <p:cNvSpPr/>
          <p:nvPr>
            <p:custDataLst>
              <p:tags r:id="rId29"/>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en-US" sz="1550" b="1" dirty="0">
                <a:solidFill>
                  <a:srgbClr val="102A43"/>
                </a:solidFill>
                <a:latin typeface="Calibri" pitchFamily="34" charset="0"/>
                <a:ea typeface="Calibri" pitchFamily="34" charset="-122"/>
                <a:cs typeface="Calibri" pitchFamily="34" charset="-120"/>
              </a:rPr>
              <a:t>Every guarantee must be tied to a scope, an assumption, and a proof.</a:t>
            </a:r>
            <a:endParaRPr lang="en-US" sz="15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en-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en-CA" sz="1100" b="1" kern="0" spc="50" noProof="0" dirty="0">
                <a:solidFill>
                  <a:srgbClr val="1F6FEB"/>
                </a:solidFill>
                <a:latin typeface="Calibri" pitchFamily="34" charset="0"/>
                <a:ea typeface="Calibri" pitchFamily="34" charset="-122"/>
                <a:cs typeface="Calibri" pitchFamily="34" charset="-120"/>
              </a:rPr>
              <a:t>HANDS-ON PRACTICE</a:t>
            </a:r>
            <a:endParaRPr lang="en-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en-CA" sz="1000" b="1" noProof="0" dirty="0">
                <a:solidFill>
                  <a:srgbClr val="829AB1"/>
                </a:solidFill>
                <a:latin typeface="Calibri" pitchFamily="34" charset="0"/>
                <a:ea typeface="Calibri" pitchFamily="34" charset="-122"/>
                <a:cs typeface="Calibri" pitchFamily="34" charset="-120"/>
              </a:rPr>
              <a:t>WORKSHOP PROPOSAL</a:t>
            </a:r>
            <a:endParaRPr lang="en-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en-CA" sz="2700" b="1" noProof="0" dirty="0">
                <a:solidFill>
                  <a:srgbClr val="102A43"/>
                </a:solidFill>
                <a:latin typeface="Calibri" pitchFamily="34" charset="0"/>
                <a:ea typeface="Calibri" pitchFamily="34" charset="-122"/>
                <a:cs typeface="Calibri" pitchFamily="34" charset="-120"/>
              </a:rPr>
              <a:t>Four experiments to connect concepts to observations</a:t>
            </a:r>
            <a:endParaRPr lang="en-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en-CA" sz="1650" noProof="0" dirty="0">
                <a:solidFill>
                  <a:srgbClr val="486581"/>
                </a:solidFill>
                <a:latin typeface="Calibri" pitchFamily="34" charset="0"/>
                <a:ea typeface="Calibri" pitchFamily="34" charset="-122"/>
                <a:cs typeface="Calibri" pitchFamily="34" charset="-120"/>
              </a:rPr>
              <a:t>Prepare a comparable starting state, change only one variable, and explain what is observed.</a:t>
            </a:r>
            <a:endParaRPr lang="en-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en-CA" sz="900" noProof="0" dirty="0">
                <a:solidFill>
                  <a:srgbClr val="486581"/>
                </a:solidFill>
                <a:latin typeface="Calibri" pitchFamily="34" charset="0"/>
                <a:ea typeface="Calibri" pitchFamily="34" charset="-122"/>
                <a:cs typeface="Calibri" pitchFamily="34" charset="-120"/>
              </a:rPr>
              <a:t>Kafka Engineering Guide · EDA Project</a:t>
            </a:r>
            <a:endParaRPr lang="en-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en-CA" sz="900" noProof="0" dirty="0">
                <a:solidFill>
                  <a:srgbClr val="486581"/>
                </a:solidFill>
                <a:latin typeface="Calibri" pitchFamily="34" charset="0"/>
                <a:ea typeface="Calibri" pitchFamily="34" charset="-122"/>
                <a:cs typeface="Calibri" pitchFamily="34" charset="-120"/>
              </a:rPr>
              <a:t>39</a:t>
            </a:r>
            <a:endParaRPr lang="en-CA" sz="900" noProof="0" dirty="0"/>
          </a:p>
        </p:txBody>
      </p:sp>
      <p:sp>
        <p:nvSpPr>
          <p:cNvPr id="9" name="Shape 7"/>
          <p:cNvSpPr/>
          <p:nvPr>
            <p:custDataLst>
              <p:tags r:id="rId8"/>
            </p:custDataLst>
          </p:nvPr>
        </p:nvSpPr>
        <p:spPr>
          <a:xfrm>
            <a:off x="520082" y="1986503"/>
            <a:ext cx="4787642" cy="866096"/>
          </a:xfrm>
          <a:prstGeom prst="roundRect">
            <a:avLst>
              <a:gd name="adj" fmla="val 6623"/>
            </a:avLst>
          </a:prstGeom>
          <a:solidFill>
            <a:srgbClr val="FFFFFF"/>
          </a:solidFill>
          <a:ln w="8890">
            <a:solidFill>
              <a:srgbClr val="D9E2EC"/>
            </a:solidFill>
            <a:prstDash val="solid"/>
          </a:ln>
        </p:spPr>
        <p:txBody>
          <a:bodyPr/>
          <a:lstStyle/>
          <a:p>
            <a:endParaRPr lang="en-CA" noProof="0" dirty="0"/>
          </a:p>
        </p:txBody>
      </p:sp>
      <p:sp>
        <p:nvSpPr>
          <p:cNvPr id="10" name="Text 8"/>
          <p:cNvSpPr/>
          <p:nvPr>
            <p:custDataLst>
              <p:tags r:id="rId9"/>
            </p:custDataLst>
          </p:nvPr>
        </p:nvSpPr>
        <p:spPr>
          <a:xfrm>
            <a:off x="643128" y="2051772"/>
            <a:ext cx="521208" cy="411480"/>
          </a:xfrm>
          <a:prstGeom prst="rect">
            <a:avLst/>
          </a:prstGeom>
          <a:noFill/>
          <a:ln/>
        </p:spPr>
        <p:txBody>
          <a:bodyPr wrap="square" lIns="0" tIns="0" rIns="0" bIns="0" rtlCol="0" anchor="t">
            <a:normAutofit/>
          </a:bodyPr>
          <a:lstStyle/>
          <a:p>
            <a:pPr marL="0" indent="0">
              <a:buNone/>
            </a:pPr>
            <a:r>
              <a:rPr lang="en-CA" sz="2600" b="1" noProof="0" dirty="0">
                <a:solidFill>
                  <a:srgbClr val="1F6FEB"/>
                </a:solidFill>
                <a:latin typeface="Calibri" pitchFamily="34" charset="0"/>
                <a:ea typeface="Calibri" pitchFamily="34" charset="-122"/>
                <a:cs typeface="Calibri" pitchFamily="34" charset="-120"/>
              </a:rPr>
              <a:t>01</a:t>
            </a:r>
            <a:endParaRPr lang="en-CA" sz="2600" noProof="0" dirty="0"/>
          </a:p>
        </p:txBody>
      </p:sp>
      <p:sp>
        <p:nvSpPr>
          <p:cNvPr id="11" name="Text 9"/>
          <p:cNvSpPr/>
          <p:nvPr>
            <p:custDataLst>
              <p:tags r:id="rId10"/>
            </p:custDataLst>
          </p:nvPr>
        </p:nvSpPr>
        <p:spPr>
          <a:xfrm>
            <a:off x="1079257" y="2105378"/>
            <a:ext cx="3778062" cy="338328"/>
          </a:xfrm>
          <a:prstGeom prst="rect">
            <a:avLst/>
          </a:prstGeom>
          <a:noFill/>
          <a:ln/>
        </p:spPr>
        <p:txBody>
          <a:bodyPr wrap="square" lIns="0" tIns="0" rIns="0" bIns="0" rtlCol="0" anchor="t">
            <a:normAutofit/>
          </a:bodyPr>
          <a:lstStyle/>
          <a:p>
            <a:pPr marL="0" indent="0">
              <a:buNone/>
            </a:pPr>
            <a:r>
              <a:rPr lang="en-CA" sz="2000" b="1" noProof="0" dirty="0">
                <a:solidFill>
                  <a:srgbClr val="102A43"/>
                </a:solidFill>
                <a:latin typeface="Calibri" pitchFamily="34" charset="0"/>
                <a:ea typeface="Calibri" pitchFamily="34" charset="-122"/>
                <a:cs typeface="Calibri" pitchFamily="34" charset="-120"/>
              </a:rPr>
              <a:t>With / without key / without lock</a:t>
            </a:r>
            <a:endParaRPr lang="en-CA" sz="2000" noProof="0" dirty="0"/>
          </a:p>
        </p:txBody>
      </p:sp>
      <p:sp>
        <p:nvSpPr>
          <p:cNvPr id="12" name="Text 10"/>
          <p:cNvSpPr/>
          <p:nvPr>
            <p:custDataLst>
              <p:tags r:id="rId11"/>
            </p:custDataLst>
          </p:nvPr>
        </p:nvSpPr>
        <p:spPr>
          <a:xfrm>
            <a:off x="1079257" y="2497311"/>
            <a:ext cx="4070812" cy="355287"/>
          </a:xfrm>
          <a:prstGeom prst="rect">
            <a:avLst/>
          </a:prstGeom>
          <a:noFill/>
          <a:ln/>
        </p:spPr>
        <p:txBody>
          <a:bodyPr wrap="square" lIns="0" tIns="0" rIns="0" bIns="0" rtlCol="0" anchor="t">
            <a:normAutofit/>
          </a:bodyPr>
          <a:lstStyle/>
          <a:p>
            <a:pPr marL="0" indent="0">
              <a:buNone/>
            </a:pPr>
            <a:r>
              <a:rPr lang="en-CA" sz="1650" noProof="0" dirty="0">
                <a:solidFill>
                  <a:srgbClr val="486581"/>
                </a:solidFill>
                <a:latin typeface="Calibri" pitchFamily="34" charset="0"/>
                <a:ea typeface="Calibri" pitchFamily="34" charset="-122"/>
                <a:cs typeface="Calibri" pitchFamily="34" charset="-120"/>
              </a:rPr>
              <a:t>Does ordering by product change inventory?</a:t>
            </a:r>
            <a:endParaRPr lang="en-CA" sz="1650" noProof="0" dirty="0"/>
          </a:p>
        </p:txBody>
      </p:sp>
      <p:sp>
        <p:nvSpPr>
          <p:cNvPr id="25" name="Shape 23"/>
          <p:cNvSpPr/>
          <p:nvPr>
            <p:custDataLst>
              <p:tags r:id="rId12"/>
            </p:custDataLst>
          </p:nvPr>
        </p:nvSpPr>
        <p:spPr>
          <a:xfrm>
            <a:off x="530352" y="5715000"/>
            <a:ext cx="11128248" cy="448056"/>
          </a:xfrm>
          <a:prstGeom prst="roundRect">
            <a:avLst>
              <a:gd name="adj" fmla="val 20408"/>
            </a:avLst>
          </a:prstGeom>
          <a:solidFill>
            <a:srgbClr val="EFFAF8"/>
          </a:solidFill>
          <a:ln w="8890">
            <a:solidFill>
              <a:srgbClr val="EFFAF8"/>
            </a:solidFill>
            <a:prstDash val="solid"/>
          </a:ln>
        </p:spPr>
        <p:txBody>
          <a:bodyPr/>
          <a:lstStyle/>
          <a:p>
            <a:r>
              <a:rPr lang="en-CA" noProof="0" dirty="0"/>
              <a:t> </a:t>
            </a:r>
          </a:p>
        </p:txBody>
      </p:sp>
      <p:sp>
        <p:nvSpPr>
          <p:cNvPr id="26" name="Text 24"/>
          <p:cNvSpPr/>
          <p:nvPr>
            <p:custDataLst>
              <p:tags r:id="rId13"/>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en-CA" sz="1550" b="1" noProof="0" dirty="0">
                <a:solidFill>
                  <a:srgbClr val="0F766E"/>
                </a:solidFill>
                <a:latin typeface="Calibri" pitchFamily="34" charset="0"/>
                <a:ea typeface="Calibri" pitchFamily="34" charset="-122"/>
                <a:cs typeface="Calibri" pitchFamily="34" charset="-120"/>
              </a:rPr>
              <a:t>Observe → formulate a hypothesis → modify one variable → explain the result (perform manual corroboration).</a:t>
            </a:r>
            <a:endParaRPr lang="en-CA" sz="1550" noProof="0" dirty="0"/>
          </a:p>
        </p:txBody>
      </p:sp>
      <p:sp>
        <p:nvSpPr>
          <p:cNvPr id="27" name="Rectangle 26">
            <a:extLst>
              <a:ext uri="{FF2B5EF4-FFF2-40B4-BE49-F238E27FC236}">
                <a16:creationId xmlns:a16="http://schemas.microsoft.com/office/drawing/2014/main" id="{1789176D-3420-E511-6E07-BA11D3E43204}"/>
              </a:ext>
            </a:extLst>
          </p:cNvPr>
          <p:cNvSpPr/>
          <p:nvPr/>
        </p:nvSpPr>
        <p:spPr>
          <a:xfrm rot="20637748">
            <a:off x="9726526" y="848418"/>
            <a:ext cx="1903086" cy="923330"/>
          </a:xfrm>
          <a:prstGeom prst="rect">
            <a:avLst/>
          </a:prstGeom>
          <a:noFill/>
        </p:spPr>
        <p:txBody>
          <a:bodyPr wrap="none" lIns="91440" tIns="45720" rIns="91440" bIns="45720">
            <a:spAutoFit/>
          </a:bodyPr>
          <a:lstStyle/>
          <a:p>
            <a:pPr algn="ctr"/>
            <a:r>
              <a:rPr lang="en-CA" sz="5400" b="1" cap="none" spc="0" noProof="0" dirty="0">
                <a:ln w="12700">
                  <a:solidFill>
                    <a:schemeClr val="accent5"/>
                  </a:solidFill>
                  <a:prstDash val="solid"/>
                </a:ln>
                <a:pattFill prst="ltDnDiag">
                  <a:fgClr>
                    <a:schemeClr val="accent5">
                      <a:lumMod val="60000"/>
                      <a:lumOff val="40000"/>
                    </a:schemeClr>
                  </a:fgClr>
                  <a:bgClr>
                    <a:schemeClr val="bg1"/>
                  </a:bgClr>
                </a:pattFill>
                <a:effectLst/>
              </a:rPr>
              <a:t>Demo</a:t>
            </a:r>
          </a:p>
        </p:txBody>
      </p:sp>
      <p:sp>
        <p:nvSpPr>
          <p:cNvPr id="39" name="Shape 7">
            <a:extLst>
              <a:ext uri="{FF2B5EF4-FFF2-40B4-BE49-F238E27FC236}">
                <a16:creationId xmlns:a16="http://schemas.microsoft.com/office/drawing/2014/main" id="{C043A2DB-6FBB-BF5B-BCBD-3880AD07A576}"/>
              </a:ext>
            </a:extLst>
          </p:cNvPr>
          <p:cNvSpPr/>
          <p:nvPr>
            <p:custDataLst>
              <p:tags r:id="rId14"/>
            </p:custDataLst>
          </p:nvPr>
        </p:nvSpPr>
        <p:spPr>
          <a:xfrm>
            <a:off x="520082" y="2906205"/>
            <a:ext cx="4787642" cy="866096"/>
          </a:xfrm>
          <a:prstGeom prst="roundRect">
            <a:avLst>
              <a:gd name="adj" fmla="val 6623"/>
            </a:avLst>
          </a:prstGeom>
          <a:solidFill>
            <a:srgbClr val="FFFFFF"/>
          </a:solidFill>
          <a:ln w="8890">
            <a:solidFill>
              <a:srgbClr val="D9E2EC"/>
            </a:solidFill>
            <a:prstDash val="solid"/>
          </a:ln>
        </p:spPr>
        <p:txBody>
          <a:bodyPr/>
          <a:lstStyle/>
          <a:p>
            <a:endParaRPr lang="en-CA" noProof="0" dirty="0"/>
          </a:p>
        </p:txBody>
      </p:sp>
      <p:sp>
        <p:nvSpPr>
          <p:cNvPr id="41" name="Text 8">
            <a:extLst>
              <a:ext uri="{FF2B5EF4-FFF2-40B4-BE49-F238E27FC236}">
                <a16:creationId xmlns:a16="http://schemas.microsoft.com/office/drawing/2014/main" id="{2C9A66BD-D6F3-2443-F6B2-D8586D5B08A4}"/>
              </a:ext>
            </a:extLst>
          </p:cNvPr>
          <p:cNvSpPr/>
          <p:nvPr>
            <p:custDataLst>
              <p:tags r:id="rId15"/>
            </p:custDataLst>
          </p:nvPr>
        </p:nvSpPr>
        <p:spPr>
          <a:xfrm>
            <a:off x="643128" y="2971474"/>
            <a:ext cx="521208" cy="411480"/>
          </a:xfrm>
          <a:prstGeom prst="rect">
            <a:avLst/>
          </a:prstGeom>
          <a:noFill/>
          <a:ln/>
        </p:spPr>
        <p:txBody>
          <a:bodyPr wrap="square" lIns="0" tIns="0" rIns="0" bIns="0" rtlCol="0" anchor="t">
            <a:normAutofit/>
          </a:bodyPr>
          <a:lstStyle/>
          <a:p>
            <a:pPr marL="0" indent="0">
              <a:buNone/>
            </a:pPr>
            <a:r>
              <a:rPr lang="en-CA" sz="2600" b="1" noProof="0" dirty="0">
                <a:solidFill>
                  <a:srgbClr val="FFC000"/>
                </a:solidFill>
                <a:latin typeface="Calibri" pitchFamily="34" charset="0"/>
                <a:ea typeface="Calibri" pitchFamily="34" charset="-122"/>
                <a:cs typeface="Calibri" pitchFamily="34" charset="-120"/>
              </a:rPr>
              <a:t>02</a:t>
            </a:r>
            <a:endParaRPr lang="en-CA" sz="2600" noProof="0" dirty="0">
              <a:solidFill>
                <a:srgbClr val="FFC000"/>
              </a:solidFill>
            </a:endParaRPr>
          </a:p>
        </p:txBody>
      </p:sp>
      <p:sp>
        <p:nvSpPr>
          <p:cNvPr id="43" name="Text 9">
            <a:extLst>
              <a:ext uri="{FF2B5EF4-FFF2-40B4-BE49-F238E27FC236}">
                <a16:creationId xmlns:a16="http://schemas.microsoft.com/office/drawing/2014/main" id="{F7A93AF1-D960-1F68-86A7-5A4F20FBF10C}"/>
              </a:ext>
            </a:extLst>
          </p:cNvPr>
          <p:cNvSpPr/>
          <p:nvPr>
            <p:custDataLst>
              <p:tags r:id="rId16"/>
            </p:custDataLst>
          </p:nvPr>
        </p:nvSpPr>
        <p:spPr>
          <a:xfrm>
            <a:off x="1079257" y="3025080"/>
            <a:ext cx="3778062" cy="338328"/>
          </a:xfrm>
          <a:prstGeom prst="rect">
            <a:avLst/>
          </a:prstGeom>
          <a:noFill/>
          <a:ln/>
        </p:spPr>
        <p:txBody>
          <a:bodyPr wrap="square" lIns="0" tIns="0" rIns="0" bIns="0" rtlCol="0" anchor="t">
            <a:normAutofit/>
          </a:bodyPr>
          <a:lstStyle/>
          <a:p>
            <a:pPr marL="0" indent="0">
              <a:buNone/>
            </a:pPr>
            <a:r>
              <a:rPr lang="en-CA" sz="2000" b="1" noProof="0" dirty="0">
                <a:solidFill>
                  <a:srgbClr val="102A43"/>
                </a:solidFill>
                <a:latin typeface="Calibri" pitchFamily="34" charset="0"/>
                <a:ea typeface="Calibri" pitchFamily="34" charset="-122"/>
                <a:cs typeface="Calibri" pitchFamily="34" charset="-120"/>
              </a:rPr>
              <a:t>Replay and idempotence</a:t>
            </a:r>
            <a:endParaRPr lang="en-CA" sz="2000" noProof="0" dirty="0"/>
          </a:p>
        </p:txBody>
      </p:sp>
      <p:sp>
        <p:nvSpPr>
          <p:cNvPr id="45" name="Text 10">
            <a:extLst>
              <a:ext uri="{FF2B5EF4-FFF2-40B4-BE49-F238E27FC236}">
                <a16:creationId xmlns:a16="http://schemas.microsoft.com/office/drawing/2014/main" id="{4911B7DE-59C1-851E-A215-3324C9740C88}"/>
              </a:ext>
            </a:extLst>
          </p:cNvPr>
          <p:cNvSpPr/>
          <p:nvPr>
            <p:custDataLst>
              <p:tags r:id="rId17"/>
            </p:custDataLst>
          </p:nvPr>
        </p:nvSpPr>
        <p:spPr>
          <a:xfrm>
            <a:off x="1079257" y="3363408"/>
            <a:ext cx="4081082" cy="408893"/>
          </a:xfrm>
          <a:prstGeom prst="rect">
            <a:avLst/>
          </a:prstGeom>
          <a:noFill/>
          <a:ln/>
        </p:spPr>
        <p:txBody>
          <a:bodyPr wrap="square" lIns="0" tIns="0" rIns="0" bIns="0" rtlCol="0" anchor="t">
            <a:normAutofit/>
          </a:bodyPr>
          <a:lstStyle/>
          <a:p>
            <a:r>
              <a:rPr lang="en-CA" sz="1650" noProof="0" dirty="0">
                <a:solidFill>
                  <a:srgbClr val="486581"/>
                </a:solidFill>
                <a:latin typeface="Calibri" pitchFamily="34" charset="0"/>
                <a:ea typeface="Calibri" pitchFamily="34" charset="-122"/>
                <a:cs typeface="Calibri" pitchFamily="34" charset="-120"/>
              </a:rPr>
              <a:t>Which effect must not be applied twice?</a:t>
            </a:r>
            <a:endParaRPr lang="en-CA" sz="1650" noProof="0" dirty="0"/>
          </a:p>
        </p:txBody>
      </p:sp>
      <p:sp>
        <p:nvSpPr>
          <p:cNvPr id="47" name="Shape 7">
            <a:extLst>
              <a:ext uri="{FF2B5EF4-FFF2-40B4-BE49-F238E27FC236}">
                <a16:creationId xmlns:a16="http://schemas.microsoft.com/office/drawing/2014/main" id="{6304B6C5-1F53-DB57-32A7-D43FE7606DBD}"/>
              </a:ext>
            </a:extLst>
          </p:cNvPr>
          <p:cNvSpPr/>
          <p:nvPr>
            <p:custDataLst>
              <p:tags r:id="rId18"/>
            </p:custDataLst>
          </p:nvPr>
        </p:nvSpPr>
        <p:spPr>
          <a:xfrm>
            <a:off x="520082" y="3810266"/>
            <a:ext cx="4787642" cy="866096"/>
          </a:xfrm>
          <a:prstGeom prst="roundRect">
            <a:avLst>
              <a:gd name="adj" fmla="val 6623"/>
            </a:avLst>
          </a:prstGeom>
          <a:solidFill>
            <a:srgbClr val="FFFFFF"/>
          </a:solidFill>
          <a:ln w="8890">
            <a:solidFill>
              <a:srgbClr val="D9E2EC"/>
            </a:solidFill>
            <a:prstDash val="solid"/>
          </a:ln>
        </p:spPr>
        <p:txBody>
          <a:bodyPr/>
          <a:lstStyle/>
          <a:p>
            <a:endParaRPr lang="en-CA" noProof="0" dirty="0"/>
          </a:p>
        </p:txBody>
      </p:sp>
      <p:sp>
        <p:nvSpPr>
          <p:cNvPr id="49" name="Text 8">
            <a:extLst>
              <a:ext uri="{FF2B5EF4-FFF2-40B4-BE49-F238E27FC236}">
                <a16:creationId xmlns:a16="http://schemas.microsoft.com/office/drawing/2014/main" id="{38B0A300-D41F-C501-60A3-5F2DCAF07C39}"/>
              </a:ext>
            </a:extLst>
          </p:cNvPr>
          <p:cNvSpPr/>
          <p:nvPr>
            <p:custDataLst>
              <p:tags r:id="rId19"/>
            </p:custDataLst>
          </p:nvPr>
        </p:nvSpPr>
        <p:spPr>
          <a:xfrm>
            <a:off x="643128" y="3875535"/>
            <a:ext cx="521208" cy="411480"/>
          </a:xfrm>
          <a:prstGeom prst="rect">
            <a:avLst/>
          </a:prstGeom>
          <a:noFill/>
          <a:ln/>
        </p:spPr>
        <p:txBody>
          <a:bodyPr wrap="square" lIns="0" tIns="0" rIns="0" bIns="0" rtlCol="0" anchor="t">
            <a:normAutofit/>
          </a:bodyPr>
          <a:lstStyle/>
          <a:p>
            <a:pPr marL="0" indent="0">
              <a:buNone/>
            </a:pPr>
            <a:r>
              <a:rPr lang="en-CA" sz="2600" b="1" noProof="0" dirty="0">
                <a:solidFill>
                  <a:schemeClr val="accent6">
                    <a:lumMod val="75000"/>
                  </a:schemeClr>
                </a:solidFill>
                <a:latin typeface="Calibri" pitchFamily="34" charset="0"/>
                <a:ea typeface="Calibri" pitchFamily="34" charset="-122"/>
                <a:cs typeface="Calibri" pitchFamily="34" charset="-120"/>
              </a:rPr>
              <a:t>03</a:t>
            </a:r>
            <a:endParaRPr lang="en-CA" sz="2600" noProof="0" dirty="0">
              <a:solidFill>
                <a:schemeClr val="accent6">
                  <a:lumMod val="75000"/>
                </a:schemeClr>
              </a:solidFill>
            </a:endParaRPr>
          </a:p>
        </p:txBody>
      </p:sp>
      <p:sp>
        <p:nvSpPr>
          <p:cNvPr id="51" name="Text 9">
            <a:extLst>
              <a:ext uri="{FF2B5EF4-FFF2-40B4-BE49-F238E27FC236}">
                <a16:creationId xmlns:a16="http://schemas.microsoft.com/office/drawing/2014/main" id="{8D854B22-37D9-9404-FF1A-8D53DC7F26D5}"/>
              </a:ext>
            </a:extLst>
          </p:cNvPr>
          <p:cNvSpPr/>
          <p:nvPr>
            <p:custDataLst>
              <p:tags r:id="rId20"/>
            </p:custDataLst>
          </p:nvPr>
        </p:nvSpPr>
        <p:spPr>
          <a:xfrm>
            <a:off x="1079257" y="3929141"/>
            <a:ext cx="3778062" cy="338328"/>
          </a:xfrm>
          <a:prstGeom prst="rect">
            <a:avLst/>
          </a:prstGeom>
          <a:noFill/>
          <a:ln/>
        </p:spPr>
        <p:txBody>
          <a:bodyPr wrap="square" lIns="0" tIns="0" rIns="0" bIns="0" rtlCol="0" anchor="t">
            <a:normAutofit/>
          </a:bodyPr>
          <a:lstStyle/>
          <a:p>
            <a:r>
              <a:rPr lang="en-CA" sz="2000" b="1" noProof="0" dirty="0">
                <a:solidFill>
                  <a:srgbClr val="102A43"/>
                </a:solidFill>
                <a:latin typeface="Calibri" pitchFamily="34" charset="0"/>
                <a:ea typeface="Calibri" pitchFamily="34" charset="-122"/>
                <a:cs typeface="Calibri" pitchFamily="34" charset="-120"/>
              </a:rPr>
              <a:t>Kafka pause vs Flink pause</a:t>
            </a:r>
            <a:endParaRPr lang="en-CA" sz="2000" noProof="0" dirty="0"/>
          </a:p>
        </p:txBody>
      </p:sp>
      <p:sp>
        <p:nvSpPr>
          <p:cNvPr id="53" name="Text 10">
            <a:extLst>
              <a:ext uri="{FF2B5EF4-FFF2-40B4-BE49-F238E27FC236}">
                <a16:creationId xmlns:a16="http://schemas.microsoft.com/office/drawing/2014/main" id="{2C59060C-86AA-B7DE-BC1F-97A8A4F0BBD2}"/>
              </a:ext>
            </a:extLst>
          </p:cNvPr>
          <p:cNvSpPr/>
          <p:nvPr>
            <p:custDataLst>
              <p:tags r:id="rId21"/>
            </p:custDataLst>
          </p:nvPr>
        </p:nvSpPr>
        <p:spPr>
          <a:xfrm>
            <a:off x="1079257" y="4264883"/>
            <a:ext cx="4070812" cy="411479"/>
          </a:xfrm>
          <a:prstGeom prst="rect">
            <a:avLst/>
          </a:prstGeom>
          <a:noFill/>
          <a:ln/>
        </p:spPr>
        <p:txBody>
          <a:bodyPr wrap="square" lIns="0" tIns="0" rIns="0" bIns="0" rtlCol="0" anchor="t">
            <a:normAutofit/>
          </a:bodyPr>
          <a:lstStyle/>
          <a:p>
            <a:r>
              <a:rPr lang="en-CA" sz="1650" noProof="0" dirty="0">
                <a:solidFill>
                  <a:srgbClr val="486581"/>
                </a:solidFill>
                <a:latin typeface="Calibri" pitchFamily="34" charset="0"/>
                <a:ea typeface="Calibri" pitchFamily="34" charset="-122"/>
                <a:cs typeface="Calibri" pitchFamily="34" charset="-120"/>
              </a:rPr>
              <a:t>What does each recovery mechanism preserve?</a:t>
            </a:r>
            <a:endParaRPr lang="en-CA" sz="1650" noProof="0" dirty="0"/>
          </a:p>
        </p:txBody>
      </p:sp>
      <p:sp>
        <p:nvSpPr>
          <p:cNvPr id="55" name="Shape 7">
            <a:extLst>
              <a:ext uri="{FF2B5EF4-FFF2-40B4-BE49-F238E27FC236}">
                <a16:creationId xmlns:a16="http://schemas.microsoft.com/office/drawing/2014/main" id="{B64FB29D-D34C-8B72-A262-01BABABD0F4E}"/>
              </a:ext>
            </a:extLst>
          </p:cNvPr>
          <p:cNvSpPr/>
          <p:nvPr>
            <p:custDataLst>
              <p:tags r:id="rId22"/>
            </p:custDataLst>
          </p:nvPr>
        </p:nvSpPr>
        <p:spPr>
          <a:xfrm>
            <a:off x="530352" y="4741631"/>
            <a:ext cx="4777372" cy="866096"/>
          </a:xfrm>
          <a:prstGeom prst="roundRect">
            <a:avLst>
              <a:gd name="adj" fmla="val 6623"/>
            </a:avLst>
          </a:prstGeom>
          <a:solidFill>
            <a:srgbClr val="FFFFFF"/>
          </a:solidFill>
          <a:ln w="8890">
            <a:solidFill>
              <a:srgbClr val="D9E2EC"/>
            </a:solidFill>
            <a:prstDash val="solid"/>
          </a:ln>
        </p:spPr>
        <p:txBody>
          <a:bodyPr/>
          <a:lstStyle/>
          <a:p>
            <a:endParaRPr lang="en-CA" noProof="0" dirty="0"/>
          </a:p>
        </p:txBody>
      </p:sp>
      <p:sp>
        <p:nvSpPr>
          <p:cNvPr id="57" name="Text 8">
            <a:extLst>
              <a:ext uri="{FF2B5EF4-FFF2-40B4-BE49-F238E27FC236}">
                <a16:creationId xmlns:a16="http://schemas.microsoft.com/office/drawing/2014/main" id="{FF260E19-CB75-4622-1A89-5B7B5A799740}"/>
              </a:ext>
            </a:extLst>
          </p:cNvPr>
          <p:cNvSpPr/>
          <p:nvPr>
            <p:custDataLst>
              <p:tags r:id="rId23"/>
            </p:custDataLst>
          </p:nvPr>
        </p:nvSpPr>
        <p:spPr>
          <a:xfrm>
            <a:off x="653398" y="4806900"/>
            <a:ext cx="521208" cy="411480"/>
          </a:xfrm>
          <a:prstGeom prst="rect">
            <a:avLst/>
          </a:prstGeom>
          <a:noFill/>
          <a:ln/>
        </p:spPr>
        <p:txBody>
          <a:bodyPr wrap="square" lIns="0" tIns="0" rIns="0" bIns="0" rtlCol="0" anchor="t">
            <a:normAutofit/>
          </a:bodyPr>
          <a:lstStyle/>
          <a:p>
            <a:pPr marL="0" indent="0">
              <a:buNone/>
            </a:pPr>
            <a:r>
              <a:rPr lang="en-CA" sz="2600" b="1" noProof="0" dirty="0">
                <a:solidFill>
                  <a:srgbClr val="C00000"/>
                </a:solidFill>
                <a:latin typeface="Calibri" pitchFamily="34" charset="0"/>
                <a:ea typeface="Calibri" pitchFamily="34" charset="-122"/>
                <a:cs typeface="Calibri" pitchFamily="34" charset="-120"/>
              </a:rPr>
              <a:t>04</a:t>
            </a:r>
            <a:endParaRPr lang="en-CA" sz="2600" noProof="0" dirty="0">
              <a:solidFill>
                <a:srgbClr val="C00000"/>
              </a:solidFill>
            </a:endParaRPr>
          </a:p>
        </p:txBody>
      </p:sp>
      <p:sp>
        <p:nvSpPr>
          <p:cNvPr id="59" name="Text 9">
            <a:extLst>
              <a:ext uri="{FF2B5EF4-FFF2-40B4-BE49-F238E27FC236}">
                <a16:creationId xmlns:a16="http://schemas.microsoft.com/office/drawing/2014/main" id="{D8C6760A-AF41-8A71-1029-1AE5EA9BD1EB}"/>
              </a:ext>
            </a:extLst>
          </p:cNvPr>
          <p:cNvSpPr/>
          <p:nvPr>
            <p:custDataLst>
              <p:tags r:id="rId24"/>
            </p:custDataLst>
          </p:nvPr>
        </p:nvSpPr>
        <p:spPr>
          <a:xfrm>
            <a:off x="1089527" y="4860506"/>
            <a:ext cx="3778062" cy="338328"/>
          </a:xfrm>
          <a:prstGeom prst="rect">
            <a:avLst/>
          </a:prstGeom>
          <a:noFill/>
          <a:ln/>
        </p:spPr>
        <p:txBody>
          <a:bodyPr wrap="square" lIns="0" tIns="0" rIns="0" bIns="0" rtlCol="0" anchor="t">
            <a:normAutofit/>
          </a:bodyPr>
          <a:lstStyle/>
          <a:p>
            <a:pPr marL="0" indent="0">
              <a:buNone/>
            </a:pPr>
            <a:r>
              <a:rPr lang="en-CA" sz="2000" b="1" noProof="0" dirty="0">
                <a:solidFill>
                  <a:srgbClr val="102A43"/>
                </a:solidFill>
                <a:latin typeface="Calibri" pitchFamily="34" charset="0"/>
                <a:ea typeface="Calibri" pitchFamily="34" charset="-122"/>
                <a:cs typeface="Calibri" pitchFamily="34" charset="-120"/>
              </a:rPr>
              <a:t>Business verification</a:t>
            </a:r>
            <a:endParaRPr lang="en-CA" sz="2000" noProof="0" dirty="0"/>
          </a:p>
        </p:txBody>
      </p:sp>
      <p:sp>
        <p:nvSpPr>
          <p:cNvPr id="61" name="Text 10">
            <a:extLst>
              <a:ext uri="{FF2B5EF4-FFF2-40B4-BE49-F238E27FC236}">
                <a16:creationId xmlns:a16="http://schemas.microsoft.com/office/drawing/2014/main" id="{7E42216D-675A-DCD0-64D1-9FDCF7A4F8CA}"/>
              </a:ext>
            </a:extLst>
          </p:cNvPr>
          <p:cNvSpPr/>
          <p:nvPr>
            <p:custDataLst>
              <p:tags r:id="rId25"/>
            </p:custDataLst>
          </p:nvPr>
        </p:nvSpPr>
        <p:spPr>
          <a:xfrm>
            <a:off x="1089527" y="5236799"/>
            <a:ext cx="4060542" cy="370928"/>
          </a:xfrm>
          <a:prstGeom prst="rect">
            <a:avLst/>
          </a:prstGeom>
          <a:noFill/>
          <a:ln/>
        </p:spPr>
        <p:txBody>
          <a:bodyPr wrap="square" lIns="0" tIns="0" rIns="0" bIns="0" rtlCol="0" anchor="t">
            <a:normAutofit/>
          </a:bodyPr>
          <a:lstStyle/>
          <a:p>
            <a:r>
              <a:rPr lang="en-CA" sz="1650" noProof="0" dirty="0">
                <a:solidFill>
                  <a:srgbClr val="486581"/>
                </a:solidFill>
                <a:latin typeface="Calibri" pitchFamily="34" charset="0"/>
                <a:ea typeface="Calibri" pitchFamily="34" charset="-122"/>
                <a:cs typeface="Calibri" pitchFamily="34" charset="-120"/>
              </a:rPr>
              <a:t>Do the requests explain the final inventory?</a:t>
            </a:r>
            <a:endParaRPr lang="en-CA" sz="1650" noProof="0" dirty="0"/>
          </a:p>
        </p:txBody>
      </p:sp>
      <p:pic>
        <p:nvPicPr>
          <p:cNvPr id="14" name="Image 13">
            <a:extLst>
              <a:ext uri="{FF2B5EF4-FFF2-40B4-BE49-F238E27FC236}">
                <a16:creationId xmlns:a16="http://schemas.microsoft.com/office/drawing/2014/main" id="{39064DA4-C529-1BEC-86CA-07EC5677DAB7}"/>
              </a:ext>
            </a:extLst>
          </p:cNvPr>
          <p:cNvPicPr>
            <a:picLocks noChangeAspect="1"/>
          </p:cNvPicPr>
          <p:nvPr/>
        </p:nvPicPr>
        <p:blipFill>
          <a:blip r:embed="rId28"/>
          <a:stretch>
            <a:fillRect/>
          </a:stretch>
        </p:blipFill>
        <p:spPr>
          <a:xfrm>
            <a:off x="6147457" y="1967165"/>
            <a:ext cx="5511143" cy="3678181"/>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CONCLUSION</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KEY TAKEAWAYS</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A resilient EDA is built end to end</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The value of the project is to make visible the responsibilities that transport alone does not handle.</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40</a:t>
            </a:r>
            <a:endParaRPr lang="fr-CA" sz="900" noProof="0" dirty="0"/>
          </a:p>
        </p:txBody>
      </p:sp>
      <p:sp>
        <p:nvSpPr>
          <p:cNvPr id="9" name="Shape 7"/>
          <p:cNvSpPr/>
          <p:nvPr>
            <p:custDataLst>
              <p:tags r:id="rId8"/>
            </p:custDataLst>
          </p:nvPr>
        </p:nvSpPr>
        <p:spPr>
          <a:xfrm>
            <a:off x="393192" y="2018538"/>
            <a:ext cx="11128248" cy="1024128"/>
          </a:xfrm>
          <a:prstGeom prst="roundRect">
            <a:avLst>
              <a:gd name="adj" fmla="val 8929"/>
            </a:avLst>
          </a:prstGeom>
          <a:solidFill>
            <a:srgbClr val="102A43"/>
          </a:solidFill>
          <a:ln w="8890">
            <a:solidFill>
              <a:srgbClr val="102A43"/>
            </a:solidFill>
            <a:prstDash val="solid"/>
          </a:ln>
        </p:spPr>
        <p:txBody>
          <a:bodyPr/>
          <a:lstStyle/>
          <a:p>
            <a:endParaRPr lang="fr-CA" noProof="0" dirty="0"/>
          </a:p>
        </p:txBody>
      </p:sp>
      <p:sp>
        <p:nvSpPr>
          <p:cNvPr id="10" name="Text 8"/>
          <p:cNvSpPr/>
          <p:nvPr>
            <p:custDataLst>
              <p:tags r:id="rId9"/>
            </p:custDataLst>
          </p:nvPr>
        </p:nvSpPr>
        <p:spPr>
          <a:xfrm>
            <a:off x="676656" y="2228850"/>
            <a:ext cx="10561320" cy="594360"/>
          </a:xfrm>
          <a:prstGeom prst="rect">
            <a:avLst/>
          </a:prstGeom>
          <a:noFill/>
          <a:ln/>
        </p:spPr>
        <p:txBody>
          <a:bodyPr wrap="square" lIns="0" tIns="0" rIns="0" bIns="0" rtlCol="0" anchor="t">
            <a:normAutofit fontScale="92500" lnSpcReduction="20000"/>
          </a:bodyPr>
          <a:lstStyle/>
          <a:p>
            <a:pPr marL="0" indent="0" algn="ctr">
              <a:buNone/>
            </a:pPr>
            <a:r>
              <a:rPr lang="fr-CA" sz="2400" b="1" noProof="0" dirty="0">
                <a:solidFill>
                  <a:srgbClr val="FFFFFF"/>
                </a:solidFill>
                <a:latin typeface="Calibri" pitchFamily="34" charset="0"/>
                <a:ea typeface="Calibri" pitchFamily="34" charset="-122"/>
                <a:cs typeface="Calibri" pitchFamily="34" charset="-120"/>
              </a:rPr>
              <a:t>Delivering a message, applying an effect, and proving the result</a:t>
            </a:r>
          </a:p>
          <a:p>
            <a:pPr marL="0" indent="0" algn="ctr">
              <a:buNone/>
            </a:pPr>
            <a:r>
              <a:rPr lang="fr-CA" sz="2400" b="1" noProof="0" dirty="0">
                <a:solidFill>
                  <a:srgbClr val="FFFFFF"/>
                </a:solidFill>
                <a:latin typeface="Calibri" pitchFamily="34" charset="0"/>
                <a:ea typeface="Calibri" pitchFamily="34" charset="-122"/>
                <a:cs typeface="Calibri" pitchFamily="34" charset="-120"/>
              </a:rPr>
              <a:t>are three distinct responsibilities.</a:t>
            </a:r>
            <a:endParaRPr lang="fr-CA" sz="2400" noProof="0" dirty="0"/>
          </a:p>
        </p:txBody>
      </p:sp>
      <p:sp>
        <p:nvSpPr>
          <p:cNvPr id="11" name="Text 9"/>
          <p:cNvSpPr/>
          <p:nvPr>
            <p:custDataLst>
              <p:tags r:id="rId10"/>
            </p:custDataLst>
          </p:nvPr>
        </p:nvSpPr>
        <p:spPr>
          <a:xfrm>
            <a:off x="502920" y="3499866"/>
            <a:ext cx="530352" cy="374904"/>
          </a:xfrm>
          <a:prstGeom prst="rect">
            <a:avLst/>
          </a:prstGeom>
          <a:noFill/>
          <a:ln/>
        </p:spPr>
        <p:txBody>
          <a:bodyPr wrap="square" lIns="0" tIns="0" rIns="0" bIns="0" rtlCol="0" anchor="t">
            <a:normAutofit/>
          </a:bodyPr>
          <a:lstStyle/>
          <a:p>
            <a:pPr marL="0" indent="0">
              <a:buNone/>
            </a:pPr>
            <a:r>
              <a:rPr lang="fr-CA" sz="2300" b="1" noProof="0" dirty="0">
                <a:solidFill>
                  <a:srgbClr val="1F6FEB"/>
                </a:solidFill>
                <a:latin typeface="Calibri" pitchFamily="34" charset="0"/>
                <a:ea typeface="Calibri" pitchFamily="34" charset="-122"/>
                <a:cs typeface="Calibri" pitchFamily="34" charset="-120"/>
              </a:rPr>
              <a:t>01</a:t>
            </a:r>
            <a:endParaRPr lang="fr-CA" sz="2300" noProof="0" dirty="0"/>
          </a:p>
        </p:txBody>
      </p:sp>
      <p:sp>
        <p:nvSpPr>
          <p:cNvPr id="12" name="Text 10"/>
          <p:cNvSpPr/>
          <p:nvPr>
            <p:custDataLst>
              <p:tags r:id="rId11"/>
            </p:custDataLst>
          </p:nvPr>
        </p:nvSpPr>
        <p:spPr>
          <a:xfrm>
            <a:off x="1252728" y="3554730"/>
            <a:ext cx="2834640" cy="457200"/>
          </a:xfrm>
          <a:prstGeom prst="rect">
            <a:avLst/>
          </a:prstGeom>
          <a:noFill/>
          <a:ln/>
        </p:spPr>
        <p:txBody>
          <a:bodyPr wrap="square" lIns="0" tIns="0" rIns="0" bIns="0" rtlCol="0" anchor="t">
            <a:normAutofit/>
          </a:bodyPr>
          <a:lstStyle/>
          <a:p>
            <a:pPr marL="0" indent="0">
              <a:buNone/>
            </a:pPr>
            <a:r>
              <a:rPr lang="fr-CA" sz="1950" b="1" noProof="0" dirty="0">
                <a:solidFill>
                  <a:srgbClr val="102A43"/>
                </a:solidFill>
                <a:latin typeface="Calibri" pitchFamily="34" charset="0"/>
                <a:ea typeface="Calibri" pitchFamily="34" charset="-122"/>
                <a:cs typeface="Calibri" pitchFamily="34" charset="-120"/>
              </a:rPr>
              <a:t>Order by entity</a:t>
            </a:r>
            <a:endParaRPr lang="fr-CA" sz="1950" noProof="0" dirty="0"/>
          </a:p>
        </p:txBody>
      </p:sp>
      <p:sp>
        <p:nvSpPr>
          <p:cNvPr id="13" name="Text 11"/>
          <p:cNvSpPr/>
          <p:nvPr>
            <p:custDataLst>
              <p:tags r:id="rId12"/>
            </p:custDataLst>
          </p:nvPr>
        </p:nvSpPr>
        <p:spPr>
          <a:xfrm>
            <a:off x="4288536" y="3499866"/>
            <a:ext cx="530352" cy="374904"/>
          </a:xfrm>
          <a:prstGeom prst="rect">
            <a:avLst/>
          </a:prstGeom>
          <a:noFill/>
          <a:ln/>
        </p:spPr>
        <p:txBody>
          <a:bodyPr wrap="square" lIns="0" tIns="0" rIns="0" bIns="0" rtlCol="0" anchor="t">
            <a:normAutofit/>
          </a:bodyPr>
          <a:lstStyle/>
          <a:p>
            <a:pPr marL="0" indent="0">
              <a:buNone/>
            </a:pPr>
            <a:r>
              <a:rPr lang="fr-CA" sz="2300" b="1" noProof="0" dirty="0">
                <a:solidFill>
                  <a:srgbClr val="1F6FEB"/>
                </a:solidFill>
                <a:latin typeface="Calibri" pitchFamily="34" charset="0"/>
                <a:ea typeface="Calibri" pitchFamily="34" charset="-122"/>
                <a:cs typeface="Calibri" pitchFamily="34" charset="-120"/>
              </a:rPr>
              <a:t>02</a:t>
            </a:r>
            <a:endParaRPr lang="fr-CA" sz="2300" noProof="0" dirty="0"/>
          </a:p>
        </p:txBody>
      </p:sp>
      <p:sp>
        <p:nvSpPr>
          <p:cNvPr id="14" name="Text 12"/>
          <p:cNvSpPr/>
          <p:nvPr>
            <p:custDataLst>
              <p:tags r:id="rId13"/>
            </p:custDataLst>
          </p:nvPr>
        </p:nvSpPr>
        <p:spPr>
          <a:xfrm>
            <a:off x="5038344" y="3554730"/>
            <a:ext cx="2834640" cy="457200"/>
          </a:xfrm>
          <a:prstGeom prst="rect">
            <a:avLst/>
          </a:prstGeom>
          <a:noFill/>
          <a:ln/>
        </p:spPr>
        <p:txBody>
          <a:bodyPr wrap="square" lIns="0" tIns="0" rIns="0" bIns="0" rtlCol="0" anchor="t">
            <a:normAutofit fontScale="92500"/>
          </a:bodyPr>
          <a:lstStyle/>
          <a:p>
            <a:pPr marL="0" indent="0">
              <a:buNone/>
            </a:pPr>
            <a:r>
              <a:rPr lang="fr-CA" sz="1950" b="1" noProof="0" dirty="0">
                <a:solidFill>
                  <a:srgbClr val="102A43"/>
                </a:solidFill>
                <a:latin typeface="Calibri" pitchFamily="34" charset="0"/>
                <a:ea typeface="Calibri" pitchFamily="34" charset="-122"/>
                <a:cs typeface="Calibri" pitchFamily="34" charset="-120"/>
              </a:rPr>
              <a:t>Define atomicity boundaries</a:t>
            </a:r>
            <a:endParaRPr lang="fr-CA" sz="1950" noProof="0" dirty="0"/>
          </a:p>
        </p:txBody>
      </p:sp>
      <p:sp>
        <p:nvSpPr>
          <p:cNvPr id="15" name="Text 13"/>
          <p:cNvSpPr/>
          <p:nvPr>
            <p:custDataLst>
              <p:tags r:id="rId14"/>
            </p:custDataLst>
          </p:nvPr>
        </p:nvSpPr>
        <p:spPr>
          <a:xfrm>
            <a:off x="8074152" y="3499866"/>
            <a:ext cx="530352" cy="374904"/>
          </a:xfrm>
          <a:prstGeom prst="rect">
            <a:avLst/>
          </a:prstGeom>
          <a:noFill/>
          <a:ln/>
        </p:spPr>
        <p:txBody>
          <a:bodyPr wrap="square" lIns="0" tIns="0" rIns="0" bIns="0" rtlCol="0" anchor="t">
            <a:normAutofit/>
          </a:bodyPr>
          <a:lstStyle/>
          <a:p>
            <a:pPr marL="0" indent="0">
              <a:buNone/>
            </a:pPr>
            <a:r>
              <a:rPr lang="fr-CA" sz="2300" b="1" noProof="0" dirty="0">
                <a:solidFill>
                  <a:srgbClr val="1F6FEB"/>
                </a:solidFill>
                <a:latin typeface="Calibri" pitchFamily="34" charset="0"/>
                <a:ea typeface="Calibri" pitchFamily="34" charset="-122"/>
                <a:cs typeface="Calibri" pitchFamily="34" charset="-120"/>
              </a:rPr>
              <a:t>03</a:t>
            </a:r>
            <a:endParaRPr lang="fr-CA" sz="2300" noProof="0" dirty="0"/>
          </a:p>
        </p:txBody>
      </p:sp>
      <p:sp>
        <p:nvSpPr>
          <p:cNvPr id="16" name="Text 14"/>
          <p:cNvSpPr/>
          <p:nvPr>
            <p:custDataLst>
              <p:tags r:id="rId15"/>
            </p:custDataLst>
          </p:nvPr>
        </p:nvSpPr>
        <p:spPr>
          <a:xfrm>
            <a:off x="8823960" y="3554730"/>
            <a:ext cx="2834640" cy="457200"/>
          </a:xfrm>
          <a:prstGeom prst="rect">
            <a:avLst/>
          </a:prstGeom>
          <a:noFill/>
          <a:ln/>
        </p:spPr>
        <p:txBody>
          <a:bodyPr wrap="square" lIns="0" tIns="0" rIns="0" bIns="0" rtlCol="0" anchor="t">
            <a:normAutofit/>
          </a:bodyPr>
          <a:lstStyle/>
          <a:p>
            <a:pPr marL="0" indent="0">
              <a:buNone/>
            </a:pPr>
            <a:r>
              <a:rPr lang="fr-CA" sz="1950" b="1" noProof="0" dirty="0">
                <a:solidFill>
                  <a:srgbClr val="102A43"/>
                </a:solidFill>
                <a:latin typeface="Calibri" pitchFamily="34" charset="0"/>
                <a:ea typeface="Calibri" pitchFamily="34" charset="-122"/>
                <a:cs typeface="Calibri" pitchFamily="34" charset="-120"/>
              </a:rPr>
              <a:t>Tolerate duplicates</a:t>
            </a:r>
            <a:endParaRPr lang="fr-CA" sz="1950" noProof="0" dirty="0"/>
          </a:p>
        </p:txBody>
      </p:sp>
      <p:sp>
        <p:nvSpPr>
          <p:cNvPr id="17" name="Text 15"/>
          <p:cNvSpPr/>
          <p:nvPr>
            <p:custDataLst>
              <p:tags r:id="rId16"/>
            </p:custDataLst>
          </p:nvPr>
        </p:nvSpPr>
        <p:spPr>
          <a:xfrm>
            <a:off x="502920" y="4505706"/>
            <a:ext cx="530352" cy="374904"/>
          </a:xfrm>
          <a:prstGeom prst="rect">
            <a:avLst/>
          </a:prstGeom>
          <a:noFill/>
          <a:ln/>
        </p:spPr>
        <p:txBody>
          <a:bodyPr wrap="square" lIns="0" tIns="0" rIns="0" bIns="0" rtlCol="0" anchor="t">
            <a:normAutofit/>
          </a:bodyPr>
          <a:lstStyle/>
          <a:p>
            <a:pPr marL="0" indent="0">
              <a:buNone/>
            </a:pPr>
            <a:r>
              <a:rPr lang="fr-CA" sz="2300" b="1" noProof="0" dirty="0">
                <a:solidFill>
                  <a:srgbClr val="0F766E"/>
                </a:solidFill>
                <a:latin typeface="Calibri" pitchFamily="34" charset="0"/>
                <a:ea typeface="Calibri" pitchFamily="34" charset="-122"/>
                <a:cs typeface="Calibri" pitchFamily="34" charset="-120"/>
              </a:rPr>
              <a:t>04</a:t>
            </a:r>
            <a:endParaRPr lang="fr-CA" sz="2300" noProof="0" dirty="0"/>
          </a:p>
        </p:txBody>
      </p:sp>
      <p:sp>
        <p:nvSpPr>
          <p:cNvPr id="18" name="Text 16"/>
          <p:cNvSpPr/>
          <p:nvPr>
            <p:custDataLst>
              <p:tags r:id="rId17"/>
            </p:custDataLst>
          </p:nvPr>
        </p:nvSpPr>
        <p:spPr>
          <a:xfrm>
            <a:off x="1252728" y="4560570"/>
            <a:ext cx="2834640" cy="457200"/>
          </a:xfrm>
          <a:prstGeom prst="rect">
            <a:avLst/>
          </a:prstGeom>
          <a:noFill/>
          <a:ln/>
        </p:spPr>
        <p:txBody>
          <a:bodyPr wrap="square" lIns="0" tIns="0" rIns="0" bIns="0" rtlCol="0" anchor="t">
            <a:normAutofit/>
          </a:bodyPr>
          <a:lstStyle/>
          <a:p>
            <a:pPr marL="0" indent="0">
              <a:buNone/>
            </a:pPr>
            <a:r>
              <a:rPr lang="fr-CA" sz="1950" b="1" noProof="0" dirty="0">
                <a:solidFill>
                  <a:srgbClr val="102A43"/>
                </a:solidFill>
                <a:latin typeface="Calibri" pitchFamily="34" charset="0"/>
                <a:ea typeface="Calibri" pitchFamily="34" charset="-122"/>
                <a:cs typeface="Calibri" pitchFamily="34" charset="-120"/>
              </a:rPr>
              <a:t>Prepare recovery</a:t>
            </a:r>
            <a:endParaRPr lang="fr-CA" sz="1950" noProof="0" dirty="0"/>
          </a:p>
        </p:txBody>
      </p:sp>
      <p:sp>
        <p:nvSpPr>
          <p:cNvPr id="19" name="Text 17"/>
          <p:cNvSpPr/>
          <p:nvPr>
            <p:custDataLst>
              <p:tags r:id="rId18"/>
            </p:custDataLst>
          </p:nvPr>
        </p:nvSpPr>
        <p:spPr>
          <a:xfrm>
            <a:off x="4288536" y="4505706"/>
            <a:ext cx="530352" cy="374904"/>
          </a:xfrm>
          <a:prstGeom prst="rect">
            <a:avLst/>
          </a:prstGeom>
          <a:noFill/>
          <a:ln/>
        </p:spPr>
        <p:txBody>
          <a:bodyPr wrap="square" lIns="0" tIns="0" rIns="0" bIns="0" rtlCol="0" anchor="t">
            <a:normAutofit/>
          </a:bodyPr>
          <a:lstStyle/>
          <a:p>
            <a:pPr marL="0" indent="0">
              <a:buNone/>
            </a:pPr>
            <a:r>
              <a:rPr lang="fr-CA" sz="2300" b="1" noProof="0" dirty="0">
                <a:solidFill>
                  <a:srgbClr val="0F766E"/>
                </a:solidFill>
                <a:latin typeface="Calibri" pitchFamily="34" charset="0"/>
                <a:ea typeface="Calibri" pitchFamily="34" charset="-122"/>
                <a:cs typeface="Calibri" pitchFamily="34" charset="-120"/>
              </a:rPr>
              <a:t>05</a:t>
            </a:r>
            <a:endParaRPr lang="fr-CA" sz="2300" noProof="0" dirty="0"/>
          </a:p>
        </p:txBody>
      </p:sp>
      <p:sp>
        <p:nvSpPr>
          <p:cNvPr id="20" name="Text 18"/>
          <p:cNvSpPr/>
          <p:nvPr>
            <p:custDataLst>
              <p:tags r:id="rId19"/>
            </p:custDataLst>
          </p:nvPr>
        </p:nvSpPr>
        <p:spPr>
          <a:xfrm>
            <a:off x="5038344" y="4560570"/>
            <a:ext cx="2834640" cy="457200"/>
          </a:xfrm>
          <a:prstGeom prst="rect">
            <a:avLst/>
          </a:prstGeom>
          <a:noFill/>
          <a:ln/>
        </p:spPr>
        <p:txBody>
          <a:bodyPr wrap="square" lIns="0" tIns="0" rIns="0" bIns="0" rtlCol="0" anchor="t">
            <a:normAutofit/>
          </a:bodyPr>
          <a:lstStyle/>
          <a:p>
            <a:pPr marL="0" indent="0">
              <a:buNone/>
            </a:pPr>
            <a:r>
              <a:rPr lang="fr-CA" sz="1950" b="1" noProof="0" dirty="0">
                <a:solidFill>
                  <a:srgbClr val="102A43"/>
                </a:solidFill>
                <a:latin typeface="Calibri" pitchFamily="34" charset="0"/>
                <a:ea typeface="Calibri" pitchFamily="34" charset="-122"/>
                <a:cs typeface="Calibri" pitchFamily="34" charset="-120"/>
              </a:rPr>
              <a:t>Verify the data</a:t>
            </a:r>
            <a:endParaRPr lang="fr-CA" sz="1950" noProof="0" dirty="0"/>
          </a:p>
        </p:txBody>
      </p:sp>
      <p:sp>
        <p:nvSpPr>
          <p:cNvPr id="21" name="Text 19"/>
          <p:cNvSpPr/>
          <p:nvPr>
            <p:custDataLst>
              <p:tags r:id="rId20"/>
            </p:custDataLst>
          </p:nvPr>
        </p:nvSpPr>
        <p:spPr>
          <a:xfrm>
            <a:off x="8074152" y="4505706"/>
            <a:ext cx="530352" cy="374904"/>
          </a:xfrm>
          <a:prstGeom prst="rect">
            <a:avLst/>
          </a:prstGeom>
          <a:noFill/>
          <a:ln/>
        </p:spPr>
        <p:txBody>
          <a:bodyPr wrap="square" lIns="0" tIns="0" rIns="0" bIns="0" rtlCol="0" anchor="t">
            <a:normAutofit/>
          </a:bodyPr>
          <a:lstStyle/>
          <a:p>
            <a:pPr marL="0" indent="0">
              <a:buNone/>
            </a:pPr>
            <a:r>
              <a:rPr lang="fr-CA" sz="2300" b="1" noProof="0" dirty="0">
                <a:solidFill>
                  <a:srgbClr val="0F766E"/>
                </a:solidFill>
                <a:latin typeface="Calibri" pitchFamily="34" charset="0"/>
                <a:ea typeface="Calibri" pitchFamily="34" charset="-122"/>
                <a:cs typeface="Calibri" pitchFamily="34" charset="-120"/>
              </a:rPr>
              <a:t>06</a:t>
            </a:r>
            <a:endParaRPr lang="fr-CA" sz="2300" noProof="0" dirty="0"/>
          </a:p>
        </p:txBody>
      </p:sp>
      <p:sp>
        <p:nvSpPr>
          <p:cNvPr id="22" name="Text 20"/>
          <p:cNvSpPr/>
          <p:nvPr>
            <p:custDataLst>
              <p:tags r:id="rId21"/>
            </p:custDataLst>
          </p:nvPr>
        </p:nvSpPr>
        <p:spPr>
          <a:xfrm>
            <a:off x="8823960" y="4560570"/>
            <a:ext cx="2834640" cy="457200"/>
          </a:xfrm>
          <a:prstGeom prst="rect">
            <a:avLst/>
          </a:prstGeom>
          <a:noFill/>
          <a:ln/>
        </p:spPr>
        <p:txBody>
          <a:bodyPr wrap="square" lIns="0" tIns="0" rIns="0" bIns="0" rtlCol="0" anchor="t">
            <a:normAutofit/>
          </a:bodyPr>
          <a:lstStyle/>
          <a:p>
            <a:pPr marL="0" indent="0">
              <a:buNone/>
            </a:pPr>
            <a:r>
              <a:rPr lang="fr-CA" sz="1950" b="1" noProof="0" dirty="0">
                <a:solidFill>
                  <a:srgbClr val="102A43"/>
                </a:solidFill>
                <a:latin typeface="Calibri" pitchFamily="34" charset="0"/>
                <a:ea typeface="Calibri" pitchFamily="34" charset="-122"/>
                <a:cs typeface="Calibri" pitchFamily="34" charset="-120"/>
              </a:rPr>
              <a:t>Justify complexity</a:t>
            </a:r>
            <a:endParaRPr lang="fr-CA" sz="1950" noProof="0" dirty="0"/>
          </a:p>
        </p:txBody>
      </p:sp>
      <p:sp>
        <p:nvSpPr>
          <p:cNvPr id="23" name="Shape 21"/>
          <p:cNvSpPr/>
          <p:nvPr>
            <p:custDataLst>
              <p:tags r:id="rId22"/>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fr-CA" noProof="0" dirty="0"/>
          </a:p>
        </p:txBody>
      </p:sp>
      <p:sp>
        <p:nvSpPr>
          <p:cNvPr id="24" name="Text 22"/>
          <p:cNvSpPr/>
          <p:nvPr>
            <p:custDataLst>
              <p:tags r:id="rId23"/>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fr-CA" sz="1550" b="1" noProof="0" dirty="0">
                <a:solidFill>
                  <a:srgbClr val="102A43"/>
                </a:solidFill>
                <a:latin typeface="Calibri" pitchFamily="34" charset="0"/>
                <a:ea typeface="Calibri" pitchFamily="34" charset="-122"/>
                <a:cs typeface="Calibri" pitchFamily="34" charset="-120"/>
              </a:rPr>
              <a:t>Discussion: what guarantee are you claiming, and how would you demonstrate it?</a:t>
            </a:r>
            <a:endParaRPr lang="fr-CA" sz="1550" noProof="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en-CA"/>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en-US" sz="1100" b="1" kern="0" spc="50" dirty="0">
                <a:solidFill>
                  <a:srgbClr val="1F6FEB"/>
                </a:solidFill>
                <a:latin typeface="Calibri" pitchFamily="34" charset="0"/>
                <a:ea typeface="Calibri" pitchFamily="34" charset="-122"/>
                <a:cs typeface="Calibri" pitchFamily="34" charset="-120"/>
              </a:rPr>
              <a:t>APPENDIX A</a:t>
            </a:r>
            <a:endParaRPr lang="en-US" sz="110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en-US" sz="1000" b="1" dirty="0">
                <a:solidFill>
                  <a:srgbClr val="829AB1"/>
                </a:solidFill>
                <a:latin typeface="Calibri" pitchFamily="34" charset="0"/>
                <a:ea typeface="Calibri" pitchFamily="34" charset="-122"/>
                <a:cs typeface="Calibri" pitchFamily="34" charset="-120"/>
              </a:rPr>
              <a:t>SOURCES / FOUNDATIONS</a:t>
            </a:r>
            <a:endParaRPr lang="en-US" sz="100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en-US" sz="2700" b="1" dirty="0">
                <a:solidFill>
                  <a:srgbClr val="102A43"/>
                </a:solidFill>
                <a:latin typeface="Calibri" pitchFamily="34" charset="0"/>
                <a:ea typeface="Calibri" pitchFamily="34" charset="-122"/>
                <a:cs typeface="Calibri" pitchFamily="34" charset="-120"/>
              </a:rPr>
              <a:t>Find the journey chapters in the project</a:t>
            </a:r>
            <a:endParaRPr lang="en-US" sz="270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en-US" sz="1650" dirty="0">
                <a:solidFill>
                  <a:srgbClr val="486581"/>
                </a:solidFill>
                <a:latin typeface="Calibri" pitchFamily="34" charset="0"/>
                <a:ea typeface="Calibri" pitchFamily="34" charset="-122"/>
                <a:cs typeface="Calibri" pitchFamily="34" charset="-120"/>
              </a:rPr>
              <a:t>Paths are relative to doc/. Each slide also has detailed sources in the notes.</a:t>
            </a:r>
            <a:endParaRPr lang="en-US" sz="165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en-US" sz="900" dirty="0">
                <a:solidFill>
                  <a:srgbClr val="486581"/>
                </a:solidFill>
                <a:latin typeface="Calibri" pitchFamily="34" charset="0"/>
                <a:ea typeface="Calibri" pitchFamily="34" charset="-122"/>
                <a:cs typeface="Calibri" pitchFamily="34" charset="-120"/>
              </a:rPr>
              <a:t>Kafka Engineering Guide · EDA Project</a:t>
            </a:r>
            <a:endParaRPr lang="en-US" sz="90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en-US" sz="900" dirty="0">
                <a:solidFill>
                  <a:srgbClr val="486581"/>
                </a:solidFill>
                <a:latin typeface="Calibri" pitchFamily="34" charset="0"/>
                <a:ea typeface="Calibri" pitchFamily="34" charset="-122"/>
                <a:cs typeface="Calibri" pitchFamily="34" charset="-120"/>
              </a:rPr>
              <a:t>41</a:t>
            </a:r>
            <a:endParaRPr lang="en-US" sz="900" dirty="0"/>
          </a:p>
        </p:txBody>
      </p:sp>
      <p:sp>
        <p:nvSpPr>
          <p:cNvPr id="9" name="Shape 7"/>
          <p:cNvSpPr/>
          <p:nvPr>
            <p:custDataLst>
              <p:tags r:id="rId8"/>
            </p:custDataLst>
          </p:nvPr>
        </p:nvSpPr>
        <p:spPr>
          <a:xfrm>
            <a:off x="548640" y="2077200"/>
            <a:ext cx="329184" cy="0"/>
          </a:xfrm>
          <a:prstGeom prst="line">
            <a:avLst/>
          </a:prstGeom>
          <a:noFill/>
          <a:ln w="24130">
            <a:solidFill>
              <a:srgbClr val="1F6FEB"/>
            </a:solidFill>
            <a:prstDash val="solid"/>
          </a:ln>
        </p:spPr>
        <p:txBody>
          <a:bodyPr/>
          <a:lstStyle/>
          <a:p>
            <a:endParaRPr lang="en-CA"/>
          </a:p>
        </p:txBody>
      </p:sp>
      <p:sp>
        <p:nvSpPr>
          <p:cNvPr id="10" name="Text 8"/>
          <p:cNvSpPr/>
          <p:nvPr>
            <p:custDataLst>
              <p:tags r:id="rId9"/>
            </p:custDataLst>
          </p:nvPr>
        </p:nvSpPr>
        <p:spPr>
          <a:xfrm>
            <a:off x="1033272" y="1981188"/>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Project presentation</a:t>
            </a:r>
            <a:endParaRPr lang="en-US" sz="1630" dirty="0"/>
          </a:p>
        </p:txBody>
      </p:sp>
      <p:sp>
        <p:nvSpPr>
          <p:cNvPr id="11" name="Text 9"/>
          <p:cNvSpPr/>
          <p:nvPr>
            <p:custDataLst>
              <p:tags r:id="rId10"/>
            </p:custDataLst>
          </p:nvPr>
        </p:nvSpPr>
        <p:spPr>
          <a:xfrm>
            <a:off x="1033272" y="2301228"/>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README.md</a:t>
            </a:r>
            <a:endParaRPr lang="en-US" sz="1080" dirty="0"/>
          </a:p>
        </p:txBody>
      </p:sp>
      <p:sp>
        <p:nvSpPr>
          <p:cNvPr id="12" name="Shape 10"/>
          <p:cNvSpPr/>
          <p:nvPr>
            <p:custDataLst>
              <p:tags r:id="rId11"/>
            </p:custDataLst>
          </p:nvPr>
        </p:nvSpPr>
        <p:spPr>
          <a:xfrm>
            <a:off x="6291072" y="2077200"/>
            <a:ext cx="329184" cy="0"/>
          </a:xfrm>
          <a:prstGeom prst="line">
            <a:avLst/>
          </a:prstGeom>
          <a:noFill/>
          <a:ln w="24130">
            <a:solidFill>
              <a:srgbClr val="1F6FEB"/>
            </a:solidFill>
            <a:prstDash val="solid"/>
          </a:ln>
        </p:spPr>
        <p:txBody>
          <a:bodyPr/>
          <a:lstStyle/>
          <a:p>
            <a:endParaRPr lang="en-CA"/>
          </a:p>
        </p:txBody>
      </p:sp>
      <p:sp>
        <p:nvSpPr>
          <p:cNvPr id="13" name="Text 11"/>
          <p:cNvSpPr/>
          <p:nvPr>
            <p:custDataLst>
              <p:tags r:id="rId12"/>
            </p:custDataLst>
          </p:nvPr>
        </p:nvSpPr>
        <p:spPr>
          <a:xfrm>
            <a:off x="6775704" y="1981188"/>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Architecture and topics</a:t>
            </a:r>
            <a:endParaRPr lang="en-US" sz="1630" dirty="0"/>
          </a:p>
        </p:txBody>
      </p:sp>
      <p:sp>
        <p:nvSpPr>
          <p:cNvPr id="14" name="Text 12"/>
          <p:cNvSpPr/>
          <p:nvPr>
            <p:custDataLst>
              <p:tags r:id="rId13"/>
            </p:custDataLst>
          </p:nvPr>
        </p:nvSpPr>
        <p:spPr>
          <a:xfrm>
            <a:off x="6775704" y="2301228"/>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architecture_and_topic_design.md</a:t>
            </a:r>
            <a:endParaRPr lang="en-US" sz="1080" dirty="0"/>
          </a:p>
        </p:txBody>
      </p:sp>
      <p:sp>
        <p:nvSpPr>
          <p:cNvPr id="15" name="Shape 13"/>
          <p:cNvSpPr/>
          <p:nvPr>
            <p:custDataLst>
              <p:tags r:id="rId14"/>
            </p:custDataLst>
          </p:nvPr>
        </p:nvSpPr>
        <p:spPr>
          <a:xfrm>
            <a:off x="548640" y="2817864"/>
            <a:ext cx="329184" cy="0"/>
          </a:xfrm>
          <a:prstGeom prst="line">
            <a:avLst/>
          </a:prstGeom>
          <a:noFill/>
          <a:ln w="24130">
            <a:solidFill>
              <a:srgbClr val="1F6FEB"/>
            </a:solidFill>
            <a:prstDash val="solid"/>
          </a:ln>
        </p:spPr>
        <p:txBody>
          <a:bodyPr/>
          <a:lstStyle/>
          <a:p>
            <a:endParaRPr lang="en-CA"/>
          </a:p>
        </p:txBody>
      </p:sp>
      <p:sp>
        <p:nvSpPr>
          <p:cNvPr id="16" name="Text 14"/>
          <p:cNvSpPr/>
          <p:nvPr>
            <p:custDataLst>
              <p:tags r:id="rId15"/>
            </p:custDataLst>
          </p:nvPr>
        </p:nvSpPr>
        <p:spPr>
          <a:xfrm>
            <a:off x="1033272" y="2721852"/>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Data and journal</a:t>
            </a:r>
            <a:endParaRPr lang="en-US" sz="1630" dirty="0"/>
          </a:p>
        </p:txBody>
      </p:sp>
      <p:sp>
        <p:nvSpPr>
          <p:cNvPr id="17" name="Text 15"/>
          <p:cNvSpPr/>
          <p:nvPr>
            <p:custDataLst>
              <p:tags r:id="rId16"/>
            </p:custDataLst>
          </p:nvPr>
        </p:nvSpPr>
        <p:spPr>
          <a:xfrm>
            <a:off x="1033272" y="3041892"/>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database.md</a:t>
            </a:r>
            <a:endParaRPr lang="en-US" sz="1080" dirty="0"/>
          </a:p>
        </p:txBody>
      </p:sp>
      <p:sp>
        <p:nvSpPr>
          <p:cNvPr id="18" name="Shape 16"/>
          <p:cNvSpPr/>
          <p:nvPr>
            <p:custDataLst>
              <p:tags r:id="rId17"/>
            </p:custDataLst>
          </p:nvPr>
        </p:nvSpPr>
        <p:spPr>
          <a:xfrm>
            <a:off x="6291072" y="2817864"/>
            <a:ext cx="329184" cy="0"/>
          </a:xfrm>
          <a:prstGeom prst="line">
            <a:avLst/>
          </a:prstGeom>
          <a:noFill/>
          <a:ln w="24130">
            <a:solidFill>
              <a:srgbClr val="1F6FEB"/>
            </a:solidFill>
            <a:prstDash val="solid"/>
          </a:ln>
        </p:spPr>
        <p:txBody>
          <a:bodyPr/>
          <a:lstStyle/>
          <a:p>
            <a:endParaRPr lang="en-CA"/>
          </a:p>
        </p:txBody>
      </p:sp>
      <p:sp>
        <p:nvSpPr>
          <p:cNvPr id="19" name="Text 17"/>
          <p:cNvSpPr/>
          <p:nvPr>
            <p:custDataLst>
              <p:tags r:id="rId18"/>
            </p:custDataLst>
          </p:nvPr>
        </p:nvSpPr>
        <p:spPr>
          <a:xfrm>
            <a:off x="6775704" y="2721852"/>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Report comparison</a:t>
            </a:r>
            <a:endParaRPr lang="en-US" sz="1630" dirty="0"/>
          </a:p>
        </p:txBody>
      </p:sp>
      <p:sp>
        <p:nvSpPr>
          <p:cNvPr id="20" name="Text 18"/>
          <p:cNvSpPr/>
          <p:nvPr>
            <p:custDataLst>
              <p:tags r:id="rId19"/>
            </p:custDataLst>
          </p:nvPr>
        </p:nvSpPr>
        <p:spPr>
          <a:xfrm>
            <a:off x="6775704" y="3041892"/>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reports.md</a:t>
            </a:r>
            <a:endParaRPr lang="en-US" sz="1080" dirty="0"/>
          </a:p>
        </p:txBody>
      </p:sp>
      <p:sp>
        <p:nvSpPr>
          <p:cNvPr id="21" name="Shape 19"/>
          <p:cNvSpPr/>
          <p:nvPr>
            <p:custDataLst>
              <p:tags r:id="rId20"/>
            </p:custDataLst>
          </p:nvPr>
        </p:nvSpPr>
        <p:spPr>
          <a:xfrm>
            <a:off x="548640" y="3558528"/>
            <a:ext cx="329184" cy="0"/>
          </a:xfrm>
          <a:prstGeom prst="line">
            <a:avLst/>
          </a:prstGeom>
          <a:noFill/>
          <a:ln w="24130">
            <a:solidFill>
              <a:srgbClr val="1F6FEB"/>
            </a:solidFill>
            <a:prstDash val="solid"/>
          </a:ln>
        </p:spPr>
        <p:txBody>
          <a:bodyPr/>
          <a:lstStyle/>
          <a:p>
            <a:endParaRPr lang="en-CA"/>
          </a:p>
        </p:txBody>
      </p:sp>
      <p:sp>
        <p:nvSpPr>
          <p:cNvPr id="22" name="Text 20"/>
          <p:cNvSpPr/>
          <p:nvPr>
            <p:custDataLst>
              <p:tags r:id="rId21"/>
            </p:custDataLst>
          </p:nvPr>
        </p:nvSpPr>
        <p:spPr>
          <a:xfrm>
            <a:off x="1033272" y="3462516"/>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Delivery and reliability</a:t>
            </a:r>
            <a:endParaRPr lang="en-US" sz="1630" dirty="0"/>
          </a:p>
        </p:txBody>
      </p:sp>
      <p:sp>
        <p:nvSpPr>
          <p:cNvPr id="23" name="Text 21"/>
          <p:cNvSpPr/>
          <p:nvPr>
            <p:custDataLst>
              <p:tags r:id="rId22"/>
            </p:custDataLst>
          </p:nvPr>
        </p:nvSpPr>
        <p:spPr>
          <a:xfrm>
            <a:off x="1033272" y="3782556"/>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reliability_and_delivery_semantics.md</a:t>
            </a:r>
            <a:endParaRPr lang="en-US" sz="1080" dirty="0"/>
          </a:p>
        </p:txBody>
      </p:sp>
      <p:sp>
        <p:nvSpPr>
          <p:cNvPr id="24" name="Shape 22"/>
          <p:cNvSpPr/>
          <p:nvPr>
            <p:custDataLst>
              <p:tags r:id="rId23"/>
            </p:custDataLst>
          </p:nvPr>
        </p:nvSpPr>
        <p:spPr>
          <a:xfrm>
            <a:off x="6291072" y="3558528"/>
            <a:ext cx="329184" cy="0"/>
          </a:xfrm>
          <a:prstGeom prst="line">
            <a:avLst/>
          </a:prstGeom>
          <a:noFill/>
          <a:ln w="24130">
            <a:solidFill>
              <a:srgbClr val="1F6FEB"/>
            </a:solidFill>
            <a:prstDash val="solid"/>
          </a:ln>
        </p:spPr>
        <p:txBody>
          <a:bodyPr/>
          <a:lstStyle/>
          <a:p>
            <a:endParaRPr lang="en-CA"/>
          </a:p>
        </p:txBody>
      </p:sp>
      <p:sp>
        <p:nvSpPr>
          <p:cNvPr id="25" name="Text 23"/>
          <p:cNvSpPr/>
          <p:nvPr>
            <p:custDataLst>
              <p:tags r:id="rId24"/>
            </p:custDataLst>
          </p:nvPr>
        </p:nvSpPr>
        <p:spPr>
          <a:xfrm>
            <a:off x="6775704" y="3462516"/>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Acknowledgement and idempotence</a:t>
            </a:r>
            <a:endParaRPr lang="en-US" sz="1630" dirty="0"/>
          </a:p>
        </p:txBody>
      </p:sp>
      <p:sp>
        <p:nvSpPr>
          <p:cNvPr id="26" name="Text 24"/>
          <p:cNvSpPr/>
          <p:nvPr>
            <p:custDataLst>
              <p:tags r:id="rId25"/>
            </p:custDataLst>
          </p:nvPr>
        </p:nvSpPr>
        <p:spPr>
          <a:xfrm>
            <a:off x="6775704" y="3782556"/>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consumer_acknowledgement_and_idempotency.md</a:t>
            </a:r>
            <a:endParaRPr lang="en-US" sz="1080" dirty="0"/>
          </a:p>
        </p:txBody>
      </p:sp>
      <p:sp>
        <p:nvSpPr>
          <p:cNvPr id="27" name="Shape 25"/>
          <p:cNvSpPr/>
          <p:nvPr>
            <p:custDataLst>
              <p:tags r:id="rId26"/>
            </p:custDataLst>
          </p:nvPr>
        </p:nvSpPr>
        <p:spPr>
          <a:xfrm>
            <a:off x="548640" y="4299192"/>
            <a:ext cx="329184" cy="0"/>
          </a:xfrm>
          <a:prstGeom prst="line">
            <a:avLst/>
          </a:prstGeom>
          <a:noFill/>
          <a:ln w="24130">
            <a:solidFill>
              <a:srgbClr val="1F6FEB"/>
            </a:solidFill>
            <a:prstDash val="solid"/>
          </a:ln>
        </p:spPr>
        <p:txBody>
          <a:bodyPr/>
          <a:lstStyle/>
          <a:p>
            <a:endParaRPr lang="en-CA"/>
          </a:p>
        </p:txBody>
      </p:sp>
      <p:sp>
        <p:nvSpPr>
          <p:cNvPr id="28" name="Text 26"/>
          <p:cNvSpPr/>
          <p:nvPr>
            <p:custDataLst>
              <p:tags r:id="rId27"/>
            </p:custDataLst>
          </p:nvPr>
        </p:nvSpPr>
        <p:spPr>
          <a:xfrm>
            <a:off x="1033272" y="4203180"/>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Persistence and transactions</a:t>
            </a:r>
            <a:endParaRPr lang="en-US" sz="1630" dirty="0"/>
          </a:p>
        </p:txBody>
      </p:sp>
      <p:sp>
        <p:nvSpPr>
          <p:cNvPr id="29" name="Text 27"/>
          <p:cNvSpPr/>
          <p:nvPr>
            <p:custDataLst>
              <p:tags r:id="rId28"/>
            </p:custDataLst>
          </p:nvPr>
        </p:nvSpPr>
        <p:spPr>
          <a:xfrm>
            <a:off x="1033272" y="4523220"/>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persistence_and_transaction_patterns.md</a:t>
            </a:r>
            <a:endParaRPr lang="en-US" sz="1080" dirty="0"/>
          </a:p>
        </p:txBody>
      </p:sp>
      <p:sp>
        <p:nvSpPr>
          <p:cNvPr id="30" name="Shape 28"/>
          <p:cNvSpPr/>
          <p:nvPr>
            <p:custDataLst>
              <p:tags r:id="rId29"/>
            </p:custDataLst>
          </p:nvPr>
        </p:nvSpPr>
        <p:spPr>
          <a:xfrm>
            <a:off x="6291072" y="4299192"/>
            <a:ext cx="329184" cy="0"/>
          </a:xfrm>
          <a:prstGeom prst="line">
            <a:avLst/>
          </a:prstGeom>
          <a:noFill/>
          <a:ln w="24130">
            <a:solidFill>
              <a:srgbClr val="1F6FEB"/>
            </a:solidFill>
            <a:prstDash val="solid"/>
          </a:ln>
        </p:spPr>
        <p:txBody>
          <a:bodyPr/>
          <a:lstStyle/>
          <a:p>
            <a:endParaRPr lang="en-CA"/>
          </a:p>
        </p:txBody>
      </p:sp>
      <p:sp>
        <p:nvSpPr>
          <p:cNvPr id="31" name="Text 29"/>
          <p:cNvSpPr/>
          <p:nvPr>
            <p:custDataLst>
              <p:tags r:id="rId30"/>
            </p:custDataLst>
          </p:nvPr>
        </p:nvSpPr>
        <p:spPr>
          <a:xfrm>
            <a:off x="6775704" y="4203180"/>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Embedded Kafka, Flink, and Hazelcast</a:t>
            </a:r>
            <a:endParaRPr lang="en-US" sz="1630" dirty="0"/>
          </a:p>
        </p:txBody>
      </p:sp>
      <p:sp>
        <p:nvSpPr>
          <p:cNvPr id="32" name="Text 30"/>
          <p:cNvSpPr/>
          <p:nvPr>
            <p:custDataLst>
              <p:tags r:id="rId31"/>
            </p:custDataLst>
          </p:nvPr>
        </p:nvSpPr>
        <p:spPr>
          <a:xfrm>
            <a:off x="6775704" y="4523220"/>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sandbox_guides.md</a:t>
            </a:r>
            <a:endParaRPr lang="en-US" sz="1080" dirty="0"/>
          </a:p>
        </p:txBody>
      </p:sp>
      <p:sp>
        <p:nvSpPr>
          <p:cNvPr id="33" name="Shape 31"/>
          <p:cNvSpPr/>
          <p:nvPr>
            <p:custDataLst>
              <p:tags r:id="rId32"/>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en-CA"/>
          </a:p>
        </p:txBody>
      </p:sp>
      <p:sp>
        <p:nvSpPr>
          <p:cNvPr id="34" name="Text 32"/>
          <p:cNvSpPr/>
          <p:nvPr>
            <p:custDataLst>
              <p:tags r:id="rId33"/>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en-US" sz="1550" b="1" dirty="0">
                <a:solidFill>
                  <a:srgbClr val="102A43"/>
                </a:solidFill>
                <a:latin typeface="Calibri" pitchFamily="34" charset="0"/>
                <a:ea typeface="Calibri" pitchFamily="34" charset="-122"/>
                <a:cs typeface="Calibri" pitchFamily="34" charset="-120"/>
              </a:rPr>
              <a:t>References for this deck: project documentation.</a:t>
            </a:r>
            <a:endParaRPr lang="en-US" sz="15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en-CA"/>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en-US" sz="1100" b="1" kern="0" spc="50" dirty="0">
                <a:solidFill>
                  <a:srgbClr val="1F6FEB"/>
                </a:solidFill>
                <a:latin typeface="Calibri" pitchFamily="34" charset="0"/>
                <a:ea typeface="Calibri" pitchFamily="34" charset="-122"/>
                <a:cs typeface="Calibri" pitchFamily="34" charset="-120"/>
              </a:rPr>
              <a:t>APPENDIX B</a:t>
            </a:r>
            <a:endParaRPr lang="en-US" sz="110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en-US" sz="1000" b="1" dirty="0">
                <a:solidFill>
                  <a:srgbClr val="829AB1"/>
                </a:solidFill>
                <a:latin typeface="Calibri" pitchFamily="34" charset="0"/>
                <a:ea typeface="Calibri" pitchFamily="34" charset="-122"/>
                <a:cs typeface="Calibri" pitchFamily="34" charset="-120"/>
              </a:rPr>
              <a:t>SOURCES / DEEP DIVES</a:t>
            </a:r>
            <a:endParaRPr lang="en-US" sz="100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en-US" sz="2700" b="1" dirty="0">
                <a:solidFill>
                  <a:srgbClr val="102A43"/>
                </a:solidFill>
                <a:latin typeface="Calibri" pitchFamily="34" charset="0"/>
                <a:ea typeface="Calibri" pitchFamily="34" charset="-122"/>
                <a:cs typeface="Calibri" pitchFamily="34" charset="-120"/>
              </a:rPr>
              <a:t>Continue from technical resilience to trust</a:t>
            </a:r>
            <a:endParaRPr lang="en-US" sz="270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en-US" sz="1650" dirty="0">
                <a:solidFill>
                  <a:srgbClr val="486581"/>
                </a:solidFill>
                <a:latin typeface="Calibri" pitchFamily="34" charset="0"/>
                <a:ea typeface="Calibri" pitchFamily="34" charset="-122"/>
                <a:cs typeface="Calibri" pitchFamily="34" charset="-120"/>
              </a:rPr>
              <a:t>The progression links execution mechanisms, operations, governance, and architecture choice.</a:t>
            </a:r>
            <a:endParaRPr lang="en-US" sz="165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en-US" sz="900" dirty="0">
                <a:solidFill>
                  <a:srgbClr val="486581"/>
                </a:solidFill>
                <a:latin typeface="Calibri" pitchFamily="34" charset="0"/>
                <a:ea typeface="Calibri" pitchFamily="34" charset="-122"/>
                <a:cs typeface="Calibri" pitchFamily="34" charset="-120"/>
              </a:rPr>
              <a:t>Kafka Engineering Guide · EDA Project</a:t>
            </a:r>
            <a:endParaRPr lang="en-US" sz="90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en-US" sz="900" dirty="0">
                <a:solidFill>
                  <a:srgbClr val="486581"/>
                </a:solidFill>
                <a:latin typeface="Calibri" pitchFamily="34" charset="0"/>
                <a:ea typeface="Calibri" pitchFamily="34" charset="-122"/>
                <a:cs typeface="Calibri" pitchFamily="34" charset="-120"/>
              </a:rPr>
              <a:t>42</a:t>
            </a:r>
            <a:endParaRPr lang="en-US" sz="900" dirty="0"/>
          </a:p>
        </p:txBody>
      </p:sp>
      <p:sp>
        <p:nvSpPr>
          <p:cNvPr id="9" name="Shape 7"/>
          <p:cNvSpPr/>
          <p:nvPr>
            <p:custDataLst>
              <p:tags r:id="rId8"/>
            </p:custDataLst>
          </p:nvPr>
        </p:nvSpPr>
        <p:spPr>
          <a:xfrm>
            <a:off x="548640" y="2137410"/>
            <a:ext cx="329184" cy="0"/>
          </a:xfrm>
          <a:prstGeom prst="line">
            <a:avLst/>
          </a:prstGeom>
          <a:noFill/>
          <a:ln w="24130">
            <a:solidFill>
              <a:srgbClr val="1F6FEB"/>
            </a:solidFill>
            <a:prstDash val="solid"/>
          </a:ln>
        </p:spPr>
        <p:txBody>
          <a:bodyPr/>
          <a:lstStyle/>
          <a:p>
            <a:endParaRPr lang="en-CA"/>
          </a:p>
        </p:txBody>
      </p:sp>
      <p:sp>
        <p:nvSpPr>
          <p:cNvPr id="10" name="Text 8"/>
          <p:cNvSpPr/>
          <p:nvPr>
            <p:custDataLst>
              <p:tags r:id="rId9"/>
            </p:custDataLst>
          </p:nvPr>
        </p:nvSpPr>
        <p:spPr>
          <a:xfrm>
            <a:off x="1033272" y="2041398"/>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Sandbox Flink path</a:t>
            </a:r>
            <a:endParaRPr lang="en-US" sz="1630" dirty="0"/>
          </a:p>
        </p:txBody>
      </p:sp>
      <p:sp>
        <p:nvSpPr>
          <p:cNvPr id="11" name="Text 9"/>
          <p:cNvSpPr/>
          <p:nvPr>
            <p:custDataLst>
              <p:tags r:id="rId10"/>
            </p:custDataLst>
          </p:nvPr>
        </p:nvSpPr>
        <p:spPr>
          <a:xfrm>
            <a:off x="1033272" y="2361438"/>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flink_guides.md</a:t>
            </a:r>
            <a:endParaRPr lang="en-US" sz="1080" dirty="0"/>
          </a:p>
        </p:txBody>
      </p:sp>
      <p:sp>
        <p:nvSpPr>
          <p:cNvPr id="12" name="Shape 10"/>
          <p:cNvSpPr/>
          <p:nvPr>
            <p:custDataLst>
              <p:tags r:id="rId11"/>
            </p:custDataLst>
          </p:nvPr>
        </p:nvSpPr>
        <p:spPr>
          <a:xfrm>
            <a:off x="6291072" y="2137410"/>
            <a:ext cx="329184" cy="0"/>
          </a:xfrm>
          <a:prstGeom prst="line">
            <a:avLst/>
          </a:prstGeom>
          <a:noFill/>
          <a:ln w="24130">
            <a:solidFill>
              <a:srgbClr val="1F6FEB"/>
            </a:solidFill>
            <a:prstDash val="solid"/>
          </a:ln>
        </p:spPr>
        <p:txBody>
          <a:bodyPr/>
          <a:lstStyle/>
          <a:p>
            <a:endParaRPr lang="en-CA"/>
          </a:p>
        </p:txBody>
      </p:sp>
      <p:sp>
        <p:nvSpPr>
          <p:cNvPr id="13" name="Text 11"/>
          <p:cNvSpPr/>
          <p:nvPr>
            <p:custDataLst>
              <p:tags r:id="rId12"/>
            </p:custDataLst>
          </p:nvPr>
        </p:nvSpPr>
        <p:spPr>
          <a:xfrm>
            <a:off x="6775704" y="2041398"/>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Flink / Spring Boot integration</a:t>
            </a:r>
            <a:endParaRPr lang="en-US" sz="1630" dirty="0"/>
          </a:p>
        </p:txBody>
      </p:sp>
      <p:sp>
        <p:nvSpPr>
          <p:cNvPr id="14" name="Text 12"/>
          <p:cNvSpPr/>
          <p:nvPr>
            <p:custDataLst>
              <p:tags r:id="rId13"/>
            </p:custDataLst>
          </p:nvPr>
        </p:nvSpPr>
        <p:spPr>
          <a:xfrm>
            <a:off x="6775704" y="2361438"/>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flink_springboot.md</a:t>
            </a:r>
            <a:endParaRPr lang="en-US" sz="1080" dirty="0"/>
          </a:p>
        </p:txBody>
      </p:sp>
      <p:sp>
        <p:nvSpPr>
          <p:cNvPr id="15" name="Shape 13"/>
          <p:cNvSpPr/>
          <p:nvPr>
            <p:custDataLst>
              <p:tags r:id="rId14"/>
            </p:custDataLst>
          </p:nvPr>
        </p:nvSpPr>
        <p:spPr>
          <a:xfrm>
            <a:off x="548640" y="2878074"/>
            <a:ext cx="329184" cy="0"/>
          </a:xfrm>
          <a:prstGeom prst="line">
            <a:avLst/>
          </a:prstGeom>
          <a:noFill/>
          <a:ln w="24130">
            <a:solidFill>
              <a:srgbClr val="1F6FEB"/>
            </a:solidFill>
            <a:prstDash val="solid"/>
          </a:ln>
        </p:spPr>
        <p:txBody>
          <a:bodyPr/>
          <a:lstStyle/>
          <a:p>
            <a:endParaRPr lang="en-CA"/>
          </a:p>
        </p:txBody>
      </p:sp>
      <p:sp>
        <p:nvSpPr>
          <p:cNvPr id="16" name="Text 14"/>
          <p:cNvSpPr/>
          <p:nvPr>
            <p:custDataLst>
              <p:tags r:id="rId15"/>
            </p:custDataLst>
          </p:nvPr>
        </p:nvSpPr>
        <p:spPr>
          <a:xfrm>
            <a:off x="1033272" y="2782062"/>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Lifecycle and operations</a:t>
            </a:r>
            <a:endParaRPr lang="en-US" sz="1630" dirty="0"/>
          </a:p>
        </p:txBody>
      </p:sp>
      <p:sp>
        <p:nvSpPr>
          <p:cNvPr id="17" name="Text 15"/>
          <p:cNvSpPr/>
          <p:nvPr>
            <p:custDataLst>
              <p:tags r:id="rId16"/>
            </p:custDataLst>
          </p:nvPr>
        </p:nvSpPr>
        <p:spPr>
          <a:xfrm>
            <a:off x="1033272" y="3102102"/>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lifecycle_and_operations.md</a:t>
            </a:r>
            <a:endParaRPr lang="en-US" sz="1080" dirty="0"/>
          </a:p>
        </p:txBody>
      </p:sp>
      <p:sp>
        <p:nvSpPr>
          <p:cNvPr id="18" name="Shape 16"/>
          <p:cNvSpPr/>
          <p:nvPr>
            <p:custDataLst>
              <p:tags r:id="rId17"/>
            </p:custDataLst>
          </p:nvPr>
        </p:nvSpPr>
        <p:spPr>
          <a:xfrm>
            <a:off x="6291072" y="2878074"/>
            <a:ext cx="329184" cy="0"/>
          </a:xfrm>
          <a:prstGeom prst="line">
            <a:avLst/>
          </a:prstGeom>
          <a:noFill/>
          <a:ln w="24130">
            <a:solidFill>
              <a:srgbClr val="1F6FEB"/>
            </a:solidFill>
            <a:prstDash val="solid"/>
          </a:ln>
        </p:spPr>
        <p:txBody>
          <a:bodyPr/>
          <a:lstStyle/>
          <a:p>
            <a:endParaRPr lang="en-CA"/>
          </a:p>
        </p:txBody>
      </p:sp>
      <p:sp>
        <p:nvSpPr>
          <p:cNvPr id="19" name="Text 17"/>
          <p:cNvSpPr/>
          <p:nvPr>
            <p:custDataLst>
              <p:tags r:id="rId18"/>
            </p:custDataLst>
          </p:nvPr>
        </p:nvSpPr>
        <p:spPr>
          <a:xfrm>
            <a:off x="6775704" y="2782062"/>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Distribution and shutdown</a:t>
            </a:r>
            <a:endParaRPr lang="en-US" sz="1630" dirty="0"/>
          </a:p>
        </p:txBody>
      </p:sp>
      <p:sp>
        <p:nvSpPr>
          <p:cNvPr id="20" name="Text 18"/>
          <p:cNvSpPr/>
          <p:nvPr>
            <p:custDataLst>
              <p:tags r:id="rId19"/>
            </p:custDataLst>
          </p:nvPr>
        </p:nvSpPr>
        <p:spPr>
          <a:xfrm>
            <a:off x="6775704" y="3102102"/>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dist_scale_and_shutdown.md</a:t>
            </a:r>
            <a:endParaRPr lang="en-US" sz="1080" dirty="0"/>
          </a:p>
        </p:txBody>
      </p:sp>
      <p:sp>
        <p:nvSpPr>
          <p:cNvPr id="21" name="Shape 19"/>
          <p:cNvSpPr/>
          <p:nvPr>
            <p:custDataLst>
              <p:tags r:id="rId20"/>
            </p:custDataLst>
          </p:nvPr>
        </p:nvSpPr>
        <p:spPr>
          <a:xfrm>
            <a:off x="548640" y="3618738"/>
            <a:ext cx="329184" cy="0"/>
          </a:xfrm>
          <a:prstGeom prst="line">
            <a:avLst/>
          </a:prstGeom>
          <a:noFill/>
          <a:ln w="24130">
            <a:solidFill>
              <a:srgbClr val="1F6FEB"/>
            </a:solidFill>
            <a:prstDash val="solid"/>
          </a:ln>
        </p:spPr>
        <p:txBody>
          <a:bodyPr/>
          <a:lstStyle/>
          <a:p>
            <a:endParaRPr lang="en-CA"/>
          </a:p>
        </p:txBody>
      </p:sp>
      <p:sp>
        <p:nvSpPr>
          <p:cNvPr id="22" name="Text 20"/>
          <p:cNvSpPr/>
          <p:nvPr>
            <p:custDataLst>
              <p:tags r:id="rId21"/>
            </p:custDataLst>
          </p:nvPr>
        </p:nvSpPr>
        <p:spPr>
          <a:xfrm>
            <a:off x="1033272" y="3522726"/>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EKS elasticity</a:t>
            </a:r>
            <a:endParaRPr lang="en-US" sz="1630" dirty="0"/>
          </a:p>
        </p:txBody>
      </p:sp>
      <p:sp>
        <p:nvSpPr>
          <p:cNvPr id="23" name="Text 21"/>
          <p:cNvSpPr/>
          <p:nvPr>
            <p:custDataLst>
              <p:tags r:id="rId22"/>
            </p:custDataLst>
          </p:nvPr>
        </p:nvSpPr>
        <p:spPr>
          <a:xfrm>
            <a:off x="1033272" y="3842766"/>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horizontal_elasticity_keda_karpenter.md</a:t>
            </a:r>
            <a:endParaRPr lang="en-US" sz="1080" dirty="0"/>
          </a:p>
        </p:txBody>
      </p:sp>
      <p:sp>
        <p:nvSpPr>
          <p:cNvPr id="24" name="Shape 22"/>
          <p:cNvSpPr/>
          <p:nvPr>
            <p:custDataLst>
              <p:tags r:id="rId23"/>
            </p:custDataLst>
          </p:nvPr>
        </p:nvSpPr>
        <p:spPr>
          <a:xfrm>
            <a:off x="6291072" y="3618738"/>
            <a:ext cx="329184" cy="0"/>
          </a:xfrm>
          <a:prstGeom prst="line">
            <a:avLst/>
          </a:prstGeom>
          <a:noFill/>
          <a:ln w="24130">
            <a:solidFill>
              <a:srgbClr val="1F6FEB"/>
            </a:solidFill>
            <a:prstDash val="solid"/>
          </a:ln>
        </p:spPr>
        <p:txBody>
          <a:bodyPr/>
          <a:lstStyle/>
          <a:p>
            <a:endParaRPr lang="en-CA"/>
          </a:p>
        </p:txBody>
      </p:sp>
      <p:sp>
        <p:nvSpPr>
          <p:cNvPr id="25" name="Text 23"/>
          <p:cNvSpPr/>
          <p:nvPr>
            <p:custDataLst>
              <p:tags r:id="rId24"/>
            </p:custDataLst>
          </p:nvPr>
        </p:nvSpPr>
        <p:spPr>
          <a:xfrm>
            <a:off x="6775704" y="3522726"/>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Governance and observability</a:t>
            </a:r>
            <a:endParaRPr lang="en-US" sz="1630" dirty="0"/>
          </a:p>
        </p:txBody>
      </p:sp>
      <p:sp>
        <p:nvSpPr>
          <p:cNvPr id="26" name="Text 24"/>
          <p:cNvSpPr/>
          <p:nvPr>
            <p:custDataLst>
              <p:tags r:id="rId25"/>
            </p:custDataLst>
          </p:nvPr>
        </p:nvSpPr>
        <p:spPr>
          <a:xfrm>
            <a:off x="6775704" y="3842766"/>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governance_and_observability.md</a:t>
            </a:r>
            <a:endParaRPr lang="en-US" sz="1080" dirty="0"/>
          </a:p>
        </p:txBody>
      </p:sp>
      <p:sp>
        <p:nvSpPr>
          <p:cNvPr id="27" name="Shape 25"/>
          <p:cNvSpPr/>
          <p:nvPr>
            <p:custDataLst>
              <p:tags r:id="rId26"/>
            </p:custDataLst>
          </p:nvPr>
        </p:nvSpPr>
        <p:spPr>
          <a:xfrm>
            <a:off x="548640" y="4359402"/>
            <a:ext cx="329184" cy="0"/>
          </a:xfrm>
          <a:prstGeom prst="line">
            <a:avLst/>
          </a:prstGeom>
          <a:noFill/>
          <a:ln w="24130">
            <a:solidFill>
              <a:srgbClr val="1F6FEB"/>
            </a:solidFill>
            <a:prstDash val="solid"/>
          </a:ln>
        </p:spPr>
        <p:txBody>
          <a:bodyPr/>
          <a:lstStyle/>
          <a:p>
            <a:endParaRPr lang="en-CA"/>
          </a:p>
        </p:txBody>
      </p:sp>
      <p:sp>
        <p:nvSpPr>
          <p:cNvPr id="28" name="Text 26"/>
          <p:cNvSpPr/>
          <p:nvPr>
            <p:custDataLst>
              <p:tags r:id="rId27"/>
            </p:custDataLst>
          </p:nvPr>
        </p:nvSpPr>
        <p:spPr>
          <a:xfrm>
            <a:off x="1033272" y="4263390"/>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Corroboration</a:t>
            </a:r>
            <a:endParaRPr lang="en-US" sz="1630" dirty="0"/>
          </a:p>
        </p:txBody>
      </p:sp>
      <p:sp>
        <p:nvSpPr>
          <p:cNvPr id="29" name="Text 27"/>
          <p:cNvSpPr/>
          <p:nvPr>
            <p:custDataLst>
              <p:tags r:id="rId28"/>
            </p:custDataLst>
          </p:nvPr>
        </p:nvSpPr>
        <p:spPr>
          <a:xfrm>
            <a:off x="1033272" y="4583430"/>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data_corroboration.md</a:t>
            </a:r>
            <a:endParaRPr lang="en-US" sz="1080" dirty="0"/>
          </a:p>
        </p:txBody>
      </p:sp>
      <p:sp>
        <p:nvSpPr>
          <p:cNvPr id="30" name="Shape 28"/>
          <p:cNvSpPr/>
          <p:nvPr>
            <p:custDataLst>
              <p:tags r:id="rId29"/>
            </p:custDataLst>
          </p:nvPr>
        </p:nvSpPr>
        <p:spPr>
          <a:xfrm>
            <a:off x="6291072" y="4359402"/>
            <a:ext cx="329184" cy="0"/>
          </a:xfrm>
          <a:prstGeom prst="line">
            <a:avLst/>
          </a:prstGeom>
          <a:noFill/>
          <a:ln w="24130">
            <a:solidFill>
              <a:srgbClr val="1F6FEB"/>
            </a:solidFill>
            <a:prstDash val="solid"/>
          </a:ln>
        </p:spPr>
        <p:txBody>
          <a:bodyPr/>
          <a:lstStyle/>
          <a:p>
            <a:endParaRPr lang="en-CA"/>
          </a:p>
        </p:txBody>
      </p:sp>
      <p:sp>
        <p:nvSpPr>
          <p:cNvPr id="31" name="Text 29"/>
          <p:cNvSpPr/>
          <p:nvPr>
            <p:custDataLst>
              <p:tags r:id="rId30"/>
            </p:custDataLst>
          </p:nvPr>
        </p:nvSpPr>
        <p:spPr>
          <a:xfrm>
            <a:off x="6775704" y="4263390"/>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Data Mesh / Data Fabric</a:t>
            </a:r>
            <a:endParaRPr lang="en-US" sz="1630" dirty="0"/>
          </a:p>
        </p:txBody>
      </p:sp>
      <p:sp>
        <p:nvSpPr>
          <p:cNvPr id="32" name="Text 30"/>
          <p:cNvSpPr/>
          <p:nvPr>
            <p:custDataLst>
              <p:tags r:id="rId31"/>
            </p:custDataLst>
          </p:nvPr>
        </p:nvSpPr>
        <p:spPr>
          <a:xfrm>
            <a:off x="6775704" y="4583430"/>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datamesh_datafabric.md</a:t>
            </a:r>
            <a:endParaRPr lang="en-US" sz="1080" dirty="0"/>
          </a:p>
        </p:txBody>
      </p:sp>
      <p:sp>
        <p:nvSpPr>
          <p:cNvPr id="33" name="Shape 31"/>
          <p:cNvSpPr/>
          <p:nvPr>
            <p:custDataLst>
              <p:tags r:id="rId32"/>
            </p:custDataLst>
          </p:nvPr>
        </p:nvSpPr>
        <p:spPr>
          <a:xfrm>
            <a:off x="548640" y="5100066"/>
            <a:ext cx="329184" cy="0"/>
          </a:xfrm>
          <a:prstGeom prst="line">
            <a:avLst/>
          </a:prstGeom>
          <a:noFill/>
          <a:ln w="24130">
            <a:solidFill>
              <a:srgbClr val="1F6FEB"/>
            </a:solidFill>
            <a:prstDash val="solid"/>
          </a:ln>
        </p:spPr>
        <p:txBody>
          <a:bodyPr/>
          <a:lstStyle/>
          <a:p>
            <a:endParaRPr lang="en-CA"/>
          </a:p>
        </p:txBody>
      </p:sp>
      <p:sp>
        <p:nvSpPr>
          <p:cNvPr id="34" name="Text 32"/>
          <p:cNvSpPr/>
          <p:nvPr>
            <p:custDataLst>
              <p:tags r:id="rId33"/>
            </p:custDataLst>
          </p:nvPr>
        </p:nvSpPr>
        <p:spPr>
          <a:xfrm>
            <a:off x="1033272" y="5004054"/>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ETL / SOA / EDA choices and TCO/ROI</a:t>
            </a:r>
            <a:endParaRPr lang="en-US" sz="1630" dirty="0"/>
          </a:p>
        </p:txBody>
      </p:sp>
      <p:sp>
        <p:nvSpPr>
          <p:cNvPr id="35" name="Text 33"/>
          <p:cNvSpPr/>
          <p:nvPr>
            <p:custDataLst>
              <p:tags r:id="rId34"/>
            </p:custDataLst>
          </p:nvPr>
        </p:nvSpPr>
        <p:spPr>
          <a:xfrm>
            <a:off x="1033272" y="5317832"/>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conclusion_etl_soa_eda_tco_roi.md</a:t>
            </a:r>
            <a:endParaRPr lang="en-US" sz="1080" dirty="0"/>
          </a:p>
        </p:txBody>
      </p:sp>
      <p:sp>
        <p:nvSpPr>
          <p:cNvPr id="37" name="Shape 31">
            <a:extLst>
              <a:ext uri="{FF2B5EF4-FFF2-40B4-BE49-F238E27FC236}">
                <a16:creationId xmlns:a16="http://schemas.microsoft.com/office/drawing/2014/main" id="{BEDDD866-5C41-9C16-BDF4-C43EAD56D8BA}"/>
              </a:ext>
            </a:extLst>
          </p:cNvPr>
          <p:cNvSpPr/>
          <p:nvPr>
            <p:custDataLst>
              <p:tags r:id="rId35"/>
            </p:custDataLst>
          </p:nvPr>
        </p:nvSpPr>
        <p:spPr>
          <a:xfrm>
            <a:off x="530352" y="5715000"/>
            <a:ext cx="11128248" cy="448056"/>
          </a:xfrm>
          <a:prstGeom prst="roundRect">
            <a:avLst>
              <a:gd name="adj" fmla="val 20408"/>
            </a:avLst>
          </a:prstGeom>
          <a:solidFill>
            <a:srgbClr val="EFF6FF"/>
          </a:solidFill>
          <a:ln w="8890">
            <a:solidFill>
              <a:srgbClr val="EFF6FF"/>
            </a:solidFill>
            <a:prstDash val="solid"/>
          </a:ln>
        </p:spPr>
        <p:txBody>
          <a:bodyPr/>
          <a:lstStyle/>
          <a:p>
            <a:endParaRPr lang="en-CA"/>
          </a:p>
        </p:txBody>
      </p:sp>
      <p:sp>
        <p:nvSpPr>
          <p:cNvPr id="39" name="Text 32">
            <a:extLst>
              <a:ext uri="{FF2B5EF4-FFF2-40B4-BE49-F238E27FC236}">
                <a16:creationId xmlns:a16="http://schemas.microsoft.com/office/drawing/2014/main" id="{4BF9371E-6C4F-D852-52CE-6D423651E5EA}"/>
              </a:ext>
            </a:extLst>
          </p:cNvPr>
          <p:cNvSpPr/>
          <p:nvPr>
            <p:custDataLst>
              <p:tags r:id="rId36"/>
            </p:custDataLst>
          </p:nvPr>
        </p:nvSpPr>
        <p:spPr>
          <a:xfrm>
            <a:off x="731520" y="5820156"/>
            <a:ext cx="10716768" cy="274320"/>
          </a:xfrm>
          <a:prstGeom prst="rect">
            <a:avLst/>
          </a:prstGeom>
          <a:noFill/>
          <a:ln/>
        </p:spPr>
        <p:txBody>
          <a:bodyPr wrap="square" lIns="0" tIns="0" rIns="0" bIns="0" rtlCol="0" anchor="t">
            <a:normAutofit/>
          </a:bodyPr>
          <a:lstStyle/>
          <a:p>
            <a:pPr marL="0" indent="0">
              <a:buNone/>
            </a:pPr>
            <a:r>
              <a:rPr lang="en-US" sz="1550" b="1" dirty="0">
                <a:solidFill>
                  <a:srgbClr val="102A43"/>
                </a:solidFill>
                <a:latin typeface="Calibri" pitchFamily="34" charset="0"/>
                <a:ea typeface="Calibri" pitchFamily="34" charset="-122"/>
                <a:cs typeface="Calibri" pitchFamily="34" charset="-120"/>
              </a:rPr>
              <a:t>References for this deck: project documentation.</a:t>
            </a:r>
            <a:endParaRPr lang="en-US" sz="1550" dirty="0"/>
          </a:p>
        </p:txBody>
      </p:sp>
      <p:sp>
        <p:nvSpPr>
          <p:cNvPr id="38" name="Shape 28">
            <a:extLst>
              <a:ext uri="{FF2B5EF4-FFF2-40B4-BE49-F238E27FC236}">
                <a16:creationId xmlns:a16="http://schemas.microsoft.com/office/drawing/2014/main" id="{13C04AD8-9457-B2B2-7903-0765A30936E8}"/>
              </a:ext>
            </a:extLst>
          </p:cNvPr>
          <p:cNvSpPr/>
          <p:nvPr>
            <p:custDataLst>
              <p:tags r:id="rId37"/>
            </p:custDataLst>
          </p:nvPr>
        </p:nvSpPr>
        <p:spPr>
          <a:xfrm>
            <a:off x="6291072" y="5069086"/>
            <a:ext cx="329184" cy="0"/>
          </a:xfrm>
          <a:prstGeom prst="line">
            <a:avLst/>
          </a:prstGeom>
          <a:noFill/>
          <a:ln w="24130">
            <a:solidFill>
              <a:srgbClr val="1F6FEB"/>
            </a:solidFill>
            <a:prstDash val="solid"/>
          </a:ln>
        </p:spPr>
        <p:txBody>
          <a:bodyPr/>
          <a:lstStyle/>
          <a:p>
            <a:endParaRPr lang="en-CA"/>
          </a:p>
        </p:txBody>
      </p:sp>
      <p:sp>
        <p:nvSpPr>
          <p:cNvPr id="41" name="Text 29">
            <a:extLst>
              <a:ext uri="{FF2B5EF4-FFF2-40B4-BE49-F238E27FC236}">
                <a16:creationId xmlns:a16="http://schemas.microsoft.com/office/drawing/2014/main" id="{B77AC82B-299C-D2F6-0A58-2C43A5640A1C}"/>
              </a:ext>
            </a:extLst>
          </p:cNvPr>
          <p:cNvSpPr/>
          <p:nvPr>
            <p:custDataLst>
              <p:tags r:id="rId38"/>
            </p:custDataLst>
          </p:nvPr>
        </p:nvSpPr>
        <p:spPr>
          <a:xfrm>
            <a:off x="6775704" y="4973074"/>
            <a:ext cx="4882896" cy="256032"/>
          </a:xfrm>
          <a:prstGeom prst="rect">
            <a:avLst/>
          </a:prstGeom>
          <a:noFill/>
          <a:ln/>
        </p:spPr>
        <p:txBody>
          <a:bodyPr wrap="square" lIns="0" tIns="0" rIns="0" bIns="0" rtlCol="0" anchor="t">
            <a:normAutofit/>
          </a:bodyPr>
          <a:lstStyle/>
          <a:p>
            <a:pPr marL="0" indent="0">
              <a:buNone/>
            </a:pPr>
            <a:r>
              <a:rPr lang="en-US" sz="1630" b="1" dirty="0">
                <a:solidFill>
                  <a:srgbClr val="102A43"/>
                </a:solidFill>
                <a:latin typeface="Calibri" pitchFamily="34" charset="0"/>
                <a:ea typeface="Calibri" pitchFamily="34" charset="-122"/>
                <a:cs typeface="Calibri" pitchFamily="34" charset="-120"/>
              </a:rPr>
              <a:t>Inbox and Outbox Design Patterns</a:t>
            </a:r>
            <a:endParaRPr lang="en-US" sz="1630" dirty="0"/>
          </a:p>
        </p:txBody>
      </p:sp>
      <p:sp>
        <p:nvSpPr>
          <p:cNvPr id="43" name="Text 30">
            <a:extLst>
              <a:ext uri="{FF2B5EF4-FFF2-40B4-BE49-F238E27FC236}">
                <a16:creationId xmlns:a16="http://schemas.microsoft.com/office/drawing/2014/main" id="{0DDBB869-0D63-752A-902E-6536D4F0F114}"/>
              </a:ext>
            </a:extLst>
          </p:cNvPr>
          <p:cNvSpPr/>
          <p:nvPr>
            <p:custDataLst>
              <p:tags r:id="rId39"/>
            </p:custDataLst>
          </p:nvPr>
        </p:nvSpPr>
        <p:spPr>
          <a:xfrm>
            <a:off x="6775704" y="5293114"/>
            <a:ext cx="4882896" cy="274320"/>
          </a:xfrm>
          <a:prstGeom prst="rect">
            <a:avLst/>
          </a:prstGeom>
          <a:noFill/>
          <a:ln/>
        </p:spPr>
        <p:txBody>
          <a:bodyPr wrap="square" lIns="0" tIns="0" rIns="0" bIns="0" rtlCol="0" anchor="t">
            <a:normAutofit/>
          </a:bodyPr>
          <a:lstStyle/>
          <a:p>
            <a:pPr marL="0" indent="0">
              <a:buNone/>
            </a:pPr>
            <a:r>
              <a:rPr lang="en-US" sz="1080" dirty="0">
                <a:solidFill>
                  <a:srgbClr val="486581"/>
                </a:solidFill>
                <a:latin typeface="Calibri" pitchFamily="34" charset="0"/>
                <a:ea typeface="Calibri" pitchFamily="34" charset="-122"/>
                <a:cs typeface="Calibri" pitchFamily="34" charset="-120"/>
              </a:rPr>
              <a:t>Inbox_outbox_patterns.md</a:t>
            </a:r>
            <a:endParaRPr lang="en-US" sz="108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Shape 0"/>
          <p:cNvSpPr/>
          <p:nvPr>
            <p:custDataLst>
              <p:tags r:id="rId1"/>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3" name="Text 1"/>
          <p:cNvSpPr/>
          <p:nvPr>
            <p:custDataLst>
              <p:tags r:id="rId2"/>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APPENDIX C</a:t>
            </a:r>
            <a:endParaRPr lang="fr-CA" sz="1100" noProof="0" dirty="0"/>
          </a:p>
        </p:txBody>
      </p:sp>
      <p:sp>
        <p:nvSpPr>
          <p:cNvPr id="4" name="Text 2"/>
          <p:cNvSpPr/>
          <p:nvPr>
            <p:custDataLst>
              <p:tags r:id="rId3"/>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ID</a:t>
            </a:r>
            <a:r>
              <a:rPr lang="fr-CA" sz="1000" b="1" dirty="0">
                <a:solidFill>
                  <a:srgbClr val="829AB1"/>
                </a:solidFill>
                <a:latin typeface="Calibri" pitchFamily="34" charset="0"/>
                <a:ea typeface="Calibri" pitchFamily="34" charset="-122"/>
                <a:cs typeface="Calibri" pitchFamily="34" charset="-120"/>
              </a:rPr>
              <a:t>EMPOTENCE</a:t>
            </a:r>
            <a:endParaRPr lang="fr-CA" sz="1000" noProof="0" dirty="0"/>
          </a:p>
        </p:txBody>
      </p:sp>
      <p:sp>
        <p:nvSpPr>
          <p:cNvPr id="5" name="Text 3"/>
          <p:cNvSpPr/>
          <p:nvPr>
            <p:custDataLst>
              <p:tags r:id="rId4"/>
            </p:custDataLst>
          </p:nvPr>
        </p:nvSpPr>
        <p:spPr>
          <a:xfrm>
            <a:off x="530352" y="795528"/>
            <a:ext cx="11128248" cy="667512"/>
          </a:xfrm>
          <a:prstGeom prst="rect">
            <a:avLst/>
          </a:prstGeom>
          <a:noFill/>
          <a:ln/>
        </p:spPr>
        <p:txBody>
          <a:bodyPr wrap="square" lIns="0" tIns="0" rIns="0" bIns="0" rtlCol="0" anchor="t">
            <a:normAutofit/>
          </a:bodyPr>
          <a:lstStyle/>
          <a:p>
            <a:pPr marL="0" indent="0">
              <a:buNone/>
            </a:pPr>
            <a:r>
              <a:rPr lang="fr-CA" sz="2700" b="1" noProof="0" dirty="0">
                <a:solidFill>
                  <a:srgbClr val="102A43"/>
                </a:solidFill>
                <a:latin typeface="Calibri" pitchFamily="34" charset="0"/>
                <a:ea typeface="Calibri" pitchFamily="34" charset="-122"/>
                <a:cs typeface="Calibri" pitchFamily="34" charset="-120"/>
              </a:rPr>
              <a:t>Read JRN_EVENT without confusing its responsibilities</a:t>
            </a:r>
            <a:endParaRPr lang="fr-CA" sz="2700" noProof="0" dirty="0"/>
          </a:p>
        </p:txBody>
      </p:sp>
      <p:sp>
        <p:nvSpPr>
          <p:cNvPr id="6" name="Text 4"/>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The journal distinguishes a processing identity, correlation, nature, and outcome.</a:t>
            </a:r>
            <a:endParaRPr lang="fr-CA" sz="1650" noProof="0" dirty="0"/>
          </a:p>
        </p:txBody>
      </p:sp>
      <p:sp>
        <p:nvSpPr>
          <p:cNvPr id="7" name="Text 5"/>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8" name="Text 6"/>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43</a:t>
            </a:r>
            <a:endParaRPr lang="fr-CA" sz="900" noProof="0" dirty="0"/>
          </a:p>
        </p:txBody>
      </p:sp>
      <p:sp>
        <p:nvSpPr>
          <p:cNvPr id="9" name="Shape 7"/>
          <p:cNvSpPr/>
          <p:nvPr>
            <p:custDataLst>
              <p:tags r:id="rId8"/>
            </p:custDataLst>
          </p:nvPr>
        </p:nvSpPr>
        <p:spPr>
          <a:xfrm>
            <a:off x="530352" y="2016252"/>
            <a:ext cx="3963924" cy="475488"/>
          </a:xfrm>
          <a:prstGeom prst="roundRect">
            <a:avLst>
              <a:gd name="adj" fmla="val 19231"/>
            </a:avLst>
          </a:prstGeom>
          <a:solidFill>
            <a:srgbClr val="1F6FEB"/>
          </a:solidFill>
          <a:ln w="8890">
            <a:solidFill>
              <a:srgbClr val="1F6FEB"/>
            </a:solidFill>
            <a:prstDash val="solid"/>
          </a:ln>
        </p:spPr>
        <p:txBody>
          <a:bodyPr/>
          <a:lstStyle/>
          <a:p>
            <a:endParaRPr lang="fr-CA" noProof="0" dirty="0"/>
          </a:p>
        </p:txBody>
      </p:sp>
      <p:sp>
        <p:nvSpPr>
          <p:cNvPr id="10" name="Text 8"/>
          <p:cNvSpPr/>
          <p:nvPr>
            <p:custDataLst>
              <p:tags r:id="rId9"/>
            </p:custDataLst>
          </p:nvPr>
        </p:nvSpPr>
        <p:spPr>
          <a:xfrm>
            <a:off x="658368" y="2125980"/>
            <a:ext cx="3730752" cy="265176"/>
          </a:xfrm>
          <a:prstGeom prst="rect">
            <a:avLst/>
          </a:prstGeom>
          <a:noFill/>
          <a:ln/>
        </p:spPr>
        <p:txBody>
          <a:bodyPr wrap="square" lIns="0" tIns="0" rIns="0" bIns="0" rtlCol="0" anchor="t">
            <a:noAutofit/>
          </a:bodyPr>
          <a:lstStyle/>
          <a:p>
            <a:pPr marL="0" indent="0">
              <a:buNone/>
            </a:pPr>
            <a:r>
              <a:rPr lang="fr-CA" b="1" noProof="0" dirty="0">
                <a:solidFill>
                  <a:srgbClr val="FFFFFF"/>
                </a:solidFill>
                <a:latin typeface="Calibri" pitchFamily="34" charset="0"/>
                <a:ea typeface="Calibri" pitchFamily="34" charset="-122"/>
                <a:cs typeface="Calibri" pitchFamily="34" charset="-120"/>
              </a:rPr>
              <a:t>Field</a:t>
            </a:r>
            <a:endParaRPr lang="fr-CA" noProof="0" dirty="0"/>
          </a:p>
        </p:txBody>
      </p:sp>
      <p:sp>
        <p:nvSpPr>
          <p:cNvPr id="11" name="Shape 9"/>
          <p:cNvSpPr/>
          <p:nvPr>
            <p:custDataLst>
              <p:tags r:id="rId10"/>
            </p:custDataLst>
          </p:nvPr>
        </p:nvSpPr>
        <p:spPr>
          <a:xfrm>
            <a:off x="4535424" y="2016252"/>
            <a:ext cx="7082028" cy="475488"/>
          </a:xfrm>
          <a:prstGeom prst="roundRect">
            <a:avLst>
              <a:gd name="adj" fmla="val 19231"/>
            </a:avLst>
          </a:prstGeom>
          <a:solidFill>
            <a:srgbClr val="1F6FEB"/>
          </a:solidFill>
          <a:ln w="8890">
            <a:solidFill>
              <a:srgbClr val="1F6FEB"/>
            </a:solidFill>
            <a:prstDash val="solid"/>
          </a:ln>
        </p:spPr>
        <p:txBody>
          <a:bodyPr/>
          <a:lstStyle/>
          <a:p>
            <a:endParaRPr lang="fr-CA" noProof="0" dirty="0"/>
          </a:p>
        </p:txBody>
      </p:sp>
      <p:sp>
        <p:nvSpPr>
          <p:cNvPr id="12" name="Text 10"/>
          <p:cNvSpPr/>
          <p:nvPr>
            <p:custDataLst>
              <p:tags r:id="rId11"/>
            </p:custDataLst>
          </p:nvPr>
        </p:nvSpPr>
        <p:spPr>
          <a:xfrm>
            <a:off x="4663440" y="2125980"/>
            <a:ext cx="6848856" cy="265176"/>
          </a:xfrm>
          <a:prstGeom prst="rect">
            <a:avLst/>
          </a:prstGeom>
          <a:noFill/>
          <a:ln/>
        </p:spPr>
        <p:txBody>
          <a:bodyPr wrap="square" lIns="0" tIns="0" rIns="0" bIns="0" rtlCol="0" anchor="t">
            <a:noAutofit/>
          </a:bodyPr>
          <a:lstStyle/>
          <a:p>
            <a:pPr marL="0" indent="0">
              <a:buNone/>
            </a:pPr>
            <a:r>
              <a:rPr lang="fr-CA" b="1" noProof="0" dirty="0">
                <a:solidFill>
                  <a:srgbClr val="FFFFFF"/>
                </a:solidFill>
                <a:latin typeface="Calibri" pitchFamily="34" charset="0"/>
                <a:ea typeface="Calibri" pitchFamily="34" charset="-122"/>
                <a:cs typeface="Calibri" pitchFamily="34" charset="-120"/>
              </a:rPr>
              <a:t>Question it answers</a:t>
            </a:r>
            <a:endParaRPr lang="fr-CA" noProof="0" dirty="0"/>
          </a:p>
        </p:txBody>
      </p:sp>
      <p:sp>
        <p:nvSpPr>
          <p:cNvPr id="13" name="Shape 11"/>
          <p:cNvSpPr/>
          <p:nvPr>
            <p:custDataLst>
              <p:tags r:id="rId12"/>
            </p:custDataLst>
          </p:nvPr>
        </p:nvSpPr>
        <p:spPr>
          <a:xfrm>
            <a:off x="530352" y="3094197"/>
            <a:ext cx="3963924" cy="488290"/>
          </a:xfrm>
          <a:prstGeom prst="roundRect">
            <a:avLst>
              <a:gd name="adj" fmla="val 18727"/>
            </a:avLst>
          </a:prstGeom>
          <a:solidFill>
            <a:srgbClr val="F5F8FC"/>
          </a:solidFill>
          <a:ln w="8890">
            <a:solidFill>
              <a:srgbClr val="D9E2EC"/>
            </a:solidFill>
            <a:prstDash val="solid"/>
          </a:ln>
        </p:spPr>
        <p:txBody>
          <a:bodyPr/>
          <a:lstStyle/>
          <a:p>
            <a:endParaRPr lang="fr-CA" noProof="0" dirty="0"/>
          </a:p>
        </p:txBody>
      </p:sp>
      <p:sp>
        <p:nvSpPr>
          <p:cNvPr id="14" name="Text 12"/>
          <p:cNvSpPr/>
          <p:nvPr>
            <p:custDataLst>
              <p:tags r:id="rId13"/>
            </p:custDataLst>
          </p:nvPr>
        </p:nvSpPr>
        <p:spPr>
          <a:xfrm>
            <a:off x="658368" y="3203925"/>
            <a:ext cx="3721608" cy="351130"/>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CONSUMER_ID + EVENT_ID</a:t>
            </a:r>
            <a:endParaRPr lang="fr-CA" sz="1600" noProof="0" dirty="0"/>
          </a:p>
        </p:txBody>
      </p:sp>
      <p:sp>
        <p:nvSpPr>
          <p:cNvPr id="15" name="Shape 13"/>
          <p:cNvSpPr/>
          <p:nvPr>
            <p:custDataLst>
              <p:tags r:id="rId14"/>
            </p:custDataLst>
          </p:nvPr>
        </p:nvSpPr>
        <p:spPr>
          <a:xfrm>
            <a:off x="4535424" y="3094197"/>
            <a:ext cx="7082028" cy="488290"/>
          </a:xfrm>
          <a:prstGeom prst="roundRect">
            <a:avLst>
              <a:gd name="adj" fmla="val 18727"/>
            </a:avLst>
          </a:prstGeom>
          <a:solidFill>
            <a:srgbClr val="F5F8FC"/>
          </a:solidFill>
          <a:ln w="8890">
            <a:solidFill>
              <a:srgbClr val="D9E2EC"/>
            </a:solidFill>
            <a:prstDash val="solid"/>
          </a:ln>
        </p:spPr>
        <p:txBody>
          <a:bodyPr/>
          <a:lstStyle/>
          <a:p>
            <a:endParaRPr lang="fr-CA" noProof="0" dirty="0"/>
          </a:p>
        </p:txBody>
      </p:sp>
      <p:sp>
        <p:nvSpPr>
          <p:cNvPr id="16" name="Text 14"/>
          <p:cNvSpPr/>
          <p:nvPr>
            <p:custDataLst>
              <p:tags r:id="rId15"/>
            </p:custDataLst>
          </p:nvPr>
        </p:nvSpPr>
        <p:spPr>
          <a:xfrm>
            <a:off x="4663440" y="3203925"/>
            <a:ext cx="6839712" cy="351130"/>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Which consumer processed which event?</a:t>
            </a:r>
            <a:endParaRPr lang="fr-CA" sz="1600" noProof="0" dirty="0"/>
          </a:p>
        </p:txBody>
      </p:sp>
      <p:sp>
        <p:nvSpPr>
          <p:cNvPr id="17" name="Shape 15"/>
          <p:cNvSpPr/>
          <p:nvPr>
            <p:custDataLst>
              <p:tags r:id="rId16"/>
            </p:custDataLst>
          </p:nvPr>
        </p:nvSpPr>
        <p:spPr>
          <a:xfrm>
            <a:off x="530352" y="3646495"/>
            <a:ext cx="3963924"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18" name="Text 16"/>
          <p:cNvSpPr/>
          <p:nvPr>
            <p:custDataLst>
              <p:tags r:id="rId17"/>
            </p:custDataLst>
          </p:nvPr>
        </p:nvSpPr>
        <p:spPr>
          <a:xfrm>
            <a:off x="658368" y="3756223"/>
            <a:ext cx="3721608" cy="351130"/>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BATCH_ID</a:t>
            </a:r>
            <a:endParaRPr lang="fr-CA" sz="1600" noProof="0" dirty="0"/>
          </a:p>
        </p:txBody>
      </p:sp>
      <p:sp>
        <p:nvSpPr>
          <p:cNvPr id="19" name="Shape 17"/>
          <p:cNvSpPr/>
          <p:nvPr>
            <p:custDataLst>
              <p:tags r:id="rId18"/>
            </p:custDataLst>
          </p:nvPr>
        </p:nvSpPr>
        <p:spPr>
          <a:xfrm>
            <a:off x="4535424" y="3646495"/>
            <a:ext cx="7082028"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20" name="Text 18"/>
          <p:cNvSpPr/>
          <p:nvPr>
            <p:custDataLst>
              <p:tags r:id="rId19"/>
            </p:custDataLst>
          </p:nvPr>
        </p:nvSpPr>
        <p:spPr>
          <a:xfrm>
            <a:off x="4663440" y="3756223"/>
            <a:ext cx="6839712" cy="351130"/>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Which publication does it belong to?</a:t>
            </a:r>
            <a:endParaRPr lang="fr-CA" sz="1600" noProof="0" dirty="0"/>
          </a:p>
        </p:txBody>
      </p:sp>
      <p:sp>
        <p:nvSpPr>
          <p:cNvPr id="21" name="Shape 19"/>
          <p:cNvSpPr/>
          <p:nvPr>
            <p:custDataLst>
              <p:tags r:id="rId20"/>
            </p:custDataLst>
          </p:nvPr>
        </p:nvSpPr>
        <p:spPr>
          <a:xfrm>
            <a:off x="530352" y="4198792"/>
            <a:ext cx="3963924" cy="488290"/>
          </a:xfrm>
          <a:prstGeom prst="roundRect">
            <a:avLst>
              <a:gd name="adj" fmla="val 18727"/>
            </a:avLst>
          </a:prstGeom>
          <a:solidFill>
            <a:srgbClr val="F5F8FC"/>
          </a:solidFill>
          <a:ln w="8890">
            <a:solidFill>
              <a:srgbClr val="D9E2EC"/>
            </a:solidFill>
            <a:prstDash val="solid"/>
          </a:ln>
        </p:spPr>
        <p:txBody>
          <a:bodyPr/>
          <a:lstStyle/>
          <a:p>
            <a:endParaRPr lang="fr-CA" noProof="0" dirty="0"/>
          </a:p>
        </p:txBody>
      </p:sp>
      <p:sp>
        <p:nvSpPr>
          <p:cNvPr id="22" name="Text 20"/>
          <p:cNvSpPr/>
          <p:nvPr>
            <p:custDataLst>
              <p:tags r:id="rId21"/>
            </p:custDataLst>
          </p:nvPr>
        </p:nvSpPr>
        <p:spPr>
          <a:xfrm>
            <a:off x="658368" y="4308520"/>
            <a:ext cx="3721608" cy="351130"/>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EVENT_TYPE</a:t>
            </a:r>
            <a:endParaRPr lang="fr-CA" sz="1600" noProof="0" dirty="0"/>
          </a:p>
        </p:txBody>
      </p:sp>
      <p:sp>
        <p:nvSpPr>
          <p:cNvPr id="23" name="Shape 21"/>
          <p:cNvSpPr/>
          <p:nvPr>
            <p:custDataLst>
              <p:tags r:id="rId22"/>
            </p:custDataLst>
          </p:nvPr>
        </p:nvSpPr>
        <p:spPr>
          <a:xfrm>
            <a:off x="4535424" y="4198792"/>
            <a:ext cx="7082028" cy="488290"/>
          </a:xfrm>
          <a:prstGeom prst="roundRect">
            <a:avLst>
              <a:gd name="adj" fmla="val 18727"/>
            </a:avLst>
          </a:prstGeom>
          <a:solidFill>
            <a:srgbClr val="F5F8FC"/>
          </a:solidFill>
          <a:ln w="8890">
            <a:solidFill>
              <a:srgbClr val="D9E2EC"/>
            </a:solidFill>
            <a:prstDash val="solid"/>
          </a:ln>
        </p:spPr>
        <p:txBody>
          <a:bodyPr/>
          <a:lstStyle/>
          <a:p>
            <a:endParaRPr lang="fr-CA" noProof="0" dirty="0"/>
          </a:p>
        </p:txBody>
      </p:sp>
      <p:sp>
        <p:nvSpPr>
          <p:cNvPr id="24" name="Text 22"/>
          <p:cNvSpPr/>
          <p:nvPr>
            <p:custDataLst>
              <p:tags r:id="rId23"/>
            </p:custDataLst>
          </p:nvPr>
        </p:nvSpPr>
        <p:spPr>
          <a:xfrm>
            <a:off x="4663440" y="4308520"/>
            <a:ext cx="6839712" cy="351130"/>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First delivery or deliberate replay?</a:t>
            </a:r>
            <a:endParaRPr lang="fr-CA" sz="1600" noProof="0" dirty="0"/>
          </a:p>
        </p:txBody>
      </p:sp>
      <p:sp>
        <p:nvSpPr>
          <p:cNvPr id="25" name="Shape 23"/>
          <p:cNvSpPr/>
          <p:nvPr>
            <p:custDataLst>
              <p:tags r:id="rId24"/>
            </p:custDataLst>
          </p:nvPr>
        </p:nvSpPr>
        <p:spPr>
          <a:xfrm>
            <a:off x="530352" y="4751090"/>
            <a:ext cx="3963924"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26" name="Text 24"/>
          <p:cNvSpPr/>
          <p:nvPr>
            <p:custDataLst>
              <p:tags r:id="rId25"/>
            </p:custDataLst>
          </p:nvPr>
        </p:nvSpPr>
        <p:spPr>
          <a:xfrm>
            <a:off x="658368" y="4860818"/>
            <a:ext cx="3721608" cy="351130"/>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RESULT</a:t>
            </a:r>
            <a:endParaRPr lang="fr-CA" sz="1600" noProof="0" dirty="0"/>
          </a:p>
        </p:txBody>
      </p:sp>
      <p:sp>
        <p:nvSpPr>
          <p:cNvPr id="27" name="Shape 25"/>
          <p:cNvSpPr/>
          <p:nvPr>
            <p:custDataLst>
              <p:tags r:id="rId26"/>
            </p:custDataLst>
          </p:nvPr>
        </p:nvSpPr>
        <p:spPr>
          <a:xfrm>
            <a:off x="4535424" y="4751090"/>
            <a:ext cx="7082028"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28" name="Text 26"/>
          <p:cNvSpPr/>
          <p:nvPr>
            <p:custDataLst>
              <p:tags r:id="rId27"/>
            </p:custDataLst>
          </p:nvPr>
        </p:nvSpPr>
        <p:spPr>
          <a:xfrm>
            <a:off x="4663440" y="4860818"/>
            <a:ext cx="6839712" cy="351130"/>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PENDING, BACK_ORDER, EXECUTED, or ERROR?</a:t>
            </a:r>
            <a:endParaRPr lang="fr-CA" sz="1600" noProof="0" dirty="0"/>
          </a:p>
        </p:txBody>
      </p:sp>
      <p:sp>
        <p:nvSpPr>
          <p:cNvPr id="29" name="Shape 27"/>
          <p:cNvSpPr/>
          <p:nvPr>
            <p:custDataLst>
              <p:tags r:id="rId28"/>
            </p:custDataLst>
          </p:nvPr>
        </p:nvSpPr>
        <p:spPr>
          <a:xfrm>
            <a:off x="530352" y="5303387"/>
            <a:ext cx="3963924" cy="488290"/>
          </a:xfrm>
          <a:prstGeom prst="roundRect">
            <a:avLst>
              <a:gd name="adj" fmla="val 18727"/>
            </a:avLst>
          </a:prstGeom>
          <a:solidFill>
            <a:srgbClr val="F5F8FC"/>
          </a:solidFill>
          <a:ln w="8890">
            <a:solidFill>
              <a:srgbClr val="D9E2EC"/>
            </a:solidFill>
            <a:prstDash val="solid"/>
          </a:ln>
        </p:spPr>
        <p:txBody>
          <a:bodyPr/>
          <a:lstStyle/>
          <a:p>
            <a:endParaRPr lang="fr-CA" noProof="0" dirty="0"/>
          </a:p>
        </p:txBody>
      </p:sp>
      <p:sp>
        <p:nvSpPr>
          <p:cNvPr id="30" name="Text 28"/>
          <p:cNvSpPr/>
          <p:nvPr>
            <p:custDataLst>
              <p:tags r:id="rId29"/>
            </p:custDataLst>
          </p:nvPr>
        </p:nvSpPr>
        <p:spPr>
          <a:xfrm>
            <a:off x="658368" y="5413115"/>
            <a:ext cx="3721608" cy="351130"/>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PAYLOAD</a:t>
            </a:r>
            <a:endParaRPr lang="fr-CA" sz="1600" noProof="0" dirty="0"/>
          </a:p>
        </p:txBody>
      </p:sp>
      <p:sp>
        <p:nvSpPr>
          <p:cNvPr id="31" name="Shape 29"/>
          <p:cNvSpPr/>
          <p:nvPr>
            <p:custDataLst>
              <p:tags r:id="rId30"/>
            </p:custDataLst>
          </p:nvPr>
        </p:nvSpPr>
        <p:spPr>
          <a:xfrm>
            <a:off x="4535424" y="5303387"/>
            <a:ext cx="7082028" cy="488290"/>
          </a:xfrm>
          <a:prstGeom prst="roundRect">
            <a:avLst>
              <a:gd name="adj" fmla="val 18727"/>
            </a:avLst>
          </a:prstGeom>
          <a:solidFill>
            <a:srgbClr val="F5F8FC"/>
          </a:solidFill>
          <a:ln w="8890">
            <a:solidFill>
              <a:srgbClr val="D9E2EC"/>
            </a:solidFill>
            <a:prstDash val="solid"/>
          </a:ln>
        </p:spPr>
        <p:txBody>
          <a:bodyPr/>
          <a:lstStyle/>
          <a:p>
            <a:endParaRPr lang="fr-CA" noProof="0" dirty="0"/>
          </a:p>
        </p:txBody>
      </p:sp>
      <p:sp>
        <p:nvSpPr>
          <p:cNvPr id="32" name="Text 30"/>
          <p:cNvSpPr/>
          <p:nvPr>
            <p:custDataLst>
              <p:tags r:id="rId31"/>
            </p:custDataLst>
          </p:nvPr>
        </p:nvSpPr>
        <p:spPr>
          <a:xfrm>
            <a:off x="4663440" y="5413115"/>
            <a:ext cx="6839712" cy="351130"/>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What content and processing chronology?</a:t>
            </a:r>
            <a:endParaRPr lang="fr-CA" sz="1600" noProof="0" dirty="0"/>
          </a:p>
        </p:txBody>
      </p:sp>
      <p:sp>
        <p:nvSpPr>
          <p:cNvPr id="36" name="Shape 15">
            <a:extLst>
              <a:ext uri="{FF2B5EF4-FFF2-40B4-BE49-F238E27FC236}">
                <a16:creationId xmlns:a16="http://schemas.microsoft.com/office/drawing/2014/main" id="{4F5E2A0B-F92E-7A32-0786-A9007FEE3987}"/>
              </a:ext>
            </a:extLst>
          </p:cNvPr>
          <p:cNvSpPr/>
          <p:nvPr>
            <p:custDataLst>
              <p:tags r:id="rId32"/>
            </p:custDataLst>
          </p:nvPr>
        </p:nvSpPr>
        <p:spPr>
          <a:xfrm>
            <a:off x="530352" y="2558491"/>
            <a:ext cx="3963924"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38" name="Text 16">
            <a:extLst>
              <a:ext uri="{FF2B5EF4-FFF2-40B4-BE49-F238E27FC236}">
                <a16:creationId xmlns:a16="http://schemas.microsoft.com/office/drawing/2014/main" id="{14185CE1-DE7D-9AE4-A77A-26551BE59900}"/>
              </a:ext>
            </a:extLst>
          </p:cNvPr>
          <p:cNvSpPr/>
          <p:nvPr>
            <p:custDataLst>
              <p:tags r:id="rId33"/>
            </p:custDataLst>
          </p:nvPr>
        </p:nvSpPr>
        <p:spPr>
          <a:xfrm>
            <a:off x="658368" y="2668219"/>
            <a:ext cx="3721608" cy="351130"/>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JRN_EVENT__ID</a:t>
            </a:r>
            <a:endParaRPr lang="fr-CA" sz="1600" noProof="0" dirty="0"/>
          </a:p>
        </p:txBody>
      </p:sp>
      <p:sp>
        <p:nvSpPr>
          <p:cNvPr id="40" name="Shape 17">
            <a:extLst>
              <a:ext uri="{FF2B5EF4-FFF2-40B4-BE49-F238E27FC236}">
                <a16:creationId xmlns:a16="http://schemas.microsoft.com/office/drawing/2014/main" id="{217A5D72-1194-0B12-72C0-CACFA1AA4D6C}"/>
              </a:ext>
            </a:extLst>
          </p:cNvPr>
          <p:cNvSpPr/>
          <p:nvPr>
            <p:custDataLst>
              <p:tags r:id="rId34"/>
            </p:custDataLst>
          </p:nvPr>
        </p:nvSpPr>
        <p:spPr>
          <a:xfrm>
            <a:off x="4535424" y="2558491"/>
            <a:ext cx="7082028"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42" name="Text 18">
            <a:extLst>
              <a:ext uri="{FF2B5EF4-FFF2-40B4-BE49-F238E27FC236}">
                <a16:creationId xmlns:a16="http://schemas.microsoft.com/office/drawing/2014/main" id="{23CED552-1DAA-8EEB-8A14-D3CEF677B541}"/>
              </a:ext>
            </a:extLst>
          </p:cNvPr>
          <p:cNvSpPr/>
          <p:nvPr>
            <p:custDataLst>
              <p:tags r:id="rId35"/>
            </p:custDataLst>
          </p:nvPr>
        </p:nvSpPr>
        <p:spPr>
          <a:xfrm>
            <a:off x="4663440" y="2668219"/>
            <a:ext cx="6839712" cy="351130"/>
          </a:xfrm>
          <a:prstGeom prst="rect">
            <a:avLst/>
          </a:prstGeom>
          <a:noFill/>
          <a:ln/>
        </p:spPr>
        <p:txBody>
          <a:bodyPr wrap="square" lIns="0" tIns="0" rIns="0" bIns="0" rtlCol="0" anchor="t">
            <a:normAutofit/>
          </a:bodyPr>
          <a:lstStyle/>
          <a:p>
            <a:r>
              <a:rPr lang="fr-CA" sz="1600" noProof="0" dirty="0">
                <a:solidFill>
                  <a:srgbClr val="486581"/>
                </a:solidFill>
                <a:latin typeface="Calibri" pitchFamily="34" charset="0"/>
                <a:ea typeface="Calibri" pitchFamily="34" charset="-122"/>
                <a:cs typeface="Calibri" pitchFamily="34" charset="-120"/>
              </a:rPr>
              <a:t>Primary key. Is this the surrogate key?</a:t>
            </a:r>
            <a:endParaRPr lang="fr-CA" sz="1600" noProof="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18">
            <a:extLst>
              <a:ext uri="{FF2B5EF4-FFF2-40B4-BE49-F238E27FC236}">
                <a16:creationId xmlns:a16="http://schemas.microsoft.com/office/drawing/2014/main" id="{EE9FE360-65BB-40D3-9DE2-F822F01797E0}"/>
              </a:ext>
            </a:extLst>
          </p:cNvPr>
          <p:cNvSpPr>
            <a:spLocks noGrp="1"/>
          </p:cNvSpPr>
          <p:nvPr>
            <p:custDataLst>
              <p:tags r:id="rId1"/>
            </p:custDataLst>
          </p:nvPr>
        </p:nvSpPr>
        <p:spPr>
          <a:xfrm>
            <a:off x="495300" y="676275"/>
            <a:ext cx="11201400" cy="666750"/>
          </a:xfrm>
          <a:prstGeom prst="rect">
            <a:avLst/>
          </a:prstGeom>
          <a:noFill/>
          <a:ln w="0">
            <a:noFill/>
            <a:prstDash val="solid"/>
          </a:ln>
        </p:spPr>
        <p:txBody>
          <a:bodyPr anchor="t"/>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3150" b="1">
                <a:solidFill>
                  <a:srgbClr val="0A0A0A"/>
                </a:solidFill>
                <a:latin typeface="Helvetica Neue"/>
                <a:ea typeface="Helvetica Neue"/>
                <a:cs typeface="Helvetica Neue"/>
              </a:defRPr>
            </a:pPr>
            <a:r>
              <a:rPr sz="3150" b="1">
                <a:solidFill>
                  <a:srgbClr val="0A0A0A"/>
                </a:solidFill>
                <a:latin typeface="Helvetica Neue"/>
                <a:ea typeface="Helvetica Neue"/>
                <a:cs typeface="Helvetica Neue"/>
              </a:rPr>
              <a:t>Local dependencies to replace in production</a:t>
            </a:r>
          </a:p>
        </p:txBody>
      </p:sp>
      <p:pic>
        <p:nvPicPr>
          <p:cNvPr id="7" name="table">
            <a:extLst>
              <a:ext uri="{FF2B5EF4-FFF2-40B4-BE49-F238E27FC236}">
                <a16:creationId xmlns:a16="http://schemas.microsoft.com/office/drawing/2014/main" id="{9B114135-E549-04BD-FC6B-2507354B78B8}"/>
              </a:ext>
            </a:extLst>
          </p:cNvPr>
          <p:cNvPicPr>
            <a:picLocks noChangeAspect="1"/>
          </p:cNvPicPr>
          <p:nvPr>
            <p:custDataLst>
              <p:tags r:id="rId2"/>
            </p:custDataLst>
          </p:nvPr>
        </p:nvPicPr>
        <p:blipFill>
          <a:blip r:embed="rId11"/>
          <a:stretch>
            <a:fillRect/>
          </a:stretch>
        </p:blipFill>
        <p:spPr>
          <a:xfrm>
            <a:off x="543670" y="1999477"/>
            <a:ext cx="11104660" cy="3852638"/>
          </a:xfrm>
          <a:prstGeom prst="rect">
            <a:avLst/>
          </a:prstGeom>
        </p:spPr>
      </p:pic>
      <p:sp>
        <p:nvSpPr>
          <p:cNvPr id="9" name="Shape 0">
            <a:extLst>
              <a:ext uri="{FF2B5EF4-FFF2-40B4-BE49-F238E27FC236}">
                <a16:creationId xmlns:a16="http://schemas.microsoft.com/office/drawing/2014/main" id="{73A92DF1-1254-EFBE-2E8B-E11B609C1FB0}"/>
              </a:ext>
            </a:extLst>
          </p:cNvPr>
          <p:cNvSpPr/>
          <p:nvPr>
            <p:custDataLst>
              <p:tags r:id="rId3"/>
            </p:custDataLst>
          </p:nvPr>
        </p:nvSpPr>
        <p:spPr>
          <a:xfrm>
            <a:off x="530352" y="320040"/>
            <a:ext cx="11128248" cy="0"/>
          </a:xfrm>
          <a:prstGeom prst="line">
            <a:avLst/>
          </a:prstGeom>
          <a:noFill/>
          <a:ln w="15240">
            <a:solidFill>
              <a:srgbClr val="1F6FEB"/>
            </a:solidFill>
            <a:prstDash val="solid"/>
          </a:ln>
        </p:spPr>
        <p:txBody>
          <a:bodyPr/>
          <a:lstStyle/>
          <a:p>
            <a:endParaRPr lang="en-CA"/>
          </a:p>
        </p:txBody>
      </p:sp>
      <p:sp>
        <p:nvSpPr>
          <p:cNvPr id="11" name="Text 1">
            <a:extLst>
              <a:ext uri="{FF2B5EF4-FFF2-40B4-BE49-F238E27FC236}">
                <a16:creationId xmlns:a16="http://schemas.microsoft.com/office/drawing/2014/main" id="{B79686E8-019C-CBCE-6E0E-002FEDB5A9E2}"/>
              </a:ext>
            </a:extLst>
          </p:cNvPr>
          <p:cNvSpPr/>
          <p:nvPr>
            <p:custDataLst>
              <p:tags r:id="rId4"/>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en-US" sz="1100" b="1" kern="0" spc="50" dirty="0">
                <a:solidFill>
                  <a:srgbClr val="1F6FEB"/>
                </a:solidFill>
                <a:latin typeface="Calibri" pitchFamily="34" charset="0"/>
                <a:ea typeface="Calibri" pitchFamily="34" charset="-122"/>
                <a:cs typeface="Calibri" pitchFamily="34" charset="-120"/>
              </a:rPr>
              <a:t>APPENDIX D</a:t>
            </a:r>
            <a:endParaRPr lang="en-US" sz="1100" dirty="0"/>
          </a:p>
        </p:txBody>
      </p:sp>
      <p:sp>
        <p:nvSpPr>
          <p:cNvPr id="13" name="Text 2">
            <a:extLst>
              <a:ext uri="{FF2B5EF4-FFF2-40B4-BE49-F238E27FC236}">
                <a16:creationId xmlns:a16="http://schemas.microsoft.com/office/drawing/2014/main" id="{BB4A797D-82BF-4F1F-6E07-3A5B55822A5F}"/>
              </a:ext>
            </a:extLst>
          </p:cNvPr>
          <p:cNvSpPr/>
          <p:nvPr>
            <p:custDataLst>
              <p:tags r:id="rId5"/>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en-US" sz="1000" b="1" dirty="0">
                <a:solidFill>
                  <a:srgbClr val="829AB1"/>
                </a:solidFill>
                <a:latin typeface="Calibri" pitchFamily="34" charset="0"/>
                <a:ea typeface="Calibri" pitchFamily="34" charset="-122"/>
                <a:cs typeface="Calibri" pitchFamily="34" charset="-120"/>
              </a:rPr>
              <a:t>EXTERNAL DEPENDENCIES</a:t>
            </a:r>
            <a:endParaRPr lang="en-US" sz="1000" dirty="0"/>
          </a:p>
        </p:txBody>
      </p:sp>
      <p:sp>
        <p:nvSpPr>
          <p:cNvPr id="12" name="Text 4">
            <a:extLst>
              <a:ext uri="{FF2B5EF4-FFF2-40B4-BE49-F238E27FC236}">
                <a16:creationId xmlns:a16="http://schemas.microsoft.com/office/drawing/2014/main" id="{BAF1FAC2-8EAD-BD6E-9732-824444DC2B32}"/>
              </a:ext>
            </a:extLst>
          </p:cNvPr>
          <p:cNvSpPr/>
          <p:nvPr>
            <p:custDataLst>
              <p:tags r:id="rId6"/>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The sandbox project is an educational tool.</a:t>
            </a:r>
            <a:endParaRPr lang="fr-CA" sz="1650" noProof="0" dirty="0"/>
          </a:p>
        </p:txBody>
      </p:sp>
      <p:sp>
        <p:nvSpPr>
          <p:cNvPr id="15" name="Text 5">
            <a:extLst>
              <a:ext uri="{FF2B5EF4-FFF2-40B4-BE49-F238E27FC236}">
                <a16:creationId xmlns:a16="http://schemas.microsoft.com/office/drawing/2014/main" id="{F501F84A-4AA2-43AF-4DF5-6CA05151A70C}"/>
              </a:ext>
            </a:extLst>
          </p:cNvPr>
          <p:cNvSpPr/>
          <p:nvPr>
            <p:custDataLst>
              <p:tags r:id="rId7"/>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19" name="Text 6">
            <a:extLst>
              <a:ext uri="{FF2B5EF4-FFF2-40B4-BE49-F238E27FC236}">
                <a16:creationId xmlns:a16="http://schemas.microsoft.com/office/drawing/2014/main" id="{B2E24AAE-7F75-C80F-0FFF-32EE1F869409}"/>
              </a:ext>
            </a:extLst>
          </p:cNvPr>
          <p:cNvSpPr/>
          <p:nvPr>
            <p:custDataLst>
              <p:tags r:id="rId8"/>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dirty="0">
                <a:solidFill>
                  <a:srgbClr val="486581"/>
                </a:solidFill>
                <a:latin typeface="Calibri" pitchFamily="34" charset="0"/>
                <a:ea typeface="Calibri" pitchFamily="34" charset="-122"/>
                <a:cs typeface="Calibri" pitchFamily="34" charset="-120"/>
              </a:rPr>
              <a:t>44</a:t>
            </a:r>
            <a:endParaRPr lang="fr-CA" sz="900" dirty="0"/>
          </a:p>
        </p:txBody>
      </p:sp>
    </p:spTree>
    <p:extLst>
      <p:ext uri="{BB962C8B-B14F-4D97-AF65-F5344CB8AC3E}">
        <p14:creationId xmlns:p14="http://schemas.microsoft.com/office/powerpoint/2010/main" val="244334536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18">
            <a:extLst>
              <a:ext uri="{FF2B5EF4-FFF2-40B4-BE49-F238E27FC236}">
                <a16:creationId xmlns:a16="http://schemas.microsoft.com/office/drawing/2014/main" id="{7120E697-8CDE-1171-D031-C08854AA113E}"/>
              </a:ext>
            </a:extLst>
          </p:cNvPr>
          <p:cNvSpPr>
            <a:spLocks noGrp="1"/>
          </p:cNvSpPr>
          <p:nvPr>
            <p:custDataLst>
              <p:tags r:id="rId1"/>
            </p:custDataLst>
          </p:nvPr>
        </p:nvSpPr>
        <p:spPr>
          <a:xfrm>
            <a:off x="495300" y="676275"/>
            <a:ext cx="11201400" cy="666750"/>
          </a:xfrm>
          <a:prstGeom prst="rect">
            <a:avLst/>
          </a:prstGeom>
          <a:noFill/>
          <a:ln w="0">
            <a:noFill/>
            <a:prstDash val="solid"/>
          </a:ln>
        </p:spPr>
        <p:txBody>
          <a:bodyPr anchor="t"/>
          <a:ls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defRPr sz="3150" b="1">
                <a:solidFill>
                  <a:srgbClr val="0A0A0A"/>
                </a:solidFill>
                <a:latin typeface="Helvetica Neue"/>
                <a:ea typeface="Helvetica Neue"/>
                <a:cs typeface="Helvetica Neue"/>
              </a:defRPr>
            </a:pPr>
            <a:r>
              <a:rPr lang="fr-CA" sz="3150" b="1" noProof="0" dirty="0">
                <a:solidFill>
                  <a:srgbClr val="0A0A0A"/>
                </a:solidFill>
                <a:latin typeface="Helvetica Neue"/>
                <a:ea typeface="Helvetica Neue"/>
                <a:cs typeface="Helvetica Neue"/>
              </a:rPr>
              <a:t>Sandbox limitations</a:t>
            </a:r>
          </a:p>
        </p:txBody>
      </p:sp>
      <p:sp>
        <p:nvSpPr>
          <p:cNvPr id="9" name="Shape 0">
            <a:extLst>
              <a:ext uri="{FF2B5EF4-FFF2-40B4-BE49-F238E27FC236}">
                <a16:creationId xmlns:a16="http://schemas.microsoft.com/office/drawing/2014/main" id="{FD7EC40C-77BF-0C61-BC43-EE458F1B9D26}"/>
              </a:ext>
            </a:extLst>
          </p:cNvPr>
          <p:cNvSpPr/>
          <p:nvPr>
            <p:custDataLst>
              <p:tags r:id="rId2"/>
            </p:custDataLst>
          </p:nvPr>
        </p:nvSpPr>
        <p:spPr>
          <a:xfrm>
            <a:off x="530352" y="320040"/>
            <a:ext cx="11128248" cy="0"/>
          </a:xfrm>
          <a:prstGeom prst="line">
            <a:avLst/>
          </a:prstGeom>
          <a:noFill/>
          <a:ln w="15240">
            <a:solidFill>
              <a:srgbClr val="1F6FEB"/>
            </a:solidFill>
            <a:prstDash val="solid"/>
          </a:ln>
        </p:spPr>
        <p:txBody>
          <a:bodyPr/>
          <a:lstStyle/>
          <a:p>
            <a:endParaRPr lang="fr-CA" noProof="0" dirty="0"/>
          </a:p>
        </p:txBody>
      </p:sp>
      <p:sp>
        <p:nvSpPr>
          <p:cNvPr id="11" name="Text 1">
            <a:extLst>
              <a:ext uri="{FF2B5EF4-FFF2-40B4-BE49-F238E27FC236}">
                <a16:creationId xmlns:a16="http://schemas.microsoft.com/office/drawing/2014/main" id="{C71EA580-708A-FE17-9E2C-6108E57FE239}"/>
              </a:ext>
            </a:extLst>
          </p:cNvPr>
          <p:cNvSpPr/>
          <p:nvPr>
            <p:custDataLst>
              <p:tags r:id="rId3"/>
            </p:custDataLst>
          </p:nvPr>
        </p:nvSpPr>
        <p:spPr>
          <a:xfrm>
            <a:off x="530352" y="448056"/>
            <a:ext cx="7315200" cy="237744"/>
          </a:xfrm>
          <a:prstGeom prst="rect">
            <a:avLst/>
          </a:prstGeom>
          <a:noFill/>
          <a:ln/>
        </p:spPr>
        <p:txBody>
          <a:bodyPr wrap="square" lIns="0" tIns="0" rIns="0" bIns="0" rtlCol="0" anchor="t">
            <a:normAutofit/>
          </a:bodyPr>
          <a:lstStyle/>
          <a:p>
            <a:pPr marL="0" indent="0">
              <a:buNone/>
            </a:pPr>
            <a:r>
              <a:rPr lang="fr-CA" sz="1100" b="1" kern="0" spc="50" noProof="0" dirty="0">
                <a:solidFill>
                  <a:srgbClr val="1F6FEB"/>
                </a:solidFill>
                <a:latin typeface="Calibri" pitchFamily="34" charset="0"/>
                <a:ea typeface="Calibri" pitchFamily="34" charset="-122"/>
                <a:cs typeface="Calibri" pitchFamily="34" charset="-120"/>
              </a:rPr>
              <a:t>APPENDIX E</a:t>
            </a:r>
            <a:endParaRPr lang="fr-CA" sz="1100" noProof="0" dirty="0"/>
          </a:p>
        </p:txBody>
      </p:sp>
      <p:sp>
        <p:nvSpPr>
          <p:cNvPr id="13" name="Text 2">
            <a:extLst>
              <a:ext uri="{FF2B5EF4-FFF2-40B4-BE49-F238E27FC236}">
                <a16:creationId xmlns:a16="http://schemas.microsoft.com/office/drawing/2014/main" id="{1EEB7F6C-EB75-E928-54E5-34B7FC09BE95}"/>
              </a:ext>
            </a:extLst>
          </p:cNvPr>
          <p:cNvSpPr/>
          <p:nvPr>
            <p:custDataLst>
              <p:tags r:id="rId4"/>
            </p:custDataLst>
          </p:nvPr>
        </p:nvSpPr>
        <p:spPr>
          <a:xfrm>
            <a:off x="8869680" y="438912"/>
            <a:ext cx="2788920" cy="210312"/>
          </a:xfrm>
          <a:prstGeom prst="rect">
            <a:avLst/>
          </a:prstGeom>
          <a:noFill/>
          <a:ln/>
        </p:spPr>
        <p:txBody>
          <a:bodyPr wrap="square" lIns="0" tIns="0" rIns="0" bIns="0" rtlCol="0" anchor="t">
            <a:normAutofit/>
          </a:bodyPr>
          <a:lstStyle/>
          <a:p>
            <a:pPr marL="0" indent="0" algn="r">
              <a:buNone/>
            </a:pPr>
            <a:r>
              <a:rPr lang="fr-CA" sz="1000" b="1" noProof="0" dirty="0">
                <a:solidFill>
                  <a:srgbClr val="829AB1"/>
                </a:solidFill>
                <a:latin typeface="Calibri" pitchFamily="34" charset="0"/>
                <a:ea typeface="Calibri" pitchFamily="34" charset="-122"/>
                <a:cs typeface="Calibri" pitchFamily="34" charset="-120"/>
              </a:rPr>
              <a:t>CHOICES AND LIMITATIONS</a:t>
            </a:r>
            <a:endParaRPr lang="fr-CA" sz="1000" noProof="0" dirty="0"/>
          </a:p>
        </p:txBody>
      </p:sp>
      <p:sp>
        <p:nvSpPr>
          <p:cNvPr id="15" name="Text 4">
            <a:extLst>
              <a:ext uri="{FF2B5EF4-FFF2-40B4-BE49-F238E27FC236}">
                <a16:creationId xmlns:a16="http://schemas.microsoft.com/office/drawing/2014/main" id="{2D33D26B-5FBD-8236-20E4-7D8EFC398C9A}"/>
              </a:ext>
            </a:extLst>
          </p:cNvPr>
          <p:cNvSpPr/>
          <p:nvPr>
            <p:custDataLst>
              <p:tags r:id="rId5"/>
            </p:custDataLst>
          </p:nvPr>
        </p:nvSpPr>
        <p:spPr>
          <a:xfrm>
            <a:off x="530352" y="1508760"/>
            <a:ext cx="11018520" cy="603504"/>
          </a:xfrm>
          <a:prstGeom prst="rect">
            <a:avLst/>
          </a:prstGeom>
          <a:noFill/>
          <a:ln/>
        </p:spPr>
        <p:txBody>
          <a:bodyPr wrap="square" lIns="0" tIns="0" rIns="0" bIns="0" rtlCol="0" anchor="t">
            <a:normAutofit/>
          </a:bodyPr>
          <a:lstStyle/>
          <a:p>
            <a:pPr marL="0" indent="0">
              <a:buNone/>
            </a:pPr>
            <a:r>
              <a:rPr lang="fr-CA" sz="1650" noProof="0" dirty="0">
                <a:solidFill>
                  <a:srgbClr val="486581"/>
                </a:solidFill>
                <a:latin typeface="Calibri" pitchFamily="34" charset="0"/>
                <a:ea typeface="Calibri" pitchFamily="34" charset="-122"/>
                <a:cs typeface="Calibri" pitchFamily="34" charset="-120"/>
              </a:rPr>
              <a:t>The sandbox project is an educational tool. Some choices were made to facilitate learning and/or implementation.</a:t>
            </a:r>
            <a:endParaRPr lang="fr-CA" sz="1650" noProof="0" dirty="0"/>
          </a:p>
        </p:txBody>
      </p:sp>
      <p:sp>
        <p:nvSpPr>
          <p:cNvPr id="17" name="Text 5">
            <a:extLst>
              <a:ext uri="{FF2B5EF4-FFF2-40B4-BE49-F238E27FC236}">
                <a16:creationId xmlns:a16="http://schemas.microsoft.com/office/drawing/2014/main" id="{C36D7BE3-D52A-FC4C-02C6-0ED69C83732B}"/>
              </a:ext>
            </a:extLst>
          </p:cNvPr>
          <p:cNvSpPr/>
          <p:nvPr>
            <p:custDataLst>
              <p:tags r:id="rId6"/>
            </p:custDataLst>
          </p:nvPr>
        </p:nvSpPr>
        <p:spPr>
          <a:xfrm>
            <a:off x="530352" y="6446520"/>
            <a:ext cx="8229600" cy="210312"/>
          </a:xfrm>
          <a:prstGeom prst="rect">
            <a:avLst/>
          </a:prstGeom>
          <a:noFill/>
          <a:ln/>
        </p:spPr>
        <p:txBody>
          <a:bodyPr wrap="square" lIns="0" tIns="0" rIns="0" bIns="0" rtlCol="0" anchor="t">
            <a:normAutofit/>
          </a:bodyPr>
          <a:lstStyle/>
          <a:p>
            <a:pPr marL="0" indent="0">
              <a:buNone/>
            </a:pPr>
            <a:r>
              <a:rPr lang="fr-CA" sz="900" noProof="0" dirty="0">
                <a:solidFill>
                  <a:srgbClr val="486581"/>
                </a:solidFill>
                <a:latin typeface="Calibri" pitchFamily="34" charset="0"/>
                <a:ea typeface="Calibri" pitchFamily="34" charset="-122"/>
                <a:cs typeface="Calibri" pitchFamily="34" charset="-120"/>
              </a:rPr>
              <a:t>Kafka Engineering Guide · EDA Project</a:t>
            </a:r>
            <a:endParaRPr lang="fr-CA" sz="900" noProof="0" dirty="0"/>
          </a:p>
        </p:txBody>
      </p:sp>
      <p:sp>
        <p:nvSpPr>
          <p:cNvPr id="19" name="Text 6">
            <a:extLst>
              <a:ext uri="{FF2B5EF4-FFF2-40B4-BE49-F238E27FC236}">
                <a16:creationId xmlns:a16="http://schemas.microsoft.com/office/drawing/2014/main" id="{B8B755D9-DA4F-E8C8-A353-3036A3430FE9}"/>
              </a:ext>
            </a:extLst>
          </p:cNvPr>
          <p:cNvSpPr/>
          <p:nvPr>
            <p:custDataLst>
              <p:tags r:id="rId7"/>
            </p:custDataLst>
          </p:nvPr>
        </p:nvSpPr>
        <p:spPr>
          <a:xfrm>
            <a:off x="11100816" y="6446520"/>
            <a:ext cx="557784" cy="210312"/>
          </a:xfrm>
          <a:prstGeom prst="rect">
            <a:avLst/>
          </a:prstGeom>
          <a:noFill/>
          <a:ln/>
        </p:spPr>
        <p:txBody>
          <a:bodyPr wrap="square" lIns="0" tIns="0" rIns="0" bIns="0" rtlCol="0" anchor="t">
            <a:normAutofit/>
          </a:bodyPr>
          <a:lstStyle/>
          <a:p>
            <a:pPr marL="0" indent="0" algn="r">
              <a:buNone/>
            </a:pPr>
            <a:r>
              <a:rPr lang="fr-CA" sz="900" noProof="0" dirty="0">
                <a:solidFill>
                  <a:srgbClr val="486581"/>
                </a:solidFill>
                <a:latin typeface="Calibri" pitchFamily="34" charset="0"/>
                <a:ea typeface="Calibri" pitchFamily="34" charset="-122"/>
                <a:cs typeface="Calibri" pitchFamily="34" charset="-120"/>
              </a:rPr>
              <a:t>45</a:t>
            </a:r>
            <a:endParaRPr lang="fr-CA" sz="900" noProof="0" dirty="0"/>
          </a:p>
        </p:txBody>
      </p:sp>
      <p:sp>
        <p:nvSpPr>
          <p:cNvPr id="4" name="Shape 7">
            <a:extLst>
              <a:ext uri="{FF2B5EF4-FFF2-40B4-BE49-F238E27FC236}">
                <a16:creationId xmlns:a16="http://schemas.microsoft.com/office/drawing/2014/main" id="{2687054B-AAFE-4D90-80ED-740A1DEEE775}"/>
              </a:ext>
            </a:extLst>
          </p:cNvPr>
          <p:cNvSpPr/>
          <p:nvPr>
            <p:custDataLst>
              <p:tags r:id="rId8"/>
            </p:custDataLst>
          </p:nvPr>
        </p:nvSpPr>
        <p:spPr>
          <a:xfrm>
            <a:off x="530352" y="2016252"/>
            <a:ext cx="1565867" cy="475488"/>
          </a:xfrm>
          <a:prstGeom prst="roundRect">
            <a:avLst>
              <a:gd name="adj" fmla="val 19231"/>
            </a:avLst>
          </a:prstGeom>
          <a:solidFill>
            <a:srgbClr val="1F6FEB"/>
          </a:solidFill>
          <a:ln w="8890">
            <a:solidFill>
              <a:srgbClr val="1F6FEB"/>
            </a:solidFill>
            <a:prstDash val="solid"/>
          </a:ln>
        </p:spPr>
        <p:txBody>
          <a:bodyPr/>
          <a:lstStyle/>
          <a:p>
            <a:endParaRPr lang="fr-CA" noProof="0" dirty="0"/>
          </a:p>
        </p:txBody>
      </p:sp>
      <p:sp>
        <p:nvSpPr>
          <p:cNvPr id="6" name="Text 8">
            <a:extLst>
              <a:ext uri="{FF2B5EF4-FFF2-40B4-BE49-F238E27FC236}">
                <a16:creationId xmlns:a16="http://schemas.microsoft.com/office/drawing/2014/main" id="{BC97753F-1F0A-3CF2-D344-9D188B5593D4}"/>
              </a:ext>
            </a:extLst>
          </p:cNvPr>
          <p:cNvSpPr/>
          <p:nvPr>
            <p:custDataLst>
              <p:tags r:id="rId9"/>
            </p:custDataLst>
          </p:nvPr>
        </p:nvSpPr>
        <p:spPr>
          <a:xfrm>
            <a:off x="658368" y="2125980"/>
            <a:ext cx="3730752" cy="265176"/>
          </a:xfrm>
          <a:prstGeom prst="rect">
            <a:avLst/>
          </a:prstGeom>
          <a:noFill/>
          <a:ln/>
        </p:spPr>
        <p:txBody>
          <a:bodyPr wrap="square" lIns="0" tIns="0" rIns="0" bIns="0" rtlCol="0" anchor="t">
            <a:noAutofit/>
          </a:bodyPr>
          <a:lstStyle/>
          <a:p>
            <a:pPr marL="0" indent="0">
              <a:buNone/>
            </a:pPr>
            <a:r>
              <a:rPr lang="fr-CA" b="1" noProof="0" dirty="0">
                <a:solidFill>
                  <a:srgbClr val="FFFFFF"/>
                </a:solidFill>
                <a:latin typeface="Calibri" pitchFamily="34" charset="0"/>
                <a:ea typeface="Calibri" pitchFamily="34" charset="-122"/>
                <a:cs typeface="Calibri" pitchFamily="34" charset="-120"/>
              </a:rPr>
              <a:t>Limitation</a:t>
            </a:r>
            <a:endParaRPr lang="fr-CA" noProof="0" dirty="0"/>
          </a:p>
        </p:txBody>
      </p:sp>
      <p:sp>
        <p:nvSpPr>
          <p:cNvPr id="8" name="Shape 9">
            <a:extLst>
              <a:ext uri="{FF2B5EF4-FFF2-40B4-BE49-F238E27FC236}">
                <a16:creationId xmlns:a16="http://schemas.microsoft.com/office/drawing/2014/main" id="{896F03DE-3A2C-3F06-88F9-9799D3B6DF60}"/>
              </a:ext>
            </a:extLst>
          </p:cNvPr>
          <p:cNvSpPr/>
          <p:nvPr>
            <p:custDataLst>
              <p:tags r:id="rId10"/>
            </p:custDataLst>
          </p:nvPr>
        </p:nvSpPr>
        <p:spPr>
          <a:xfrm>
            <a:off x="2224235" y="2016252"/>
            <a:ext cx="9393217" cy="475488"/>
          </a:xfrm>
          <a:prstGeom prst="roundRect">
            <a:avLst>
              <a:gd name="adj" fmla="val 19231"/>
            </a:avLst>
          </a:prstGeom>
          <a:solidFill>
            <a:srgbClr val="1F6FEB"/>
          </a:solidFill>
          <a:ln w="8890">
            <a:solidFill>
              <a:srgbClr val="1F6FEB"/>
            </a:solidFill>
            <a:prstDash val="solid"/>
          </a:ln>
        </p:spPr>
        <p:txBody>
          <a:bodyPr/>
          <a:lstStyle/>
          <a:p>
            <a:endParaRPr lang="fr-CA" noProof="0" dirty="0"/>
          </a:p>
        </p:txBody>
      </p:sp>
      <p:sp>
        <p:nvSpPr>
          <p:cNvPr id="12" name="Text 10">
            <a:extLst>
              <a:ext uri="{FF2B5EF4-FFF2-40B4-BE49-F238E27FC236}">
                <a16:creationId xmlns:a16="http://schemas.microsoft.com/office/drawing/2014/main" id="{EA3841C3-69FB-3602-131A-B35B8649676C}"/>
              </a:ext>
            </a:extLst>
          </p:cNvPr>
          <p:cNvSpPr/>
          <p:nvPr>
            <p:custDataLst>
              <p:tags r:id="rId11"/>
            </p:custDataLst>
          </p:nvPr>
        </p:nvSpPr>
        <p:spPr>
          <a:xfrm>
            <a:off x="2355011" y="2125980"/>
            <a:ext cx="9157285" cy="282682"/>
          </a:xfrm>
          <a:prstGeom prst="rect">
            <a:avLst/>
          </a:prstGeom>
          <a:noFill/>
          <a:ln/>
        </p:spPr>
        <p:txBody>
          <a:bodyPr wrap="square" lIns="0" tIns="0" rIns="0" bIns="0" rtlCol="0" anchor="t">
            <a:noAutofit/>
          </a:bodyPr>
          <a:lstStyle/>
          <a:p>
            <a:pPr marL="0" indent="0">
              <a:buNone/>
            </a:pPr>
            <a:r>
              <a:rPr lang="fr-CA" b="1" noProof="0" dirty="0">
                <a:solidFill>
                  <a:srgbClr val="FFFFFF"/>
                </a:solidFill>
                <a:latin typeface="Calibri" pitchFamily="34" charset="0"/>
                <a:ea typeface="Calibri" pitchFamily="34" charset="-122"/>
                <a:cs typeface="Calibri" pitchFamily="34" charset="-120"/>
              </a:rPr>
              <a:t>Description</a:t>
            </a:r>
            <a:endParaRPr lang="fr-CA" noProof="0" dirty="0"/>
          </a:p>
        </p:txBody>
      </p:sp>
      <p:sp>
        <p:nvSpPr>
          <p:cNvPr id="16" name="Shape 11">
            <a:extLst>
              <a:ext uri="{FF2B5EF4-FFF2-40B4-BE49-F238E27FC236}">
                <a16:creationId xmlns:a16="http://schemas.microsoft.com/office/drawing/2014/main" id="{9350C24A-5E91-DA0D-7A9F-42BE9E4F08CE}"/>
              </a:ext>
            </a:extLst>
          </p:cNvPr>
          <p:cNvSpPr/>
          <p:nvPr>
            <p:custDataLst>
              <p:tags r:id="rId12"/>
            </p:custDataLst>
          </p:nvPr>
        </p:nvSpPr>
        <p:spPr>
          <a:xfrm>
            <a:off x="530352" y="3094197"/>
            <a:ext cx="1565867" cy="488290"/>
          </a:xfrm>
          <a:prstGeom prst="roundRect">
            <a:avLst>
              <a:gd name="adj" fmla="val 18727"/>
            </a:avLst>
          </a:prstGeom>
          <a:solidFill>
            <a:srgbClr val="F5F8FC"/>
          </a:solidFill>
          <a:ln w="8890">
            <a:solidFill>
              <a:srgbClr val="D9E2EC"/>
            </a:solidFill>
            <a:prstDash val="solid"/>
          </a:ln>
        </p:spPr>
        <p:txBody>
          <a:bodyPr/>
          <a:lstStyle/>
          <a:p>
            <a:endParaRPr lang="fr-CA" noProof="0" dirty="0"/>
          </a:p>
        </p:txBody>
      </p:sp>
      <p:sp>
        <p:nvSpPr>
          <p:cNvPr id="20" name="Text 12">
            <a:extLst>
              <a:ext uri="{FF2B5EF4-FFF2-40B4-BE49-F238E27FC236}">
                <a16:creationId xmlns:a16="http://schemas.microsoft.com/office/drawing/2014/main" id="{51CAC250-3CBA-DDC5-D845-C5D5C047C61C}"/>
              </a:ext>
            </a:extLst>
          </p:cNvPr>
          <p:cNvSpPr/>
          <p:nvPr>
            <p:custDataLst>
              <p:tags r:id="rId13"/>
            </p:custDataLst>
          </p:nvPr>
        </p:nvSpPr>
        <p:spPr>
          <a:xfrm>
            <a:off x="658368" y="3203925"/>
            <a:ext cx="1437851" cy="351130"/>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Replay</a:t>
            </a:r>
            <a:endParaRPr lang="fr-CA" sz="1600" noProof="0" dirty="0"/>
          </a:p>
        </p:txBody>
      </p:sp>
      <p:sp>
        <p:nvSpPr>
          <p:cNvPr id="22" name="Shape 13">
            <a:extLst>
              <a:ext uri="{FF2B5EF4-FFF2-40B4-BE49-F238E27FC236}">
                <a16:creationId xmlns:a16="http://schemas.microsoft.com/office/drawing/2014/main" id="{8C8C64D6-F4B4-FF04-D86E-F43528336C7A}"/>
              </a:ext>
            </a:extLst>
          </p:cNvPr>
          <p:cNvSpPr/>
          <p:nvPr>
            <p:custDataLst>
              <p:tags r:id="rId14"/>
            </p:custDataLst>
          </p:nvPr>
        </p:nvSpPr>
        <p:spPr>
          <a:xfrm>
            <a:off x="2224235" y="3094197"/>
            <a:ext cx="9393217" cy="488290"/>
          </a:xfrm>
          <a:prstGeom prst="roundRect">
            <a:avLst>
              <a:gd name="adj" fmla="val 18727"/>
            </a:avLst>
          </a:prstGeom>
          <a:solidFill>
            <a:srgbClr val="F5F8FC"/>
          </a:solidFill>
          <a:ln w="8890">
            <a:solidFill>
              <a:srgbClr val="D9E2EC"/>
            </a:solidFill>
            <a:prstDash val="solid"/>
          </a:ln>
        </p:spPr>
        <p:txBody>
          <a:bodyPr/>
          <a:lstStyle/>
          <a:p>
            <a:endParaRPr lang="fr-CA" noProof="0" dirty="0"/>
          </a:p>
        </p:txBody>
      </p:sp>
      <p:sp>
        <p:nvSpPr>
          <p:cNvPr id="24" name="Text 14">
            <a:extLst>
              <a:ext uri="{FF2B5EF4-FFF2-40B4-BE49-F238E27FC236}">
                <a16:creationId xmlns:a16="http://schemas.microsoft.com/office/drawing/2014/main" id="{DD87F9B8-4D9E-D98C-5888-ADC605360E3A}"/>
              </a:ext>
            </a:extLst>
          </p:cNvPr>
          <p:cNvSpPr/>
          <p:nvPr>
            <p:custDataLst>
              <p:tags r:id="rId15"/>
            </p:custDataLst>
          </p:nvPr>
        </p:nvSpPr>
        <p:spPr>
          <a:xfrm>
            <a:off x="2355011" y="3203925"/>
            <a:ext cx="9148141" cy="351130"/>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Replay is very simplistic and intended for demonstration, not a real implementation. To be refined for PROD.</a:t>
            </a:r>
            <a:endParaRPr lang="fr-CA" sz="1600" noProof="0" dirty="0"/>
          </a:p>
        </p:txBody>
      </p:sp>
      <p:sp>
        <p:nvSpPr>
          <p:cNvPr id="26" name="Shape 15">
            <a:extLst>
              <a:ext uri="{FF2B5EF4-FFF2-40B4-BE49-F238E27FC236}">
                <a16:creationId xmlns:a16="http://schemas.microsoft.com/office/drawing/2014/main" id="{F1AD9C60-3D75-5F42-8831-11E962330361}"/>
              </a:ext>
            </a:extLst>
          </p:cNvPr>
          <p:cNvSpPr/>
          <p:nvPr>
            <p:custDataLst>
              <p:tags r:id="rId16"/>
            </p:custDataLst>
          </p:nvPr>
        </p:nvSpPr>
        <p:spPr>
          <a:xfrm>
            <a:off x="530352" y="3646495"/>
            <a:ext cx="1565867"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28" name="Text 16">
            <a:extLst>
              <a:ext uri="{FF2B5EF4-FFF2-40B4-BE49-F238E27FC236}">
                <a16:creationId xmlns:a16="http://schemas.microsoft.com/office/drawing/2014/main" id="{4927EED8-441F-D3F4-9A87-F3DADA69391F}"/>
              </a:ext>
            </a:extLst>
          </p:cNvPr>
          <p:cNvSpPr/>
          <p:nvPr>
            <p:custDataLst>
              <p:tags r:id="rId17"/>
            </p:custDataLst>
          </p:nvPr>
        </p:nvSpPr>
        <p:spPr>
          <a:xfrm>
            <a:off x="658368" y="3756223"/>
            <a:ext cx="1437851" cy="351130"/>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RDBMS Model</a:t>
            </a:r>
            <a:endParaRPr lang="fr-CA" sz="1600" noProof="0" dirty="0"/>
          </a:p>
        </p:txBody>
      </p:sp>
      <p:sp>
        <p:nvSpPr>
          <p:cNvPr id="30" name="Shape 17">
            <a:extLst>
              <a:ext uri="{FF2B5EF4-FFF2-40B4-BE49-F238E27FC236}">
                <a16:creationId xmlns:a16="http://schemas.microsoft.com/office/drawing/2014/main" id="{2A97359F-9456-1BF7-BF07-AFDD4313763C}"/>
              </a:ext>
            </a:extLst>
          </p:cNvPr>
          <p:cNvSpPr/>
          <p:nvPr>
            <p:custDataLst>
              <p:tags r:id="rId18"/>
            </p:custDataLst>
          </p:nvPr>
        </p:nvSpPr>
        <p:spPr>
          <a:xfrm>
            <a:off x="2224235" y="3646495"/>
            <a:ext cx="9393217"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32" name="Text 18">
            <a:extLst>
              <a:ext uri="{FF2B5EF4-FFF2-40B4-BE49-F238E27FC236}">
                <a16:creationId xmlns:a16="http://schemas.microsoft.com/office/drawing/2014/main" id="{0CB79E2B-9220-295D-50CC-EC58DB796CAC}"/>
              </a:ext>
            </a:extLst>
          </p:cNvPr>
          <p:cNvSpPr/>
          <p:nvPr>
            <p:custDataLst>
              <p:tags r:id="rId19"/>
            </p:custDataLst>
          </p:nvPr>
        </p:nvSpPr>
        <p:spPr>
          <a:xfrm>
            <a:off x="2355011" y="3756223"/>
            <a:ext cx="9148141" cy="351130"/>
          </a:xfrm>
          <a:prstGeom prst="rect">
            <a:avLst/>
          </a:prstGeom>
          <a:noFill/>
          <a:ln/>
        </p:spPr>
        <p:txBody>
          <a:bodyPr wrap="square" lIns="0" tIns="0" rIns="0" bIns="0" rtlCol="0" anchor="t">
            <a:normAutofit fontScale="92500"/>
          </a:bodyPr>
          <a:lstStyle/>
          <a:p>
            <a:pPr marL="0" indent="0">
              <a:buNone/>
            </a:pPr>
            <a:r>
              <a:rPr lang="fr-CA" sz="1600" noProof="0" dirty="0">
                <a:solidFill>
                  <a:srgbClr val="486581"/>
                </a:solidFill>
                <a:latin typeface="Calibri" pitchFamily="34" charset="0"/>
                <a:ea typeface="Calibri" pitchFamily="34" charset="-122"/>
                <a:cs typeface="Calibri" pitchFamily="34" charset="-120"/>
              </a:rPr>
              <a:t>The model is intentionally simplistic. Customer: customer, account, balance, trx. Inventory: category, model, etc.</a:t>
            </a:r>
            <a:endParaRPr lang="fr-CA" sz="1600" noProof="0" dirty="0"/>
          </a:p>
        </p:txBody>
      </p:sp>
      <p:sp>
        <p:nvSpPr>
          <p:cNvPr id="34" name="Shape 19">
            <a:extLst>
              <a:ext uri="{FF2B5EF4-FFF2-40B4-BE49-F238E27FC236}">
                <a16:creationId xmlns:a16="http://schemas.microsoft.com/office/drawing/2014/main" id="{AB6C09DB-E122-ED08-2947-5AD7F649C0A8}"/>
              </a:ext>
            </a:extLst>
          </p:cNvPr>
          <p:cNvSpPr/>
          <p:nvPr>
            <p:custDataLst>
              <p:tags r:id="rId20"/>
            </p:custDataLst>
          </p:nvPr>
        </p:nvSpPr>
        <p:spPr>
          <a:xfrm>
            <a:off x="530352" y="4198792"/>
            <a:ext cx="1565867" cy="488290"/>
          </a:xfrm>
          <a:prstGeom prst="roundRect">
            <a:avLst>
              <a:gd name="adj" fmla="val 18727"/>
            </a:avLst>
          </a:prstGeom>
          <a:solidFill>
            <a:srgbClr val="F5F8FC"/>
          </a:solidFill>
          <a:ln w="8890">
            <a:solidFill>
              <a:srgbClr val="D9E2EC"/>
            </a:solidFill>
            <a:prstDash val="solid"/>
          </a:ln>
        </p:spPr>
        <p:txBody>
          <a:bodyPr/>
          <a:lstStyle/>
          <a:p>
            <a:endParaRPr lang="fr-CA" noProof="0" dirty="0"/>
          </a:p>
        </p:txBody>
      </p:sp>
      <p:sp>
        <p:nvSpPr>
          <p:cNvPr id="36" name="Text 20">
            <a:extLst>
              <a:ext uri="{FF2B5EF4-FFF2-40B4-BE49-F238E27FC236}">
                <a16:creationId xmlns:a16="http://schemas.microsoft.com/office/drawing/2014/main" id="{BFAA1033-176B-0AC3-CC63-C78713074C92}"/>
              </a:ext>
            </a:extLst>
          </p:cNvPr>
          <p:cNvSpPr/>
          <p:nvPr>
            <p:custDataLst>
              <p:tags r:id="rId21"/>
            </p:custDataLst>
          </p:nvPr>
        </p:nvSpPr>
        <p:spPr>
          <a:xfrm>
            <a:off x="658368" y="4308520"/>
            <a:ext cx="1437851" cy="351130"/>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Sandbox</a:t>
            </a:r>
            <a:endParaRPr lang="fr-CA" sz="1600" noProof="0" dirty="0"/>
          </a:p>
        </p:txBody>
      </p:sp>
      <p:sp>
        <p:nvSpPr>
          <p:cNvPr id="38" name="Shape 21">
            <a:extLst>
              <a:ext uri="{FF2B5EF4-FFF2-40B4-BE49-F238E27FC236}">
                <a16:creationId xmlns:a16="http://schemas.microsoft.com/office/drawing/2014/main" id="{CC07A65D-261D-C38B-9E34-185C00BCB0C3}"/>
              </a:ext>
            </a:extLst>
          </p:cNvPr>
          <p:cNvSpPr/>
          <p:nvPr>
            <p:custDataLst>
              <p:tags r:id="rId22"/>
            </p:custDataLst>
          </p:nvPr>
        </p:nvSpPr>
        <p:spPr>
          <a:xfrm>
            <a:off x="2224235" y="4198792"/>
            <a:ext cx="9393217" cy="488290"/>
          </a:xfrm>
          <a:prstGeom prst="roundRect">
            <a:avLst>
              <a:gd name="adj" fmla="val 18727"/>
            </a:avLst>
          </a:prstGeom>
          <a:solidFill>
            <a:srgbClr val="F5F8FC"/>
          </a:solidFill>
          <a:ln w="8890">
            <a:solidFill>
              <a:srgbClr val="D9E2EC"/>
            </a:solidFill>
            <a:prstDash val="solid"/>
          </a:ln>
        </p:spPr>
        <p:txBody>
          <a:bodyPr/>
          <a:lstStyle/>
          <a:p>
            <a:endParaRPr lang="fr-CA" noProof="0" dirty="0"/>
          </a:p>
        </p:txBody>
      </p:sp>
      <p:sp>
        <p:nvSpPr>
          <p:cNvPr id="40" name="Text 22">
            <a:extLst>
              <a:ext uri="{FF2B5EF4-FFF2-40B4-BE49-F238E27FC236}">
                <a16:creationId xmlns:a16="http://schemas.microsoft.com/office/drawing/2014/main" id="{0D349352-635D-B28E-3EF7-8B88850D7F5D}"/>
              </a:ext>
            </a:extLst>
          </p:cNvPr>
          <p:cNvSpPr/>
          <p:nvPr>
            <p:custDataLst>
              <p:tags r:id="rId23"/>
            </p:custDataLst>
          </p:nvPr>
        </p:nvSpPr>
        <p:spPr>
          <a:xfrm>
            <a:off x="2355011" y="4308520"/>
            <a:ext cx="9148141" cy="351130"/>
          </a:xfrm>
          <a:prstGeom prst="rect">
            <a:avLst/>
          </a:prstGeom>
          <a:noFill/>
          <a:ln/>
        </p:spPr>
        <p:txBody>
          <a:bodyPr wrap="square" lIns="0" tIns="0" rIns="0" bIns="0" rtlCol="0" anchor="t">
            <a:normAutofit fontScale="92500"/>
          </a:bodyPr>
          <a:lstStyle/>
          <a:p>
            <a:pPr marL="0" indent="0">
              <a:buNone/>
            </a:pPr>
            <a:r>
              <a:rPr lang="fr-CA" sz="1600" noProof="0" dirty="0">
                <a:solidFill>
                  <a:srgbClr val="486581"/>
                </a:solidFill>
                <a:latin typeface="Calibri" pitchFamily="34" charset="0"/>
                <a:ea typeface="Calibri" pitchFamily="34" charset="-122"/>
                <a:cs typeface="Calibri" pitchFamily="34" charset="-120"/>
              </a:rPr>
              <a:t>Only the Kafka Sandbox is production quality. Flink is a base, and Hazelcast requires refactoring: Datagrid Sandbox.</a:t>
            </a:r>
            <a:endParaRPr lang="fr-CA" sz="1600" noProof="0" dirty="0"/>
          </a:p>
        </p:txBody>
      </p:sp>
      <p:sp>
        <p:nvSpPr>
          <p:cNvPr id="42" name="Shape 23">
            <a:extLst>
              <a:ext uri="{FF2B5EF4-FFF2-40B4-BE49-F238E27FC236}">
                <a16:creationId xmlns:a16="http://schemas.microsoft.com/office/drawing/2014/main" id="{9854F83A-87F4-ABDD-52C1-36A8887A6B8B}"/>
              </a:ext>
            </a:extLst>
          </p:cNvPr>
          <p:cNvSpPr/>
          <p:nvPr>
            <p:custDataLst>
              <p:tags r:id="rId24"/>
            </p:custDataLst>
          </p:nvPr>
        </p:nvSpPr>
        <p:spPr>
          <a:xfrm>
            <a:off x="530352" y="4751090"/>
            <a:ext cx="1565867"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44" name="Text 24">
            <a:extLst>
              <a:ext uri="{FF2B5EF4-FFF2-40B4-BE49-F238E27FC236}">
                <a16:creationId xmlns:a16="http://schemas.microsoft.com/office/drawing/2014/main" id="{FD66B2B4-69ED-A7DA-309D-17D659B890A1}"/>
              </a:ext>
            </a:extLst>
          </p:cNvPr>
          <p:cNvSpPr/>
          <p:nvPr>
            <p:custDataLst>
              <p:tags r:id="rId25"/>
            </p:custDataLst>
          </p:nvPr>
        </p:nvSpPr>
        <p:spPr>
          <a:xfrm>
            <a:off x="658368" y="4860818"/>
            <a:ext cx="1437851" cy="351130"/>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Flink / In-JVM</a:t>
            </a:r>
            <a:endParaRPr lang="fr-CA" sz="1600" noProof="0" dirty="0"/>
          </a:p>
        </p:txBody>
      </p:sp>
      <p:sp>
        <p:nvSpPr>
          <p:cNvPr id="46" name="Shape 25">
            <a:extLst>
              <a:ext uri="{FF2B5EF4-FFF2-40B4-BE49-F238E27FC236}">
                <a16:creationId xmlns:a16="http://schemas.microsoft.com/office/drawing/2014/main" id="{55BDE438-A423-58A4-630A-0C91C4CDA219}"/>
              </a:ext>
            </a:extLst>
          </p:cNvPr>
          <p:cNvSpPr/>
          <p:nvPr>
            <p:custDataLst>
              <p:tags r:id="rId26"/>
            </p:custDataLst>
          </p:nvPr>
        </p:nvSpPr>
        <p:spPr>
          <a:xfrm>
            <a:off x="2224235" y="4751090"/>
            <a:ext cx="9393217"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48" name="Text 26">
            <a:extLst>
              <a:ext uri="{FF2B5EF4-FFF2-40B4-BE49-F238E27FC236}">
                <a16:creationId xmlns:a16="http://schemas.microsoft.com/office/drawing/2014/main" id="{A58C46FD-7247-2EB5-49F7-DE8B87DCF6A8}"/>
              </a:ext>
            </a:extLst>
          </p:cNvPr>
          <p:cNvSpPr/>
          <p:nvPr>
            <p:custDataLst>
              <p:tags r:id="rId27"/>
            </p:custDataLst>
          </p:nvPr>
        </p:nvSpPr>
        <p:spPr>
          <a:xfrm>
            <a:off x="2355011" y="4860818"/>
            <a:ext cx="9148141" cy="351130"/>
          </a:xfrm>
          <a:prstGeom prst="rect">
            <a:avLst/>
          </a:prstGeom>
          <a:noFill/>
          <a:ln/>
        </p:spPr>
        <p:txBody>
          <a:bodyPr wrap="square" lIns="0" tIns="0" rIns="0" bIns="0" rtlCol="0" anchor="t">
            <a:normAutofit/>
          </a:bodyPr>
          <a:lstStyle/>
          <a:p>
            <a:pPr marL="0" indent="0">
              <a:buNone/>
            </a:pPr>
            <a:r>
              <a:rPr lang="fr-CA" sz="1600" noProof="0" dirty="0">
                <a:solidFill>
                  <a:srgbClr val="486581"/>
                </a:solidFill>
                <a:latin typeface="Calibri" pitchFamily="34" charset="0"/>
                <a:ea typeface="Calibri" pitchFamily="34" charset="-122"/>
                <a:cs typeface="Calibri" pitchFamily="34" charset="-120"/>
              </a:rPr>
              <a:t>Exploratory in-JVM implementation to avoid having to redo the implementation in Spring Boot.</a:t>
            </a:r>
            <a:endParaRPr lang="fr-CA" sz="1600" noProof="0" dirty="0"/>
          </a:p>
        </p:txBody>
      </p:sp>
      <p:sp>
        <p:nvSpPr>
          <p:cNvPr id="50" name="Shape 27">
            <a:extLst>
              <a:ext uri="{FF2B5EF4-FFF2-40B4-BE49-F238E27FC236}">
                <a16:creationId xmlns:a16="http://schemas.microsoft.com/office/drawing/2014/main" id="{47FA266D-D745-A544-AF4B-D3088B1E603A}"/>
              </a:ext>
            </a:extLst>
          </p:cNvPr>
          <p:cNvSpPr/>
          <p:nvPr>
            <p:custDataLst>
              <p:tags r:id="rId28"/>
            </p:custDataLst>
          </p:nvPr>
        </p:nvSpPr>
        <p:spPr>
          <a:xfrm>
            <a:off x="530352" y="5303387"/>
            <a:ext cx="1565867" cy="488290"/>
          </a:xfrm>
          <a:prstGeom prst="roundRect">
            <a:avLst>
              <a:gd name="adj" fmla="val 18727"/>
            </a:avLst>
          </a:prstGeom>
          <a:solidFill>
            <a:srgbClr val="F5F8FC"/>
          </a:solidFill>
          <a:ln w="8890">
            <a:solidFill>
              <a:srgbClr val="D9E2EC"/>
            </a:solidFill>
            <a:prstDash val="solid"/>
          </a:ln>
        </p:spPr>
        <p:txBody>
          <a:bodyPr/>
          <a:lstStyle/>
          <a:p>
            <a:endParaRPr lang="fr-CA" noProof="0" dirty="0"/>
          </a:p>
        </p:txBody>
      </p:sp>
      <p:sp>
        <p:nvSpPr>
          <p:cNvPr id="52" name="Text 28">
            <a:extLst>
              <a:ext uri="{FF2B5EF4-FFF2-40B4-BE49-F238E27FC236}">
                <a16:creationId xmlns:a16="http://schemas.microsoft.com/office/drawing/2014/main" id="{D2E6642B-A0AB-C0A3-AA32-0989396441BE}"/>
              </a:ext>
            </a:extLst>
          </p:cNvPr>
          <p:cNvSpPr/>
          <p:nvPr>
            <p:custDataLst>
              <p:tags r:id="rId29"/>
            </p:custDataLst>
          </p:nvPr>
        </p:nvSpPr>
        <p:spPr>
          <a:xfrm>
            <a:off x="658368" y="5413115"/>
            <a:ext cx="1437851" cy="351130"/>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Token / EVT</a:t>
            </a:r>
            <a:endParaRPr lang="fr-CA" sz="1600" noProof="0" dirty="0"/>
          </a:p>
        </p:txBody>
      </p:sp>
      <p:sp>
        <p:nvSpPr>
          <p:cNvPr id="54" name="Shape 29">
            <a:extLst>
              <a:ext uri="{FF2B5EF4-FFF2-40B4-BE49-F238E27FC236}">
                <a16:creationId xmlns:a16="http://schemas.microsoft.com/office/drawing/2014/main" id="{D1655970-1BA5-828B-4996-3A8B1777585F}"/>
              </a:ext>
            </a:extLst>
          </p:cNvPr>
          <p:cNvSpPr/>
          <p:nvPr>
            <p:custDataLst>
              <p:tags r:id="rId30"/>
            </p:custDataLst>
          </p:nvPr>
        </p:nvSpPr>
        <p:spPr>
          <a:xfrm>
            <a:off x="2224235" y="5303387"/>
            <a:ext cx="9393217" cy="488290"/>
          </a:xfrm>
          <a:prstGeom prst="roundRect">
            <a:avLst>
              <a:gd name="adj" fmla="val 18727"/>
            </a:avLst>
          </a:prstGeom>
          <a:solidFill>
            <a:srgbClr val="F5F8FC"/>
          </a:solidFill>
          <a:ln w="8890">
            <a:solidFill>
              <a:srgbClr val="D9E2EC"/>
            </a:solidFill>
            <a:prstDash val="solid"/>
          </a:ln>
        </p:spPr>
        <p:txBody>
          <a:bodyPr/>
          <a:lstStyle/>
          <a:p>
            <a:endParaRPr lang="fr-CA" noProof="0" dirty="0"/>
          </a:p>
        </p:txBody>
      </p:sp>
      <p:sp>
        <p:nvSpPr>
          <p:cNvPr id="56" name="Text 30">
            <a:extLst>
              <a:ext uri="{FF2B5EF4-FFF2-40B4-BE49-F238E27FC236}">
                <a16:creationId xmlns:a16="http://schemas.microsoft.com/office/drawing/2014/main" id="{F3980B33-72CC-5074-5F66-BAA29D8AA945}"/>
              </a:ext>
            </a:extLst>
          </p:cNvPr>
          <p:cNvSpPr/>
          <p:nvPr>
            <p:custDataLst>
              <p:tags r:id="rId31"/>
            </p:custDataLst>
          </p:nvPr>
        </p:nvSpPr>
        <p:spPr>
          <a:xfrm>
            <a:off x="2355011" y="5413115"/>
            <a:ext cx="9148141" cy="351130"/>
          </a:xfrm>
          <a:prstGeom prst="rect">
            <a:avLst/>
          </a:prstGeom>
          <a:noFill/>
          <a:ln/>
        </p:spPr>
        <p:txBody>
          <a:bodyPr wrap="square" lIns="0" tIns="0" rIns="0" bIns="0" rtlCol="0" anchor="t">
            <a:normAutofit/>
          </a:bodyPr>
          <a:lstStyle/>
          <a:p>
            <a:pPr marL="0" indent="0">
              <a:buNone/>
            </a:pPr>
            <a:r>
              <a:rPr lang="fr-CA" sz="1600" noProof="0" dirty="0"/>
              <a:t>To facilitate implementation of the “replay”. The token does not contain the “version” field.</a:t>
            </a:r>
          </a:p>
        </p:txBody>
      </p:sp>
      <p:sp>
        <p:nvSpPr>
          <p:cNvPr id="58" name="Shape 15">
            <a:extLst>
              <a:ext uri="{FF2B5EF4-FFF2-40B4-BE49-F238E27FC236}">
                <a16:creationId xmlns:a16="http://schemas.microsoft.com/office/drawing/2014/main" id="{F87F8D57-3D1B-5F26-36F7-67C252EF44C3}"/>
              </a:ext>
            </a:extLst>
          </p:cNvPr>
          <p:cNvSpPr/>
          <p:nvPr>
            <p:custDataLst>
              <p:tags r:id="rId32"/>
            </p:custDataLst>
          </p:nvPr>
        </p:nvSpPr>
        <p:spPr>
          <a:xfrm>
            <a:off x="530352" y="2558491"/>
            <a:ext cx="1565867"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60" name="Text 16">
            <a:extLst>
              <a:ext uri="{FF2B5EF4-FFF2-40B4-BE49-F238E27FC236}">
                <a16:creationId xmlns:a16="http://schemas.microsoft.com/office/drawing/2014/main" id="{9CF19A3A-1913-C15A-99A1-F532EBFCA0B6}"/>
              </a:ext>
            </a:extLst>
          </p:cNvPr>
          <p:cNvSpPr/>
          <p:nvPr>
            <p:custDataLst>
              <p:tags r:id="rId33"/>
            </p:custDataLst>
          </p:nvPr>
        </p:nvSpPr>
        <p:spPr>
          <a:xfrm>
            <a:off x="658368" y="2668219"/>
            <a:ext cx="1437851" cy="351130"/>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Pause</a:t>
            </a:r>
            <a:endParaRPr lang="fr-CA" sz="1600" noProof="0" dirty="0"/>
          </a:p>
        </p:txBody>
      </p:sp>
      <p:sp>
        <p:nvSpPr>
          <p:cNvPr id="62" name="Shape 17">
            <a:extLst>
              <a:ext uri="{FF2B5EF4-FFF2-40B4-BE49-F238E27FC236}">
                <a16:creationId xmlns:a16="http://schemas.microsoft.com/office/drawing/2014/main" id="{AE0AC365-A7EC-E091-1A1C-78818FD22999}"/>
              </a:ext>
            </a:extLst>
          </p:cNvPr>
          <p:cNvSpPr/>
          <p:nvPr>
            <p:custDataLst>
              <p:tags r:id="rId34"/>
            </p:custDataLst>
          </p:nvPr>
        </p:nvSpPr>
        <p:spPr>
          <a:xfrm>
            <a:off x="2224235" y="2558491"/>
            <a:ext cx="9393217"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64" name="Text 18">
            <a:extLst>
              <a:ext uri="{FF2B5EF4-FFF2-40B4-BE49-F238E27FC236}">
                <a16:creationId xmlns:a16="http://schemas.microsoft.com/office/drawing/2014/main" id="{E6322E27-C06B-013A-C445-2A3D313ECEB3}"/>
              </a:ext>
            </a:extLst>
          </p:cNvPr>
          <p:cNvSpPr/>
          <p:nvPr>
            <p:custDataLst>
              <p:tags r:id="rId35"/>
            </p:custDataLst>
          </p:nvPr>
        </p:nvSpPr>
        <p:spPr>
          <a:xfrm>
            <a:off x="2355011" y="2668219"/>
            <a:ext cx="9148141" cy="351130"/>
          </a:xfrm>
          <a:prstGeom prst="rect">
            <a:avLst/>
          </a:prstGeom>
          <a:noFill/>
          <a:ln/>
        </p:spPr>
        <p:txBody>
          <a:bodyPr wrap="square" lIns="0" tIns="0" rIns="0" bIns="0" rtlCol="0" anchor="t">
            <a:normAutofit/>
          </a:bodyPr>
          <a:lstStyle/>
          <a:p>
            <a:r>
              <a:rPr lang="fr-CA" sz="1600" noProof="0" dirty="0">
                <a:solidFill>
                  <a:srgbClr val="486581"/>
                </a:solidFill>
                <a:latin typeface="Calibri" pitchFamily="34" charset="0"/>
                <a:ea typeface="Calibri" pitchFamily="34" charset="-122"/>
                <a:cs typeface="Calibri" pitchFamily="34" charset="-120"/>
              </a:rPr>
              <a:t>The pause feature assumes a single process. The implementation must be refined for PROD.</a:t>
            </a:r>
            <a:endParaRPr lang="fr-CA" sz="1600" noProof="0" dirty="0"/>
          </a:p>
        </p:txBody>
      </p:sp>
      <p:sp>
        <p:nvSpPr>
          <p:cNvPr id="5" name="Shape 23">
            <a:extLst>
              <a:ext uri="{FF2B5EF4-FFF2-40B4-BE49-F238E27FC236}">
                <a16:creationId xmlns:a16="http://schemas.microsoft.com/office/drawing/2014/main" id="{D3E2D642-9DBD-F5CB-3C96-3AB2716936F1}"/>
              </a:ext>
            </a:extLst>
          </p:cNvPr>
          <p:cNvSpPr/>
          <p:nvPr>
            <p:custDataLst>
              <p:tags r:id="rId36"/>
            </p:custDataLst>
          </p:nvPr>
        </p:nvSpPr>
        <p:spPr>
          <a:xfrm>
            <a:off x="530352" y="5875389"/>
            <a:ext cx="1565867"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10" name="Text 24">
            <a:extLst>
              <a:ext uri="{FF2B5EF4-FFF2-40B4-BE49-F238E27FC236}">
                <a16:creationId xmlns:a16="http://schemas.microsoft.com/office/drawing/2014/main" id="{96DDC331-C047-C86D-B1BE-9459BB121B47}"/>
              </a:ext>
            </a:extLst>
          </p:cNvPr>
          <p:cNvSpPr/>
          <p:nvPr>
            <p:custDataLst>
              <p:tags r:id="rId37"/>
            </p:custDataLst>
          </p:nvPr>
        </p:nvSpPr>
        <p:spPr>
          <a:xfrm>
            <a:off x="658368" y="5985117"/>
            <a:ext cx="1437851" cy="351130"/>
          </a:xfrm>
          <a:prstGeom prst="rect">
            <a:avLst/>
          </a:prstGeom>
          <a:noFill/>
          <a:ln/>
        </p:spPr>
        <p:txBody>
          <a:bodyPr wrap="square" lIns="0" tIns="0" rIns="0" bIns="0" rtlCol="0" anchor="t">
            <a:normAutofit/>
          </a:bodyPr>
          <a:lstStyle/>
          <a:p>
            <a:pPr marL="0" indent="0">
              <a:buNone/>
            </a:pPr>
            <a:r>
              <a:rPr lang="fr-CA" sz="1600" b="1" noProof="0" dirty="0">
                <a:solidFill>
                  <a:srgbClr val="102A43"/>
                </a:solidFill>
                <a:latin typeface="Calibri" pitchFamily="34" charset="0"/>
                <a:ea typeface="Calibri" pitchFamily="34" charset="-122"/>
                <a:cs typeface="Calibri" pitchFamily="34" charset="-120"/>
              </a:rPr>
              <a:t>Security</a:t>
            </a:r>
            <a:endParaRPr lang="fr-CA" sz="1600" noProof="0" dirty="0"/>
          </a:p>
        </p:txBody>
      </p:sp>
      <p:sp>
        <p:nvSpPr>
          <p:cNvPr id="18" name="Shape 25">
            <a:extLst>
              <a:ext uri="{FF2B5EF4-FFF2-40B4-BE49-F238E27FC236}">
                <a16:creationId xmlns:a16="http://schemas.microsoft.com/office/drawing/2014/main" id="{C6ECB5ED-BE1F-2199-3CEB-164FD6DFE62B}"/>
              </a:ext>
            </a:extLst>
          </p:cNvPr>
          <p:cNvSpPr/>
          <p:nvPr>
            <p:custDataLst>
              <p:tags r:id="rId38"/>
            </p:custDataLst>
          </p:nvPr>
        </p:nvSpPr>
        <p:spPr>
          <a:xfrm>
            <a:off x="2224235" y="5875389"/>
            <a:ext cx="9393217" cy="488290"/>
          </a:xfrm>
          <a:prstGeom prst="roundRect">
            <a:avLst>
              <a:gd name="adj" fmla="val 18727"/>
            </a:avLst>
          </a:prstGeom>
          <a:solidFill>
            <a:srgbClr val="FFFFFF"/>
          </a:solidFill>
          <a:ln w="8890">
            <a:solidFill>
              <a:srgbClr val="D9E2EC"/>
            </a:solidFill>
            <a:prstDash val="solid"/>
          </a:ln>
        </p:spPr>
        <p:txBody>
          <a:bodyPr/>
          <a:lstStyle/>
          <a:p>
            <a:endParaRPr lang="fr-CA" noProof="0" dirty="0"/>
          </a:p>
        </p:txBody>
      </p:sp>
      <p:sp>
        <p:nvSpPr>
          <p:cNvPr id="23" name="Text 26">
            <a:extLst>
              <a:ext uri="{FF2B5EF4-FFF2-40B4-BE49-F238E27FC236}">
                <a16:creationId xmlns:a16="http://schemas.microsoft.com/office/drawing/2014/main" id="{F0AFA03D-D7ED-13A9-F6E6-CF36436BFC16}"/>
              </a:ext>
            </a:extLst>
          </p:cNvPr>
          <p:cNvSpPr/>
          <p:nvPr>
            <p:custDataLst>
              <p:tags r:id="rId39"/>
            </p:custDataLst>
          </p:nvPr>
        </p:nvSpPr>
        <p:spPr>
          <a:xfrm>
            <a:off x="2355011" y="5985117"/>
            <a:ext cx="9148141" cy="351130"/>
          </a:xfrm>
          <a:prstGeom prst="rect">
            <a:avLst/>
          </a:prstGeom>
          <a:noFill/>
          <a:ln/>
        </p:spPr>
        <p:txBody>
          <a:bodyPr wrap="square" lIns="0" tIns="0" rIns="0" bIns="0" rtlCol="0" anchor="t">
            <a:noAutofit/>
          </a:bodyPr>
          <a:lstStyle/>
          <a:p>
            <a:r>
              <a:rPr lang="en-US" sz="1600" dirty="0">
                <a:solidFill>
                  <a:srgbClr val="486581"/>
                </a:solidFill>
                <a:latin typeface="Calibri" pitchFamily="34" charset="0"/>
                <a:ea typeface="Calibri" pitchFamily="34" charset="-122"/>
                <a:cs typeface="Calibri" pitchFamily="34" charset="-120"/>
              </a:rPr>
              <a:t>The security is intentionally simplistic, with hard-coded values. The JWT token is stored in the browser</a:t>
            </a:r>
            <a:r>
              <a:rPr lang="fr-CA" sz="1600" noProof="0" dirty="0">
                <a:solidFill>
                  <a:srgbClr val="486581"/>
                </a:solidFill>
                <a:latin typeface="Calibri" pitchFamily="34" charset="0"/>
                <a:ea typeface="Calibri" pitchFamily="34" charset="-122"/>
                <a:cs typeface="Calibri" pitchFamily="34" charset="-120"/>
              </a:rPr>
              <a:t>.</a:t>
            </a:r>
            <a:endParaRPr lang="fr-CA" sz="1600" noProof="0" dirty="0"/>
          </a:p>
        </p:txBody>
      </p:sp>
    </p:spTree>
    <p:extLst>
      <p:ext uri="{BB962C8B-B14F-4D97-AF65-F5344CB8AC3E}">
        <p14:creationId xmlns:p14="http://schemas.microsoft.com/office/powerpoint/2010/main" val="958350601"/>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NUM" val="1"/>
</p:tagLst>
</file>

<file path=ppt/tags/tag2.xml><?xml version="1.0" encoding="utf-8"?>
<p:tagLst xmlns:a="http://schemas.openxmlformats.org/drawingml/2006/main" xmlns:r="http://schemas.openxmlformats.org/officeDocument/2006/relationships" xmlns:p="http://schemas.openxmlformats.org/presentationml/2006/main">
  <p:tag name="NUM" val="2"/>
</p:tagLst>
</file>

<file path=ppt/tags/tag3.xml><?xml version="1.0" encoding="utf-8"?>
<p:tagLst xmlns:a="http://schemas.openxmlformats.org/drawingml/2006/main" xmlns:r="http://schemas.openxmlformats.org/officeDocument/2006/relationships" xmlns:p="http://schemas.openxmlformats.org/presentationml/2006/main">
  <p:tag name="NUM" val="3"/>
</p:tagLst>
</file>

<file path=ppt/tags/tag4.xml><?xml version="1.0" encoding="utf-8"?>
<p:tagLst xmlns:a="http://schemas.openxmlformats.org/drawingml/2006/main" xmlns:r="http://schemas.openxmlformats.org/officeDocument/2006/relationships" xmlns:p="http://schemas.openxmlformats.org/presentationml/2006/main">
  <p:tag name="NUM" val="4"/>
</p:tagLst>
</file>

<file path=ppt/tags/tag5.xml><?xml version="1.0" encoding="utf-8"?>
<p:tagLst xmlns:a="http://schemas.openxmlformats.org/drawingml/2006/main" xmlns:r="http://schemas.openxmlformats.org/officeDocument/2006/relationships" xmlns:p="http://schemas.openxmlformats.org/presentationml/2006/main">
  <p:tag name="NUM" val="5"/>
</p:tagLst>
</file>

<file path=ppt/tags/tag6.xml><?xml version="1.0" encoding="utf-8"?>
<p:tagLst xmlns:a="http://schemas.openxmlformats.org/drawingml/2006/main" xmlns:r="http://schemas.openxmlformats.org/officeDocument/2006/relationships" xmlns:p="http://schemas.openxmlformats.org/presentationml/2006/main">
  <p:tag name="NUM" val="6"/>
</p:tagLst>
</file>

<file path=ppt/tags/tag7.xml><?xml version="1.0" encoding="utf-8"?>
<p:tagLst xmlns:a="http://schemas.openxmlformats.org/drawingml/2006/main" xmlns:r="http://schemas.openxmlformats.org/officeDocument/2006/relationships" xmlns:p="http://schemas.openxmlformats.org/presentationml/2006/main">
  <p:tag name="NUM" val="7"/>
</p:tagLst>
</file>

<file path=ppt/tags/tag8.xml><?xml version="1.0" encoding="utf-8"?>
<p:tagLst xmlns:a="http://schemas.openxmlformats.org/drawingml/2006/main" xmlns:r="http://schemas.openxmlformats.org/officeDocument/2006/relationships" xmlns:p="http://schemas.openxmlformats.org/presentationml/2006/main">
  <p:tag name="NUM" val="1"/>
</p:tagLst>
</file>

<file path=ppt/tags/tag9.xml><?xml version="1.0" encoding="utf-8"?>
<p:tagLst xmlns:a="http://schemas.openxmlformats.org/drawingml/2006/main" xmlns:r="http://schemas.openxmlformats.org/officeDocument/2006/relationships" xmlns:p="http://schemas.openxmlformats.org/presentationml/2006/main">
  <p:tag name="NUM" val="2"/>
</p:tagLst>
</file>

<file path=ppt/tags/tag10.xml><?xml version="1.0" encoding="utf-8"?>
<p:tagLst xmlns:a="http://schemas.openxmlformats.org/drawingml/2006/main" xmlns:r="http://schemas.openxmlformats.org/officeDocument/2006/relationships" xmlns:p="http://schemas.openxmlformats.org/presentationml/2006/main">
  <p:tag name="NUM" val="3"/>
</p:tagLst>
</file>

<file path=ppt/tags/tag11.xml><?xml version="1.0" encoding="utf-8"?>
<p:tagLst xmlns:a="http://schemas.openxmlformats.org/drawingml/2006/main" xmlns:r="http://schemas.openxmlformats.org/officeDocument/2006/relationships" xmlns:p="http://schemas.openxmlformats.org/presentationml/2006/main">
  <p:tag name="NUM" val="4"/>
</p:tagLst>
</file>

<file path=ppt/tags/tag12.xml><?xml version="1.0" encoding="utf-8"?>
<p:tagLst xmlns:a="http://schemas.openxmlformats.org/drawingml/2006/main" xmlns:r="http://schemas.openxmlformats.org/officeDocument/2006/relationships" xmlns:p="http://schemas.openxmlformats.org/presentationml/2006/main">
  <p:tag name="NUM" val="5"/>
</p:tagLst>
</file>

<file path=ppt/tags/tag13.xml><?xml version="1.0" encoding="utf-8"?>
<p:tagLst xmlns:a="http://schemas.openxmlformats.org/drawingml/2006/main" xmlns:r="http://schemas.openxmlformats.org/officeDocument/2006/relationships" xmlns:p="http://schemas.openxmlformats.org/presentationml/2006/main">
  <p:tag name="NUM" val="6"/>
</p:tagLst>
</file>

<file path=ppt/tags/tag14.xml><?xml version="1.0" encoding="utf-8"?>
<p:tagLst xmlns:a="http://schemas.openxmlformats.org/drawingml/2006/main" xmlns:r="http://schemas.openxmlformats.org/officeDocument/2006/relationships" xmlns:p="http://schemas.openxmlformats.org/presentationml/2006/main">
  <p:tag name="NUM" val="7"/>
</p:tagLst>
</file>

<file path=ppt/tags/tag15.xml><?xml version="1.0" encoding="utf-8"?>
<p:tagLst xmlns:a="http://schemas.openxmlformats.org/drawingml/2006/main" xmlns:r="http://schemas.openxmlformats.org/officeDocument/2006/relationships" xmlns:p="http://schemas.openxmlformats.org/presentationml/2006/main">
  <p:tag name="NUM" val="8"/>
</p:tagLst>
</file>

<file path=ppt/tags/tag16.xml><?xml version="1.0" encoding="utf-8"?>
<p:tagLst xmlns:a="http://schemas.openxmlformats.org/drawingml/2006/main" xmlns:r="http://schemas.openxmlformats.org/officeDocument/2006/relationships" xmlns:p="http://schemas.openxmlformats.org/presentationml/2006/main">
  <p:tag name="NUM" val="9"/>
</p:tagLst>
</file>

<file path=ppt/tags/tag17.xml><?xml version="1.0" encoding="utf-8"?>
<p:tagLst xmlns:a="http://schemas.openxmlformats.org/drawingml/2006/main" xmlns:r="http://schemas.openxmlformats.org/officeDocument/2006/relationships" xmlns:p="http://schemas.openxmlformats.org/presentationml/2006/main">
  <p:tag name="NUM" val="10"/>
</p:tagLst>
</file>

<file path=ppt/tags/tag18.xml><?xml version="1.0" encoding="utf-8"?>
<p:tagLst xmlns:a="http://schemas.openxmlformats.org/drawingml/2006/main" xmlns:r="http://schemas.openxmlformats.org/officeDocument/2006/relationships" xmlns:p="http://schemas.openxmlformats.org/presentationml/2006/main">
  <p:tag name="NUM" val="11"/>
</p:tagLst>
</file>

<file path=ppt/tags/tag19.xml><?xml version="1.0" encoding="utf-8"?>
<p:tagLst xmlns:a="http://schemas.openxmlformats.org/drawingml/2006/main" xmlns:r="http://schemas.openxmlformats.org/officeDocument/2006/relationships" xmlns:p="http://schemas.openxmlformats.org/presentationml/2006/main">
  <p:tag name="NUM" val="12"/>
</p:tagLst>
</file>

<file path=ppt/tags/tag20.xml><?xml version="1.0" encoding="utf-8"?>
<p:tagLst xmlns:a="http://schemas.openxmlformats.org/drawingml/2006/main" xmlns:r="http://schemas.openxmlformats.org/officeDocument/2006/relationships" xmlns:p="http://schemas.openxmlformats.org/presentationml/2006/main">
  <p:tag name="NUM" val="13"/>
</p:tagLst>
</file>

<file path=ppt/tags/tag21.xml><?xml version="1.0" encoding="utf-8"?>
<p:tagLst xmlns:a="http://schemas.openxmlformats.org/drawingml/2006/main" xmlns:r="http://schemas.openxmlformats.org/officeDocument/2006/relationships" xmlns:p="http://schemas.openxmlformats.org/presentationml/2006/main">
  <p:tag name="NUM" val="14"/>
</p:tagLst>
</file>

<file path=ppt/tags/tag22.xml><?xml version="1.0" encoding="utf-8"?>
<p:tagLst xmlns:a="http://schemas.openxmlformats.org/drawingml/2006/main" xmlns:r="http://schemas.openxmlformats.org/officeDocument/2006/relationships" xmlns:p="http://schemas.openxmlformats.org/presentationml/2006/main">
  <p:tag name="NUM" val="15"/>
</p:tagLst>
</file>

<file path=ppt/tags/tag23.xml><?xml version="1.0" encoding="utf-8"?>
<p:tagLst xmlns:a="http://schemas.openxmlformats.org/drawingml/2006/main" xmlns:r="http://schemas.openxmlformats.org/officeDocument/2006/relationships" xmlns:p="http://schemas.openxmlformats.org/presentationml/2006/main">
  <p:tag name="NUM" val="16"/>
</p:tagLst>
</file>

<file path=ppt/tags/tag24.xml><?xml version="1.0" encoding="utf-8"?>
<p:tagLst xmlns:a="http://schemas.openxmlformats.org/drawingml/2006/main" xmlns:r="http://schemas.openxmlformats.org/officeDocument/2006/relationships" xmlns:p="http://schemas.openxmlformats.org/presentationml/2006/main">
  <p:tag name="NUM" val="17"/>
</p:tagLst>
</file>

<file path=ppt/tags/tag25.xml><?xml version="1.0" encoding="utf-8"?>
<p:tagLst xmlns:a="http://schemas.openxmlformats.org/drawingml/2006/main" xmlns:r="http://schemas.openxmlformats.org/officeDocument/2006/relationships" xmlns:p="http://schemas.openxmlformats.org/presentationml/2006/main">
  <p:tag name="NUM" val="18"/>
</p:tagLst>
</file>

<file path=ppt/tags/tag26.xml><?xml version="1.0" encoding="utf-8"?>
<p:tagLst xmlns:a="http://schemas.openxmlformats.org/drawingml/2006/main" xmlns:r="http://schemas.openxmlformats.org/officeDocument/2006/relationships" xmlns:p="http://schemas.openxmlformats.org/presentationml/2006/main">
  <p:tag name="NUM" val="19"/>
</p:tagLst>
</file>

<file path=ppt/tags/tag27.xml><?xml version="1.0" encoding="utf-8"?>
<p:tagLst xmlns:a="http://schemas.openxmlformats.org/drawingml/2006/main" xmlns:r="http://schemas.openxmlformats.org/officeDocument/2006/relationships" xmlns:p="http://schemas.openxmlformats.org/presentationml/2006/main">
  <p:tag name="NUM" val="20"/>
</p:tagLst>
</file>

<file path=ppt/tags/tag28.xml><?xml version="1.0" encoding="utf-8"?>
<p:tagLst xmlns:a="http://schemas.openxmlformats.org/drawingml/2006/main" xmlns:r="http://schemas.openxmlformats.org/officeDocument/2006/relationships" xmlns:p="http://schemas.openxmlformats.org/presentationml/2006/main">
  <p:tag name="NUM" val="21"/>
</p:tagLst>
</file>

<file path=ppt/tags/tag29.xml><?xml version="1.0" encoding="utf-8"?>
<p:tagLst xmlns:a="http://schemas.openxmlformats.org/drawingml/2006/main" xmlns:r="http://schemas.openxmlformats.org/officeDocument/2006/relationships" xmlns:p="http://schemas.openxmlformats.org/presentationml/2006/main">
  <p:tag name="NUM" val="22"/>
</p:tagLst>
</file>

<file path=ppt/tags/tag30.xml><?xml version="1.0" encoding="utf-8"?>
<p:tagLst xmlns:a="http://schemas.openxmlformats.org/drawingml/2006/main" xmlns:r="http://schemas.openxmlformats.org/officeDocument/2006/relationships" xmlns:p="http://schemas.openxmlformats.org/presentationml/2006/main">
  <p:tag name="NUM" val="23"/>
</p:tagLst>
</file>

<file path=ppt/tags/tag31.xml><?xml version="1.0" encoding="utf-8"?>
<p:tagLst xmlns:a="http://schemas.openxmlformats.org/drawingml/2006/main" xmlns:r="http://schemas.openxmlformats.org/officeDocument/2006/relationships" xmlns:p="http://schemas.openxmlformats.org/presentationml/2006/main">
  <p:tag name="NUM" val="24"/>
</p:tagLst>
</file>

<file path=ppt/tags/tag32.xml><?xml version="1.0" encoding="utf-8"?>
<p:tagLst xmlns:a="http://schemas.openxmlformats.org/drawingml/2006/main" xmlns:r="http://schemas.openxmlformats.org/officeDocument/2006/relationships" xmlns:p="http://schemas.openxmlformats.org/presentationml/2006/main">
  <p:tag name="NUM" val="25"/>
</p:tagLst>
</file>

<file path=ppt/tags/tag33.xml><?xml version="1.0" encoding="utf-8"?>
<p:tagLst xmlns:a="http://schemas.openxmlformats.org/drawingml/2006/main" xmlns:r="http://schemas.openxmlformats.org/officeDocument/2006/relationships" xmlns:p="http://schemas.openxmlformats.org/presentationml/2006/main">
  <p:tag name="NUM" val="26"/>
</p:tagLst>
</file>

<file path=ppt/tags/tag34.xml><?xml version="1.0" encoding="utf-8"?>
<p:tagLst xmlns:a="http://schemas.openxmlformats.org/drawingml/2006/main" xmlns:r="http://schemas.openxmlformats.org/officeDocument/2006/relationships" xmlns:p="http://schemas.openxmlformats.org/presentationml/2006/main">
  <p:tag name="NUM" val="27"/>
</p:tagLst>
</file>

<file path=ppt/tags/tag35.xml><?xml version="1.0" encoding="utf-8"?>
<p:tagLst xmlns:a="http://schemas.openxmlformats.org/drawingml/2006/main" xmlns:r="http://schemas.openxmlformats.org/officeDocument/2006/relationships" xmlns:p="http://schemas.openxmlformats.org/presentationml/2006/main">
  <p:tag name="NUM" val="28"/>
</p:tagLst>
</file>

<file path=ppt/tags/tag36.xml><?xml version="1.0" encoding="utf-8"?>
<p:tagLst xmlns:a="http://schemas.openxmlformats.org/drawingml/2006/main" xmlns:r="http://schemas.openxmlformats.org/officeDocument/2006/relationships" xmlns:p="http://schemas.openxmlformats.org/presentationml/2006/main">
  <p:tag name="NUM" val="29"/>
</p:tagLst>
</file>

<file path=ppt/tags/tag37.xml><?xml version="1.0" encoding="utf-8"?>
<p:tagLst xmlns:a="http://schemas.openxmlformats.org/drawingml/2006/main" xmlns:r="http://schemas.openxmlformats.org/officeDocument/2006/relationships" xmlns:p="http://schemas.openxmlformats.org/presentationml/2006/main">
  <p:tag name="NUM" val="1"/>
</p:tagLst>
</file>

<file path=ppt/tags/tag38.xml><?xml version="1.0" encoding="utf-8"?>
<p:tagLst xmlns:a="http://schemas.openxmlformats.org/drawingml/2006/main" xmlns:r="http://schemas.openxmlformats.org/officeDocument/2006/relationships" xmlns:p="http://schemas.openxmlformats.org/presentationml/2006/main">
  <p:tag name="NUM" val="2"/>
</p:tagLst>
</file>

<file path=ppt/tags/tag39.xml><?xml version="1.0" encoding="utf-8"?>
<p:tagLst xmlns:a="http://schemas.openxmlformats.org/drawingml/2006/main" xmlns:r="http://schemas.openxmlformats.org/officeDocument/2006/relationships" xmlns:p="http://schemas.openxmlformats.org/presentationml/2006/main">
  <p:tag name="NUM" val="3"/>
</p:tagLst>
</file>

<file path=ppt/tags/tag40.xml><?xml version="1.0" encoding="utf-8"?>
<p:tagLst xmlns:a="http://schemas.openxmlformats.org/drawingml/2006/main" xmlns:r="http://schemas.openxmlformats.org/officeDocument/2006/relationships" xmlns:p="http://schemas.openxmlformats.org/presentationml/2006/main">
  <p:tag name="NUM" val="4"/>
</p:tagLst>
</file>

<file path=ppt/tags/tag41.xml><?xml version="1.0" encoding="utf-8"?>
<p:tagLst xmlns:a="http://schemas.openxmlformats.org/drawingml/2006/main" xmlns:r="http://schemas.openxmlformats.org/officeDocument/2006/relationships" xmlns:p="http://schemas.openxmlformats.org/presentationml/2006/main">
  <p:tag name="NUM" val="5"/>
</p:tagLst>
</file>

<file path=ppt/tags/tag42.xml><?xml version="1.0" encoding="utf-8"?>
<p:tagLst xmlns:a="http://schemas.openxmlformats.org/drawingml/2006/main" xmlns:r="http://schemas.openxmlformats.org/officeDocument/2006/relationships" xmlns:p="http://schemas.openxmlformats.org/presentationml/2006/main">
  <p:tag name="NUM" val="6"/>
</p:tagLst>
</file>

<file path=ppt/tags/tag43.xml><?xml version="1.0" encoding="utf-8"?>
<p:tagLst xmlns:a="http://schemas.openxmlformats.org/drawingml/2006/main" xmlns:r="http://schemas.openxmlformats.org/officeDocument/2006/relationships" xmlns:p="http://schemas.openxmlformats.org/presentationml/2006/main">
  <p:tag name="NUM" val="7"/>
</p:tagLst>
</file>

<file path=ppt/tags/tag44.xml><?xml version="1.0" encoding="utf-8"?>
<p:tagLst xmlns:a="http://schemas.openxmlformats.org/drawingml/2006/main" xmlns:r="http://schemas.openxmlformats.org/officeDocument/2006/relationships" xmlns:p="http://schemas.openxmlformats.org/presentationml/2006/main">
  <p:tag name="NUM" val="8"/>
</p:tagLst>
</file>

<file path=ppt/tags/tag45.xml><?xml version="1.0" encoding="utf-8"?>
<p:tagLst xmlns:a="http://schemas.openxmlformats.org/drawingml/2006/main" xmlns:r="http://schemas.openxmlformats.org/officeDocument/2006/relationships" xmlns:p="http://schemas.openxmlformats.org/presentationml/2006/main">
  <p:tag name="NUM" val="9"/>
</p:tagLst>
</file>

<file path=ppt/tags/tag46.xml><?xml version="1.0" encoding="utf-8"?>
<p:tagLst xmlns:a="http://schemas.openxmlformats.org/drawingml/2006/main" xmlns:r="http://schemas.openxmlformats.org/officeDocument/2006/relationships" xmlns:p="http://schemas.openxmlformats.org/presentationml/2006/main">
  <p:tag name="NUM" val="10"/>
</p:tagLst>
</file>

<file path=ppt/tags/tag47.xml><?xml version="1.0" encoding="utf-8"?>
<p:tagLst xmlns:a="http://schemas.openxmlformats.org/drawingml/2006/main" xmlns:r="http://schemas.openxmlformats.org/officeDocument/2006/relationships" xmlns:p="http://schemas.openxmlformats.org/presentationml/2006/main">
  <p:tag name="NUM" val="11"/>
</p:tagLst>
</file>

<file path=ppt/tags/tag48.xml><?xml version="1.0" encoding="utf-8"?>
<p:tagLst xmlns:a="http://schemas.openxmlformats.org/drawingml/2006/main" xmlns:r="http://schemas.openxmlformats.org/officeDocument/2006/relationships" xmlns:p="http://schemas.openxmlformats.org/presentationml/2006/main">
  <p:tag name="NUM" val="12"/>
</p:tagLst>
</file>

<file path=ppt/tags/tag49.xml><?xml version="1.0" encoding="utf-8"?>
<p:tagLst xmlns:a="http://schemas.openxmlformats.org/drawingml/2006/main" xmlns:r="http://schemas.openxmlformats.org/officeDocument/2006/relationships" xmlns:p="http://schemas.openxmlformats.org/presentationml/2006/main">
  <p:tag name="NUM" val="13"/>
</p:tagLst>
</file>

<file path=ppt/tags/tag50.xml><?xml version="1.0" encoding="utf-8"?>
<p:tagLst xmlns:a="http://schemas.openxmlformats.org/drawingml/2006/main" xmlns:r="http://schemas.openxmlformats.org/officeDocument/2006/relationships" xmlns:p="http://schemas.openxmlformats.org/presentationml/2006/main">
  <p:tag name="NUM" val="14"/>
</p:tagLst>
</file>

<file path=ppt/tags/tag51.xml><?xml version="1.0" encoding="utf-8"?>
<p:tagLst xmlns:a="http://schemas.openxmlformats.org/drawingml/2006/main" xmlns:r="http://schemas.openxmlformats.org/officeDocument/2006/relationships" xmlns:p="http://schemas.openxmlformats.org/presentationml/2006/main">
  <p:tag name="NUM" val="15"/>
</p:tagLst>
</file>

<file path=ppt/tags/tag52.xml><?xml version="1.0" encoding="utf-8"?>
<p:tagLst xmlns:a="http://schemas.openxmlformats.org/drawingml/2006/main" xmlns:r="http://schemas.openxmlformats.org/officeDocument/2006/relationships" xmlns:p="http://schemas.openxmlformats.org/presentationml/2006/main">
  <p:tag name="NUM" val="16"/>
</p:tagLst>
</file>

<file path=ppt/tags/tag53.xml><?xml version="1.0" encoding="utf-8"?>
<p:tagLst xmlns:a="http://schemas.openxmlformats.org/drawingml/2006/main" xmlns:r="http://schemas.openxmlformats.org/officeDocument/2006/relationships" xmlns:p="http://schemas.openxmlformats.org/presentationml/2006/main">
  <p:tag name="NUM" val="17"/>
</p:tagLst>
</file>

<file path=ppt/tags/tag54.xml><?xml version="1.0" encoding="utf-8"?>
<p:tagLst xmlns:a="http://schemas.openxmlformats.org/drawingml/2006/main" xmlns:r="http://schemas.openxmlformats.org/officeDocument/2006/relationships" xmlns:p="http://schemas.openxmlformats.org/presentationml/2006/main">
  <p:tag name="NUM" val="18"/>
</p:tagLst>
</file>

<file path=ppt/tags/tag55.xml><?xml version="1.0" encoding="utf-8"?>
<p:tagLst xmlns:a="http://schemas.openxmlformats.org/drawingml/2006/main" xmlns:r="http://schemas.openxmlformats.org/officeDocument/2006/relationships" xmlns:p="http://schemas.openxmlformats.org/presentationml/2006/main">
  <p:tag name="NUM" val="19"/>
</p:tagLst>
</file>

<file path=ppt/tags/tag56.xml><?xml version="1.0" encoding="utf-8"?>
<p:tagLst xmlns:a="http://schemas.openxmlformats.org/drawingml/2006/main" xmlns:r="http://schemas.openxmlformats.org/officeDocument/2006/relationships" xmlns:p="http://schemas.openxmlformats.org/presentationml/2006/main">
  <p:tag name="NUM" val="20"/>
</p:tagLst>
</file>

<file path=ppt/tags/tag57.xml><?xml version="1.0" encoding="utf-8"?>
<p:tagLst xmlns:a="http://schemas.openxmlformats.org/drawingml/2006/main" xmlns:r="http://schemas.openxmlformats.org/officeDocument/2006/relationships" xmlns:p="http://schemas.openxmlformats.org/presentationml/2006/main">
  <p:tag name="NUM" val="21"/>
</p:tagLst>
</file>

<file path=ppt/tags/tag58.xml><?xml version="1.0" encoding="utf-8"?>
<p:tagLst xmlns:a="http://schemas.openxmlformats.org/drawingml/2006/main" xmlns:r="http://schemas.openxmlformats.org/officeDocument/2006/relationships" xmlns:p="http://schemas.openxmlformats.org/presentationml/2006/main">
  <p:tag name="NUM" val="22"/>
</p:tagLst>
</file>

<file path=ppt/tags/tag59.xml><?xml version="1.0" encoding="utf-8"?>
<p:tagLst xmlns:a="http://schemas.openxmlformats.org/drawingml/2006/main" xmlns:r="http://schemas.openxmlformats.org/officeDocument/2006/relationships" xmlns:p="http://schemas.openxmlformats.org/presentationml/2006/main">
  <p:tag name="NUM" val="23"/>
</p:tagLst>
</file>

<file path=ppt/tags/tag60.xml><?xml version="1.0" encoding="utf-8"?>
<p:tagLst xmlns:a="http://schemas.openxmlformats.org/drawingml/2006/main" xmlns:r="http://schemas.openxmlformats.org/officeDocument/2006/relationships" xmlns:p="http://schemas.openxmlformats.org/presentationml/2006/main">
  <p:tag name="NUM" val="24"/>
</p:tagLst>
</file>

<file path=ppt/tags/tag61.xml><?xml version="1.0" encoding="utf-8"?>
<p:tagLst xmlns:a="http://schemas.openxmlformats.org/drawingml/2006/main" xmlns:r="http://schemas.openxmlformats.org/officeDocument/2006/relationships" xmlns:p="http://schemas.openxmlformats.org/presentationml/2006/main">
  <p:tag name="NUM" val="25"/>
</p:tagLst>
</file>

<file path=ppt/tags/tag62.xml><?xml version="1.0" encoding="utf-8"?>
<p:tagLst xmlns:a="http://schemas.openxmlformats.org/drawingml/2006/main" xmlns:r="http://schemas.openxmlformats.org/officeDocument/2006/relationships" xmlns:p="http://schemas.openxmlformats.org/presentationml/2006/main">
  <p:tag name="NUM" val="26"/>
</p:tagLst>
</file>

<file path=ppt/tags/tag63.xml><?xml version="1.0" encoding="utf-8"?>
<p:tagLst xmlns:a="http://schemas.openxmlformats.org/drawingml/2006/main" xmlns:r="http://schemas.openxmlformats.org/officeDocument/2006/relationships" xmlns:p="http://schemas.openxmlformats.org/presentationml/2006/main">
  <p:tag name="NUM" val="27"/>
</p:tagLst>
</file>

<file path=ppt/tags/tag64.xml><?xml version="1.0" encoding="utf-8"?>
<p:tagLst xmlns:a="http://schemas.openxmlformats.org/drawingml/2006/main" xmlns:r="http://schemas.openxmlformats.org/officeDocument/2006/relationships" xmlns:p="http://schemas.openxmlformats.org/presentationml/2006/main">
  <p:tag name="NUM" val="28"/>
</p:tagLst>
</file>

<file path=ppt/tags/tag65.xml><?xml version="1.0" encoding="utf-8"?>
<p:tagLst xmlns:a="http://schemas.openxmlformats.org/drawingml/2006/main" xmlns:r="http://schemas.openxmlformats.org/officeDocument/2006/relationships" xmlns:p="http://schemas.openxmlformats.org/presentationml/2006/main">
  <p:tag name="NUM" val="29"/>
</p:tagLst>
</file>

<file path=ppt/tags/tag66.xml><?xml version="1.0" encoding="utf-8"?>
<p:tagLst xmlns:a="http://schemas.openxmlformats.org/drawingml/2006/main" xmlns:r="http://schemas.openxmlformats.org/officeDocument/2006/relationships" xmlns:p="http://schemas.openxmlformats.org/presentationml/2006/main">
  <p:tag name="NUM" val="30"/>
</p:tagLst>
</file>

<file path=ppt/tags/tag67.xml><?xml version="1.0" encoding="utf-8"?>
<p:tagLst xmlns:a="http://schemas.openxmlformats.org/drawingml/2006/main" xmlns:r="http://schemas.openxmlformats.org/officeDocument/2006/relationships" xmlns:p="http://schemas.openxmlformats.org/presentationml/2006/main">
  <p:tag name="NUM" val="31"/>
</p:tagLst>
</file>

<file path=ppt/tags/tag68.xml><?xml version="1.0" encoding="utf-8"?>
<p:tagLst xmlns:a="http://schemas.openxmlformats.org/drawingml/2006/main" xmlns:r="http://schemas.openxmlformats.org/officeDocument/2006/relationships" xmlns:p="http://schemas.openxmlformats.org/presentationml/2006/main">
  <p:tag name="NUM" val="32"/>
</p:tagLst>
</file>

<file path=ppt/tags/tag69.xml><?xml version="1.0" encoding="utf-8"?>
<p:tagLst xmlns:a="http://schemas.openxmlformats.org/drawingml/2006/main" xmlns:r="http://schemas.openxmlformats.org/officeDocument/2006/relationships" xmlns:p="http://schemas.openxmlformats.org/presentationml/2006/main">
  <p:tag name="NUM" val="33"/>
</p:tagLst>
</file>

<file path=ppt/tags/tag70.xml><?xml version="1.0" encoding="utf-8"?>
<p:tagLst xmlns:a="http://schemas.openxmlformats.org/drawingml/2006/main" xmlns:r="http://schemas.openxmlformats.org/officeDocument/2006/relationships" xmlns:p="http://schemas.openxmlformats.org/presentationml/2006/main">
  <p:tag name="NUM" val="1"/>
</p:tagLst>
</file>

<file path=ppt/tags/tag71.xml><?xml version="1.0" encoding="utf-8"?>
<p:tagLst xmlns:a="http://schemas.openxmlformats.org/drawingml/2006/main" xmlns:r="http://schemas.openxmlformats.org/officeDocument/2006/relationships" xmlns:p="http://schemas.openxmlformats.org/presentationml/2006/main">
  <p:tag name="NUM" val="2"/>
</p:tagLst>
</file>

<file path=ppt/tags/tag72.xml><?xml version="1.0" encoding="utf-8"?>
<p:tagLst xmlns:a="http://schemas.openxmlformats.org/drawingml/2006/main" xmlns:r="http://schemas.openxmlformats.org/officeDocument/2006/relationships" xmlns:p="http://schemas.openxmlformats.org/presentationml/2006/main">
  <p:tag name="NUM" val="3"/>
</p:tagLst>
</file>

<file path=ppt/tags/tag73.xml><?xml version="1.0" encoding="utf-8"?>
<p:tagLst xmlns:a="http://schemas.openxmlformats.org/drawingml/2006/main" xmlns:r="http://schemas.openxmlformats.org/officeDocument/2006/relationships" xmlns:p="http://schemas.openxmlformats.org/presentationml/2006/main">
  <p:tag name="NUM" val="4"/>
</p:tagLst>
</file>

<file path=ppt/tags/tag74.xml><?xml version="1.0" encoding="utf-8"?>
<p:tagLst xmlns:a="http://schemas.openxmlformats.org/drawingml/2006/main" xmlns:r="http://schemas.openxmlformats.org/officeDocument/2006/relationships" xmlns:p="http://schemas.openxmlformats.org/presentationml/2006/main">
  <p:tag name="NUM" val="5"/>
</p:tagLst>
</file>

<file path=ppt/tags/tag75.xml><?xml version="1.0" encoding="utf-8"?>
<p:tagLst xmlns:a="http://schemas.openxmlformats.org/drawingml/2006/main" xmlns:r="http://schemas.openxmlformats.org/officeDocument/2006/relationships" xmlns:p="http://schemas.openxmlformats.org/presentationml/2006/main">
  <p:tag name="NUM" val="6"/>
</p:tagLst>
</file>

<file path=ppt/tags/tag76.xml><?xml version="1.0" encoding="utf-8"?>
<p:tagLst xmlns:a="http://schemas.openxmlformats.org/drawingml/2006/main" xmlns:r="http://schemas.openxmlformats.org/officeDocument/2006/relationships" xmlns:p="http://schemas.openxmlformats.org/presentationml/2006/main">
  <p:tag name="NUM" val="7"/>
</p:tagLst>
</file>

<file path=ppt/tags/tag77.xml><?xml version="1.0" encoding="utf-8"?>
<p:tagLst xmlns:a="http://schemas.openxmlformats.org/drawingml/2006/main" xmlns:r="http://schemas.openxmlformats.org/officeDocument/2006/relationships" xmlns:p="http://schemas.openxmlformats.org/presentationml/2006/main">
  <p:tag name="NUM" val="8"/>
</p:tagLst>
</file>

<file path=ppt/tags/tag78.xml><?xml version="1.0" encoding="utf-8"?>
<p:tagLst xmlns:a="http://schemas.openxmlformats.org/drawingml/2006/main" xmlns:r="http://schemas.openxmlformats.org/officeDocument/2006/relationships" xmlns:p="http://schemas.openxmlformats.org/presentationml/2006/main">
  <p:tag name="NUM" val="9"/>
</p:tagLst>
</file>

<file path=ppt/tags/tag79.xml><?xml version="1.0" encoding="utf-8"?>
<p:tagLst xmlns:a="http://schemas.openxmlformats.org/drawingml/2006/main" xmlns:r="http://schemas.openxmlformats.org/officeDocument/2006/relationships" xmlns:p="http://schemas.openxmlformats.org/presentationml/2006/main">
  <p:tag name="NUM" val="10"/>
</p:tagLst>
</file>

<file path=ppt/tags/tag80.xml><?xml version="1.0" encoding="utf-8"?>
<p:tagLst xmlns:a="http://schemas.openxmlformats.org/drawingml/2006/main" xmlns:r="http://schemas.openxmlformats.org/officeDocument/2006/relationships" xmlns:p="http://schemas.openxmlformats.org/presentationml/2006/main">
  <p:tag name="NUM" val="11"/>
</p:tagLst>
</file>

<file path=ppt/tags/tag81.xml><?xml version="1.0" encoding="utf-8"?>
<p:tagLst xmlns:a="http://schemas.openxmlformats.org/drawingml/2006/main" xmlns:r="http://schemas.openxmlformats.org/officeDocument/2006/relationships" xmlns:p="http://schemas.openxmlformats.org/presentationml/2006/main">
  <p:tag name="NUM" val="12"/>
</p:tagLst>
</file>

<file path=ppt/tags/tag82.xml><?xml version="1.0" encoding="utf-8"?>
<p:tagLst xmlns:a="http://schemas.openxmlformats.org/drawingml/2006/main" xmlns:r="http://schemas.openxmlformats.org/officeDocument/2006/relationships" xmlns:p="http://schemas.openxmlformats.org/presentationml/2006/main">
  <p:tag name="NUM" val="13"/>
</p:tagLst>
</file>

<file path=ppt/tags/tag83.xml><?xml version="1.0" encoding="utf-8"?>
<p:tagLst xmlns:a="http://schemas.openxmlformats.org/drawingml/2006/main" xmlns:r="http://schemas.openxmlformats.org/officeDocument/2006/relationships" xmlns:p="http://schemas.openxmlformats.org/presentationml/2006/main">
  <p:tag name="NUM" val="14"/>
</p:tagLst>
</file>

<file path=ppt/tags/tag84.xml><?xml version="1.0" encoding="utf-8"?>
<p:tagLst xmlns:a="http://schemas.openxmlformats.org/drawingml/2006/main" xmlns:r="http://schemas.openxmlformats.org/officeDocument/2006/relationships" xmlns:p="http://schemas.openxmlformats.org/presentationml/2006/main">
  <p:tag name="NUM" val="15"/>
</p:tagLst>
</file>

<file path=ppt/tags/tag85.xml><?xml version="1.0" encoding="utf-8"?>
<p:tagLst xmlns:a="http://schemas.openxmlformats.org/drawingml/2006/main" xmlns:r="http://schemas.openxmlformats.org/officeDocument/2006/relationships" xmlns:p="http://schemas.openxmlformats.org/presentationml/2006/main">
  <p:tag name="NUM" val="16"/>
</p:tagLst>
</file>

<file path=ppt/tags/tag86.xml><?xml version="1.0" encoding="utf-8"?>
<p:tagLst xmlns:a="http://schemas.openxmlformats.org/drawingml/2006/main" xmlns:r="http://schemas.openxmlformats.org/officeDocument/2006/relationships" xmlns:p="http://schemas.openxmlformats.org/presentationml/2006/main">
  <p:tag name="NUM" val="17"/>
</p:tagLst>
</file>

<file path=ppt/tags/tag87.xml><?xml version="1.0" encoding="utf-8"?>
<p:tagLst xmlns:a="http://schemas.openxmlformats.org/drawingml/2006/main" xmlns:r="http://schemas.openxmlformats.org/officeDocument/2006/relationships" xmlns:p="http://schemas.openxmlformats.org/presentationml/2006/main">
  <p:tag name="NUM" val="18"/>
</p:tagLst>
</file>

<file path=ppt/tags/tag88.xml><?xml version="1.0" encoding="utf-8"?>
<p:tagLst xmlns:a="http://schemas.openxmlformats.org/drawingml/2006/main" xmlns:r="http://schemas.openxmlformats.org/officeDocument/2006/relationships" xmlns:p="http://schemas.openxmlformats.org/presentationml/2006/main">
  <p:tag name="NUM" val="19"/>
</p:tagLst>
</file>

<file path=ppt/tags/tag89.xml><?xml version="1.0" encoding="utf-8"?>
<p:tagLst xmlns:a="http://schemas.openxmlformats.org/drawingml/2006/main" xmlns:r="http://schemas.openxmlformats.org/officeDocument/2006/relationships" xmlns:p="http://schemas.openxmlformats.org/presentationml/2006/main">
  <p:tag name="NUM" val="1"/>
</p:tagLst>
</file>

<file path=ppt/tags/tag90.xml><?xml version="1.0" encoding="utf-8"?>
<p:tagLst xmlns:a="http://schemas.openxmlformats.org/drawingml/2006/main" xmlns:r="http://schemas.openxmlformats.org/officeDocument/2006/relationships" xmlns:p="http://schemas.openxmlformats.org/presentationml/2006/main">
  <p:tag name="NUM" val="2"/>
</p:tagLst>
</file>

<file path=ppt/tags/tag91.xml><?xml version="1.0" encoding="utf-8"?>
<p:tagLst xmlns:a="http://schemas.openxmlformats.org/drawingml/2006/main" xmlns:r="http://schemas.openxmlformats.org/officeDocument/2006/relationships" xmlns:p="http://schemas.openxmlformats.org/presentationml/2006/main">
  <p:tag name="NUM" val="3"/>
</p:tagLst>
</file>

<file path=ppt/tags/tag92.xml><?xml version="1.0" encoding="utf-8"?>
<p:tagLst xmlns:a="http://schemas.openxmlformats.org/drawingml/2006/main" xmlns:r="http://schemas.openxmlformats.org/officeDocument/2006/relationships" xmlns:p="http://schemas.openxmlformats.org/presentationml/2006/main">
  <p:tag name="NUM" val="4"/>
</p:tagLst>
</file>

<file path=ppt/tags/tag93.xml><?xml version="1.0" encoding="utf-8"?>
<p:tagLst xmlns:a="http://schemas.openxmlformats.org/drawingml/2006/main" xmlns:r="http://schemas.openxmlformats.org/officeDocument/2006/relationships" xmlns:p="http://schemas.openxmlformats.org/presentationml/2006/main">
  <p:tag name="NUM" val="5"/>
</p:tagLst>
</file>

<file path=ppt/tags/tag94.xml><?xml version="1.0" encoding="utf-8"?>
<p:tagLst xmlns:a="http://schemas.openxmlformats.org/drawingml/2006/main" xmlns:r="http://schemas.openxmlformats.org/officeDocument/2006/relationships" xmlns:p="http://schemas.openxmlformats.org/presentationml/2006/main">
  <p:tag name="NUM" val="6"/>
</p:tagLst>
</file>

<file path=ppt/tags/tag95.xml><?xml version="1.0" encoding="utf-8"?>
<p:tagLst xmlns:a="http://schemas.openxmlformats.org/drawingml/2006/main" xmlns:r="http://schemas.openxmlformats.org/officeDocument/2006/relationships" xmlns:p="http://schemas.openxmlformats.org/presentationml/2006/main">
  <p:tag name="NUM" val="7"/>
</p:tagLst>
</file>

<file path=ppt/tags/tag96.xml><?xml version="1.0" encoding="utf-8"?>
<p:tagLst xmlns:a="http://schemas.openxmlformats.org/drawingml/2006/main" xmlns:r="http://schemas.openxmlformats.org/officeDocument/2006/relationships" xmlns:p="http://schemas.openxmlformats.org/presentationml/2006/main">
  <p:tag name="NUM" val="8"/>
</p:tagLst>
</file>

<file path=ppt/tags/tag97.xml><?xml version="1.0" encoding="utf-8"?>
<p:tagLst xmlns:a="http://schemas.openxmlformats.org/drawingml/2006/main" xmlns:r="http://schemas.openxmlformats.org/officeDocument/2006/relationships" xmlns:p="http://schemas.openxmlformats.org/presentationml/2006/main">
  <p:tag name="NUM" val="9"/>
</p:tagLst>
</file>

<file path=ppt/tags/tag98.xml><?xml version="1.0" encoding="utf-8"?>
<p:tagLst xmlns:a="http://schemas.openxmlformats.org/drawingml/2006/main" xmlns:r="http://schemas.openxmlformats.org/officeDocument/2006/relationships" xmlns:p="http://schemas.openxmlformats.org/presentationml/2006/main">
  <p:tag name="NUM" val="10"/>
</p:tagLst>
</file>

<file path=ppt/tags/tag99.xml><?xml version="1.0" encoding="utf-8"?>
<p:tagLst xmlns:a="http://schemas.openxmlformats.org/drawingml/2006/main" xmlns:r="http://schemas.openxmlformats.org/officeDocument/2006/relationships" xmlns:p="http://schemas.openxmlformats.org/presentationml/2006/main">
  <p:tag name="NUM" val="11"/>
</p:tagLst>
</file>

<file path=ppt/tags/tag100.xml><?xml version="1.0" encoding="utf-8"?>
<p:tagLst xmlns:a="http://schemas.openxmlformats.org/drawingml/2006/main" xmlns:r="http://schemas.openxmlformats.org/officeDocument/2006/relationships" xmlns:p="http://schemas.openxmlformats.org/presentationml/2006/main">
  <p:tag name="NUM" val="12"/>
</p:tagLst>
</file>

<file path=ppt/tags/tag101.xml><?xml version="1.0" encoding="utf-8"?>
<p:tagLst xmlns:a="http://schemas.openxmlformats.org/drawingml/2006/main" xmlns:r="http://schemas.openxmlformats.org/officeDocument/2006/relationships" xmlns:p="http://schemas.openxmlformats.org/presentationml/2006/main">
  <p:tag name="NUM" val="13"/>
</p:tagLst>
</file>

<file path=ppt/tags/tag102.xml><?xml version="1.0" encoding="utf-8"?>
<p:tagLst xmlns:a="http://schemas.openxmlformats.org/drawingml/2006/main" xmlns:r="http://schemas.openxmlformats.org/officeDocument/2006/relationships" xmlns:p="http://schemas.openxmlformats.org/presentationml/2006/main">
  <p:tag name="NUM" val="14"/>
</p:tagLst>
</file>

<file path=ppt/tags/tag103.xml><?xml version="1.0" encoding="utf-8"?>
<p:tagLst xmlns:a="http://schemas.openxmlformats.org/drawingml/2006/main" xmlns:r="http://schemas.openxmlformats.org/officeDocument/2006/relationships" xmlns:p="http://schemas.openxmlformats.org/presentationml/2006/main">
  <p:tag name="NUM" val="15"/>
</p:tagLst>
</file>

<file path=ppt/tags/tag104.xml><?xml version="1.0" encoding="utf-8"?>
<p:tagLst xmlns:a="http://schemas.openxmlformats.org/drawingml/2006/main" xmlns:r="http://schemas.openxmlformats.org/officeDocument/2006/relationships" xmlns:p="http://schemas.openxmlformats.org/presentationml/2006/main">
  <p:tag name="NUM" val="16"/>
</p:tagLst>
</file>

<file path=ppt/tags/tag105.xml><?xml version="1.0" encoding="utf-8"?>
<p:tagLst xmlns:a="http://schemas.openxmlformats.org/drawingml/2006/main" xmlns:r="http://schemas.openxmlformats.org/officeDocument/2006/relationships" xmlns:p="http://schemas.openxmlformats.org/presentationml/2006/main">
  <p:tag name="NUM" val="17"/>
</p:tagLst>
</file>

<file path=ppt/tags/tag106.xml><?xml version="1.0" encoding="utf-8"?>
<p:tagLst xmlns:a="http://schemas.openxmlformats.org/drawingml/2006/main" xmlns:r="http://schemas.openxmlformats.org/officeDocument/2006/relationships" xmlns:p="http://schemas.openxmlformats.org/presentationml/2006/main">
  <p:tag name="NUM" val="18"/>
</p:tagLst>
</file>

<file path=ppt/tags/tag107.xml><?xml version="1.0" encoding="utf-8"?>
<p:tagLst xmlns:a="http://schemas.openxmlformats.org/drawingml/2006/main" xmlns:r="http://schemas.openxmlformats.org/officeDocument/2006/relationships" xmlns:p="http://schemas.openxmlformats.org/presentationml/2006/main">
  <p:tag name="NUM" val="19"/>
</p:tagLst>
</file>

<file path=ppt/tags/tag108.xml><?xml version="1.0" encoding="utf-8"?>
<p:tagLst xmlns:a="http://schemas.openxmlformats.org/drawingml/2006/main" xmlns:r="http://schemas.openxmlformats.org/officeDocument/2006/relationships" xmlns:p="http://schemas.openxmlformats.org/presentationml/2006/main">
  <p:tag name="NUM" val="20"/>
</p:tagLst>
</file>

<file path=ppt/tags/tag109.xml><?xml version="1.0" encoding="utf-8"?>
<p:tagLst xmlns:a="http://schemas.openxmlformats.org/drawingml/2006/main" xmlns:r="http://schemas.openxmlformats.org/officeDocument/2006/relationships" xmlns:p="http://schemas.openxmlformats.org/presentationml/2006/main">
  <p:tag name="NUM" val="21"/>
</p:tagLst>
</file>

<file path=ppt/tags/tag110.xml><?xml version="1.0" encoding="utf-8"?>
<p:tagLst xmlns:a="http://schemas.openxmlformats.org/drawingml/2006/main" xmlns:r="http://schemas.openxmlformats.org/officeDocument/2006/relationships" xmlns:p="http://schemas.openxmlformats.org/presentationml/2006/main">
  <p:tag name="NUM" val="22"/>
</p:tagLst>
</file>

<file path=ppt/tags/tag111.xml><?xml version="1.0" encoding="utf-8"?>
<p:tagLst xmlns:a="http://schemas.openxmlformats.org/drawingml/2006/main" xmlns:r="http://schemas.openxmlformats.org/officeDocument/2006/relationships" xmlns:p="http://schemas.openxmlformats.org/presentationml/2006/main">
  <p:tag name="NUM" val="23"/>
</p:tagLst>
</file>

<file path=ppt/tags/tag112.xml><?xml version="1.0" encoding="utf-8"?>
<p:tagLst xmlns:a="http://schemas.openxmlformats.org/drawingml/2006/main" xmlns:r="http://schemas.openxmlformats.org/officeDocument/2006/relationships" xmlns:p="http://schemas.openxmlformats.org/presentationml/2006/main">
  <p:tag name="NUM" val="24"/>
</p:tagLst>
</file>

<file path=ppt/tags/tag113.xml><?xml version="1.0" encoding="utf-8"?>
<p:tagLst xmlns:a="http://schemas.openxmlformats.org/drawingml/2006/main" xmlns:r="http://schemas.openxmlformats.org/officeDocument/2006/relationships" xmlns:p="http://schemas.openxmlformats.org/presentationml/2006/main">
  <p:tag name="NUM" val="25"/>
</p:tagLst>
</file>

<file path=ppt/tags/tag114.xml><?xml version="1.0" encoding="utf-8"?>
<p:tagLst xmlns:a="http://schemas.openxmlformats.org/drawingml/2006/main" xmlns:r="http://schemas.openxmlformats.org/officeDocument/2006/relationships" xmlns:p="http://schemas.openxmlformats.org/presentationml/2006/main">
  <p:tag name="NUM" val="26"/>
</p:tagLst>
</file>

<file path=ppt/tags/tag115.xml><?xml version="1.0" encoding="utf-8"?>
<p:tagLst xmlns:a="http://schemas.openxmlformats.org/drawingml/2006/main" xmlns:r="http://schemas.openxmlformats.org/officeDocument/2006/relationships" xmlns:p="http://schemas.openxmlformats.org/presentationml/2006/main">
  <p:tag name="NUM" val="27"/>
</p:tagLst>
</file>

<file path=ppt/tags/tag116.xml><?xml version="1.0" encoding="utf-8"?>
<p:tagLst xmlns:a="http://schemas.openxmlformats.org/drawingml/2006/main" xmlns:r="http://schemas.openxmlformats.org/officeDocument/2006/relationships" xmlns:p="http://schemas.openxmlformats.org/presentationml/2006/main">
  <p:tag name="NUM" val="28"/>
</p:tagLst>
</file>

<file path=ppt/tags/tag117.xml><?xml version="1.0" encoding="utf-8"?>
<p:tagLst xmlns:a="http://schemas.openxmlformats.org/drawingml/2006/main" xmlns:r="http://schemas.openxmlformats.org/officeDocument/2006/relationships" xmlns:p="http://schemas.openxmlformats.org/presentationml/2006/main">
  <p:tag name="NUM" val="1"/>
</p:tagLst>
</file>

<file path=ppt/tags/tag118.xml><?xml version="1.0" encoding="utf-8"?>
<p:tagLst xmlns:a="http://schemas.openxmlformats.org/drawingml/2006/main" xmlns:r="http://schemas.openxmlformats.org/officeDocument/2006/relationships" xmlns:p="http://schemas.openxmlformats.org/presentationml/2006/main">
  <p:tag name="NUM" val="2"/>
</p:tagLst>
</file>

<file path=ppt/tags/tag119.xml><?xml version="1.0" encoding="utf-8"?>
<p:tagLst xmlns:a="http://schemas.openxmlformats.org/drawingml/2006/main" xmlns:r="http://schemas.openxmlformats.org/officeDocument/2006/relationships" xmlns:p="http://schemas.openxmlformats.org/presentationml/2006/main">
  <p:tag name="NUM" val="3"/>
</p:tagLst>
</file>

<file path=ppt/tags/tag120.xml><?xml version="1.0" encoding="utf-8"?>
<p:tagLst xmlns:a="http://schemas.openxmlformats.org/drawingml/2006/main" xmlns:r="http://schemas.openxmlformats.org/officeDocument/2006/relationships" xmlns:p="http://schemas.openxmlformats.org/presentationml/2006/main">
  <p:tag name="NUM" val="4"/>
</p:tagLst>
</file>

<file path=ppt/tags/tag121.xml><?xml version="1.0" encoding="utf-8"?>
<p:tagLst xmlns:a="http://schemas.openxmlformats.org/drawingml/2006/main" xmlns:r="http://schemas.openxmlformats.org/officeDocument/2006/relationships" xmlns:p="http://schemas.openxmlformats.org/presentationml/2006/main">
  <p:tag name="NUM" val="5"/>
</p:tagLst>
</file>

<file path=ppt/tags/tag122.xml><?xml version="1.0" encoding="utf-8"?>
<p:tagLst xmlns:a="http://schemas.openxmlformats.org/drawingml/2006/main" xmlns:r="http://schemas.openxmlformats.org/officeDocument/2006/relationships" xmlns:p="http://schemas.openxmlformats.org/presentationml/2006/main">
  <p:tag name="NUM" val="6"/>
</p:tagLst>
</file>

<file path=ppt/tags/tag123.xml><?xml version="1.0" encoding="utf-8"?>
<p:tagLst xmlns:a="http://schemas.openxmlformats.org/drawingml/2006/main" xmlns:r="http://schemas.openxmlformats.org/officeDocument/2006/relationships" xmlns:p="http://schemas.openxmlformats.org/presentationml/2006/main">
  <p:tag name="NUM" val="7"/>
</p:tagLst>
</file>

<file path=ppt/tags/tag124.xml><?xml version="1.0" encoding="utf-8"?>
<p:tagLst xmlns:a="http://schemas.openxmlformats.org/drawingml/2006/main" xmlns:r="http://schemas.openxmlformats.org/officeDocument/2006/relationships" xmlns:p="http://schemas.openxmlformats.org/presentationml/2006/main">
  <p:tag name="NUM" val="8"/>
</p:tagLst>
</file>

<file path=ppt/tags/tag125.xml><?xml version="1.0" encoding="utf-8"?>
<p:tagLst xmlns:a="http://schemas.openxmlformats.org/drawingml/2006/main" xmlns:r="http://schemas.openxmlformats.org/officeDocument/2006/relationships" xmlns:p="http://schemas.openxmlformats.org/presentationml/2006/main">
  <p:tag name="NUM" val="9"/>
</p:tagLst>
</file>

<file path=ppt/tags/tag126.xml><?xml version="1.0" encoding="utf-8"?>
<p:tagLst xmlns:a="http://schemas.openxmlformats.org/drawingml/2006/main" xmlns:r="http://schemas.openxmlformats.org/officeDocument/2006/relationships" xmlns:p="http://schemas.openxmlformats.org/presentationml/2006/main">
  <p:tag name="NUM" val="10"/>
</p:tagLst>
</file>

<file path=ppt/tags/tag127.xml><?xml version="1.0" encoding="utf-8"?>
<p:tagLst xmlns:a="http://schemas.openxmlformats.org/drawingml/2006/main" xmlns:r="http://schemas.openxmlformats.org/officeDocument/2006/relationships" xmlns:p="http://schemas.openxmlformats.org/presentationml/2006/main">
  <p:tag name="NUM" val="11"/>
</p:tagLst>
</file>

<file path=ppt/tags/tag128.xml><?xml version="1.0" encoding="utf-8"?>
<p:tagLst xmlns:a="http://schemas.openxmlformats.org/drawingml/2006/main" xmlns:r="http://schemas.openxmlformats.org/officeDocument/2006/relationships" xmlns:p="http://schemas.openxmlformats.org/presentationml/2006/main">
  <p:tag name="NUM" val="12"/>
</p:tagLst>
</file>

<file path=ppt/tags/tag129.xml><?xml version="1.0" encoding="utf-8"?>
<p:tagLst xmlns:a="http://schemas.openxmlformats.org/drawingml/2006/main" xmlns:r="http://schemas.openxmlformats.org/officeDocument/2006/relationships" xmlns:p="http://schemas.openxmlformats.org/presentationml/2006/main">
  <p:tag name="NUM" val="13"/>
</p:tagLst>
</file>

<file path=ppt/tags/tag130.xml><?xml version="1.0" encoding="utf-8"?>
<p:tagLst xmlns:a="http://schemas.openxmlformats.org/drawingml/2006/main" xmlns:r="http://schemas.openxmlformats.org/officeDocument/2006/relationships" xmlns:p="http://schemas.openxmlformats.org/presentationml/2006/main">
  <p:tag name="NUM" val="14"/>
</p:tagLst>
</file>

<file path=ppt/tags/tag131.xml><?xml version="1.0" encoding="utf-8"?>
<p:tagLst xmlns:a="http://schemas.openxmlformats.org/drawingml/2006/main" xmlns:r="http://schemas.openxmlformats.org/officeDocument/2006/relationships" xmlns:p="http://schemas.openxmlformats.org/presentationml/2006/main">
  <p:tag name="NUM" val="15"/>
</p:tagLst>
</file>

<file path=ppt/tags/tag132.xml><?xml version="1.0" encoding="utf-8"?>
<p:tagLst xmlns:a="http://schemas.openxmlformats.org/drawingml/2006/main" xmlns:r="http://schemas.openxmlformats.org/officeDocument/2006/relationships" xmlns:p="http://schemas.openxmlformats.org/presentationml/2006/main">
  <p:tag name="NUM" val="16"/>
</p:tagLst>
</file>

<file path=ppt/tags/tag133.xml><?xml version="1.0" encoding="utf-8"?>
<p:tagLst xmlns:a="http://schemas.openxmlformats.org/drawingml/2006/main" xmlns:r="http://schemas.openxmlformats.org/officeDocument/2006/relationships" xmlns:p="http://schemas.openxmlformats.org/presentationml/2006/main">
  <p:tag name="NUM" val="17"/>
</p:tagLst>
</file>

<file path=ppt/tags/tag134.xml><?xml version="1.0" encoding="utf-8"?>
<p:tagLst xmlns:a="http://schemas.openxmlformats.org/drawingml/2006/main" xmlns:r="http://schemas.openxmlformats.org/officeDocument/2006/relationships" xmlns:p="http://schemas.openxmlformats.org/presentationml/2006/main">
  <p:tag name="NUM" val="18"/>
</p:tagLst>
</file>

<file path=ppt/tags/tag135.xml><?xml version="1.0" encoding="utf-8"?>
<p:tagLst xmlns:a="http://schemas.openxmlformats.org/drawingml/2006/main" xmlns:r="http://schemas.openxmlformats.org/officeDocument/2006/relationships" xmlns:p="http://schemas.openxmlformats.org/presentationml/2006/main">
  <p:tag name="NUM" val="19"/>
</p:tagLst>
</file>

<file path=ppt/tags/tag136.xml><?xml version="1.0" encoding="utf-8"?>
<p:tagLst xmlns:a="http://schemas.openxmlformats.org/drawingml/2006/main" xmlns:r="http://schemas.openxmlformats.org/officeDocument/2006/relationships" xmlns:p="http://schemas.openxmlformats.org/presentationml/2006/main">
  <p:tag name="NUM" val="20"/>
</p:tagLst>
</file>

<file path=ppt/tags/tag137.xml><?xml version="1.0" encoding="utf-8"?>
<p:tagLst xmlns:a="http://schemas.openxmlformats.org/drawingml/2006/main" xmlns:r="http://schemas.openxmlformats.org/officeDocument/2006/relationships" xmlns:p="http://schemas.openxmlformats.org/presentationml/2006/main">
  <p:tag name="NUM" val="21"/>
</p:tagLst>
</file>

<file path=ppt/tags/tag138.xml><?xml version="1.0" encoding="utf-8"?>
<p:tagLst xmlns:a="http://schemas.openxmlformats.org/drawingml/2006/main" xmlns:r="http://schemas.openxmlformats.org/officeDocument/2006/relationships" xmlns:p="http://schemas.openxmlformats.org/presentationml/2006/main">
  <p:tag name="NUM" val="22"/>
</p:tagLst>
</file>

<file path=ppt/tags/tag139.xml><?xml version="1.0" encoding="utf-8"?>
<p:tagLst xmlns:a="http://schemas.openxmlformats.org/drawingml/2006/main" xmlns:r="http://schemas.openxmlformats.org/officeDocument/2006/relationships" xmlns:p="http://schemas.openxmlformats.org/presentationml/2006/main">
  <p:tag name="NUM" val="23"/>
</p:tagLst>
</file>

<file path=ppt/tags/tag140.xml><?xml version="1.0" encoding="utf-8"?>
<p:tagLst xmlns:a="http://schemas.openxmlformats.org/drawingml/2006/main" xmlns:r="http://schemas.openxmlformats.org/officeDocument/2006/relationships" xmlns:p="http://schemas.openxmlformats.org/presentationml/2006/main">
  <p:tag name="NUM" val="24"/>
</p:tagLst>
</file>

<file path=ppt/tags/tag141.xml><?xml version="1.0" encoding="utf-8"?>
<p:tagLst xmlns:a="http://schemas.openxmlformats.org/drawingml/2006/main" xmlns:r="http://schemas.openxmlformats.org/officeDocument/2006/relationships" xmlns:p="http://schemas.openxmlformats.org/presentationml/2006/main">
  <p:tag name="NUM" val="26"/>
</p:tagLst>
</file>

<file path=ppt/tags/tag142.xml><?xml version="1.0" encoding="utf-8"?>
<p:tagLst xmlns:a="http://schemas.openxmlformats.org/drawingml/2006/main" xmlns:r="http://schemas.openxmlformats.org/officeDocument/2006/relationships" xmlns:p="http://schemas.openxmlformats.org/presentationml/2006/main">
  <p:tag name="NUM" val="27"/>
</p:tagLst>
</file>

<file path=ppt/tags/tag143.xml><?xml version="1.0" encoding="utf-8"?>
<p:tagLst xmlns:a="http://schemas.openxmlformats.org/drawingml/2006/main" xmlns:r="http://schemas.openxmlformats.org/officeDocument/2006/relationships" xmlns:p="http://schemas.openxmlformats.org/presentationml/2006/main">
  <p:tag name="NUM" val="28"/>
</p:tagLst>
</file>

<file path=ppt/tags/tag144.xml><?xml version="1.0" encoding="utf-8"?>
<p:tagLst xmlns:a="http://schemas.openxmlformats.org/drawingml/2006/main" xmlns:r="http://schemas.openxmlformats.org/officeDocument/2006/relationships" xmlns:p="http://schemas.openxmlformats.org/presentationml/2006/main">
  <p:tag name="NUM" val="29"/>
</p:tagLst>
</file>

<file path=ppt/tags/tag145.xml><?xml version="1.0" encoding="utf-8"?>
<p:tagLst xmlns:a="http://schemas.openxmlformats.org/drawingml/2006/main" xmlns:r="http://schemas.openxmlformats.org/officeDocument/2006/relationships" xmlns:p="http://schemas.openxmlformats.org/presentationml/2006/main">
  <p:tag name="NUM" val="30"/>
</p:tagLst>
</file>

<file path=ppt/tags/tag146.xml><?xml version="1.0" encoding="utf-8"?>
<p:tagLst xmlns:a="http://schemas.openxmlformats.org/drawingml/2006/main" xmlns:r="http://schemas.openxmlformats.org/officeDocument/2006/relationships" xmlns:p="http://schemas.openxmlformats.org/presentationml/2006/main">
  <p:tag name="NUM" val="31"/>
</p:tagLst>
</file>

<file path=ppt/tags/tag147.xml><?xml version="1.0" encoding="utf-8"?>
<p:tagLst xmlns:a="http://schemas.openxmlformats.org/drawingml/2006/main" xmlns:r="http://schemas.openxmlformats.org/officeDocument/2006/relationships" xmlns:p="http://schemas.openxmlformats.org/presentationml/2006/main">
  <p:tag name="NUM" val="32"/>
</p:tagLst>
</file>

<file path=ppt/tags/tag148.xml><?xml version="1.0" encoding="utf-8"?>
<p:tagLst xmlns:a="http://schemas.openxmlformats.org/drawingml/2006/main" xmlns:r="http://schemas.openxmlformats.org/officeDocument/2006/relationships" xmlns:p="http://schemas.openxmlformats.org/presentationml/2006/main">
  <p:tag name="NUM" val="33"/>
</p:tagLst>
</file>

<file path=ppt/tags/tag149.xml><?xml version="1.0" encoding="utf-8"?>
<p:tagLst xmlns:a="http://schemas.openxmlformats.org/drawingml/2006/main" xmlns:r="http://schemas.openxmlformats.org/officeDocument/2006/relationships" xmlns:p="http://schemas.openxmlformats.org/presentationml/2006/main">
  <p:tag name="NUM" val="34"/>
</p:tagLst>
</file>

<file path=ppt/tags/tag150.xml><?xml version="1.0" encoding="utf-8"?>
<p:tagLst xmlns:a="http://schemas.openxmlformats.org/drawingml/2006/main" xmlns:r="http://schemas.openxmlformats.org/officeDocument/2006/relationships" xmlns:p="http://schemas.openxmlformats.org/presentationml/2006/main">
  <p:tag name="NUM" val="1"/>
</p:tagLst>
</file>

<file path=ppt/tags/tag151.xml><?xml version="1.0" encoding="utf-8"?>
<p:tagLst xmlns:a="http://schemas.openxmlformats.org/drawingml/2006/main" xmlns:r="http://schemas.openxmlformats.org/officeDocument/2006/relationships" xmlns:p="http://schemas.openxmlformats.org/presentationml/2006/main">
  <p:tag name="NUM" val="2"/>
</p:tagLst>
</file>

<file path=ppt/tags/tag152.xml><?xml version="1.0" encoding="utf-8"?>
<p:tagLst xmlns:a="http://schemas.openxmlformats.org/drawingml/2006/main" xmlns:r="http://schemas.openxmlformats.org/officeDocument/2006/relationships" xmlns:p="http://schemas.openxmlformats.org/presentationml/2006/main">
  <p:tag name="NUM" val="3"/>
</p:tagLst>
</file>

<file path=ppt/tags/tag153.xml><?xml version="1.0" encoding="utf-8"?>
<p:tagLst xmlns:a="http://schemas.openxmlformats.org/drawingml/2006/main" xmlns:r="http://schemas.openxmlformats.org/officeDocument/2006/relationships" xmlns:p="http://schemas.openxmlformats.org/presentationml/2006/main">
  <p:tag name="NUM" val="4"/>
</p:tagLst>
</file>

<file path=ppt/tags/tag154.xml><?xml version="1.0" encoding="utf-8"?>
<p:tagLst xmlns:a="http://schemas.openxmlformats.org/drawingml/2006/main" xmlns:r="http://schemas.openxmlformats.org/officeDocument/2006/relationships" xmlns:p="http://schemas.openxmlformats.org/presentationml/2006/main">
  <p:tag name="NUM" val="5"/>
</p:tagLst>
</file>

<file path=ppt/tags/tag155.xml><?xml version="1.0" encoding="utf-8"?>
<p:tagLst xmlns:a="http://schemas.openxmlformats.org/drawingml/2006/main" xmlns:r="http://schemas.openxmlformats.org/officeDocument/2006/relationships" xmlns:p="http://schemas.openxmlformats.org/presentationml/2006/main">
  <p:tag name="NUM" val="6"/>
</p:tagLst>
</file>

<file path=ppt/tags/tag156.xml><?xml version="1.0" encoding="utf-8"?>
<p:tagLst xmlns:a="http://schemas.openxmlformats.org/drawingml/2006/main" xmlns:r="http://schemas.openxmlformats.org/officeDocument/2006/relationships" xmlns:p="http://schemas.openxmlformats.org/presentationml/2006/main">
  <p:tag name="NUM" val="7"/>
</p:tagLst>
</file>

<file path=ppt/tags/tag157.xml><?xml version="1.0" encoding="utf-8"?>
<p:tagLst xmlns:a="http://schemas.openxmlformats.org/drawingml/2006/main" xmlns:r="http://schemas.openxmlformats.org/officeDocument/2006/relationships" xmlns:p="http://schemas.openxmlformats.org/presentationml/2006/main">
  <p:tag name="NUM" val="8"/>
</p:tagLst>
</file>

<file path=ppt/tags/tag158.xml><?xml version="1.0" encoding="utf-8"?>
<p:tagLst xmlns:a="http://schemas.openxmlformats.org/drawingml/2006/main" xmlns:r="http://schemas.openxmlformats.org/officeDocument/2006/relationships" xmlns:p="http://schemas.openxmlformats.org/presentationml/2006/main">
  <p:tag name="NUM" val="9"/>
</p:tagLst>
</file>

<file path=ppt/tags/tag159.xml><?xml version="1.0" encoding="utf-8"?>
<p:tagLst xmlns:a="http://schemas.openxmlformats.org/drawingml/2006/main" xmlns:r="http://schemas.openxmlformats.org/officeDocument/2006/relationships" xmlns:p="http://schemas.openxmlformats.org/presentationml/2006/main">
  <p:tag name="NUM" val="10"/>
</p:tagLst>
</file>

<file path=ppt/tags/tag160.xml><?xml version="1.0" encoding="utf-8"?>
<p:tagLst xmlns:a="http://schemas.openxmlformats.org/drawingml/2006/main" xmlns:r="http://schemas.openxmlformats.org/officeDocument/2006/relationships" xmlns:p="http://schemas.openxmlformats.org/presentationml/2006/main">
  <p:tag name="NUM" val="11"/>
</p:tagLst>
</file>

<file path=ppt/tags/tag161.xml><?xml version="1.0" encoding="utf-8"?>
<p:tagLst xmlns:a="http://schemas.openxmlformats.org/drawingml/2006/main" xmlns:r="http://schemas.openxmlformats.org/officeDocument/2006/relationships" xmlns:p="http://schemas.openxmlformats.org/presentationml/2006/main">
  <p:tag name="NUM" val="15"/>
</p:tagLst>
</file>

<file path=ppt/tags/tag162.xml><?xml version="1.0" encoding="utf-8"?>
<p:tagLst xmlns:a="http://schemas.openxmlformats.org/drawingml/2006/main" xmlns:r="http://schemas.openxmlformats.org/officeDocument/2006/relationships" xmlns:p="http://schemas.openxmlformats.org/presentationml/2006/main">
  <p:tag name="NUM" val="16"/>
</p:tagLst>
</file>

<file path=ppt/tags/tag163.xml><?xml version="1.0" encoding="utf-8"?>
<p:tagLst xmlns:a="http://schemas.openxmlformats.org/drawingml/2006/main" xmlns:r="http://schemas.openxmlformats.org/officeDocument/2006/relationships" xmlns:p="http://schemas.openxmlformats.org/presentationml/2006/main">
  <p:tag name="NUM" val="17"/>
</p:tagLst>
</file>

<file path=ppt/tags/tag164.xml><?xml version="1.0" encoding="utf-8"?>
<p:tagLst xmlns:a="http://schemas.openxmlformats.org/drawingml/2006/main" xmlns:r="http://schemas.openxmlformats.org/officeDocument/2006/relationships" xmlns:p="http://schemas.openxmlformats.org/presentationml/2006/main">
  <p:tag name="NUM" val="18"/>
</p:tagLst>
</file>

<file path=ppt/tags/tag165.xml><?xml version="1.0" encoding="utf-8"?>
<p:tagLst xmlns:a="http://schemas.openxmlformats.org/drawingml/2006/main" xmlns:r="http://schemas.openxmlformats.org/officeDocument/2006/relationships" xmlns:p="http://schemas.openxmlformats.org/presentationml/2006/main">
  <p:tag name="NUM" val="19"/>
</p:tagLst>
</file>

<file path=ppt/tags/tag166.xml><?xml version="1.0" encoding="utf-8"?>
<p:tagLst xmlns:a="http://schemas.openxmlformats.org/drawingml/2006/main" xmlns:r="http://schemas.openxmlformats.org/officeDocument/2006/relationships" xmlns:p="http://schemas.openxmlformats.org/presentationml/2006/main">
  <p:tag name="NUM" val="20"/>
</p:tagLst>
</file>

<file path=ppt/tags/tag167.xml><?xml version="1.0" encoding="utf-8"?>
<p:tagLst xmlns:a="http://schemas.openxmlformats.org/drawingml/2006/main" xmlns:r="http://schemas.openxmlformats.org/officeDocument/2006/relationships" xmlns:p="http://schemas.openxmlformats.org/presentationml/2006/main">
  <p:tag name="NUM" val="21"/>
</p:tagLst>
</file>

<file path=ppt/tags/tag168.xml><?xml version="1.0" encoding="utf-8"?>
<p:tagLst xmlns:a="http://schemas.openxmlformats.org/drawingml/2006/main" xmlns:r="http://schemas.openxmlformats.org/officeDocument/2006/relationships" xmlns:p="http://schemas.openxmlformats.org/presentationml/2006/main">
  <p:tag name="NUM" val="22"/>
</p:tagLst>
</file>

<file path=ppt/tags/tag169.xml><?xml version="1.0" encoding="utf-8"?>
<p:tagLst xmlns:a="http://schemas.openxmlformats.org/drawingml/2006/main" xmlns:r="http://schemas.openxmlformats.org/officeDocument/2006/relationships" xmlns:p="http://schemas.openxmlformats.org/presentationml/2006/main">
  <p:tag name="NUM" val="23"/>
</p:tagLst>
</file>

<file path=ppt/tags/tag170.xml><?xml version="1.0" encoding="utf-8"?>
<p:tagLst xmlns:a="http://schemas.openxmlformats.org/drawingml/2006/main" xmlns:r="http://schemas.openxmlformats.org/officeDocument/2006/relationships" xmlns:p="http://schemas.openxmlformats.org/presentationml/2006/main">
  <p:tag name="NUM" val="24"/>
</p:tagLst>
</file>

<file path=ppt/tags/tag171.xml><?xml version="1.0" encoding="utf-8"?>
<p:tagLst xmlns:a="http://schemas.openxmlformats.org/drawingml/2006/main" xmlns:r="http://schemas.openxmlformats.org/officeDocument/2006/relationships" xmlns:p="http://schemas.openxmlformats.org/presentationml/2006/main">
  <p:tag name="NUM" val="25"/>
</p:tagLst>
</file>

<file path=ppt/tags/tag172.xml><?xml version="1.0" encoding="utf-8"?>
<p:tagLst xmlns:a="http://schemas.openxmlformats.org/drawingml/2006/main" xmlns:r="http://schemas.openxmlformats.org/officeDocument/2006/relationships" xmlns:p="http://schemas.openxmlformats.org/presentationml/2006/main">
  <p:tag name="NUM" val="26"/>
</p:tagLst>
</file>

<file path=ppt/tags/tag173.xml><?xml version="1.0" encoding="utf-8"?>
<p:tagLst xmlns:a="http://schemas.openxmlformats.org/drawingml/2006/main" xmlns:r="http://schemas.openxmlformats.org/officeDocument/2006/relationships" xmlns:p="http://schemas.openxmlformats.org/presentationml/2006/main">
  <p:tag name="NUM" val="27"/>
</p:tagLst>
</file>

<file path=ppt/tags/tag174.xml><?xml version="1.0" encoding="utf-8"?>
<p:tagLst xmlns:a="http://schemas.openxmlformats.org/drawingml/2006/main" xmlns:r="http://schemas.openxmlformats.org/officeDocument/2006/relationships" xmlns:p="http://schemas.openxmlformats.org/presentationml/2006/main">
  <p:tag name="NUM" val="28"/>
</p:tagLst>
</file>

<file path=ppt/tags/tag175.xml><?xml version="1.0" encoding="utf-8"?>
<p:tagLst xmlns:a="http://schemas.openxmlformats.org/drawingml/2006/main" xmlns:r="http://schemas.openxmlformats.org/officeDocument/2006/relationships" xmlns:p="http://schemas.openxmlformats.org/presentationml/2006/main">
  <p:tag name="NUM" val="29"/>
</p:tagLst>
</file>

<file path=ppt/tags/tag176.xml><?xml version="1.0" encoding="utf-8"?>
<p:tagLst xmlns:a="http://schemas.openxmlformats.org/drawingml/2006/main" xmlns:r="http://schemas.openxmlformats.org/officeDocument/2006/relationships" xmlns:p="http://schemas.openxmlformats.org/presentationml/2006/main">
  <p:tag name="NUM" val="30"/>
</p:tagLst>
</file>

<file path=ppt/tags/tag177.xml><?xml version="1.0" encoding="utf-8"?>
<p:tagLst xmlns:a="http://schemas.openxmlformats.org/drawingml/2006/main" xmlns:r="http://schemas.openxmlformats.org/officeDocument/2006/relationships" xmlns:p="http://schemas.openxmlformats.org/presentationml/2006/main">
  <p:tag name="NUM" val="31"/>
</p:tagLst>
</file>

<file path=ppt/tags/tag178.xml><?xml version="1.0" encoding="utf-8"?>
<p:tagLst xmlns:a="http://schemas.openxmlformats.org/drawingml/2006/main" xmlns:r="http://schemas.openxmlformats.org/officeDocument/2006/relationships" xmlns:p="http://schemas.openxmlformats.org/presentationml/2006/main">
  <p:tag name="NUM" val="32"/>
</p:tagLst>
</file>

<file path=ppt/tags/tag179.xml><?xml version="1.0" encoding="utf-8"?>
<p:tagLst xmlns:a="http://schemas.openxmlformats.org/drawingml/2006/main" xmlns:r="http://schemas.openxmlformats.org/officeDocument/2006/relationships" xmlns:p="http://schemas.openxmlformats.org/presentationml/2006/main">
  <p:tag name="NUM" val="33"/>
</p:tagLst>
</file>

<file path=ppt/tags/tag180.xml><?xml version="1.0" encoding="utf-8"?>
<p:tagLst xmlns:a="http://schemas.openxmlformats.org/drawingml/2006/main" xmlns:r="http://schemas.openxmlformats.org/officeDocument/2006/relationships" xmlns:p="http://schemas.openxmlformats.org/presentationml/2006/main">
  <p:tag name="NUM" val="34"/>
</p:tagLst>
</file>

<file path=ppt/tags/tag181.xml><?xml version="1.0" encoding="utf-8"?>
<p:tagLst xmlns:a="http://schemas.openxmlformats.org/drawingml/2006/main" xmlns:r="http://schemas.openxmlformats.org/officeDocument/2006/relationships" xmlns:p="http://schemas.openxmlformats.org/presentationml/2006/main">
  <p:tag name="NUM" val="15"/>
</p:tagLst>
</file>

<file path=ppt/tags/tag182.xml><?xml version="1.0" encoding="utf-8"?>
<p:tagLst xmlns:a="http://schemas.openxmlformats.org/drawingml/2006/main" xmlns:r="http://schemas.openxmlformats.org/officeDocument/2006/relationships" xmlns:p="http://schemas.openxmlformats.org/presentationml/2006/main">
  <p:tag name="NUM" val="12"/>
</p:tagLst>
</file>

<file path=ppt/tags/tag183.xml><?xml version="1.0" encoding="utf-8"?>
<p:tagLst xmlns:a="http://schemas.openxmlformats.org/drawingml/2006/main" xmlns:r="http://schemas.openxmlformats.org/officeDocument/2006/relationships" xmlns:p="http://schemas.openxmlformats.org/presentationml/2006/main">
  <p:tag name="NUM" val="13"/>
</p:tagLst>
</file>

<file path=ppt/tags/tag184.xml><?xml version="1.0" encoding="utf-8"?>
<p:tagLst xmlns:a="http://schemas.openxmlformats.org/drawingml/2006/main" xmlns:r="http://schemas.openxmlformats.org/officeDocument/2006/relationships" xmlns:p="http://schemas.openxmlformats.org/presentationml/2006/main">
  <p:tag name="NUM" val="14"/>
</p:tagLst>
</file>

<file path=ppt/tags/tag185.xml><?xml version="1.0" encoding="utf-8"?>
<p:tagLst xmlns:a="http://schemas.openxmlformats.org/drawingml/2006/main" xmlns:r="http://schemas.openxmlformats.org/officeDocument/2006/relationships" xmlns:p="http://schemas.openxmlformats.org/presentationml/2006/main">
  <p:tag name="NUM" val="8"/>
</p:tagLst>
</file>

<file path=ppt/tags/tag186.xml><?xml version="1.0" encoding="utf-8"?>
<p:tagLst xmlns:a="http://schemas.openxmlformats.org/drawingml/2006/main" xmlns:r="http://schemas.openxmlformats.org/officeDocument/2006/relationships" xmlns:p="http://schemas.openxmlformats.org/presentationml/2006/main">
  <p:tag name="NUM" val="9"/>
</p:tagLst>
</file>

<file path=ppt/tags/tag187.xml><?xml version="1.0" encoding="utf-8"?>
<p:tagLst xmlns:a="http://schemas.openxmlformats.org/drawingml/2006/main" xmlns:r="http://schemas.openxmlformats.org/officeDocument/2006/relationships" xmlns:p="http://schemas.openxmlformats.org/presentationml/2006/main">
  <p:tag name="NUM" val="10"/>
</p:tagLst>
</file>

<file path=ppt/tags/tag188.xml><?xml version="1.0" encoding="utf-8"?>
<p:tagLst xmlns:a="http://schemas.openxmlformats.org/drawingml/2006/main" xmlns:r="http://schemas.openxmlformats.org/officeDocument/2006/relationships" xmlns:p="http://schemas.openxmlformats.org/presentationml/2006/main">
  <p:tag name="NUM" val="1"/>
</p:tagLst>
</file>

<file path=ppt/tags/tag189.xml><?xml version="1.0" encoding="utf-8"?>
<p:tagLst xmlns:a="http://schemas.openxmlformats.org/drawingml/2006/main" xmlns:r="http://schemas.openxmlformats.org/officeDocument/2006/relationships" xmlns:p="http://schemas.openxmlformats.org/presentationml/2006/main">
  <p:tag name="NUM" val="2"/>
</p:tagLst>
</file>

<file path=ppt/tags/tag190.xml><?xml version="1.0" encoding="utf-8"?>
<p:tagLst xmlns:a="http://schemas.openxmlformats.org/drawingml/2006/main" xmlns:r="http://schemas.openxmlformats.org/officeDocument/2006/relationships" xmlns:p="http://schemas.openxmlformats.org/presentationml/2006/main">
  <p:tag name="NUM" val="3"/>
</p:tagLst>
</file>

<file path=ppt/tags/tag191.xml><?xml version="1.0" encoding="utf-8"?>
<p:tagLst xmlns:a="http://schemas.openxmlformats.org/drawingml/2006/main" xmlns:r="http://schemas.openxmlformats.org/officeDocument/2006/relationships" xmlns:p="http://schemas.openxmlformats.org/presentationml/2006/main">
  <p:tag name="NUM" val="4"/>
</p:tagLst>
</file>

<file path=ppt/tags/tag192.xml><?xml version="1.0" encoding="utf-8"?>
<p:tagLst xmlns:a="http://schemas.openxmlformats.org/drawingml/2006/main" xmlns:r="http://schemas.openxmlformats.org/officeDocument/2006/relationships" xmlns:p="http://schemas.openxmlformats.org/presentationml/2006/main">
  <p:tag name="NUM" val="5"/>
</p:tagLst>
</file>

<file path=ppt/tags/tag193.xml><?xml version="1.0" encoding="utf-8"?>
<p:tagLst xmlns:a="http://schemas.openxmlformats.org/drawingml/2006/main" xmlns:r="http://schemas.openxmlformats.org/officeDocument/2006/relationships" xmlns:p="http://schemas.openxmlformats.org/presentationml/2006/main">
  <p:tag name="NUM" val="6"/>
</p:tagLst>
</file>

<file path=ppt/tags/tag194.xml><?xml version="1.0" encoding="utf-8"?>
<p:tagLst xmlns:a="http://schemas.openxmlformats.org/drawingml/2006/main" xmlns:r="http://schemas.openxmlformats.org/officeDocument/2006/relationships" xmlns:p="http://schemas.openxmlformats.org/presentationml/2006/main">
  <p:tag name="NUM" val="7"/>
</p:tagLst>
</file>

<file path=ppt/tags/tag195.xml><?xml version="1.0" encoding="utf-8"?>
<p:tagLst xmlns:a="http://schemas.openxmlformats.org/drawingml/2006/main" xmlns:r="http://schemas.openxmlformats.org/officeDocument/2006/relationships" xmlns:p="http://schemas.openxmlformats.org/presentationml/2006/main">
  <p:tag name="NUM" val="8"/>
</p:tagLst>
</file>

<file path=ppt/tags/tag196.xml><?xml version="1.0" encoding="utf-8"?>
<p:tagLst xmlns:a="http://schemas.openxmlformats.org/drawingml/2006/main" xmlns:r="http://schemas.openxmlformats.org/officeDocument/2006/relationships" xmlns:p="http://schemas.openxmlformats.org/presentationml/2006/main">
  <p:tag name="NUM" val="9"/>
</p:tagLst>
</file>

<file path=ppt/tags/tag197.xml><?xml version="1.0" encoding="utf-8"?>
<p:tagLst xmlns:a="http://schemas.openxmlformats.org/drawingml/2006/main" xmlns:r="http://schemas.openxmlformats.org/officeDocument/2006/relationships" xmlns:p="http://schemas.openxmlformats.org/presentationml/2006/main">
  <p:tag name="NUM" val="10"/>
</p:tagLst>
</file>

<file path=ppt/tags/tag198.xml><?xml version="1.0" encoding="utf-8"?>
<p:tagLst xmlns:a="http://schemas.openxmlformats.org/drawingml/2006/main" xmlns:r="http://schemas.openxmlformats.org/officeDocument/2006/relationships" xmlns:p="http://schemas.openxmlformats.org/presentationml/2006/main">
  <p:tag name="NUM" val="11"/>
</p:tagLst>
</file>

<file path=ppt/tags/tag199.xml><?xml version="1.0" encoding="utf-8"?>
<p:tagLst xmlns:a="http://schemas.openxmlformats.org/drawingml/2006/main" xmlns:r="http://schemas.openxmlformats.org/officeDocument/2006/relationships" xmlns:p="http://schemas.openxmlformats.org/presentationml/2006/main">
  <p:tag name="NUM" val="12"/>
</p:tagLst>
</file>

<file path=ppt/tags/tag200.xml><?xml version="1.0" encoding="utf-8"?>
<p:tagLst xmlns:a="http://schemas.openxmlformats.org/drawingml/2006/main" xmlns:r="http://schemas.openxmlformats.org/officeDocument/2006/relationships" xmlns:p="http://schemas.openxmlformats.org/presentationml/2006/main">
  <p:tag name="NUM" val="13"/>
</p:tagLst>
</file>

<file path=ppt/tags/tag201.xml><?xml version="1.0" encoding="utf-8"?>
<p:tagLst xmlns:a="http://schemas.openxmlformats.org/drawingml/2006/main" xmlns:r="http://schemas.openxmlformats.org/officeDocument/2006/relationships" xmlns:p="http://schemas.openxmlformats.org/presentationml/2006/main">
  <p:tag name="NUM" val="14"/>
</p:tagLst>
</file>

<file path=ppt/tags/tag202.xml><?xml version="1.0" encoding="utf-8"?>
<p:tagLst xmlns:a="http://schemas.openxmlformats.org/drawingml/2006/main" xmlns:r="http://schemas.openxmlformats.org/officeDocument/2006/relationships" xmlns:p="http://schemas.openxmlformats.org/presentationml/2006/main">
  <p:tag name="NUM" val="15"/>
</p:tagLst>
</file>

<file path=ppt/tags/tag203.xml><?xml version="1.0" encoding="utf-8"?>
<p:tagLst xmlns:a="http://schemas.openxmlformats.org/drawingml/2006/main" xmlns:r="http://schemas.openxmlformats.org/officeDocument/2006/relationships" xmlns:p="http://schemas.openxmlformats.org/presentationml/2006/main">
  <p:tag name="NUM" val="16"/>
</p:tagLst>
</file>

<file path=ppt/tags/tag204.xml><?xml version="1.0" encoding="utf-8"?>
<p:tagLst xmlns:a="http://schemas.openxmlformats.org/drawingml/2006/main" xmlns:r="http://schemas.openxmlformats.org/officeDocument/2006/relationships" xmlns:p="http://schemas.openxmlformats.org/presentationml/2006/main">
  <p:tag name="NUM" val="17"/>
</p:tagLst>
</file>

<file path=ppt/tags/tag205.xml><?xml version="1.0" encoding="utf-8"?>
<p:tagLst xmlns:a="http://schemas.openxmlformats.org/drawingml/2006/main" xmlns:r="http://schemas.openxmlformats.org/officeDocument/2006/relationships" xmlns:p="http://schemas.openxmlformats.org/presentationml/2006/main">
  <p:tag name="NUM" val="18"/>
</p:tagLst>
</file>

<file path=ppt/tags/tag206.xml><?xml version="1.0" encoding="utf-8"?>
<p:tagLst xmlns:a="http://schemas.openxmlformats.org/drawingml/2006/main" xmlns:r="http://schemas.openxmlformats.org/officeDocument/2006/relationships" xmlns:p="http://schemas.openxmlformats.org/presentationml/2006/main">
  <p:tag name="NUM" val="19"/>
</p:tagLst>
</file>

<file path=ppt/tags/tag207.xml><?xml version="1.0" encoding="utf-8"?>
<p:tagLst xmlns:a="http://schemas.openxmlformats.org/drawingml/2006/main" xmlns:r="http://schemas.openxmlformats.org/officeDocument/2006/relationships" xmlns:p="http://schemas.openxmlformats.org/presentationml/2006/main">
  <p:tag name="NUM" val="20"/>
</p:tagLst>
</file>

<file path=ppt/tags/tag208.xml><?xml version="1.0" encoding="utf-8"?>
<p:tagLst xmlns:a="http://schemas.openxmlformats.org/drawingml/2006/main" xmlns:r="http://schemas.openxmlformats.org/officeDocument/2006/relationships" xmlns:p="http://schemas.openxmlformats.org/presentationml/2006/main">
  <p:tag name="NUM" val="21"/>
</p:tagLst>
</file>

<file path=ppt/tags/tag209.xml><?xml version="1.0" encoding="utf-8"?>
<p:tagLst xmlns:a="http://schemas.openxmlformats.org/drawingml/2006/main" xmlns:r="http://schemas.openxmlformats.org/officeDocument/2006/relationships" xmlns:p="http://schemas.openxmlformats.org/presentationml/2006/main">
  <p:tag name="NUM" val="6"/>
</p:tagLst>
</file>

<file path=ppt/tags/tag210.xml><?xml version="1.0" encoding="utf-8"?>
<p:tagLst xmlns:a="http://schemas.openxmlformats.org/drawingml/2006/main" xmlns:r="http://schemas.openxmlformats.org/officeDocument/2006/relationships" xmlns:p="http://schemas.openxmlformats.org/presentationml/2006/main">
  <p:tag name="NUM" val="7"/>
</p:tagLst>
</file>

<file path=ppt/tags/tag211.xml><?xml version="1.0" encoding="utf-8"?>
<p:tagLst xmlns:a="http://schemas.openxmlformats.org/drawingml/2006/main" xmlns:r="http://schemas.openxmlformats.org/officeDocument/2006/relationships" xmlns:p="http://schemas.openxmlformats.org/presentationml/2006/main">
  <p:tag name="NUM" val="1"/>
</p:tagLst>
</file>

<file path=ppt/tags/tag212.xml><?xml version="1.0" encoding="utf-8"?>
<p:tagLst xmlns:a="http://schemas.openxmlformats.org/drawingml/2006/main" xmlns:r="http://schemas.openxmlformats.org/officeDocument/2006/relationships" xmlns:p="http://schemas.openxmlformats.org/presentationml/2006/main">
  <p:tag name="NUM" val="2"/>
</p:tagLst>
</file>

<file path=ppt/tags/tag213.xml><?xml version="1.0" encoding="utf-8"?>
<p:tagLst xmlns:a="http://schemas.openxmlformats.org/drawingml/2006/main" xmlns:r="http://schemas.openxmlformats.org/officeDocument/2006/relationships" xmlns:p="http://schemas.openxmlformats.org/presentationml/2006/main">
  <p:tag name="NUM" val="3"/>
</p:tagLst>
</file>

<file path=ppt/tags/tag214.xml><?xml version="1.0" encoding="utf-8"?>
<p:tagLst xmlns:a="http://schemas.openxmlformats.org/drawingml/2006/main" xmlns:r="http://schemas.openxmlformats.org/officeDocument/2006/relationships" xmlns:p="http://schemas.openxmlformats.org/presentationml/2006/main">
  <p:tag name="NUM" val="4"/>
</p:tagLst>
</file>

<file path=ppt/tags/tag215.xml><?xml version="1.0" encoding="utf-8"?>
<p:tagLst xmlns:a="http://schemas.openxmlformats.org/drawingml/2006/main" xmlns:r="http://schemas.openxmlformats.org/officeDocument/2006/relationships" xmlns:p="http://schemas.openxmlformats.org/presentationml/2006/main">
  <p:tag name="NUM" val="5"/>
</p:tagLst>
</file>

<file path=ppt/tags/tag216.xml><?xml version="1.0" encoding="utf-8"?>
<p:tagLst xmlns:a="http://schemas.openxmlformats.org/drawingml/2006/main" xmlns:r="http://schemas.openxmlformats.org/officeDocument/2006/relationships" xmlns:p="http://schemas.openxmlformats.org/presentationml/2006/main">
  <p:tag name="NUM" val="6"/>
</p:tagLst>
</file>

<file path=ppt/tags/tag217.xml><?xml version="1.0" encoding="utf-8"?>
<p:tagLst xmlns:a="http://schemas.openxmlformats.org/drawingml/2006/main" xmlns:r="http://schemas.openxmlformats.org/officeDocument/2006/relationships" xmlns:p="http://schemas.openxmlformats.org/presentationml/2006/main">
  <p:tag name="NUM" val="7"/>
</p:tagLst>
</file>

<file path=ppt/tags/tag218.xml><?xml version="1.0" encoding="utf-8"?>
<p:tagLst xmlns:a="http://schemas.openxmlformats.org/drawingml/2006/main" xmlns:r="http://schemas.openxmlformats.org/officeDocument/2006/relationships" xmlns:p="http://schemas.openxmlformats.org/presentationml/2006/main">
  <p:tag name="NUM" val="8"/>
</p:tagLst>
</file>

<file path=ppt/tags/tag219.xml><?xml version="1.0" encoding="utf-8"?>
<p:tagLst xmlns:a="http://schemas.openxmlformats.org/drawingml/2006/main" xmlns:r="http://schemas.openxmlformats.org/officeDocument/2006/relationships" xmlns:p="http://schemas.openxmlformats.org/presentationml/2006/main">
  <p:tag name="NUM" val="9"/>
</p:tagLst>
</file>

<file path=ppt/tags/tag220.xml><?xml version="1.0" encoding="utf-8"?>
<p:tagLst xmlns:a="http://schemas.openxmlformats.org/drawingml/2006/main" xmlns:r="http://schemas.openxmlformats.org/officeDocument/2006/relationships" xmlns:p="http://schemas.openxmlformats.org/presentationml/2006/main">
  <p:tag name="NUM" val="10"/>
</p:tagLst>
</file>

<file path=ppt/tags/tag221.xml><?xml version="1.0" encoding="utf-8"?>
<p:tagLst xmlns:a="http://schemas.openxmlformats.org/drawingml/2006/main" xmlns:r="http://schemas.openxmlformats.org/officeDocument/2006/relationships" xmlns:p="http://schemas.openxmlformats.org/presentationml/2006/main">
  <p:tag name="NUM" val="11"/>
</p:tagLst>
</file>

<file path=ppt/tags/tag222.xml><?xml version="1.0" encoding="utf-8"?>
<p:tagLst xmlns:a="http://schemas.openxmlformats.org/drawingml/2006/main" xmlns:r="http://schemas.openxmlformats.org/officeDocument/2006/relationships" xmlns:p="http://schemas.openxmlformats.org/presentationml/2006/main">
  <p:tag name="NUM" val="12"/>
</p:tagLst>
</file>

<file path=ppt/tags/tag223.xml><?xml version="1.0" encoding="utf-8"?>
<p:tagLst xmlns:a="http://schemas.openxmlformats.org/drawingml/2006/main" xmlns:r="http://schemas.openxmlformats.org/officeDocument/2006/relationships" xmlns:p="http://schemas.openxmlformats.org/presentationml/2006/main">
  <p:tag name="NUM" val="13"/>
</p:tagLst>
</file>

<file path=ppt/tags/tag224.xml><?xml version="1.0" encoding="utf-8"?>
<p:tagLst xmlns:a="http://schemas.openxmlformats.org/drawingml/2006/main" xmlns:r="http://schemas.openxmlformats.org/officeDocument/2006/relationships" xmlns:p="http://schemas.openxmlformats.org/presentationml/2006/main">
  <p:tag name="NUM" val="14"/>
</p:tagLst>
</file>

<file path=ppt/tags/tag225.xml><?xml version="1.0" encoding="utf-8"?>
<p:tagLst xmlns:a="http://schemas.openxmlformats.org/drawingml/2006/main" xmlns:r="http://schemas.openxmlformats.org/officeDocument/2006/relationships" xmlns:p="http://schemas.openxmlformats.org/presentationml/2006/main">
  <p:tag name="NUM" val="15"/>
</p:tagLst>
</file>

<file path=ppt/tags/tag226.xml><?xml version="1.0" encoding="utf-8"?>
<p:tagLst xmlns:a="http://schemas.openxmlformats.org/drawingml/2006/main" xmlns:r="http://schemas.openxmlformats.org/officeDocument/2006/relationships" xmlns:p="http://schemas.openxmlformats.org/presentationml/2006/main">
  <p:tag name="NUM" val="16"/>
</p:tagLst>
</file>

<file path=ppt/tags/tag227.xml><?xml version="1.0" encoding="utf-8"?>
<p:tagLst xmlns:a="http://schemas.openxmlformats.org/drawingml/2006/main" xmlns:r="http://schemas.openxmlformats.org/officeDocument/2006/relationships" xmlns:p="http://schemas.openxmlformats.org/presentationml/2006/main">
  <p:tag name="NUM" val="17"/>
</p:tagLst>
</file>

<file path=ppt/tags/tag228.xml><?xml version="1.0" encoding="utf-8"?>
<p:tagLst xmlns:a="http://schemas.openxmlformats.org/drawingml/2006/main" xmlns:r="http://schemas.openxmlformats.org/officeDocument/2006/relationships" xmlns:p="http://schemas.openxmlformats.org/presentationml/2006/main">
  <p:tag name="NUM" val="18"/>
</p:tagLst>
</file>

<file path=ppt/tags/tag229.xml><?xml version="1.0" encoding="utf-8"?>
<p:tagLst xmlns:a="http://schemas.openxmlformats.org/drawingml/2006/main" xmlns:r="http://schemas.openxmlformats.org/officeDocument/2006/relationships" xmlns:p="http://schemas.openxmlformats.org/presentationml/2006/main">
  <p:tag name="NUM" val="19"/>
</p:tagLst>
</file>

<file path=ppt/tags/tag230.xml><?xml version="1.0" encoding="utf-8"?>
<p:tagLst xmlns:a="http://schemas.openxmlformats.org/drawingml/2006/main" xmlns:r="http://schemas.openxmlformats.org/officeDocument/2006/relationships" xmlns:p="http://schemas.openxmlformats.org/presentationml/2006/main">
  <p:tag name="NUM" val="20"/>
</p:tagLst>
</file>

<file path=ppt/tags/tag231.xml><?xml version="1.0" encoding="utf-8"?>
<p:tagLst xmlns:a="http://schemas.openxmlformats.org/drawingml/2006/main" xmlns:r="http://schemas.openxmlformats.org/officeDocument/2006/relationships" xmlns:p="http://schemas.openxmlformats.org/presentationml/2006/main">
  <p:tag name="NUM" val="21"/>
</p:tagLst>
</file>

<file path=ppt/tags/tag232.xml><?xml version="1.0" encoding="utf-8"?>
<p:tagLst xmlns:a="http://schemas.openxmlformats.org/drawingml/2006/main" xmlns:r="http://schemas.openxmlformats.org/officeDocument/2006/relationships" xmlns:p="http://schemas.openxmlformats.org/presentationml/2006/main">
  <p:tag name="NUM" val="22"/>
</p:tagLst>
</file>

<file path=ppt/tags/tag233.xml><?xml version="1.0" encoding="utf-8"?>
<p:tagLst xmlns:a="http://schemas.openxmlformats.org/drawingml/2006/main" xmlns:r="http://schemas.openxmlformats.org/officeDocument/2006/relationships" xmlns:p="http://schemas.openxmlformats.org/presentationml/2006/main">
  <p:tag name="NUM" val="22"/>
</p:tagLst>
</file>

<file path=ppt/tags/tag234.xml><?xml version="1.0" encoding="utf-8"?>
<p:tagLst xmlns:a="http://schemas.openxmlformats.org/drawingml/2006/main" xmlns:r="http://schemas.openxmlformats.org/officeDocument/2006/relationships" xmlns:p="http://schemas.openxmlformats.org/presentationml/2006/main">
  <p:tag name="NUM" val="1"/>
</p:tagLst>
</file>

<file path=ppt/tags/tag235.xml><?xml version="1.0" encoding="utf-8"?>
<p:tagLst xmlns:a="http://schemas.openxmlformats.org/drawingml/2006/main" xmlns:r="http://schemas.openxmlformats.org/officeDocument/2006/relationships" xmlns:p="http://schemas.openxmlformats.org/presentationml/2006/main">
  <p:tag name="NUM" val="2"/>
</p:tagLst>
</file>

<file path=ppt/tags/tag236.xml><?xml version="1.0" encoding="utf-8"?>
<p:tagLst xmlns:a="http://schemas.openxmlformats.org/drawingml/2006/main" xmlns:r="http://schemas.openxmlformats.org/officeDocument/2006/relationships" xmlns:p="http://schemas.openxmlformats.org/presentationml/2006/main">
  <p:tag name="NUM" val="3"/>
</p:tagLst>
</file>

<file path=ppt/tags/tag237.xml><?xml version="1.0" encoding="utf-8"?>
<p:tagLst xmlns:a="http://schemas.openxmlformats.org/drawingml/2006/main" xmlns:r="http://schemas.openxmlformats.org/officeDocument/2006/relationships" xmlns:p="http://schemas.openxmlformats.org/presentationml/2006/main">
  <p:tag name="NUM" val="4"/>
</p:tagLst>
</file>

<file path=ppt/tags/tag238.xml><?xml version="1.0" encoding="utf-8"?>
<p:tagLst xmlns:a="http://schemas.openxmlformats.org/drawingml/2006/main" xmlns:r="http://schemas.openxmlformats.org/officeDocument/2006/relationships" xmlns:p="http://schemas.openxmlformats.org/presentationml/2006/main">
  <p:tag name="NUM" val="5"/>
</p:tagLst>
</file>

<file path=ppt/tags/tag239.xml><?xml version="1.0" encoding="utf-8"?>
<p:tagLst xmlns:a="http://schemas.openxmlformats.org/drawingml/2006/main" xmlns:r="http://schemas.openxmlformats.org/officeDocument/2006/relationships" xmlns:p="http://schemas.openxmlformats.org/presentationml/2006/main">
  <p:tag name="NUM" val="6"/>
</p:tagLst>
</file>

<file path=ppt/tags/tag240.xml><?xml version="1.0" encoding="utf-8"?>
<p:tagLst xmlns:a="http://schemas.openxmlformats.org/drawingml/2006/main" xmlns:r="http://schemas.openxmlformats.org/officeDocument/2006/relationships" xmlns:p="http://schemas.openxmlformats.org/presentationml/2006/main">
  <p:tag name="NUM" val="7"/>
</p:tagLst>
</file>

<file path=ppt/tags/tag241.xml><?xml version="1.0" encoding="utf-8"?>
<p:tagLst xmlns:a="http://schemas.openxmlformats.org/drawingml/2006/main" xmlns:r="http://schemas.openxmlformats.org/officeDocument/2006/relationships" xmlns:p="http://schemas.openxmlformats.org/presentationml/2006/main">
  <p:tag name="NUM" val="8"/>
</p:tagLst>
</file>

<file path=ppt/tags/tag242.xml><?xml version="1.0" encoding="utf-8"?>
<p:tagLst xmlns:a="http://schemas.openxmlformats.org/drawingml/2006/main" xmlns:r="http://schemas.openxmlformats.org/officeDocument/2006/relationships" xmlns:p="http://schemas.openxmlformats.org/presentationml/2006/main">
  <p:tag name="NUM" val="9"/>
</p:tagLst>
</file>

<file path=ppt/tags/tag243.xml><?xml version="1.0" encoding="utf-8"?>
<p:tagLst xmlns:a="http://schemas.openxmlformats.org/drawingml/2006/main" xmlns:r="http://schemas.openxmlformats.org/officeDocument/2006/relationships" xmlns:p="http://schemas.openxmlformats.org/presentationml/2006/main">
  <p:tag name="NUM" val="10"/>
</p:tagLst>
</file>

<file path=ppt/tags/tag244.xml><?xml version="1.0" encoding="utf-8"?>
<p:tagLst xmlns:a="http://schemas.openxmlformats.org/drawingml/2006/main" xmlns:r="http://schemas.openxmlformats.org/officeDocument/2006/relationships" xmlns:p="http://schemas.openxmlformats.org/presentationml/2006/main">
  <p:tag name="NUM" val="11"/>
</p:tagLst>
</file>

<file path=ppt/tags/tag245.xml><?xml version="1.0" encoding="utf-8"?>
<p:tagLst xmlns:a="http://schemas.openxmlformats.org/drawingml/2006/main" xmlns:r="http://schemas.openxmlformats.org/officeDocument/2006/relationships" xmlns:p="http://schemas.openxmlformats.org/presentationml/2006/main">
  <p:tag name="NUM" val="12"/>
</p:tagLst>
</file>

<file path=ppt/tags/tag246.xml><?xml version="1.0" encoding="utf-8"?>
<p:tagLst xmlns:a="http://schemas.openxmlformats.org/drawingml/2006/main" xmlns:r="http://schemas.openxmlformats.org/officeDocument/2006/relationships" xmlns:p="http://schemas.openxmlformats.org/presentationml/2006/main">
  <p:tag name="NUM" val="13"/>
</p:tagLst>
</file>

<file path=ppt/tags/tag247.xml><?xml version="1.0" encoding="utf-8"?>
<p:tagLst xmlns:a="http://schemas.openxmlformats.org/drawingml/2006/main" xmlns:r="http://schemas.openxmlformats.org/officeDocument/2006/relationships" xmlns:p="http://schemas.openxmlformats.org/presentationml/2006/main">
  <p:tag name="NUM" val="14"/>
</p:tagLst>
</file>

<file path=ppt/tags/tag248.xml><?xml version="1.0" encoding="utf-8"?>
<p:tagLst xmlns:a="http://schemas.openxmlformats.org/drawingml/2006/main" xmlns:r="http://schemas.openxmlformats.org/officeDocument/2006/relationships" xmlns:p="http://schemas.openxmlformats.org/presentationml/2006/main">
  <p:tag name="NUM" val="15"/>
</p:tagLst>
</file>

<file path=ppt/tags/tag249.xml><?xml version="1.0" encoding="utf-8"?>
<p:tagLst xmlns:a="http://schemas.openxmlformats.org/drawingml/2006/main" xmlns:r="http://schemas.openxmlformats.org/officeDocument/2006/relationships" xmlns:p="http://schemas.openxmlformats.org/presentationml/2006/main">
  <p:tag name="NUM" val="16"/>
</p:tagLst>
</file>

<file path=ppt/tags/tag250.xml><?xml version="1.0" encoding="utf-8"?>
<p:tagLst xmlns:a="http://schemas.openxmlformats.org/drawingml/2006/main" xmlns:r="http://schemas.openxmlformats.org/officeDocument/2006/relationships" xmlns:p="http://schemas.openxmlformats.org/presentationml/2006/main">
  <p:tag name="NUM" val="17"/>
</p:tagLst>
</file>

<file path=ppt/tags/tag251.xml><?xml version="1.0" encoding="utf-8"?>
<p:tagLst xmlns:a="http://schemas.openxmlformats.org/drawingml/2006/main" xmlns:r="http://schemas.openxmlformats.org/officeDocument/2006/relationships" xmlns:p="http://schemas.openxmlformats.org/presentationml/2006/main">
  <p:tag name="NUM" val="18"/>
</p:tagLst>
</file>

<file path=ppt/tags/tag252.xml><?xml version="1.0" encoding="utf-8"?>
<p:tagLst xmlns:a="http://schemas.openxmlformats.org/drawingml/2006/main" xmlns:r="http://schemas.openxmlformats.org/officeDocument/2006/relationships" xmlns:p="http://schemas.openxmlformats.org/presentationml/2006/main">
  <p:tag name="NUM" val="19"/>
</p:tagLst>
</file>

<file path=ppt/tags/tag253.xml><?xml version="1.0" encoding="utf-8"?>
<p:tagLst xmlns:a="http://schemas.openxmlformats.org/drawingml/2006/main" xmlns:r="http://schemas.openxmlformats.org/officeDocument/2006/relationships" xmlns:p="http://schemas.openxmlformats.org/presentationml/2006/main">
  <p:tag name="NUM" val="20"/>
</p:tagLst>
</file>

<file path=ppt/tags/tag254.xml><?xml version="1.0" encoding="utf-8"?>
<p:tagLst xmlns:a="http://schemas.openxmlformats.org/drawingml/2006/main" xmlns:r="http://schemas.openxmlformats.org/officeDocument/2006/relationships" xmlns:p="http://schemas.openxmlformats.org/presentationml/2006/main">
  <p:tag name="NUM" val="21"/>
</p:tagLst>
</file>

<file path=ppt/tags/tag255.xml><?xml version="1.0" encoding="utf-8"?>
<p:tagLst xmlns:a="http://schemas.openxmlformats.org/drawingml/2006/main" xmlns:r="http://schemas.openxmlformats.org/officeDocument/2006/relationships" xmlns:p="http://schemas.openxmlformats.org/presentationml/2006/main">
  <p:tag name="NUM" val="22"/>
</p:tagLst>
</file>

<file path=ppt/tags/tag256.xml><?xml version="1.0" encoding="utf-8"?>
<p:tagLst xmlns:a="http://schemas.openxmlformats.org/drawingml/2006/main" xmlns:r="http://schemas.openxmlformats.org/officeDocument/2006/relationships" xmlns:p="http://schemas.openxmlformats.org/presentationml/2006/main">
  <p:tag name="NUM" val="23"/>
</p:tagLst>
</file>

<file path=ppt/tags/tag257.xml><?xml version="1.0" encoding="utf-8"?>
<p:tagLst xmlns:a="http://schemas.openxmlformats.org/drawingml/2006/main" xmlns:r="http://schemas.openxmlformats.org/officeDocument/2006/relationships" xmlns:p="http://schemas.openxmlformats.org/presentationml/2006/main">
  <p:tag name="NUM" val="24"/>
</p:tagLst>
</file>

<file path=ppt/tags/tag258.xml><?xml version="1.0" encoding="utf-8"?>
<p:tagLst xmlns:a="http://schemas.openxmlformats.org/drawingml/2006/main" xmlns:r="http://schemas.openxmlformats.org/officeDocument/2006/relationships" xmlns:p="http://schemas.openxmlformats.org/presentationml/2006/main">
  <p:tag name="NUM" val="25"/>
</p:tagLst>
</file>

<file path=ppt/tags/tag259.xml><?xml version="1.0" encoding="utf-8"?>
<p:tagLst xmlns:a="http://schemas.openxmlformats.org/drawingml/2006/main" xmlns:r="http://schemas.openxmlformats.org/officeDocument/2006/relationships" xmlns:p="http://schemas.openxmlformats.org/presentationml/2006/main">
  <p:tag name="NUM" val="26"/>
</p:tagLst>
</file>

<file path=ppt/tags/tag260.xml><?xml version="1.0" encoding="utf-8"?>
<p:tagLst xmlns:a="http://schemas.openxmlformats.org/drawingml/2006/main" xmlns:r="http://schemas.openxmlformats.org/officeDocument/2006/relationships" xmlns:p="http://schemas.openxmlformats.org/presentationml/2006/main">
  <p:tag name="NUM" val="27"/>
</p:tagLst>
</file>

<file path=ppt/tags/tag261.xml><?xml version="1.0" encoding="utf-8"?>
<p:tagLst xmlns:a="http://schemas.openxmlformats.org/drawingml/2006/main" xmlns:r="http://schemas.openxmlformats.org/officeDocument/2006/relationships" xmlns:p="http://schemas.openxmlformats.org/presentationml/2006/main">
  <p:tag name="NUM" val="28"/>
</p:tagLst>
</file>

<file path=ppt/tags/tag262.xml><?xml version="1.0" encoding="utf-8"?>
<p:tagLst xmlns:a="http://schemas.openxmlformats.org/drawingml/2006/main" xmlns:r="http://schemas.openxmlformats.org/officeDocument/2006/relationships" xmlns:p="http://schemas.openxmlformats.org/presentationml/2006/main">
  <p:tag name="NUM" val="29"/>
</p:tagLst>
</file>

<file path=ppt/tags/tag263.xml><?xml version="1.0" encoding="utf-8"?>
<p:tagLst xmlns:a="http://schemas.openxmlformats.org/drawingml/2006/main" xmlns:r="http://schemas.openxmlformats.org/officeDocument/2006/relationships" xmlns:p="http://schemas.openxmlformats.org/presentationml/2006/main">
  <p:tag name="NUM" val="30"/>
</p:tagLst>
</file>

<file path=ppt/tags/tag264.xml><?xml version="1.0" encoding="utf-8"?>
<p:tagLst xmlns:a="http://schemas.openxmlformats.org/drawingml/2006/main" xmlns:r="http://schemas.openxmlformats.org/officeDocument/2006/relationships" xmlns:p="http://schemas.openxmlformats.org/presentationml/2006/main">
  <p:tag name="NUM" val="31"/>
</p:tagLst>
</file>

<file path=ppt/tags/tag265.xml><?xml version="1.0" encoding="utf-8"?>
<p:tagLst xmlns:a="http://schemas.openxmlformats.org/drawingml/2006/main" xmlns:r="http://schemas.openxmlformats.org/officeDocument/2006/relationships" xmlns:p="http://schemas.openxmlformats.org/presentationml/2006/main">
  <p:tag name="NUM" val="32"/>
</p:tagLst>
</file>

<file path=ppt/tags/tag266.xml><?xml version="1.0" encoding="utf-8"?>
<p:tagLst xmlns:a="http://schemas.openxmlformats.org/drawingml/2006/main" xmlns:r="http://schemas.openxmlformats.org/officeDocument/2006/relationships" xmlns:p="http://schemas.openxmlformats.org/presentationml/2006/main">
  <p:tag name="NUM" val="33"/>
</p:tagLst>
</file>

<file path=ppt/tags/tag267.xml><?xml version="1.0" encoding="utf-8"?>
<p:tagLst xmlns:a="http://schemas.openxmlformats.org/drawingml/2006/main" xmlns:r="http://schemas.openxmlformats.org/officeDocument/2006/relationships" xmlns:p="http://schemas.openxmlformats.org/presentationml/2006/main">
  <p:tag name="NUM" val="34"/>
</p:tagLst>
</file>

<file path=ppt/tags/tag268.xml><?xml version="1.0" encoding="utf-8"?>
<p:tagLst xmlns:a="http://schemas.openxmlformats.org/drawingml/2006/main" xmlns:r="http://schemas.openxmlformats.org/officeDocument/2006/relationships" xmlns:p="http://schemas.openxmlformats.org/presentationml/2006/main">
  <p:tag name="NUM" val="35"/>
</p:tagLst>
</file>

<file path=ppt/tags/tag269.xml><?xml version="1.0" encoding="utf-8"?>
<p:tagLst xmlns:a="http://schemas.openxmlformats.org/drawingml/2006/main" xmlns:r="http://schemas.openxmlformats.org/officeDocument/2006/relationships" xmlns:p="http://schemas.openxmlformats.org/presentationml/2006/main">
  <p:tag name="NUM" val="36"/>
</p:tagLst>
</file>

<file path=ppt/tags/tag270.xml><?xml version="1.0" encoding="utf-8"?>
<p:tagLst xmlns:a="http://schemas.openxmlformats.org/drawingml/2006/main" xmlns:r="http://schemas.openxmlformats.org/officeDocument/2006/relationships" xmlns:p="http://schemas.openxmlformats.org/presentationml/2006/main">
  <p:tag name="NUM" val="37"/>
</p:tagLst>
</file>

<file path=ppt/tags/tag271.xml><?xml version="1.0" encoding="utf-8"?>
<p:tagLst xmlns:a="http://schemas.openxmlformats.org/drawingml/2006/main" xmlns:r="http://schemas.openxmlformats.org/officeDocument/2006/relationships" xmlns:p="http://schemas.openxmlformats.org/presentationml/2006/main">
  <p:tag name="NUM" val="38"/>
</p:tagLst>
</file>

<file path=ppt/tags/tag272.xml><?xml version="1.0" encoding="utf-8"?>
<p:tagLst xmlns:a="http://schemas.openxmlformats.org/drawingml/2006/main" xmlns:r="http://schemas.openxmlformats.org/officeDocument/2006/relationships" xmlns:p="http://schemas.openxmlformats.org/presentationml/2006/main">
  <p:tag name="NUM" val="39"/>
</p:tagLst>
</file>

<file path=ppt/tags/tag273.xml><?xml version="1.0" encoding="utf-8"?>
<p:tagLst xmlns:a="http://schemas.openxmlformats.org/drawingml/2006/main" xmlns:r="http://schemas.openxmlformats.org/officeDocument/2006/relationships" xmlns:p="http://schemas.openxmlformats.org/presentationml/2006/main">
  <p:tag name="NUM" val="40"/>
</p:tagLst>
</file>

<file path=ppt/tags/tag274.xml><?xml version="1.0" encoding="utf-8"?>
<p:tagLst xmlns:a="http://schemas.openxmlformats.org/drawingml/2006/main" xmlns:r="http://schemas.openxmlformats.org/officeDocument/2006/relationships" xmlns:p="http://schemas.openxmlformats.org/presentationml/2006/main">
  <p:tag name="NUM" val="41"/>
</p:tagLst>
</file>

<file path=ppt/tags/tag275.xml><?xml version="1.0" encoding="utf-8"?>
<p:tagLst xmlns:a="http://schemas.openxmlformats.org/drawingml/2006/main" xmlns:r="http://schemas.openxmlformats.org/officeDocument/2006/relationships" xmlns:p="http://schemas.openxmlformats.org/presentationml/2006/main">
  <p:tag name="NUM" val="42"/>
</p:tagLst>
</file>

<file path=ppt/tags/tag276.xml><?xml version="1.0" encoding="utf-8"?>
<p:tagLst xmlns:a="http://schemas.openxmlformats.org/drawingml/2006/main" xmlns:r="http://schemas.openxmlformats.org/officeDocument/2006/relationships" xmlns:p="http://schemas.openxmlformats.org/presentationml/2006/main">
  <p:tag name="NUM" val="43"/>
</p:tagLst>
</file>

<file path=ppt/tags/tag277.xml><?xml version="1.0" encoding="utf-8"?>
<p:tagLst xmlns:a="http://schemas.openxmlformats.org/drawingml/2006/main" xmlns:r="http://schemas.openxmlformats.org/officeDocument/2006/relationships" xmlns:p="http://schemas.openxmlformats.org/presentationml/2006/main">
  <p:tag name="NUM" val="44"/>
</p:tagLst>
</file>

<file path=ppt/tags/tag278.xml><?xml version="1.0" encoding="utf-8"?>
<p:tagLst xmlns:a="http://schemas.openxmlformats.org/drawingml/2006/main" xmlns:r="http://schemas.openxmlformats.org/officeDocument/2006/relationships" xmlns:p="http://schemas.openxmlformats.org/presentationml/2006/main">
  <p:tag name="NUM" val="45"/>
</p:tagLst>
</file>

<file path=ppt/tags/tag279.xml><?xml version="1.0" encoding="utf-8"?>
<p:tagLst xmlns:a="http://schemas.openxmlformats.org/drawingml/2006/main" xmlns:r="http://schemas.openxmlformats.org/officeDocument/2006/relationships" xmlns:p="http://schemas.openxmlformats.org/presentationml/2006/main">
  <p:tag name="NUM" val="46"/>
</p:tagLst>
</file>

<file path=ppt/tags/tag280.xml><?xml version="1.0" encoding="utf-8"?>
<p:tagLst xmlns:a="http://schemas.openxmlformats.org/drawingml/2006/main" xmlns:r="http://schemas.openxmlformats.org/officeDocument/2006/relationships" xmlns:p="http://schemas.openxmlformats.org/presentationml/2006/main">
  <p:tag name="NUM" val="47"/>
</p:tagLst>
</file>

<file path=ppt/tags/tag281.xml><?xml version="1.0" encoding="utf-8"?>
<p:tagLst xmlns:a="http://schemas.openxmlformats.org/drawingml/2006/main" xmlns:r="http://schemas.openxmlformats.org/officeDocument/2006/relationships" xmlns:p="http://schemas.openxmlformats.org/presentationml/2006/main">
  <p:tag name="NUM" val="48"/>
</p:tagLst>
</file>

<file path=ppt/tags/tag282.xml><?xml version="1.0" encoding="utf-8"?>
<p:tagLst xmlns:a="http://schemas.openxmlformats.org/drawingml/2006/main" xmlns:r="http://schemas.openxmlformats.org/officeDocument/2006/relationships" xmlns:p="http://schemas.openxmlformats.org/presentationml/2006/main">
  <p:tag name="NUM" val="49"/>
</p:tagLst>
</file>

<file path=ppt/tags/tag283.xml><?xml version="1.0" encoding="utf-8"?>
<p:tagLst xmlns:a="http://schemas.openxmlformats.org/drawingml/2006/main" xmlns:r="http://schemas.openxmlformats.org/officeDocument/2006/relationships" xmlns:p="http://schemas.openxmlformats.org/presentationml/2006/main">
  <p:tag name="NUM" val="50"/>
</p:tagLst>
</file>

<file path=ppt/tags/tag284.xml><?xml version="1.0" encoding="utf-8"?>
<p:tagLst xmlns:a="http://schemas.openxmlformats.org/drawingml/2006/main" xmlns:r="http://schemas.openxmlformats.org/officeDocument/2006/relationships" xmlns:p="http://schemas.openxmlformats.org/presentationml/2006/main">
  <p:tag name="NUM" val="51"/>
</p:tagLst>
</file>

<file path=ppt/tags/tag285.xml><?xml version="1.0" encoding="utf-8"?>
<p:tagLst xmlns:a="http://schemas.openxmlformats.org/drawingml/2006/main" xmlns:r="http://schemas.openxmlformats.org/officeDocument/2006/relationships" xmlns:p="http://schemas.openxmlformats.org/presentationml/2006/main">
  <p:tag name="NUM" val="52"/>
</p:tagLst>
</file>

<file path=ppt/tags/tag286.xml><?xml version="1.0" encoding="utf-8"?>
<p:tagLst xmlns:a="http://schemas.openxmlformats.org/drawingml/2006/main" xmlns:r="http://schemas.openxmlformats.org/officeDocument/2006/relationships" xmlns:p="http://schemas.openxmlformats.org/presentationml/2006/main">
  <p:tag name="NUM" val="53"/>
</p:tagLst>
</file>

<file path=ppt/tags/tag287.xml><?xml version="1.0" encoding="utf-8"?>
<p:tagLst xmlns:a="http://schemas.openxmlformats.org/drawingml/2006/main" xmlns:r="http://schemas.openxmlformats.org/officeDocument/2006/relationships" xmlns:p="http://schemas.openxmlformats.org/presentationml/2006/main">
  <p:tag name="NUM" val="54"/>
</p:tagLst>
</file>

<file path=ppt/tags/tag288.xml><?xml version="1.0" encoding="utf-8"?>
<p:tagLst xmlns:a="http://schemas.openxmlformats.org/drawingml/2006/main" xmlns:r="http://schemas.openxmlformats.org/officeDocument/2006/relationships" xmlns:p="http://schemas.openxmlformats.org/presentationml/2006/main">
  <p:tag name="NUM" val="55"/>
</p:tagLst>
</file>

<file path=ppt/tags/tag289.xml><?xml version="1.0" encoding="utf-8"?>
<p:tagLst xmlns:a="http://schemas.openxmlformats.org/drawingml/2006/main" xmlns:r="http://schemas.openxmlformats.org/officeDocument/2006/relationships" xmlns:p="http://schemas.openxmlformats.org/presentationml/2006/main">
  <p:tag name="NUM" val="56"/>
</p:tagLst>
</file>

<file path=ppt/tags/tag290.xml><?xml version="1.0" encoding="utf-8"?>
<p:tagLst xmlns:a="http://schemas.openxmlformats.org/drawingml/2006/main" xmlns:r="http://schemas.openxmlformats.org/officeDocument/2006/relationships" xmlns:p="http://schemas.openxmlformats.org/presentationml/2006/main">
  <p:tag name="NUM" val="1"/>
</p:tagLst>
</file>

<file path=ppt/tags/tag291.xml><?xml version="1.0" encoding="utf-8"?>
<p:tagLst xmlns:a="http://schemas.openxmlformats.org/drawingml/2006/main" xmlns:r="http://schemas.openxmlformats.org/officeDocument/2006/relationships" xmlns:p="http://schemas.openxmlformats.org/presentationml/2006/main">
  <p:tag name="NUM" val="2"/>
</p:tagLst>
</file>

<file path=ppt/tags/tag292.xml><?xml version="1.0" encoding="utf-8"?>
<p:tagLst xmlns:a="http://schemas.openxmlformats.org/drawingml/2006/main" xmlns:r="http://schemas.openxmlformats.org/officeDocument/2006/relationships" xmlns:p="http://schemas.openxmlformats.org/presentationml/2006/main">
  <p:tag name="NUM" val="3"/>
</p:tagLst>
</file>

<file path=ppt/tags/tag293.xml><?xml version="1.0" encoding="utf-8"?>
<p:tagLst xmlns:a="http://schemas.openxmlformats.org/drawingml/2006/main" xmlns:r="http://schemas.openxmlformats.org/officeDocument/2006/relationships" xmlns:p="http://schemas.openxmlformats.org/presentationml/2006/main">
  <p:tag name="NUM" val="4"/>
</p:tagLst>
</file>

<file path=ppt/tags/tag294.xml><?xml version="1.0" encoding="utf-8"?>
<p:tagLst xmlns:a="http://schemas.openxmlformats.org/drawingml/2006/main" xmlns:r="http://schemas.openxmlformats.org/officeDocument/2006/relationships" xmlns:p="http://schemas.openxmlformats.org/presentationml/2006/main">
  <p:tag name="NUM" val="5"/>
</p:tagLst>
</file>

<file path=ppt/tags/tag295.xml><?xml version="1.0" encoding="utf-8"?>
<p:tagLst xmlns:a="http://schemas.openxmlformats.org/drawingml/2006/main" xmlns:r="http://schemas.openxmlformats.org/officeDocument/2006/relationships" xmlns:p="http://schemas.openxmlformats.org/presentationml/2006/main">
  <p:tag name="NUM" val="6"/>
</p:tagLst>
</file>

<file path=ppt/tags/tag296.xml><?xml version="1.0" encoding="utf-8"?>
<p:tagLst xmlns:a="http://schemas.openxmlformats.org/drawingml/2006/main" xmlns:r="http://schemas.openxmlformats.org/officeDocument/2006/relationships" xmlns:p="http://schemas.openxmlformats.org/presentationml/2006/main">
  <p:tag name="NUM" val="7"/>
</p:tagLst>
</file>

<file path=ppt/tags/tag297.xml><?xml version="1.0" encoding="utf-8"?>
<p:tagLst xmlns:a="http://schemas.openxmlformats.org/drawingml/2006/main" xmlns:r="http://schemas.openxmlformats.org/officeDocument/2006/relationships" xmlns:p="http://schemas.openxmlformats.org/presentationml/2006/main">
  <p:tag name="NUM" val="8"/>
</p:tagLst>
</file>

<file path=ppt/tags/tag298.xml><?xml version="1.0" encoding="utf-8"?>
<p:tagLst xmlns:a="http://schemas.openxmlformats.org/drawingml/2006/main" xmlns:r="http://schemas.openxmlformats.org/officeDocument/2006/relationships" xmlns:p="http://schemas.openxmlformats.org/presentationml/2006/main">
  <p:tag name="NUM" val="9"/>
</p:tagLst>
</file>

<file path=ppt/tags/tag299.xml><?xml version="1.0" encoding="utf-8"?>
<p:tagLst xmlns:a="http://schemas.openxmlformats.org/drawingml/2006/main" xmlns:r="http://schemas.openxmlformats.org/officeDocument/2006/relationships" xmlns:p="http://schemas.openxmlformats.org/presentationml/2006/main">
  <p:tag name="NUM" val="10"/>
</p:tagLst>
</file>

<file path=ppt/tags/tag300.xml><?xml version="1.0" encoding="utf-8"?>
<p:tagLst xmlns:a="http://schemas.openxmlformats.org/drawingml/2006/main" xmlns:r="http://schemas.openxmlformats.org/officeDocument/2006/relationships" xmlns:p="http://schemas.openxmlformats.org/presentationml/2006/main">
  <p:tag name="NUM" val="11"/>
</p:tagLst>
</file>

<file path=ppt/tags/tag301.xml><?xml version="1.0" encoding="utf-8"?>
<p:tagLst xmlns:a="http://schemas.openxmlformats.org/drawingml/2006/main" xmlns:r="http://schemas.openxmlformats.org/officeDocument/2006/relationships" xmlns:p="http://schemas.openxmlformats.org/presentationml/2006/main">
  <p:tag name="NUM" val="12"/>
</p:tagLst>
</file>

<file path=ppt/tags/tag302.xml><?xml version="1.0" encoding="utf-8"?>
<p:tagLst xmlns:a="http://schemas.openxmlformats.org/drawingml/2006/main" xmlns:r="http://schemas.openxmlformats.org/officeDocument/2006/relationships" xmlns:p="http://schemas.openxmlformats.org/presentationml/2006/main">
  <p:tag name="NUM" val="13"/>
</p:tagLst>
</file>

<file path=ppt/tags/tag303.xml><?xml version="1.0" encoding="utf-8"?>
<p:tagLst xmlns:a="http://schemas.openxmlformats.org/drawingml/2006/main" xmlns:r="http://schemas.openxmlformats.org/officeDocument/2006/relationships" xmlns:p="http://schemas.openxmlformats.org/presentationml/2006/main">
  <p:tag name="NUM" val="14"/>
</p:tagLst>
</file>

<file path=ppt/tags/tag304.xml><?xml version="1.0" encoding="utf-8"?>
<p:tagLst xmlns:a="http://schemas.openxmlformats.org/drawingml/2006/main" xmlns:r="http://schemas.openxmlformats.org/officeDocument/2006/relationships" xmlns:p="http://schemas.openxmlformats.org/presentationml/2006/main">
  <p:tag name="NUM" val="15"/>
</p:tagLst>
</file>

<file path=ppt/tags/tag305.xml><?xml version="1.0" encoding="utf-8"?>
<p:tagLst xmlns:a="http://schemas.openxmlformats.org/drawingml/2006/main" xmlns:r="http://schemas.openxmlformats.org/officeDocument/2006/relationships" xmlns:p="http://schemas.openxmlformats.org/presentationml/2006/main">
  <p:tag name="NUM" val="16"/>
</p:tagLst>
</file>

<file path=ppt/tags/tag306.xml><?xml version="1.0" encoding="utf-8"?>
<p:tagLst xmlns:a="http://schemas.openxmlformats.org/drawingml/2006/main" xmlns:r="http://schemas.openxmlformats.org/officeDocument/2006/relationships" xmlns:p="http://schemas.openxmlformats.org/presentationml/2006/main">
  <p:tag name="NUM" val="17"/>
</p:tagLst>
</file>

<file path=ppt/tags/tag307.xml><?xml version="1.0" encoding="utf-8"?>
<p:tagLst xmlns:a="http://schemas.openxmlformats.org/drawingml/2006/main" xmlns:r="http://schemas.openxmlformats.org/officeDocument/2006/relationships" xmlns:p="http://schemas.openxmlformats.org/presentationml/2006/main">
  <p:tag name="NUM" val="18"/>
</p:tagLst>
</file>

<file path=ppt/tags/tag308.xml><?xml version="1.0" encoding="utf-8"?>
<p:tagLst xmlns:a="http://schemas.openxmlformats.org/drawingml/2006/main" xmlns:r="http://schemas.openxmlformats.org/officeDocument/2006/relationships" xmlns:p="http://schemas.openxmlformats.org/presentationml/2006/main">
  <p:tag name="NUM" val="19"/>
</p:tagLst>
</file>

<file path=ppt/tags/tag309.xml><?xml version="1.0" encoding="utf-8"?>
<p:tagLst xmlns:a="http://schemas.openxmlformats.org/drawingml/2006/main" xmlns:r="http://schemas.openxmlformats.org/officeDocument/2006/relationships" xmlns:p="http://schemas.openxmlformats.org/presentationml/2006/main">
  <p:tag name="NUM" val="20"/>
</p:tagLst>
</file>

<file path=ppt/tags/tag310.xml><?xml version="1.0" encoding="utf-8"?>
<p:tagLst xmlns:a="http://schemas.openxmlformats.org/drawingml/2006/main" xmlns:r="http://schemas.openxmlformats.org/officeDocument/2006/relationships" xmlns:p="http://schemas.openxmlformats.org/presentationml/2006/main">
  <p:tag name="NUM" val="21"/>
</p:tagLst>
</file>

<file path=ppt/tags/tag311.xml><?xml version="1.0" encoding="utf-8"?>
<p:tagLst xmlns:a="http://schemas.openxmlformats.org/drawingml/2006/main" xmlns:r="http://schemas.openxmlformats.org/officeDocument/2006/relationships" xmlns:p="http://schemas.openxmlformats.org/presentationml/2006/main">
  <p:tag name="NUM" val="22"/>
</p:tagLst>
</file>

<file path=ppt/tags/tag312.xml><?xml version="1.0" encoding="utf-8"?>
<p:tagLst xmlns:a="http://schemas.openxmlformats.org/drawingml/2006/main" xmlns:r="http://schemas.openxmlformats.org/officeDocument/2006/relationships" xmlns:p="http://schemas.openxmlformats.org/presentationml/2006/main">
  <p:tag name="NUM" val="23"/>
</p:tagLst>
</file>

<file path=ppt/tags/tag313.xml><?xml version="1.0" encoding="utf-8"?>
<p:tagLst xmlns:a="http://schemas.openxmlformats.org/drawingml/2006/main" xmlns:r="http://schemas.openxmlformats.org/officeDocument/2006/relationships" xmlns:p="http://schemas.openxmlformats.org/presentationml/2006/main">
  <p:tag name="NUM" val="24"/>
</p:tagLst>
</file>

<file path=ppt/tags/tag314.xml><?xml version="1.0" encoding="utf-8"?>
<p:tagLst xmlns:a="http://schemas.openxmlformats.org/drawingml/2006/main" xmlns:r="http://schemas.openxmlformats.org/officeDocument/2006/relationships" xmlns:p="http://schemas.openxmlformats.org/presentationml/2006/main">
  <p:tag name="NUM" val="25"/>
</p:tagLst>
</file>

<file path=ppt/tags/tag315.xml><?xml version="1.0" encoding="utf-8"?>
<p:tagLst xmlns:a="http://schemas.openxmlformats.org/drawingml/2006/main" xmlns:r="http://schemas.openxmlformats.org/officeDocument/2006/relationships" xmlns:p="http://schemas.openxmlformats.org/presentationml/2006/main">
  <p:tag name="NUM" val="26"/>
</p:tagLst>
</file>

<file path=ppt/tags/tag316.xml><?xml version="1.0" encoding="utf-8"?>
<p:tagLst xmlns:a="http://schemas.openxmlformats.org/drawingml/2006/main" xmlns:r="http://schemas.openxmlformats.org/officeDocument/2006/relationships" xmlns:p="http://schemas.openxmlformats.org/presentationml/2006/main">
  <p:tag name="NUM" val="27"/>
</p:tagLst>
</file>

<file path=ppt/tags/tag317.xml><?xml version="1.0" encoding="utf-8"?>
<p:tagLst xmlns:a="http://schemas.openxmlformats.org/drawingml/2006/main" xmlns:r="http://schemas.openxmlformats.org/officeDocument/2006/relationships" xmlns:p="http://schemas.openxmlformats.org/presentationml/2006/main">
  <p:tag name="NUM" val="28"/>
</p:tagLst>
</file>

<file path=ppt/tags/tag318.xml><?xml version="1.0" encoding="utf-8"?>
<p:tagLst xmlns:a="http://schemas.openxmlformats.org/drawingml/2006/main" xmlns:r="http://schemas.openxmlformats.org/officeDocument/2006/relationships" xmlns:p="http://schemas.openxmlformats.org/presentationml/2006/main">
  <p:tag name="NUM" val="29"/>
</p:tagLst>
</file>

<file path=ppt/tags/tag319.xml><?xml version="1.0" encoding="utf-8"?>
<p:tagLst xmlns:a="http://schemas.openxmlformats.org/drawingml/2006/main" xmlns:r="http://schemas.openxmlformats.org/officeDocument/2006/relationships" xmlns:p="http://schemas.openxmlformats.org/presentationml/2006/main">
  <p:tag name="NUM" val="30"/>
</p:tagLst>
</file>

<file path=ppt/tags/tag320.xml><?xml version="1.0" encoding="utf-8"?>
<p:tagLst xmlns:a="http://schemas.openxmlformats.org/drawingml/2006/main" xmlns:r="http://schemas.openxmlformats.org/officeDocument/2006/relationships" xmlns:p="http://schemas.openxmlformats.org/presentationml/2006/main">
  <p:tag name="NUM" val="31"/>
</p:tagLst>
</file>

<file path=ppt/tags/tag321.xml><?xml version="1.0" encoding="utf-8"?>
<p:tagLst xmlns:a="http://schemas.openxmlformats.org/drawingml/2006/main" xmlns:r="http://schemas.openxmlformats.org/officeDocument/2006/relationships" xmlns:p="http://schemas.openxmlformats.org/presentationml/2006/main">
  <p:tag name="NUM" val="32"/>
</p:tagLst>
</file>

<file path=ppt/tags/tag322.xml><?xml version="1.0" encoding="utf-8"?>
<p:tagLst xmlns:a="http://schemas.openxmlformats.org/drawingml/2006/main" xmlns:r="http://schemas.openxmlformats.org/officeDocument/2006/relationships" xmlns:p="http://schemas.openxmlformats.org/presentationml/2006/main">
  <p:tag name="NUM" val="33"/>
</p:tagLst>
</file>

<file path=ppt/tags/tag323.xml><?xml version="1.0" encoding="utf-8"?>
<p:tagLst xmlns:a="http://schemas.openxmlformats.org/drawingml/2006/main" xmlns:r="http://schemas.openxmlformats.org/officeDocument/2006/relationships" xmlns:p="http://schemas.openxmlformats.org/presentationml/2006/main">
  <p:tag name="NUM" val="34"/>
</p:tagLst>
</file>

<file path=ppt/tags/tag324.xml><?xml version="1.0" encoding="utf-8"?>
<p:tagLst xmlns:a="http://schemas.openxmlformats.org/drawingml/2006/main" xmlns:r="http://schemas.openxmlformats.org/officeDocument/2006/relationships" xmlns:p="http://schemas.openxmlformats.org/presentationml/2006/main">
  <p:tag name="NUM" val="35"/>
</p:tagLst>
</file>

<file path=ppt/tags/tag325.xml><?xml version="1.0" encoding="utf-8"?>
<p:tagLst xmlns:a="http://schemas.openxmlformats.org/drawingml/2006/main" xmlns:r="http://schemas.openxmlformats.org/officeDocument/2006/relationships" xmlns:p="http://schemas.openxmlformats.org/presentationml/2006/main">
  <p:tag name="NUM" val="1"/>
</p:tagLst>
</file>

<file path=ppt/tags/tag326.xml><?xml version="1.0" encoding="utf-8"?>
<p:tagLst xmlns:a="http://schemas.openxmlformats.org/drawingml/2006/main" xmlns:r="http://schemas.openxmlformats.org/officeDocument/2006/relationships" xmlns:p="http://schemas.openxmlformats.org/presentationml/2006/main">
  <p:tag name="NUM" val="2"/>
</p:tagLst>
</file>

<file path=ppt/tags/tag327.xml><?xml version="1.0" encoding="utf-8"?>
<p:tagLst xmlns:a="http://schemas.openxmlformats.org/drawingml/2006/main" xmlns:r="http://schemas.openxmlformats.org/officeDocument/2006/relationships" xmlns:p="http://schemas.openxmlformats.org/presentationml/2006/main">
  <p:tag name="NUM" val="3"/>
</p:tagLst>
</file>

<file path=ppt/tags/tag328.xml><?xml version="1.0" encoding="utf-8"?>
<p:tagLst xmlns:a="http://schemas.openxmlformats.org/drawingml/2006/main" xmlns:r="http://schemas.openxmlformats.org/officeDocument/2006/relationships" xmlns:p="http://schemas.openxmlformats.org/presentationml/2006/main">
  <p:tag name="NUM" val="4"/>
</p:tagLst>
</file>

<file path=ppt/tags/tag329.xml><?xml version="1.0" encoding="utf-8"?>
<p:tagLst xmlns:a="http://schemas.openxmlformats.org/drawingml/2006/main" xmlns:r="http://schemas.openxmlformats.org/officeDocument/2006/relationships" xmlns:p="http://schemas.openxmlformats.org/presentationml/2006/main">
  <p:tag name="NUM" val="5"/>
</p:tagLst>
</file>

<file path=ppt/tags/tag330.xml><?xml version="1.0" encoding="utf-8"?>
<p:tagLst xmlns:a="http://schemas.openxmlformats.org/drawingml/2006/main" xmlns:r="http://schemas.openxmlformats.org/officeDocument/2006/relationships" xmlns:p="http://schemas.openxmlformats.org/presentationml/2006/main">
  <p:tag name="NUM" val="6"/>
</p:tagLst>
</file>

<file path=ppt/tags/tag331.xml><?xml version="1.0" encoding="utf-8"?>
<p:tagLst xmlns:a="http://schemas.openxmlformats.org/drawingml/2006/main" xmlns:r="http://schemas.openxmlformats.org/officeDocument/2006/relationships" xmlns:p="http://schemas.openxmlformats.org/presentationml/2006/main">
  <p:tag name="NUM" val="7"/>
</p:tagLst>
</file>

<file path=ppt/tags/tag332.xml><?xml version="1.0" encoding="utf-8"?>
<p:tagLst xmlns:a="http://schemas.openxmlformats.org/drawingml/2006/main" xmlns:r="http://schemas.openxmlformats.org/officeDocument/2006/relationships" xmlns:p="http://schemas.openxmlformats.org/presentationml/2006/main">
  <p:tag name="NUM" val="8"/>
</p:tagLst>
</file>

<file path=ppt/tags/tag333.xml><?xml version="1.0" encoding="utf-8"?>
<p:tagLst xmlns:a="http://schemas.openxmlformats.org/drawingml/2006/main" xmlns:r="http://schemas.openxmlformats.org/officeDocument/2006/relationships" xmlns:p="http://schemas.openxmlformats.org/presentationml/2006/main">
  <p:tag name="NUM" val="9"/>
</p:tagLst>
</file>

<file path=ppt/tags/tag334.xml><?xml version="1.0" encoding="utf-8"?>
<p:tagLst xmlns:a="http://schemas.openxmlformats.org/drawingml/2006/main" xmlns:r="http://schemas.openxmlformats.org/officeDocument/2006/relationships" xmlns:p="http://schemas.openxmlformats.org/presentationml/2006/main">
  <p:tag name="NUM" val="10"/>
</p:tagLst>
</file>

<file path=ppt/tags/tag335.xml><?xml version="1.0" encoding="utf-8"?>
<p:tagLst xmlns:a="http://schemas.openxmlformats.org/drawingml/2006/main" xmlns:r="http://schemas.openxmlformats.org/officeDocument/2006/relationships" xmlns:p="http://schemas.openxmlformats.org/presentationml/2006/main">
  <p:tag name="NUM" val="11"/>
</p:tagLst>
</file>

<file path=ppt/tags/tag336.xml><?xml version="1.0" encoding="utf-8"?>
<p:tagLst xmlns:a="http://schemas.openxmlformats.org/drawingml/2006/main" xmlns:r="http://schemas.openxmlformats.org/officeDocument/2006/relationships" xmlns:p="http://schemas.openxmlformats.org/presentationml/2006/main">
  <p:tag name="NUM" val="12"/>
</p:tagLst>
</file>

<file path=ppt/tags/tag337.xml><?xml version="1.0" encoding="utf-8"?>
<p:tagLst xmlns:a="http://schemas.openxmlformats.org/drawingml/2006/main" xmlns:r="http://schemas.openxmlformats.org/officeDocument/2006/relationships" xmlns:p="http://schemas.openxmlformats.org/presentationml/2006/main">
  <p:tag name="NUM" val="13"/>
</p:tagLst>
</file>

<file path=ppt/tags/tag338.xml><?xml version="1.0" encoding="utf-8"?>
<p:tagLst xmlns:a="http://schemas.openxmlformats.org/drawingml/2006/main" xmlns:r="http://schemas.openxmlformats.org/officeDocument/2006/relationships" xmlns:p="http://schemas.openxmlformats.org/presentationml/2006/main">
  <p:tag name="NUM" val="14"/>
</p:tagLst>
</file>

<file path=ppt/tags/tag339.xml><?xml version="1.0" encoding="utf-8"?>
<p:tagLst xmlns:a="http://schemas.openxmlformats.org/drawingml/2006/main" xmlns:r="http://schemas.openxmlformats.org/officeDocument/2006/relationships" xmlns:p="http://schemas.openxmlformats.org/presentationml/2006/main">
  <p:tag name="NUM" val="15"/>
</p:tagLst>
</file>

<file path=ppt/tags/tag340.xml><?xml version="1.0" encoding="utf-8"?>
<p:tagLst xmlns:a="http://schemas.openxmlformats.org/drawingml/2006/main" xmlns:r="http://schemas.openxmlformats.org/officeDocument/2006/relationships" xmlns:p="http://schemas.openxmlformats.org/presentationml/2006/main">
  <p:tag name="NUM" val="16"/>
</p:tagLst>
</file>

<file path=ppt/tags/tag341.xml><?xml version="1.0" encoding="utf-8"?>
<p:tagLst xmlns:a="http://schemas.openxmlformats.org/drawingml/2006/main" xmlns:r="http://schemas.openxmlformats.org/officeDocument/2006/relationships" xmlns:p="http://schemas.openxmlformats.org/presentationml/2006/main">
  <p:tag name="NUM" val="17"/>
</p:tagLst>
</file>

<file path=ppt/tags/tag342.xml><?xml version="1.0" encoding="utf-8"?>
<p:tagLst xmlns:a="http://schemas.openxmlformats.org/drawingml/2006/main" xmlns:r="http://schemas.openxmlformats.org/officeDocument/2006/relationships" xmlns:p="http://schemas.openxmlformats.org/presentationml/2006/main">
  <p:tag name="NUM" val="1"/>
</p:tagLst>
</file>

<file path=ppt/tags/tag343.xml><?xml version="1.0" encoding="utf-8"?>
<p:tagLst xmlns:a="http://schemas.openxmlformats.org/drawingml/2006/main" xmlns:r="http://schemas.openxmlformats.org/officeDocument/2006/relationships" xmlns:p="http://schemas.openxmlformats.org/presentationml/2006/main">
  <p:tag name="NUM" val="2"/>
</p:tagLst>
</file>

<file path=ppt/tags/tag344.xml><?xml version="1.0" encoding="utf-8"?>
<p:tagLst xmlns:a="http://schemas.openxmlformats.org/drawingml/2006/main" xmlns:r="http://schemas.openxmlformats.org/officeDocument/2006/relationships" xmlns:p="http://schemas.openxmlformats.org/presentationml/2006/main">
  <p:tag name="NUM" val="3"/>
</p:tagLst>
</file>

<file path=ppt/tags/tag345.xml><?xml version="1.0" encoding="utf-8"?>
<p:tagLst xmlns:a="http://schemas.openxmlformats.org/drawingml/2006/main" xmlns:r="http://schemas.openxmlformats.org/officeDocument/2006/relationships" xmlns:p="http://schemas.openxmlformats.org/presentationml/2006/main">
  <p:tag name="NUM" val="4"/>
</p:tagLst>
</file>

<file path=ppt/tags/tag346.xml><?xml version="1.0" encoding="utf-8"?>
<p:tagLst xmlns:a="http://schemas.openxmlformats.org/drawingml/2006/main" xmlns:r="http://schemas.openxmlformats.org/officeDocument/2006/relationships" xmlns:p="http://schemas.openxmlformats.org/presentationml/2006/main">
  <p:tag name="NUM" val="5"/>
</p:tagLst>
</file>

<file path=ppt/tags/tag347.xml><?xml version="1.0" encoding="utf-8"?>
<p:tagLst xmlns:a="http://schemas.openxmlformats.org/drawingml/2006/main" xmlns:r="http://schemas.openxmlformats.org/officeDocument/2006/relationships" xmlns:p="http://schemas.openxmlformats.org/presentationml/2006/main">
  <p:tag name="NUM" val="6"/>
</p:tagLst>
</file>

<file path=ppt/tags/tag348.xml><?xml version="1.0" encoding="utf-8"?>
<p:tagLst xmlns:a="http://schemas.openxmlformats.org/drawingml/2006/main" xmlns:r="http://schemas.openxmlformats.org/officeDocument/2006/relationships" xmlns:p="http://schemas.openxmlformats.org/presentationml/2006/main">
  <p:tag name="NUM" val="7"/>
</p:tagLst>
</file>

<file path=ppt/tags/tag349.xml><?xml version="1.0" encoding="utf-8"?>
<p:tagLst xmlns:a="http://schemas.openxmlformats.org/drawingml/2006/main" xmlns:r="http://schemas.openxmlformats.org/officeDocument/2006/relationships" xmlns:p="http://schemas.openxmlformats.org/presentationml/2006/main">
  <p:tag name="NUM" val="8"/>
</p:tagLst>
</file>

<file path=ppt/tags/tag350.xml><?xml version="1.0" encoding="utf-8"?>
<p:tagLst xmlns:a="http://schemas.openxmlformats.org/drawingml/2006/main" xmlns:r="http://schemas.openxmlformats.org/officeDocument/2006/relationships" xmlns:p="http://schemas.openxmlformats.org/presentationml/2006/main">
  <p:tag name="NUM" val="9"/>
</p:tagLst>
</file>

<file path=ppt/tags/tag351.xml><?xml version="1.0" encoding="utf-8"?>
<p:tagLst xmlns:a="http://schemas.openxmlformats.org/drawingml/2006/main" xmlns:r="http://schemas.openxmlformats.org/officeDocument/2006/relationships" xmlns:p="http://schemas.openxmlformats.org/presentationml/2006/main">
  <p:tag name="NUM" val="10"/>
</p:tagLst>
</file>

<file path=ppt/tags/tag352.xml><?xml version="1.0" encoding="utf-8"?>
<p:tagLst xmlns:a="http://schemas.openxmlformats.org/drawingml/2006/main" xmlns:r="http://schemas.openxmlformats.org/officeDocument/2006/relationships" xmlns:p="http://schemas.openxmlformats.org/presentationml/2006/main">
  <p:tag name="NUM" val="11"/>
</p:tagLst>
</file>

<file path=ppt/tags/tag353.xml><?xml version="1.0" encoding="utf-8"?>
<p:tagLst xmlns:a="http://schemas.openxmlformats.org/drawingml/2006/main" xmlns:r="http://schemas.openxmlformats.org/officeDocument/2006/relationships" xmlns:p="http://schemas.openxmlformats.org/presentationml/2006/main">
  <p:tag name="NUM" val="12"/>
</p:tagLst>
</file>

<file path=ppt/tags/tag354.xml><?xml version="1.0" encoding="utf-8"?>
<p:tagLst xmlns:a="http://schemas.openxmlformats.org/drawingml/2006/main" xmlns:r="http://schemas.openxmlformats.org/officeDocument/2006/relationships" xmlns:p="http://schemas.openxmlformats.org/presentationml/2006/main">
  <p:tag name="NUM" val="13"/>
</p:tagLst>
</file>

<file path=ppt/tags/tag355.xml><?xml version="1.0" encoding="utf-8"?>
<p:tagLst xmlns:a="http://schemas.openxmlformats.org/drawingml/2006/main" xmlns:r="http://schemas.openxmlformats.org/officeDocument/2006/relationships" xmlns:p="http://schemas.openxmlformats.org/presentationml/2006/main">
  <p:tag name="NUM" val="14"/>
</p:tagLst>
</file>

<file path=ppt/tags/tag356.xml><?xml version="1.0" encoding="utf-8"?>
<p:tagLst xmlns:a="http://schemas.openxmlformats.org/drawingml/2006/main" xmlns:r="http://schemas.openxmlformats.org/officeDocument/2006/relationships" xmlns:p="http://schemas.openxmlformats.org/presentationml/2006/main">
  <p:tag name="NUM" val="15"/>
</p:tagLst>
</file>

<file path=ppt/tags/tag357.xml><?xml version="1.0" encoding="utf-8"?>
<p:tagLst xmlns:a="http://schemas.openxmlformats.org/drawingml/2006/main" xmlns:r="http://schemas.openxmlformats.org/officeDocument/2006/relationships" xmlns:p="http://schemas.openxmlformats.org/presentationml/2006/main">
  <p:tag name="NUM" val="16"/>
</p:tagLst>
</file>

<file path=ppt/tags/tag358.xml><?xml version="1.0" encoding="utf-8"?>
<p:tagLst xmlns:a="http://schemas.openxmlformats.org/drawingml/2006/main" xmlns:r="http://schemas.openxmlformats.org/officeDocument/2006/relationships" xmlns:p="http://schemas.openxmlformats.org/presentationml/2006/main">
  <p:tag name="NUM" val="17"/>
</p:tagLst>
</file>

<file path=ppt/tags/tag359.xml><?xml version="1.0" encoding="utf-8"?>
<p:tagLst xmlns:a="http://schemas.openxmlformats.org/drawingml/2006/main" xmlns:r="http://schemas.openxmlformats.org/officeDocument/2006/relationships" xmlns:p="http://schemas.openxmlformats.org/presentationml/2006/main">
  <p:tag name="NUM" val="18"/>
</p:tagLst>
</file>

<file path=ppt/tags/tag360.xml><?xml version="1.0" encoding="utf-8"?>
<p:tagLst xmlns:a="http://schemas.openxmlformats.org/drawingml/2006/main" xmlns:r="http://schemas.openxmlformats.org/officeDocument/2006/relationships" xmlns:p="http://schemas.openxmlformats.org/presentationml/2006/main">
  <p:tag name="NUM" val="19"/>
</p:tagLst>
</file>

<file path=ppt/tags/tag361.xml><?xml version="1.0" encoding="utf-8"?>
<p:tagLst xmlns:a="http://schemas.openxmlformats.org/drawingml/2006/main" xmlns:r="http://schemas.openxmlformats.org/officeDocument/2006/relationships" xmlns:p="http://schemas.openxmlformats.org/presentationml/2006/main">
  <p:tag name="NUM" val="1"/>
</p:tagLst>
</file>

<file path=ppt/tags/tag362.xml><?xml version="1.0" encoding="utf-8"?>
<p:tagLst xmlns:a="http://schemas.openxmlformats.org/drawingml/2006/main" xmlns:r="http://schemas.openxmlformats.org/officeDocument/2006/relationships" xmlns:p="http://schemas.openxmlformats.org/presentationml/2006/main">
  <p:tag name="NUM" val="2"/>
</p:tagLst>
</file>

<file path=ppt/tags/tag363.xml><?xml version="1.0" encoding="utf-8"?>
<p:tagLst xmlns:a="http://schemas.openxmlformats.org/drawingml/2006/main" xmlns:r="http://schemas.openxmlformats.org/officeDocument/2006/relationships" xmlns:p="http://schemas.openxmlformats.org/presentationml/2006/main">
  <p:tag name="NUM" val="3"/>
</p:tagLst>
</file>

<file path=ppt/tags/tag364.xml><?xml version="1.0" encoding="utf-8"?>
<p:tagLst xmlns:a="http://schemas.openxmlformats.org/drawingml/2006/main" xmlns:r="http://schemas.openxmlformats.org/officeDocument/2006/relationships" xmlns:p="http://schemas.openxmlformats.org/presentationml/2006/main">
  <p:tag name="NUM" val="4"/>
</p:tagLst>
</file>

<file path=ppt/tags/tag365.xml><?xml version="1.0" encoding="utf-8"?>
<p:tagLst xmlns:a="http://schemas.openxmlformats.org/drawingml/2006/main" xmlns:r="http://schemas.openxmlformats.org/officeDocument/2006/relationships" xmlns:p="http://schemas.openxmlformats.org/presentationml/2006/main">
  <p:tag name="NUM" val="5"/>
</p:tagLst>
</file>

<file path=ppt/tags/tag366.xml><?xml version="1.0" encoding="utf-8"?>
<p:tagLst xmlns:a="http://schemas.openxmlformats.org/drawingml/2006/main" xmlns:r="http://schemas.openxmlformats.org/officeDocument/2006/relationships" xmlns:p="http://schemas.openxmlformats.org/presentationml/2006/main">
  <p:tag name="NUM" val="6"/>
</p:tagLst>
</file>

<file path=ppt/tags/tag367.xml><?xml version="1.0" encoding="utf-8"?>
<p:tagLst xmlns:a="http://schemas.openxmlformats.org/drawingml/2006/main" xmlns:r="http://schemas.openxmlformats.org/officeDocument/2006/relationships" xmlns:p="http://schemas.openxmlformats.org/presentationml/2006/main">
  <p:tag name="NUM" val="7"/>
</p:tagLst>
</file>

<file path=ppt/tags/tag368.xml><?xml version="1.0" encoding="utf-8"?>
<p:tagLst xmlns:a="http://schemas.openxmlformats.org/drawingml/2006/main" xmlns:r="http://schemas.openxmlformats.org/officeDocument/2006/relationships" xmlns:p="http://schemas.openxmlformats.org/presentationml/2006/main">
  <p:tag name="NUM" val="8"/>
</p:tagLst>
</file>

<file path=ppt/tags/tag369.xml><?xml version="1.0" encoding="utf-8"?>
<p:tagLst xmlns:a="http://schemas.openxmlformats.org/drawingml/2006/main" xmlns:r="http://schemas.openxmlformats.org/officeDocument/2006/relationships" xmlns:p="http://schemas.openxmlformats.org/presentationml/2006/main">
  <p:tag name="NUM" val="9"/>
</p:tagLst>
</file>

<file path=ppt/tags/tag370.xml><?xml version="1.0" encoding="utf-8"?>
<p:tagLst xmlns:a="http://schemas.openxmlformats.org/drawingml/2006/main" xmlns:r="http://schemas.openxmlformats.org/officeDocument/2006/relationships" xmlns:p="http://schemas.openxmlformats.org/presentationml/2006/main">
  <p:tag name="NUM" val="10"/>
</p:tagLst>
</file>

<file path=ppt/tags/tag371.xml><?xml version="1.0" encoding="utf-8"?>
<p:tagLst xmlns:a="http://schemas.openxmlformats.org/drawingml/2006/main" xmlns:r="http://schemas.openxmlformats.org/officeDocument/2006/relationships" xmlns:p="http://schemas.openxmlformats.org/presentationml/2006/main">
  <p:tag name="NUM" val="11"/>
</p:tagLst>
</file>

<file path=ppt/tags/tag372.xml><?xml version="1.0" encoding="utf-8"?>
<p:tagLst xmlns:a="http://schemas.openxmlformats.org/drawingml/2006/main" xmlns:r="http://schemas.openxmlformats.org/officeDocument/2006/relationships" xmlns:p="http://schemas.openxmlformats.org/presentationml/2006/main">
  <p:tag name="NUM" val="12"/>
</p:tagLst>
</file>

<file path=ppt/tags/tag373.xml><?xml version="1.0" encoding="utf-8"?>
<p:tagLst xmlns:a="http://schemas.openxmlformats.org/drawingml/2006/main" xmlns:r="http://schemas.openxmlformats.org/officeDocument/2006/relationships" xmlns:p="http://schemas.openxmlformats.org/presentationml/2006/main">
  <p:tag name="NUM" val="13"/>
</p:tagLst>
</file>

<file path=ppt/tags/tag374.xml><?xml version="1.0" encoding="utf-8"?>
<p:tagLst xmlns:a="http://schemas.openxmlformats.org/drawingml/2006/main" xmlns:r="http://schemas.openxmlformats.org/officeDocument/2006/relationships" xmlns:p="http://schemas.openxmlformats.org/presentationml/2006/main">
  <p:tag name="NUM" val="14"/>
</p:tagLst>
</file>

<file path=ppt/tags/tag375.xml><?xml version="1.0" encoding="utf-8"?>
<p:tagLst xmlns:a="http://schemas.openxmlformats.org/drawingml/2006/main" xmlns:r="http://schemas.openxmlformats.org/officeDocument/2006/relationships" xmlns:p="http://schemas.openxmlformats.org/presentationml/2006/main">
  <p:tag name="NUM" val="15"/>
</p:tagLst>
</file>

<file path=ppt/tags/tag376.xml><?xml version="1.0" encoding="utf-8"?>
<p:tagLst xmlns:a="http://schemas.openxmlformats.org/drawingml/2006/main" xmlns:r="http://schemas.openxmlformats.org/officeDocument/2006/relationships" xmlns:p="http://schemas.openxmlformats.org/presentationml/2006/main">
  <p:tag name="NUM" val="16"/>
</p:tagLst>
</file>

<file path=ppt/tags/tag377.xml><?xml version="1.0" encoding="utf-8"?>
<p:tagLst xmlns:a="http://schemas.openxmlformats.org/drawingml/2006/main" xmlns:r="http://schemas.openxmlformats.org/officeDocument/2006/relationships" xmlns:p="http://schemas.openxmlformats.org/presentationml/2006/main">
  <p:tag name="NUM" val="17"/>
</p:tagLst>
</file>

<file path=ppt/tags/tag378.xml><?xml version="1.0" encoding="utf-8"?>
<p:tagLst xmlns:a="http://schemas.openxmlformats.org/drawingml/2006/main" xmlns:r="http://schemas.openxmlformats.org/officeDocument/2006/relationships" xmlns:p="http://schemas.openxmlformats.org/presentationml/2006/main">
  <p:tag name="NUM" val="18"/>
</p:tagLst>
</file>

<file path=ppt/tags/tag379.xml><?xml version="1.0" encoding="utf-8"?>
<p:tagLst xmlns:a="http://schemas.openxmlformats.org/drawingml/2006/main" xmlns:r="http://schemas.openxmlformats.org/officeDocument/2006/relationships" xmlns:p="http://schemas.openxmlformats.org/presentationml/2006/main">
  <p:tag name="NUM" val="19"/>
</p:tagLst>
</file>

<file path=ppt/tags/tag380.xml><?xml version="1.0" encoding="utf-8"?>
<p:tagLst xmlns:a="http://schemas.openxmlformats.org/drawingml/2006/main" xmlns:r="http://schemas.openxmlformats.org/officeDocument/2006/relationships" xmlns:p="http://schemas.openxmlformats.org/presentationml/2006/main">
  <p:tag name="NUM" val="20"/>
</p:tagLst>
</file>

<file path=ppt/tags/tag381.xml><?xml version="1.0" encoding="utf-8"?>
<p:tagLst xmlns:a="http://schemas.openxmlformats.org/drawingml/2006/main" xmlns:r="http://schemas.openxmlformats.org/officeDocument/2006/relationships" xmlns:p="http://schemas.openxmlformats.org/presentationml/2006/main">
  <p:tag name="NUM" val="21"/>
</p:tagLst>
</file>

<file path=ppt/tags/tag382.xml><?xml version="1.0" encoding="utf-8"?>
<p:tagLst xmlns:a="http://schemas.openxmlformats.org/drawingml/2006/main" xmlns:r="http://schemas.openxmlformats.org/officeDocument/2006/relationships" xmlns:p="http://schemas.openxmlformats.org/presentationml/2006/main">
  <p:tag name="NUM" val="22"/>
</p:tagLst>
</file>

<file path=ppt/tags/tag383.xml><?xml version="1.0" encoding="utf-8"?>
<p:tagLst xmlns:a="http://schemas.openxmlformats.org/drawingml/2006/main" xmlns:r="http://schemas.openxmlformats.org/officeDocument/2006/relationships" xmlns:p="http://schemas.openxmlformats.org/presentationml/2006/main">
  <p:tag name="NUM" val="23"/>
</p:tagLst>
</file>

<file path=ppt/tags/tag384.xml><?xml version="1.0" encoding="utf-8"?>
<p:tagLst xmlns:a="http://schemas.openxmlformats.org/drawingml/2006/main" xmlns:r="http://schemas.openxmlformats.org/officeDocument/2006/relationships" xmlns:p="http://schemas.openxmlformats.org/presentationml/2006/main">
  <p:tag name="NUM" val="24"/>
</p:tagLst>
</file>

<file path=ppt/tags/tag385.xml><?xml version="1.0" encoding="utf-8"?>
<p:tagLst xmlns:a="http://schemas.openxmlformats.org/drawingml/2006/main" xmlns:r="http://schemas.openxmlformats.org/officeDocument/2006/relationships" xmlns:p="http://schemas.openxmlformats.org/presentationml/2006/main">
  <p:tag name="NUM" val="1"/>
</p:tagLst>
</file>

<file path=ppt/tags/tag386.xml><?xml version="1.0" encoding="utf-8"?>
<p:tagLst xmlns:a="http://schemas.openxmlformats.org/drawingml/2006/main" xmlns:r="http://schemas.openxmlformats.org/officeDocument/2006/relationships" xmlns:p="http://schemas.openxmlformats.org/presentationml/2006/main">
  <p:tag name="NUM" val="2"/>
</p:tagLst>
</file>

<file path=ppt/tags/tag387.xml><?xml version="1.0" encoding="utf-8"?>
<p:tagLst xmlns:a="http://schemas.openxmlformats.org/drawingml/2006/main" xmlns:r="http://schemas.openxmlformats.org/officeDocument/2006/relationships" xmlns:p="http://schemas.openxmlformats.org/presentationml/2006/main">
  <p:tag name="NUM" val="3"/>
</p:tagLst>
</file>

<file path=ppt/tags/tag388.xml><?xml version="1.0" encoding="utf-8"?>
<p:tagLst xmlns:a="http://schemas.openxmlformats.org/drawingml/2006/main" xmlns:r="http://schemas.openxmlformats.org/officeDocument/2006/relationships" xmlns:p="http://schemas.openxmlformats.org/presentationml/2006/main">
  <p:tag name="NUM" val="4"/>
</p:tagLst>
</file>

<file path=ppt/tags/tag389.xml><?xml version="1.0" encoding="utf-8"?>
<p:tagLst xmlns:a="http://schemas.openxmlformats.org/drawingml/2006/main" xmlns:r="http://schemas.openxmlformats.org/officeDocument/2006/relationships" xmlns:p="http://schemas.openxmlformats.org/presentationml/2006/main">
  <p:tag name="NUM" val="5"/>
</p:tagLst>
</file>

<file path=ppt/tags/tag390.xml><?xml version="1.0" encoding="utf-8"?>
<p:tagLst xmlns:a="http://schemas.openxmlformats.org/drawingml/2006/main" xmlns:r="http://schemas.openxmlformats.org/officeDocument/2006/relationships" xmlns:p="http://schemas.openxmlformats.org/presentationml/2006/main">
  <p:tag name="NUM" val="6"/>
</p:tagLst>
</file>

<file path=ppt/tags/tag391.xml><?xml version="1.0" encoding="utf-8"?>
<p:tagLst xmlns:a="http://schemas.openxmlformats.org/drawingml/2006/main" xmlns:r="http://schemas.openxmlformats.org/officeDocument/2006/relationships" xmlns:p="http://schemas.openxmlformats.org/presentationml/2006/main">
  <p:tag name="NUM" val="7"/>
</p:tagLst>
</file>

<file path=ppt/tags/tag392.xml><?xml version="1.0" encoding="utf-8"?>
<p:tagLst xmlns:a="http://schemas.openxmlformats.org/drawingml/2006/main" xmlns:r="http://schemas.openxmlformats.org/officeDocument/2006/relationships" xmlns:p="http://schemas.openxmlformats.org/presentationml/2006/main">
  <p:tag name="NUM" val="8"/>
</p:tagLst>
</file>

<file path=ppt/tags/tag393.xml><?xml version="1.0" encoding="utf-8"?>
<p:tagLst xmlns:a="http://schemas.openxmlformats.org/drawingml/2006/main" xmlns:r="http://schemas.openxmlformats.org/officeDocument/2006/relationships" xmlns:p="http://schemas.openxmlformats.org/presentationml/2006/main">
  <p:tag name="NUM" val="9"/>
</p:tagLst>
</file>

<file path=ppt/tags/tag394.xml><?xml version="1.0" encoding="utf-8"?>
<p:tagLst xmlns:a="http://schemas.openxmlformats.org/drawingml/2006/main" xmlns:r="http://schemas.openxmlformats.org/officeDocument/2006/relationships" xmlns:p="http://schemas.openxmlformats.org/presentationml/2006/main">
  <p:tag name="NUM" val="10"/>
</p:tagLst>
</file>

<file path=ppt/tags/tag395.xml><?xml version="1.0" encoding="utf-8"?>
<p:tagLst xmlns:a="http://schemas.openxmlformats.org/drawingml/2006/main" xmlns:r="http://schemas.openxmlformats.org/officeDocument/2006/relationships" xmlns:p="http://schemas.openxmlformats.org/presentationml/2006/main">
  <p:tag name="NUM" val="11"/>
</p:tagLst>
</file>

<file path=ppt/tags/tag396.xml><?xml version="1.0" encoding="utf-8"?>
<p:tagLst xmlns:a="http://schemas.openxmlformats.org/drawingml/2006/main" xmlns:r="http://schemas.openxmlformats.org/officeDocument/2006/relationships" xmlns:p="http://schemas.openxmlformats.org/presentationml/2006/main">
  <p:tag name="NUM" val="12"/>
</p:tagLst>
</file>

<file path=ppt/tags/tag397.xml><?xml version="1.0" encoding="utf-8"?>
<p:tagLst xmlns:a="http://schemas.openxmlformats.org/drawingml/2006/main" xmlns:r="http://schemas.openxmlformats.org/officeDocument/2006/relationships" xmlns:p="http://schemas.openxmlformats.org/presentationml/2006/main">
  <p:tag name="NUM" val="13"/>
</p:tagLst>
</file>

<file path=ppt/tags/tag398.xml><?xml version="1.0" encoding="utf-8"?>
<p:tagLst xmlns:a="http://schemas.openxmlformats.org/drawingml/2006/main" xmlns:r="http://schemas.openxmlformats.org/officeDocument/2006/relationships" xmlns:p="http://schemas.openxmlformats.org/presentationml/2006/main">
  <p:tag name="NUM" val="14"/>
</p:tagLst>
</file>

<file path=ppt/tags/tag399.xml><?xml version="1.0" encoding="utf-8"?>
<p:tagLst xmlns:a="http://schemas.openxmlformats.org/drawingml/2006/main" xmlns:r="http://schemas.openxmlformats.org/officeDocument/2006/relationships" xmlns:p="http://schemas.openxmlformats.org/presentationml/2006/main">
  <p:tag name="NUM" val="15"/>
</p:tagLst>
</file>

<file path=ppt/tags/tag400.xml><?xml version="1.0" encoding="utf-8"?>
<p:tagLst xmlns:a="http://schemas.openxmlformats.org/drawingml/2006/main" xmlns:r="http://schemas.openxmlformats.org/officeDocument/2006/relationships" xmlns:p="http://schemas.openxmlformats.org/presentationml/2006/main">
  <p:tag name="NUM" val="16"/>
</p:tagLst>
</file>

<file path=ppt/tags/tag401.xml><?xml version="1.0" encoding="utf-8"?>
<p:tagLst xmlns:a="http://schemas.openxmlformats.org/drawingml/2006/main" xmlns:r="http://schemas.openxmlformats.org/officeDocument/2006/relationships" xmlns:p="http://schemas.openxmlformats.org/presentationml/2006/main">
  <p:tag name="NUM" val="17"/>
</p:tagLst>
</file>

<file path=ppt/tags/tag402.xml><?xml version="1.0" encoding="utf-8"?>
<p:tagLst xmlns:a="http://schemas.openxmlformats.org/drawingml/2006/main" xmlns:r="http://schemas.openxmlformats.org/officeDocument/2006/relationships" xmlns:p="http://schemas.openxmlformats.org/presentationml/2006/main">
  <p:tag name="NUM" val="18"/>
</p:tagLst>
</file>

<file path=ppt/tags/tag403.xml><?xml version="1.0" encoding="utf-8"?>
<p:tagLst xmlns:a="http://schemas.openxmlformats.org/drawingml/2006/main" xmlns:r="http://schemas.openxmlformats.org/officeDocument/2006/relationships" xmlns:p="http://schemas.openxmlformats.org/presentationml/2006/main">
  <p:tag name="NUM" val="19"/>
</p:tagLst>
</file>

<file path=ppt/tags/tag404.xml><?xml version="1.0" encoding="utf-8"?>
<p:tagLst xmlns:a="http://schemas.openxmlformats.org/drawingml/2006/main" xmlns:r="http://schemas.openxmlformats.org/officeDocument/2006/relationships" xmlns:p="http://schemas.openxmlformats.org/presentationml/2006/main">
  <p:tag name="NUM" val="20"/>
</p:tagLst>
</file>

<file path=ppt/tags/tag405.xml><?xml version="1.0" encoding="utf-8"?>
<p:tagLst xmlns:a="http://schemas.openxmlformats.org/drawingml/2006/main" xmlns:r="http://schemas.openxmlformats.org/officeDocument/2006/relationships" xmlns:p="http://schemas.openxmlformats.org/presentationml/2006/main">
  <p:tag name="NUM" val="21"/>
</p:tagLst>
</file>

<file path=ppt/tags/tag406.xml><?xml version="1.0" encoding="utf-8"?>
<p:tagLst xmlns:a="http://schemas.openxmlformats.org/drawingml/2006/main" xmlns:r="http://schemas.openxmlformats.org/officeDocument/2006/relationships" xmlns:p="http://schemas.openxmlformats.org/presentationml/2006/main">
  <p:tag name="NUM" val="22"/>
</p:tagLst>
</file>

<file path=ppt/tags/tag407.xml><?xml version="1.0" encoding="utf-8"?>
<p:tagLst xmlns:a="http://schemas.openxmlformats.org/drawingml/2006/main" xmlns:r="http://schemas.openxmlformats.org/officeDocument/2006/relationships" xmlns:p="http://schemas.openxmlformats.org/presentationml/2006/main">
  <p:tag name="NUM" val="1"/>
</p:tagLst>
</file>

<file path=ppt/tags/tag408.xml><?xml version="1.0" encoding="utf-8"?>
<p:tagLst xmlns:a="http://schemas.openxmlformats.org/drawingml/2006/main" xmlns:r="http://schemas.openxmlformats.org/officeDocument/2006/relationships" xmlns:p="http://schemas.openxmlformats.org/presentationml/2006/main">
  <p:tag name="NUM" val="2"/>
</p:tagLst>
</file>

<file path=ppt/tags/tag409.xml><?xml version="1.0" encoding="utf-8"?>
<p:tagLst xmlns:a="http://schemas.openxmlformats.org/drawingml/2006/main" xmlns:r="http://schemas.openxmlformats.org/officeDocument/2006/relationships" xmlns:p="http://schemas.openxmlformats.org/presentationml/2006/main">
  <p:tag name="NUM" val="3"/>
</p:tagLst>
</file>

<file path=ppt/tags/tag410.xml><?xml version="1.0" encoding="utf-8"?>
<p:tagLst xmlns:a="http://schemas.openxmlformats.org/drawingml/2006/main" xmlns:r="http://schemas.openxmlformats.org/officeDocument/2006/relationships" xmlns:p="http://schemas.openxmlformats.org/presentationml/2006/main">
  <p:tag name="NUM" val="4"/>
</p:tagLst>
</file>

<file path=ppt/tags/tag411.xml><?xml version="1.0" encoding="utf-8"?>
<p:tagLst xmlns:a="http://schemas.openxmlformats.org/drawingml/2006/main" xmlns:r="http://schemas.openxmlformats.org/officeDocument/2006/relationships" xmlns:p="http://schemas.openxmlformats.org/presentationml/2006/main">
  <p:tag name="NUM" val="5"/>
</p:tagLst>
</file>

<file path=ppt/tags/tag412.xml><?xml version="1.0" encoding="utf-8"?>
<p:tagLst xmlns:a="http://schemas.openxmlformats.org/drawingml/2006/main" xmlns:r="http://schemas.openxmlformats.org/officeDocument/2006/relationships" xmlns:p="http://schemas.openxmlformats.org/presentationml/2006/main">
  <p:tag name="NUM" val="6"/>
</p:tagLst>
</file>

<file path=ppt/tags/tag413.xml><?xml version="1.0" encoding="utf-8"?>
<p:tagLst xmlns:a="http://schemas.openxmlformats.org/drawingml/2006/main" xmlns:r="http://schemas.openxmlformats.org/officeDocument/2006/relationships" xmlns:p="http://schemas.openxmlformats.org/presentationml/2006/main">
  <p:tag name="NUM" val="7"/>
</p:tagLst>
</file>

<file path=ppt/tags/tag414.xml><?xml version="1.0" encoding="utf-8"?>
<p:tagLst xmlns:a="http://schemas.openxmlformats.org/drawingml/2006/main" xmlns:r="http://schemas.openxmlformats.org/officeDocument/2006/relationships" xmlns:p="http://schemas.openxmlformats.org/presentationml/2006/main">
  <p:tag name="NUM" val="8"/>
</p:tagLst>
</file>

<file path=ppt/tags/tag415.xml><?xml version="1.0" encoding="utf-8"?>
<p:tagLst xmlns:a="http://schemas.openxmlformats.org/drawingml/2006/main" xmlns:r="http://schemas.openxmlformats.org/officeDocument/2006/relationships" xmlns:p="http://schemas.openxmlformats.org/presentationml/2006/main">
  <p:tag name="NUM" val="9"/>
</p:tagLst>
</file>

<file path=ppt/tags/tag416.xml><?xml version="1.0" encoding="utf-8"?>
<p:tagLst xmlns:a="http://schemas.openxmlformats.org/drawingml/2006/main" xmlns:r="http://schemas.openxmlformats.org/officeDocument/2006/relationships" xmlns:p="http://schemas.openxmlformats.org/presentationml/2006/main">
  <p:tag name="NUM" val="10"/>
</p:tagLst>
</file>

<file path=ppt/tags/tag417.xml><?xml version="1.0" encoding="utf-8"?>
<p:tagLst xmlns:a="http://schemas.openxmlformats.org/drawingml/2006/main" xmlns:r="http://schemas.openxmlformats.org/officeDocument/2006/relationships" xmlns:p="http://schemas.openxmlformats.org/presentationml/2006/main">
  <p:tag name="NUM" val="11"/>
</p:tagLst>
</file>

<file path=ppt/tags/tag418.xml><?xml version="1.0" encoding="utf-8"?>
<p:tagLst xmlns:a="http://schemas.openxmlformats.org/drawingml/2006/main" xmlns:r="http://schemas.openxmlformats.org/officeDocument/2006/relationships" xmlns:p="http://schemas.openxmlformats.org/presentationml/2006/main">
  <p:tag name="NUM" val="12"/>
</p:tagLst>
</file>

<file path=ppt/tags/tag419.xml><?xml version="1.0" encoding="utf-8"?>
<p:tagLst xmlns:a="http://schemas.openxmlformats.org/drawingml/2006/main" xmlns:r="http://schemas.openxmlformats.org/officeDocument/2006/relationships" xmlns:p="http://schemas.openxmlformats.org/presentationml/2006/main">
  <p:tag name="NUM" val="13"/>
</p:tagLst>
</file>

<file path=ppt/tags/tag420.xml><?xml version="1.0" encoding="utf-8"?>
<p:tagLst xmlns:a="http://schemas.openxmlformats.org/drawingml/2006/main" xmlns:r="http://schemas.openxmlformats.org/officeDocument/2006/relationships" xmlns:p="http://schemas.openxmlformats.org/presentationml/2006/main">
  <p:tag name="NUM" val="14"/>
</p:tagLst>
</file>

<file path=ppt/tags/tag421.xml><?xml version="1.0" encoding="utf-8"?>
<p:tagLst xmlns:a="http://schemas.openxmlformats.org/drawingml/2006/main" xmlns:r="http://schemas.openxmlformats.org/officeDocument/2006/relationships" xmlns:p="http://schemas.openxmlformats.org/presentationml/2006/main">
  <p:tag name="NUM" val="15"/>
</p:tagLst>
</file>

<file path=ppt/tags/tag422.xml><?xml version="1.0" encoding="utf-8"?>
<p:tagLst xmlns:a="http://schemas.openxmlformats.org/drawingml/2006/main" xmlns:r="http://schemas.openxmlformats.org/officeDocument/2006/relationships" xmlns:p="http://schemas.openxmlformats.org/presentationml/2006/main">
  <p:tag name="NUM" val="16"/>
</p:tagLst>
</file>

<file path=ppt/tags/tag423.xml><?xml version="1.0" encoding="utf-8"?>
<p:tagLst xmlns:a="http://schemas.openxmlformats.org/drawingml/2006/main" xmlns:r="http://schemas.openxmlformats.org/officeDocument/2006/relationships" xmlns:p="http://schemas.openxmlformats.org/presentationml/2006/main">
  <p:tag name="NUM" val="17"/>
</p:tagLst>
</file>

<file path=ppt/tags/tag424.xml><?xml version="1.0" encoding="utf-8"?>
<p:tagLst xmlns:a="http://schemas.openxmlformats.org/drawingml/2006/main" xmlns:r="http://schemas.openxmlformats.org/officeDocument/2006/relationships" xmlns:p="http://schemas.openxmlformats.org/presentationml/2006/main">
  <p:tag name="NUM" val="18"/>
</p:tagLst>
</file>

<file path=ppt/tags/tag425.xml><?xml version="1.0" encoding="utf-8"?>
<p:tagLst xmlns:a="http://schemas.openxmlformats.org/drawingml/2006/main" xmlns:r="http://schemas.openxmlformats.org/officeDocument/2006/relationships" xmlns:p="http://schemas.openxmlformats.org/presentationml/2006/main">
  <p:tag name="NUM" val="19"/>
</p:tagLst>
</file>

<file path=ppt/tags/tag426.xml><?xml version="1.0" encoding="utf-8"?>
<p:tagLst xmlns:a="http://schemas.openxmlformats.org/drawingml/2006/main" xmlns:r="http://schemas.openxmlformats.org/officeDocument/2006/relationships" xmlns:p="http://schemas.openxmlformats.org/presentationml/2006/main">
  <p:tag name="NUM" val="20"/>
</p:tagLst>
</file>

<file path=ppt/tags/tag427.xml><?xml version="1.0" encoding="utf-8"?>
<p:tagLst xmlns:a="http://schemas.openxmlformats.org/drawingml/2006/main" xmlns:r="http://schemas.openxmlformats.org/officeDocument/2006/relationships" xmlns:p="http://schemas.openxmlformats.org/presentationml/2006/main">
  <p:tag name="NUM" val="21"/>
</p:tagLst>
</file>

<file path=ppt/tags/tag428.xml><?xml version="1.0" encoding="utf-8"?>
<p:tagLst xmlns:a="http://schemas.openxmlformats.org/drawingml/2006/main" xmlns:r="http://schemas.openxmlformats.org/officeDocument/2006/relationships" xmlns:p="http://schemas.openxmlformats.org/presentationml/2006/main">
  <p:tag name="NUM" val="22"/>
</p:tagLst>
</file>

<file path=ppt/tags/tag429.xml><?xml version="1.0" encoding="utf-8"?>
<p:tagLst xmlns:a="http://schemas.openxmlformats.org/drawingml/2006/main" xmlns:r="http://schemas.openxmlformats.org/officeDocument/2006/relationships" xmlns:p="http://schemas.openxmlformats.org/presentationml/2006/main">
  <p:tag name="NUM" val="23"/>
</p:tagLst>
</file>

<file path=ppt/tags/tag430.xml><?xml version="1.0" encoding="utf-8"?>
<p:tagLst xmlns:a="http://schemas.openxmlformats.org/drawingml/2006/main" xmlns:r="http://schemas.openxmlformats.org/officeDocument/2006/relationships" xmlns:p="http://schemas.openxmlformats.org/presentationml/2006/main">
  <p:tag name="NUM" val="24"/>
</p:tagLst>
</file>

<file path=ppt/tags/tag431.xml><?xml version="1.0" encoding="utf-8"?>
<p:tagLst xmlns:a="http://schemas.openxmlformats.org/drawingml/2006/main" xmlns:r="http://schemas.openxmlformats.org/officeDocument/2006/relationships" xmlns:p="http://schemas.openxmlformats.org/presentationml/2006/main">
  <p:tag name="NUM" val="25"/>
</p:tagLst>
</file>

<file path=ppt/tags/tag432.xml><?xml version="1.0" encoding="utf-8"?>
<p:tagLst xmlns:a="http://schemas.openxmlformats.org/drawingml/2006/main" xmlns:r="http://schemas.openxmlformats.org/officeDocument/2006/relationships" xmlns:p="http://schemas.openxmlformats.org/presentationml/2006/main">
  <p:tag name="NUM" val="26"/>
</p:tagLst>
</file>

<file path=ppt/tags/tag433.xml><?xml version="1.0" encoding="utf-8"?>
<p:tagLst xmlns:a="http://schemas.openxmlformats.org/drawingml/2006/main" xmlns:r="http://schemas.openxmlformats.org/officeDocument/2006/relationships" xmlns:p="http://schemas.openxmlformats.org/presentationml/2006/main">
  <p:tag name="NUM" val="27"/>
</p:tagLst>
</file>

<file path=ppt/tags/tag434.xml><?xml version="1.0" encoding="utf-8"?>
<p:tagLst xmlns:a="http://schemas.openxmlformats.org/drawingml/2006/main" xmlns:r="http://schemas.openxmlformats.org/officeDocument/2006/relationships" xmlns:p="http://schemas.openxmlformats.org/presentationml/2006/main">
  <p:tag name="NUM" val="28"/>
</p:tagLst>
</file>

<file path=ppt/tags/tag435.xml><?xml version="1.0" encoding="utf-8"?>
<p:tagLst xmlns:a="http://schemas.openxmlformats.org/drawingml/2006/main" xmlns:r="http://schemas.openxmlformats.org/officeDocument/2006/relationships" xmlns:p="http://schemas.openxmlformats.org/presentationml/2006/main">
  <p:tag name="NUM" val="29"/>
</p:tagLst>
</file>

<file path=ppt/tags/tag436.xml><?xml version="1.0" encoding="utf-8"?>
<p:tagLst xmlns:a="http://schemas.openxmlformats.org/drawingml/2006/main" xmlns:r="http://schemas.openxmlformats.org/officeDocument/2006/relationships" xmlns:p="http://schemas.openxmlformats.org/presentationml/2006/main">
  <p:tag name="NUM" val="30"/>
</p:tagLst>
</file>

<file path=ppt/tags/tag437.xml><?xml version="1.0" encoding="utf-8"?>
<p:tagLst xmlns:a="http://schemas.openxmlformats.org/drawingml/2006/main" xmlns:r="http://schemas.openxmlformats.org/officeDocument/2006/relationships" xmlns:p="http://schemas.openxmlformats.org/presentationml/2006/main">
  <p:tag name="NUM" val="31"/>
</p:tagLst>
</file>

<file path=ppt/tags/tag438.xml><?xml version="1.0" encoding="utf-8"?>
<p:tagLst xmlns:a="http://schemas.openxmlformats.org/drawingml/2006/main" xmlns:r="http://schemas.openxmlformats.org/officeDocument/2006/relationships" xmlns:p="http://schemas.openxmlformats.org/presentationml/2006/main">
  <p:tag name="NUM" val="32"/>
</p:tagLst>
</file>

<file path=ppt/tags/tag439.xml><?xml version="1.0" encoding="utf-8"?>
<p:tagLst xmlns:a="http://schemas.openxmlformats.org/drawingml/2006/main" xmlns:r="http://schemas.openxmlformats.org/officeDocument/2006/relationships" xmlns:p="http://schemas.openxmlformats.org/presentationml/2006/main">
  <p:tag name="NUM" val="33"/>
</p:tagLst>
</file>

<file path=ppt/tags/tag440.xml><?xml version="1.0" encoding="utf-8"?>
<p:tagLst xmlns:a="http://schemas.openxmlformats.org/drawingml/2006/main" xmlns:r="http://schemas.openxmlformats.org/officeDocument/2006/relationships" xmlns:p="http://schemas.openxmlformats.org/presentationml/2006/main">
  <p:tag name="NUM" val="34"/>
</p:tagLst>
</file>

<file path=ppt/tags/tag441.xml><?xml version="1.0" encoding="utf-8"?>
<p:tagLst xmlns:a="http://schemas.openxmlformats.org/drawingml/2006/main" xmlns:r="http://schemas.openxmlformats.org/officeDocument/2006/relationships" xmlns:p="http://schemas.openxmlformats.org/presentationml/2006/main">
  <p:tag name="NUM" val="35"/>
</p:tagLst>
</file>

<file path=ppt/tags/tag442.xml><?xml version="1.0" encoding="utf-8"?>
<p:tagLst xmlns:a="http://schemas.openxmlformats.org/drawingml/2006/main" xmlns:r="http://schemas.openxmlformats.org/officeDocument/2006/relationships" xmlns:p="http://schemas.openxmlformats.org/presentationml/2006/main">
  <p:tag name="NUM" val="36"/>
</p:tagLst>
</file>

<file path=ppt/tags/tag443.xml><?xml version="1.0" encoding="utf-8"?>
<p:tagLst xmlns:a="http://schemas.openxmlformats.org/drawingml/2006/main" xmlns:r="http://schemas.openxmlformats.org/officeDocument/2006/relationships" xmlns:p="http://schemas.openxmlformats.org/presentationml/2006/main">
  <p:tag name="NUM" val="37"/>
</p:tagLst>
</file>

<file path=ppt/tags/tag444.xml><?xml version="1.0" encoding="utf-8"?>
<p:tagLst xmlns:a="http://schemas.openxmlformats.org/drawingml/2006/main" xmlns:r="http://schemas.openxmlformats.org/officeDocument/2006/relationships" xmlns:p="http://schemas.openxmlformats.org/presentationml/2006/main">
  <p:tag name="NUM" val="38"/>
</p:tagLst>
</file>

<file path=ppt/tags/tag445.xml><?xml version="1.0" encoding="utf-8"?>
<p:tagLst xmlns:a="http://schemas.openxmlformats.org/drawingml/2006/main" xmlns:r="http://schemas.openxmlformats.org/officeDocument/2006/relationships" xmlns:p="http://schemas.openxmlformats.org/presentationml/2006/main">
  <p:tag name="NUM" val="1"/>
</p:tagLst>
</file>

<file path=ppt/tags/tag446.xml><?xml version="1.0" encoding="utf-8"?>
<p:tagLst xmlns:a="http://schemas.openxmlformats.org/drawingml/2006/main" xmlns:r="http://schemas.openxmlformats.org/officeDocument/2006/relationships" xmlns:p="http://schemas.openxmlformats.org/presentationml/2006/main">
  <p:tag name="NUM" val="2"/>
</p:tagLst>
</file>

<file path=ppt/tags/tag447.xml><?xml version="1.0" encoding="utf-8"?>
<p:tagLst xmlns:a="http://schemas.openxmlformats.org/drawingml/2006/main" xmlns:r="http://schemas.openxmlformats.org/officeDocument/2006/relationships" xmlns:p="http://schemas.openxmlformats.org/presentationml/2006/main">
  <p:tag name="NUM" val="3"/>
</p:tagLst>
</file>

<file path=ppt/tags/tag448.xml><?xml version="1.0" encoding="utf-8"?>
<p:tagLst xmlns:a="http://schemas.openxmlformats.org/drawingml/2006/main" xmlns:r="http://schemas.openxmlformats.org/officeDocument/2006/relationships" xmlns:p="http://schemas.openxmlformats.org/presentationml/2006/main">
  <p:tag name="NUM" val="4"/>
</p:tagLst>
</file>

<file path=ppt/tags/tag449.xml><?xml version="1.0" encoding="utf-8"?>
<p:tagLst xmlns:a="http://schemas.openxmlformats.org/drawingml/2006/main" xmlns:r="http://schemas.openxmlformats.org/officeDocument/2006/relationships" xmlns:p="http://schemas.openxmlformats.org/presentationml/2006/main">
  <p:tag name="NUM" val="5"/>
</p:tagLst>
</file>

<file path=ppt/tags/tag450.xml><?xml version="1.0" encoding="utf-8"?>
<p:tagLst xmlns:a="http://schemas.openxmlformats.org/drawingml/2006/main" xmlns:r="http://schemas.openxmlformats.org/officeDocument/2006/relationships" xmlns:p="http://schemas.openxmlformats.org/presentationml/2006/main">
  <p:tag name="NUM" val="6"/>
</p:tagLst>
</file>

<file path=ppt/tags/tag451.xml><?xml version="1.0" encoding="utf-8"?>
<p:tagLst xmlns:a="http://schemas.openxmlformats.org/drawingml/2006/main" xmlns:r="http://schemas.openxmlformats.org/officeDocument/2006/relationships" xmlns:p="http://schemas.openxmlformats.org/presentationml/2006/main">
  <p:tag name="NUM" val="7"/>
</p:tagLst>
</file>

<file path=ppt/tags/tag452.xml><?xml version="1.0" encoding="utf-8"?>
<p:tagLst xmlns:a="http://schemas.openxmlformats.org/drawingml/2006/main" xmlns:r="http://schemas.openxmlformats.org/officeDocument/2006/relationships" xmlns:p="http://schemas.openxmlformats.org/presentationml/2006/main">
  <p:tag name="NUM" val="8"/>
</p:tagLst>
</file>

<file path=ppt/tags/tag453.xml><?xml version="1.0" encoding="utf-8"?>
<p:tagLst xmlns:a="http://schemas.openxmlformats.org/drawingml/2006/main" xmlns:r="http://schemas.openxmlformats.org/officeDocument/2006/relationships" xmlns:p="http://schemas.openxmlformats.org/presentationml/2006/main">
  <p:tag name="NUM" val="9"/>
</p:tagLst>
</file>

<file path=ppt/tags/tag454.xml><?xml version="1.0" encoding="utf-8"?>
<p:tagLst xmlns:a="http://schemas.openxmlformats.org/drawingml/2006/main" xmlns:r="http://schemas.openxmlformats.org/officeDocument/2006/relationships" xmlns:p="http://schemas.openxmlformats.org/presentationml/2006/main">
  <p:tag name="NUM" val="10"/>
</p:tagLst>
</file>

<file path=ppt/tags/tag455.xml><?xml version="1.0" encoding="utf-8"?>
<p:tagLst xmlns:a="http://schemas.openxmlformats.org/drawingml/2006/main" xmlns:r="http://schemas.openxmlformats.org/officeDocument/2006/relationships" xmlns:p="http://schemas.openxmlformats.org/presentationml/2006/main">
  <p:tag name="NUM" val="11"/>
</p:tagLst>
</file>

<file path=ppt/tags/tag456.xml><?xml version="1.0" encoding="utf-8"?>
<p:tagLst xmlns:a="http://schemas.openxmlformats.org/drawingml/2006/main" xmlns:r="http://schemas.openxmlformats.org/officeDocument/2006/relationships" xmlns:p="http://schemas.openxmlformats.org/presentationml/2006/main">
  <p:tag name="NUM" val="12"/>
</p:tagLst>
</file>

<file path=ppt/tags/tag457.xml><?xml version="1.0" encoding="utf-8"?>
<p:tagLst xmlns:a="http://schemas.openxmlformats.org/drawingml/2006/main" xmlns:r="http://schemas.openxmlformats.org/officeDocument/2006/relationships" xmlns:p="http://schemas.openxmlformats.org/presentationml/2006/main">
  <p:tag name="NUM" val="13"/>
</p:tagLst>
</file>

<file path=ppt/tags/tag458.xml><?xml version="1.0" encoding="utf-8"?>
<p:tagLst xmlns:a="http://schemas.openxmlformats.org/drawingml/2006/main" xmlns:r="http://schemas.openxmlformats.org/officeDocument/2006/relationships" xmlns:p="http://schemas.openxmlformats.org/presentationml/2006/main">
  <p:tag name="NUM" val="14"/>
</p:tagLst>
</file>

<file path=ppt/tags/tag459.xml><?xml version="1.0" encoding="utf-8"?>
<p:tagLst xmlns:a="http://schemas.openxmlformats.org/drawingml/2006/main" xmlns:r="http://schemas.openxmlformats.org/officeDocument/2006/relationships" xmlns:p="http://schemas.openxmlformats.org/presentationml/2006/main">
  <p:tag name="NUM" val="15"/>
</p:tagLst>
</file>

<file path=ppt/tags/tag460.xml><?xml version="1.0" encoding="utf-8"?>
<p:tagLst xmlns:a="http://schemas.openxmlformats.org/drawingml/2006/main" xmlns:r="http://schemas.openxmlformats.org/officeDocument/2006/relationships" xmlns:p="http://schemas.openxmlformats.org/presentationml/2006/main">
  <p:tag name="NUM" val="16"/>
</p:tagLst>
</file>

<file path=ppt/tags/tag461.xml><?xml version="1.0" encoding="utf-8"?>
<p:tagLst xmlns:a="http://schemas.openxmlformats.org/drawingml/2006/main" xmlns:r="http://schemas.openxmlformats.org/officeDocument/2006/relationships" xmlns:p="http://schemas.openxmlformats.org/presentationml/2006/main">
  <p:tag name="NUM" val="17"/>
</p:tagLst>
</file>

<file path=ppt/tags/tag462.xml><?xml version="1.0" encoding="utf-8"?>
<p:tagLst xmlns:a="http://schemas.openxmlformats.org/drawingml/2006/main" xmlns:r="http://schemas.openxmlformats.org/officeDocument/2006/relationships" xmlns:p="http://schemas.openxmlformats.org/presentationml/2006/main">
  <p:tag name="NUM" val="18"/>
</p:tagLst>
</file>

<file path=ppt/tags/tag463.xml><?xml version="1.0" encoding="utf-8"?>
<p:tagLst xmlns:a="http://schemas.openxmlformats.org/drawingml/2006/main" xmlns:r="http://schemas.openxmlformats.org/officeDocument/2006/relationships" xmlns:p="http://schemas.openxmlformats.org/presentationml/2006/main">
  <p:tag name="NUM" val="19"/>
</p:tagLst>
</file>

<file path=ppt/tags/tag464.xml><?xml version="1.0" encoding="utf-8"?>
<p:tagLst xmlns:a="http://schemas.openxmlformats.org/drawingml/2006/main" xmlns:r="http://schemas.openxmlformats.org/officeDocument/2006/relationships" xmlns:p="http://schemas.openxmlformats.org/presentationml/2006/main">
  <p:tag name="NUM" val="20"/>
</p:tagLst>
</file>

<file path=ppt/tags/tag465.xml><?xml version="1.0" encoding="utf-8"?>
<p:tagLst xmlns:a="http://schemas.openxmlformats.org/drawingml/2006/main" xmlns:r="http://schemas.openxmlformats.org/officeDocument/2006/relationships" xmlns:p="http://schemas.openxmlformats.org/presentationml/2006/main">
  <p:tag name="NUM" val="21"/>
</p:tagLst>
</file>

<file path=ppt/tags/tag466.xml><?xml version="1.0" encoding="utf-8"?>
<p:tagLst xmlns:a="http://schemas.openxmlformats.org/drawingml/2006/main" xmlns:r="http://schemas.openxmlformats.org/officeDocument/2006/relationships" xmlns:p="http://schemas.openxmlformats.org/presentationml/2006/main">
  <p:tag name="NUM" val="1"/>
</p:tagLst>
</file>

<file path=ppt/tags/tag467.xml><?xml version="1.0" encoding="utf-8"?>
<p:tagLst xmlns:a="http://schemas.openxmlformats.org/drawingml/2006/main" xmlns:r="http://schemas.openxmlformats.org/officeDocument/2006/relationships" xmlns:p="http://schemas.openxmlformats.org/presentationml/2006/main">
  <p:tag name="NUM" val="2"/>
</p:tagLst>
</file>

<file path=ppt/tags/tag468.xml><?xml version="1.0" encoding="utf-8"?>
<p:tagLst xmlns:a="http://schemas.openxmlformats.org/drawingml/2006/main" xmlns:r="http://schemas.openxmlformats.org/officeDocument/2006/relationships" xmlns:p="http://schemas.openxmlformats.org/presentationml/2006/main">
  <p:tag name="NUM" val="3"/>
</p:tagLst>
</file>

<file path=ppt/tags/tag469.xml><?xml version="1.0" encoding="utf-8"?>
<p:tagLst xmlns:a="http://schemas.openxmlformats.org/drawingml/2006/main" xmlns:r="http://schemas.openxmlformats.org/officeDocument/2006/relationships" xmlns:p="http://schemas.openxmlformats.org/presentationml/2006/main">
  <p:tag name="NUM" val="4"/>
</p:tagLst>
</file>

<file path=ppt/tags/tag470.xml><?xml version="1.0" encoding="utf-8"?>
<p:tagLst xmlns:a="http://schemas.openxmlformats.org/drawingml/2006/main" xmlns:r="http://schemas.openxmlformats.org/officeDocument/2006/relationships" xmlns:p="http://schemas.openxmlformats.org/presentationml/2006/main">
  <p:tag name="NUM" val="5"/>
</p:tagLst>
</file>

<file path=ppt/tags/tag471.xml><?xml version="1.0" encoding="utf-8"?>
<p:tagLst xmlns:a="http://schemas.openxmlformats.org/drawingml/2006/main" xmlns:r="http://schemas.openxmlformats.org/officeDocument/2006/relationships" xmlns:p="http://schemas.openxmlformats.org/presentationml/2006/main">
  <p:tag name="NUM" val="6"/>
</p:tagLst>
</file>

<file path=ppt/tags/tag472.xml><?xml version="1.0" encoding="utf-8"?>
<p:tagLst xmlns:a="http://schemas.openxmlformats.org/drawingml/2006/main" xmlns:r="http://schemas.openxmlformats.org/officeDocument/2006/relationships" xmlns:p="http://schemas.openxmlformats.org/presentationml/2006/main">
  <p:tag name="NUM" val="7"/>
</p:tagLst>
</file>

<file path=ppt/tags/tag473.xml><?xml version="1.0" encoding="utf-8"?>
<p:tagLst xmlns:a="http://schemas.openxmlformats.org/drawingml/2006/main" xmlns:r="http://schemas.openxmlformats.org/officeDocument/2006/relationships" xmlns:p="http://schemas.openxmlformats.org/presentationml/2006/main">
  <p:tag name="NUM" val="8"/>
</p:tagLst>
</file>

<file path=ppt/tags/tag474.xml><?xml version="1.0" encoding="utf-8"?>
<p:tagLst xmlns:a="http://schemas.openxmlformats.org/drawingml/2006/main" xmlns:r="http://schemas.openxmlformats.org/officeDocument/2006/relationships" xmlns:p="http://schemas.openxmlformats.org/presentationml/2006/main">
  <p:tag name="NUM" val="9"/>
</p:tagLst>
</file>

<file path=ppt/tags/tag475.xml><?xml version="1.0" encoding="utf-8"?>
<p:tagLst xmlns:a="http://schemas.openxmlformats.org/drawingml/2006/main" xmlns:r="http://schemas.openxmlformats.org/officeDocument/2006/relationships" xmlns:p="http://schemas.openxmlformats.org/presentationml/2006/main">
  <p:tag name="NUM" val="10"/>
</p:tagLst>
</file>

<file path=ppt/tags/tag476.xml><?xml version="1.0" encoding="utf-8"?>
<p:tagLst xmlns:a="http://schemas.openxmlformats.org/drawingml/2006/main" xmlns:r="http://schemas.openxmlformats.org/officeDocument/2006/relationships" xmlns:p="http://schemas.openxmlformats.org/presentationml/2006/main">
  <p:tag name="NUM" val="11"/>
</p:tagLst>
</file>

<file path=ppt/tags/tag477.xml><?xml version="1.0" encoding="utf-8"?>
<p:tagLst xmlns:a="http://schemas.openxmlformats.org/drawingml/2006/main" xmlns:r="http://schemas.openxmlformats.org/officeDocument/2006/relationships" xmlns:p="http://schemas.openxmlformats.org/presentationml/2006/main">
  <p:tag name="NUM" val="12"/>
</p:tagLst>
</file>

<file path=ppt/tags/tag478.xml><?xml version="1.0" encoding="utf-8"?>
<p:tagLst xmlns:a="http://schemas.openxmlformats.org/drawingml/2006/main" xmlns:r="http://schemas.openxmlformats.org/officeDocument/2006/relationships" xmlns:p="http://schemas.openxmlformats.org/presentationml/2006/main">
  <p:tag name="NUM" val="13"/>
</p:tagLst>
</file>

<file path=ppt/tags/tag479.xml><?xml version="1.0" encoding="utf-8"?>
<p:tagLst xmlns:a="http://schemas.openxmlformats.org/drawingml/2006/main" xmlns:r="http://schemas.openxmlformats.org/officeDocument/2006/relationships" xmlns:p="http://schemas.openxmlformats.org/presentationml/2006/main">
  <p:tag name="NUM" val="14"/>
</p:tagLst>
</file>

<file path=ppt/tags/tag480.xml><?xml version="1.0" encoding="utf-8"?>
<p:tagLst xmlns:a="http://schemas.openxmlformats.org/drawingml/2006/main" xmlns:r="http://schemas.openxmlformats.org/officeDocument/2006/relationships" xmlns:p="http://schemas.openxmlformats.org/presentationml/2006/main">
  <p:tag name="NUM" val="15"/>
</p:tagLst>
</file>

<file path=ppt/tags/tag481.xml><?xml version="1.0" encoding="utf-8"?>
<p:tagLst xmlns:a="http://schemas.openxmlformats.org/drawingml/2006/main" xmlns:r="http://schemas.openxmlformats.org/officeDocument/2006/relationships" xmlns:p="http://schemas.openxmlformats.org/presentationml/2006/main">
  <p:tag name="NUM" val="16"/>
</p:tagLst>
</file>

<file path=ppt/tags/tag482.xml><?xml version="1.0" encoding="utf-8"?>
<p:tagLst xmlns:a="http://schemas.openxmlformats.org/drawingml/2006/main" xmlns:r="http://schemas.openxmlformats.org/officeDocument/2006/relationships" xmlns:p="http://schemas.openxmlformats.org/presentationml/2006/main">
  <p:tag name="NUM" val="17"/>
</p:tagLst>
</file>

<file path=ppt/tags/tag483.xml><?xml version="1.0" encoding="utf-8"?>
<p:tagLst xmlns:a="http://schemas.openxmlformats.org/drawingml/2006/main" xmlns:r="http://schemas.openxmlformats.org/officeDocument/2006/relationships" xmlns:p="http://schemas.openxmlformats.org/presentationml/2006/main">
  <p:tag name="NUM" val="18"/>
</p:tagLst>
</file>

<file path=ppt/tags/tag484.xml><?xml version="1.0" encoding="utf-8"?>
<p:tagLst xmlns:a="http://schemas.openxmlformats.org/drawingml/2006/main" xmlns:r="http://schemas.openxmlformats.org/officeDocument/2006/relationships" xmlns:p="http://schemas.openxmlformats.org/presentationml/2006/main">
  <p:tag name="NUM" val="19"/>
</p:tagLst>
</file>

<file path=ppt/tags/tag485.xml><?xml version="1.0" encoding="utf-8"?>
<p:tagLst xmlns:a="http://schemas.openxmlformats.org/drawingml/2006/main" xmlns:r="http://schemas.openxmlformats.org/officeDocument/2006/relationships" xmlns:p="http://schemas.openxmlformats.org/presentationml/2006/main">
  <p:tag name="NUM" val="20"/>
</p:tagLst>
</file>

<file path=ppt/tags/tag486.xml><?xml version="1.0" encoding="utf-8"?>
<p:tagLst xmlns:a="http://schemas.openxmlformats.org/drawingml/2006/main" xmlns:r="http://schemas.openxmlformats.org/officeDocument/2006/relationships" xmlns:p="http://schemas.openxmlformats.org/presentationml/2006/main">
  <p:tag name="NUM" val="21"/>
</p:tagLst>
</file>

<file path=ppt/tags/tag487.xml><?xml version="1.0" encoding="utf-8"?>
<p:tagLst xmlns:a="http://schemas.openxmlformats.org/drawingml/2006/main" xmlns:r="http://schemas.openxmlformats.org/officeDocument/2006/relationships" xmlns:p="http://schemas.openxmlformats.org/presentationml/2006/main">
  <p:tag name="NUM" val="22"/>
</p:tagLst>
</file>

<file path=ppt/tags/tag488.xml><?xml version="1.0" encoding="utf-8"?>
<p:tagLst xmlns:a="http://schemas.openxmlformats.org/drawingml/2006/main" xmlns:r="http://schemas.openxmlformats.org/officeDocument/2006/relationships" xmlns:p="http://schemas.openxmlformats.org/presentationml/2006/main">
  <p:tag name="NUM" val="23"/>
</p:tagLst>
</file>

<file path=ppt/tags/tag489.xml><?xml version="1.0" encoding="utf-8"?>
<p:tagLst xmlns:a="http://schemas.openxmlformats.org/drawingml/2006/main" xmlns:r="http://schemas.openxmlformats.org/officeDocument/2006/relationships" xmlns:p="http://schemas.openxmlformats.org/presentationml/2006/main">
  <p:tag name="NUM" val="24"/>
</p:tagLst>
</file>

<file path=ppt/tags/tag490.xml><?xml version="1.0" encoding="utf-8"?>
<p:tagLst xmlns:a="http://schemas.openxmlformats.org/drawingml/2006/main" xmlns:r="http://schemas.openxmlformats.org/officeDocument/2006/relationships" xmlns:p="http://schemas.openxmlformats.org/presentationml/2006/main">
  <p:tag name="NUM" val="25"/>
</p:tagLst>
</file>

<file path=ppt/tags/tag491.xml><?xml version="1.0" encoding="utf-8"?>
<p:tagLst xmlns:a="http://schemas.openxmlformats.org/drawingml/2006/main" xmlns:r="http://schemas.openxmlformats.org/officeDocument/2006/relationships" xmlns:p="http://schemas.openxmlformats.org/presentationml/2006/main">
  <p:tag name="NUM" val="26"/>
</p:tagLst>
</file>

<file path=ppt/tags/tag492.xml><?xml version="1.0" encoding="utf-8"?>
<p:tagLst xmlns:a="http://schemas.openxmlformats.org/drawingml/2006/main" xmlns:r="http://schemas.openxmlformats.org/officeDocument/2006/relationships" xmlns:p="http://schemas.openxmlformats.org/presentationml/2006/main">
  <p:tag name="NUM" val="27"/>
</p:tagLst>
</file>

<file path=ppt/tags/tag493.xml><?xml version="1.0" encoding="utf-8"?>
<p:tagLst xmlns:a="http://schemas.openxmlformats.org/drawingml/2006/main" xmlns:r="http://schemas.openxmlformats.org/officeDocument/2006/relationships" xmlns:p="http://schemas.openxmlformats.org/presentationml/2006/main">
  <p:tag name="NUM" val="28"/>
</p:tagLst>
</file>

<file path=ppt/tags/tag494.xml><?xml version="1.0" encoding="utf-8"?>
<p:tagLst xmlns:a="http://schemas.openxmlformats.org/drawingml/2006/main" xmlns:r="http://schemas.openxmlformats.org/officeDocument/2006/relationships" xmlns:p="http://schemas.openxmlformats.org/presentationml/2006/main">
  <p:tag name="NUM" val="29"/>
</p:tagLst>
</file>

<file path=ppt/tags/tag495.xml><?xml version="1.0" encoding="utf-8"?>
<p:tagLst xmlns:a="http://schemas.openxmlformats.org/drawingml/2006/main" xmlns:r="http://schemas.openxmlformats.org/officeDocument/2006/relationships" xmlns:p="http://schemas.openxmlformats.org/presentationml/2006/main">
  <p:tag name="NUM" val="30"/>
</p:tagLst>
</file>

<file path=ppt/tags/tag496.xml><?xml version="1.0" encoding="utf-8"?>
<p:tagLst xmlns:a="http://schemas.openxmlformats.org/drawingml/2006/main" xmlns:r="http://schemas.openxmlformats.org/officeDocument/2006/relationships" xmlns:p="http://schemas.openxmlformats.org/presentationml/2006/main">
  <p:tag name="NUM" val="1"/>
</p:tagLst>
</file>

<file path=ppt/tags/tag497.xml><?xml version="1.0" encoding="utf-8"?>
<p:tagLst xmlns:a="http://schemas.openxmlformats.org/drawingml/2006/main" xmlns:r="http://schemas.openxmlformats.org/officeDocument/2006/relationships" xmlns:p="http://schemas.openxmlformats.org/presentationml/2006/main">
  <p:tag name="NUM" val="2"/>
</p:tagLst>
</file>

<file path=ppt/tags/tag498.xml><?xml version="1.0" encoding="utf-8"?>
<p:tagLst xmlns:a="http://schemas.openxmlformats.org/drawingml/2006/main" xmlns:r="http://schemas.openxmlformats.org/officeDocument/2006/relationships" xmlns:p="http://schemas.openxmlformats.org/presentationml/2006/main">
  <p:tag name="NUM" val="3"/>
</p:tagLst>
</file>

<file path=ppt/tags/tag499.xml><?xml version="1.0" encoding="utf-8"?>
<p:tagLst xmlns:a="http://schemas.openxmlformats.org/drawingml/2006/main" xmlns:r="http://schemas.openxmlformats.org/officeDocument/2006/relationships" xmlns:p="http://schemas.openxmlformats.org/presentationml/2006/main">
  <p:tag name="NUM" val="4"/>
</p:tagLst>
</file>

<file path=ppt/tags/tag500.xml><?xml version="1.0" encoding="utf-8"?>
<p:tagLst xmlns:a="http://schemas.openxmlformats.org/drawingml/2006/main" xmlns:r="http://schemas.openxmlformats.org/officeDocument/2006/relationships" xmlns:p="http://schemas.openxmlformats.org/presentationml/2006/main">
  <p:tag name="NUM" val="5"/>
</p:tagLst>
</file>

<file path=ppt/tags/tag501.xml><?xml version="1.0" encoding="utf-8"?>
<p:tagLst xmlns:a="http://schemas.openxmlformats.org/drawingml/2006/main" xmlns:r="http://schemas.openxmlformats.org/officeDocument/2006/relationships" xmlns:p="http://schemas.openxmlformats.org/presentationml/2006/main">
  <p:tag name="NUM" val="6"/>
</p:tagLst>
</file>

<file path=ppt/tags/tag502.xml><?xml version="1.0" encoding="utf-8"?>
<p:tagLst xmlns:a="http://schemas.openxmlformats.org/drawingml/2006/main" xmlns:r="http://schemas.openxmlformats.org/officeDocument/2006/relationships" xmlns:p="http://schemas.openxmlformats.org/presentationml/2006/main">
  <p:tag name="NUM" val="7"/>
</p:tagLst>
</file>

<file path=ppt/tags/tag503.xml><?xml version="1.0" encoding="utf-8"?>
<p:tagLst xmlns:a="http://schemas.openxmlformats.org/drawingml/2006/main" xmlns:r="http://schemas.openxmlformats.org/officeDocument/2006/relationships" xmlns:p="http://schemas.openxmlformats.org/presentationml/2006/main">
  <p:tag name="NUM" val="8"/>
</p:tagLst>
</file>

<file path=ppt/tags/tag504.xml><?xml version="1.0" encoding="utf-8"?>
<p:tagLst xmlns:a="http://schemas.openxmlformats.org/drawingml/2006/main" xmlns:r="http://schemas.openxmlformats.org/officeDocument/2006/relationships" xmlns:p="http://schemas.openxmlformats.org/presentationml/2006/main">
  <p:tag name="NUM" val="9"/>
</p:tagLst>
</file>

<file path=ppt/tags/tag505.xml><?xml version="1.0" encoding="utf-8"?>
<p:tagLst xmlns:a="http://schemas.openxmlformats.org/drawingml/2006/main" xmlns:r="http://schemas.openxmlformats.org/officeDocument/2006/relationships" xmlns:p="http://schemas.openxmlformats.org/presentationml/2006/main">
  <p:tag name="NUM" val="10"/>
</p:tagLst>
</file>

<file path=ppt/tags/tag506.xml><?xml version="1.0" encoding="utf-8"?>
<p:tagLst xmlns:a="http://schemas.openxmlformats.org/drawingml/2006/main" xmlns:r="http://schemas.openxmlformats.org/officeDocument/2006/relationships" xmlns:p="http://schemas.openxmlformats.org/presentationml/2006/main">
  <p:tag name="NUM" val="11"/>
</p:tagLst>
</file>

<file path=ppt/tags/tag507.xml><?xml version="1.0" encoding="utf-8"?>
<p:tagLst xmlns:a="http://schemas.openxmlformats.org/drawingml/2006/main" xmlns:r="http://schemas.openxmlformats.org/officeDocument/2006/relationships" xmlns:p="http://schemas.openxmlformats.org/presentationml/2006/main">
  <p:tag name="NUM" val="12"/>
</p:tagLst>
</file>

<file path=ppt/tags/tag508.xml><?xml version="1.0" encoding="utf-8"?>
<p:tagLst xmlns:a="http://schemas.openxmlformats.org/drawingml/2006/main" xmlns:r="http://schemas.openxmlformats.org/officeDocument/2006/relationships" xmlns:p="http://schemas.openxmlformats.org/presentationml/2006/main">
  <p:tag name="NUM" val="13"/>
</p:tagLst>
</file>

<file path=ppt/tags/tag509.xml><?xml version="1.0" encoding="utf-8"?>
<p:tagLst xmlns:a="http://schemas.openxmlformats.org/drawingml/2006/main" xmlns:r="http://schemas.openxmlformats.org/officeDocument/2006/relationships" xmlns:p="http://schemas.openxmlformats.org/presentationml/2006/main">
  <p:tag name="NUM" val="14"/>
</p:tagLst>
</file>

<file path=ppt/tags/tag510.xml><?xml version="1.0" encoding="utf-8"?>
<p:tagLst xmlns:a="http://schemas.openxmlformats.org/drawingml/2006/main" xmlns:r="http://schemas.openxmlformats.org/officeDocument/2006/relationships" xmlns:p="http://schemas.openxmlformats.org/presentationml/2006/main">
  <p:tag name="NUM" val="15"/>
</p:tagLst>
</file>

<file path=ppt/tags/tag511.xml><?xml version="1.0" encoding="utf-8"?>
<p:tagLst xmlns:a="http://schemas.openxmlformats.org/drawingml/2006/main" xmlns:r="http://schemas.openxmlformats.org/officeDocument/2006/relationships" xmlns:p="http://schemas.openxmlformats.org/presentationml/2006/main">
  <p:tag name="NUM" val="16"/>
</p:tagLst>
</file>

<file path=ppt/tags/tag512.xml><?xml version="1.0" encoding="utf-8"?>
<p:tagLst xmlns:a="http://schemas.openxmlformats.org/drawingml/2006/main" xmlns:r="http://schemas.openxmlformats.org/officeDocument/2006/relationships" xmlns:p="http://schemas.openxmlformats.org/presentationml/2006/main">
  <p:tag name="NUM" val="17"/>
</p:tagLst>
</file>

<file path=ppt/tags/tag513.xml><?xml version="1.0" encoding="utf-8"?>
<p:tagLst xmlns:a="http://schemas.openxmlformats.org/drawingml/2006/main" xmlns:r="http://schemas.openxmlformats.org/officeDocument/2006/relationships" xmlns:p="http://schemas.openxmlformats.org/presentationml/2006/main">
  <p:tag name="NUM" val="18"/>
</p:tagLst>
</file>

<file path=ppt/tags/tag514.xml><?xml version="1.0" encoding="utf-8"?>
<p:tagLst xmlns:a="http://schemas.openxmlformats.org/drawingml/2006/main" xmlns:r="http://schemas.openxmlformats.org/officeDocument/2006/relationships" xmlns:p="http://schemas.openxmlformats.org/presentationml/2006/main">
  <p:tag name="NUM" val="19"/>
</p:tagLst>
</file>

<file path=ppt/tags/tag515.xml><?xml version="1.0" encoding="utf-8"?>
<p:tagLst xmlns:a="http://schemas.openxmlformats.org/drawingml/2006/main" xmlns:r="http://schemas.openxmlformats.org/officeDocument/2006/relationships" xmlns:p="http://schemas.openxmlformats.org/presentationml/2006/main">
  <p:tag name="NUM" val="20"/>
</p:tagLst>
</file>

<file path=ppt/tags/tag516.xml><?xml version="1.0" encoding="utf-8"?>
<p:tagLst xmlns:a="http://schemas.openxmlformats.org/drawingml/2006/main" xmlns:r="http://schemas.openxmlformats.org/officeDocument/2006/relationships" xmlns:p="http://schemas.openxmlformats.org/presentationml/2006/main">
  <p:tag name="NUM" val="21"/>
</p:tagLst>
</file>

<file path=ppt/tags/tag517.xml><?xml version="1.0" encoding="utf-8"?>
<p:tagLst xmlns:a="http://schemas.openxmlformats.org/drawingml/2006/main" xmlns:r="http://schemas.openxmlformats.org/officeDocument/2006/relationships" xmlns:p="http://schemas.openxmlformats.org/presentationml/2006/main">
  <p:tag name="NUM" val="22"/>
</p:tagLst>
</file>

<file path=ppt/tags/tag518.xml><?xml version="1.0" encoding="utf-8"?>
<p:tagLst xmlns:a="http://schemas.openxmlformats.org/drawingml/2006/main" xmlns:r="http://schemas.openxmlformats.org/officeDocument/2006/relationships" xmlns:p="http://schemas.openxmlformats.org/presentationml/2006/main">
  <p:tag name="NUM" val="23"/>
</p:tagLst>
</file>

<file path=ppt/tags/tag519.xml><?xml version="1.0" encoding="utf-8"?>
<p:tagLst xmlns:a="http://schemas.openxmlformats.org/drawingml/2006/main" xmlns:r="http://schemas.openxmlformats.org/officeDocument/2006/relationships" xmlns:p="http://schemas.openxmlformats.org/presentationml/2006/main">
  <p:tag name="NUM" val="24"/>
</p:tagLst>
</file>

<file path=ppt/tags/tag520.xml><?xml version="1.0" encoding="utf-8"?>
<p:tagLst xmlns:a="http://schemas.openxmlformats.org/drawingml/2006/main" xmlns:r="http://schemas.openxmlformats.org/officeDocument/2006/relationships" xmlns:p="http://schemas.openxmlformats.org/presentationml/2006/main">
  <p:tag name="NUM" val="25"/>
</p:tagLst>
</file>

<file path=ppt/tags/tag521.xml><?xml version="1.0" encoding="utf-8"?>
<p:tagLst xmlns:a="http://schemas.openxmlformats.org/drawingml/2006/main" xmlns:r="http://schemas.openxmlformats.org/officeDocument/2006/relationships" xmlns:p="http://schemas.openxmlformats.org/presentationml/2006/main">
  <p:tag name="NUM" val="26"/>
</p:tagLst>
</file>

<file path=ppt/tags/tag522.xml><?xml version="1.0" encoding="utf-8"?>
<p:tagLst xmlns:a="http://schemas.openxmlformats.org/drawingml/2006/main" xmlns:r="http://schemas.openxmlformats.org/officeDocument/2006/relationships" xmlns:p="http://schemas.openxmlformats.org/presentationml/2006/main">
  <p:tag name="NUM" val="27"/>
</p:tagLst>
</file>

<file path=ppt/tags/tag523.xml><?xml version="1.0" encoding="utf-8"?>
<p:tagLst xmlns:a="http://schemas.openxmlformats.org/drawingml/2006/main" xmlns:r="http://schemas.openxmlformats.org/officeDocument/2006/relationships" xmlns:p="http://schemas.openxmlformats.org/presentationml/2006/main">
  <p:tag name="NUM" val="1"/>
</p:tagLst>
</file>

<file path=ppt/tags/tag524.xml><?xml version="1.0" encoding="utf-8"?>
<p:tagLst xmlns:a="http://schemas.openxmlformats.org/drawingml/2006/main" xmlns:r="http://schemas.openxmlformats.org/officeDocument/2006/relationships" xmlns:p="http://schemas.openxmlformats.org/presentationml/2006/main">
  <p:tag name="NUM" val="2"/>
</p:tagLst>
</file>

<file path=ppt/tags/tag525.xml><?xml version="1.0" encoding="utf-8"?>
<p:tagLst xmlns:a="http://schemas.openxmlformats.org/drawingml/2006/main" xmlns:r="http://schemas.openxmlformats.org/officeDocument/2006/relationships" xmlns:p="http://schemas.openxmlformats.org/presentationml/2006/main">
  <p:tag name="NUM" val="3"/>
</p:tagLst>
</file>

<file path=ppt/tags/tag526.xml><?xml version="1.0" encoding="utf-8"?>
<p:tagLst xmlns:a="http://schemas.openxmlformats.org/drawingml/2006/main" xmlns:r="http://schemas.openxmlformats.org/officeDocument/2006/relationships" xmlns:p="http://schemas.openxmlformats.org/presentationml/2006/main">
  <p:tag name="NUM" val="4"/>
</p:tagLst>
</file>

<file path=ppt/tags/tag527.xml><?xml version="1.0" encoding="utf-8"?>
<p:tagLst xmlns:a="http://schemas.openxmlformats.org/drawingml/2006/main" xmlns:r="http://schemas.openxmlformats.org/officeDocument/2006/relationships" xmlns:p="http://schemas.openxmlformats.org/presentationml/2006/main">
  <p:tag name="NUM" val="5"/>
</p:tagLst>
</file>

<file path=ppt/tags/tag528.xml><?xml version="1.0" encoding="utf-8"?>
<p:tagLst xmlns:a="http://schemas.openxmlformats.org/drawingml/2006/main" xmlns:r="http://schemas.openxmlformats.org/officeDocument/2006/relationships" xmlns:p="http://schemas.openxmlformats.org/presentationml/2006/main">
  <p:tag name="NUM" val="6"/>
</p:tagLst>
</file>

<file path=ppt/tags/tag529.xml><?xml version="1.0" encoding="utf-8"?>
<p:tagLst xmlns:a="http://schemas.openxmlformats.org/drawingml/2006/main" xmlns:r="http://schemas.openxmlformats.org/officeDocument/2006/relationships" xmlns:p="http://schemas.openxmlformats.org/presentationml/2006/main">
  <p:tag name="NUM" val="7"/>
</p:tagLst>
</file>

<file path=ppt/tags/tag530.xml><?xml version="1.0" encoding="utf-8"?>
<p:tagLst xmlns:a="http://schemas.openxmlformats.org/drawingml/2006/main" xmlns:r="http://schemas.openxmlformats.org/officeDocument/2006/relationships" xmlns:p="http://schemas.openxmlformats.org/presentationml/2006/main">
  <p:tag name="NUM" val="8"/>
</p:tagLst>
</file>

<file path=ppt/tags/tag531.xml><?xml version="1.0" encoding="utf-8"?>
<p:tagLst xmlns:a="http://schemas.openxmlformats.org/drawingml/2006/main" xmlns:r="http://schemas.openxmlformats.org/officeDocument/2006/relationships" xmlns:p="http://schemas.openxmlformats.org/presentationml/2006/main">
  <p:tag name="NUM" val="9"/>
</p:tagLst>
</file>

<file path=ppt/tags/tag532.xml><?xml version="1.0" encoding="utf-8"?>
<p:tagLst xmlns:a="http://schemas.openxmlformats.org/drawingml/2006/main" xmlns:r="http://schemas.openxmlformats.org/officeDocument/2006/relationships" xmlns:p="http://schemas.openxmlformats.org/presentationml/2006/main">
  <p:tag name="NUM" val="10"/>
</p:tagLst>
</file>

<file path=ppt/tags/tag533.xml><?xml version="1.0" encoding="utf-8"?>
<p:tagLst xmlns:a="http://schemas.openxmlformats.org/drawingml/2006/main" xmlns:r="http://schemas.openxmlformats.org/officeDocument/2006/relationships" xmlns:p="http://schemas.openxmlformats.org/presentationml/2006/main">
  <p:tag name="NUM" val="11"/>
</p:tagLst>
</file>

<file path=ppt/tags/tag534.xml><?xml version="1.0" encoding="utf-8"?>
<p:tagLst xmlns:a="http://schemas.openxmlformats.org/drawingml/2006/main" xmlns:r="http://schemas.openxmlformats.org/officeDocument/2006/relationships" xmlns:p="http://schemas.openxmlformats.org/presentationml/2006/main">
  <p:tag name="NUM" val="12"/>
</p:tagLst>
</file>

<file path=ppt/tags/tag535.xml><?xml version="1.0" encoding="utf-8"?>
<p:tagLst xmlns:a="http://schemas.openxmlformats.org/drawingml/2006/main" xmlns:r="http://schemas.openxmlformats.org/officeDocument/2006/relationships" xmlns:p="http://schemas.openxmlformats.org/presentationml/2006/main">
  <p:tag name="NUM" val="13"/>
</p:tagLst>
</file>

<file path=ppt/tags/tag536.xml><?xml version="1.0" encoding="utf-8"?>
<p:tagLst xmlns:a="http://schemas.openxmlformats.org/drawingml/2006/main" xmlns:r="http://schemas.openxmlformats.org/officeDocument/2006/relationships" xmlns:p="http://schemas.openxmlformats.org/presentationml/2006/main">
  <p:tag name="NUM" val="14"/>
</p:tagLst>
</file>

<file path=ppt/tags/tag537.xml><?xml version="1.0" encoding="utf-8"?>
<p:tagLst xmlns:a="http://schemas.openxmlformats.org/drawingml/2006/main" xmlns:r="http://schemas.openxmlformats.org/officeDocument/2006/relationships" xmlns:p="http://schemas.openxmlformats.org/presentationml/2006/main">
  <p:tag name="NUM" val="15"/>
</p:tagLst>
</file>

<file path=ppt/tags/tag538.xml><?xml version="1.0" encoding="utf-8"?>
<p:tagLst xmlns:a="http://schemas.openxmlformats.org/drawingml/2006/main" xmlns:r="http://schemas.openxmlformats.org/officeDocument/2006/relationships" xmlns:p="http://schemas.openxmlformats.org/presentationml/2006/main">
  <p:tag name="NUM" val="16"/>
</p:tagLst>
</file>

<file path=ppt/tags/tag539.xml><?xml version="1.0" encoding="utf-8"?>
<p:tagLst xmlns:a="http://schemas.openxmlformats.org/drawingml/2006/main" xmlns:r="http://schemas.openxmlformats.org/officeDocument/2006/relationships" xmlns:p="http://schemas.openxmlformats.org/presentationml/2006/main">
  <p:tag name="NUM" val="17"/>
</p:tagLst>
</file>

<file path=ppt/tags/tag540.xml><?xml version="1.0" encoding="utf-8"?>
<p:tagLst xmlns:a="http://schemas.openxmlformats.org/drawingml/2006/main" xmlns:r="http://schemas.openxmlformats.org/officeDocument/2006/relationships" xmlns:p="http://schemas.openxmlformats.org/presentationml/2006/main">
  <p:tag name="NUM" val="18"/>
</p:tagLst>
</file>

<file path=ppt/tags/tag541.xml><?xml version="1.0" encoding="utf-8"?>
<p:tagLst xmlns:a="http://schemas.openxmlformats.org/drawingml/2006/main" xmlns:r="http://schemas.openxmlformats.org/officeDocument/2006/relationships" xmlns:p="http://schemas.openxmlformats.org/presentationml/2006/main">
  <p:tag name="NUM" val="19"/>
</p:tagLst>
</file>

<file path=ppt/tags/tag542.xml><?xml version="1.0" encoding="utf-8"?>
<p:tagLst xmlns:a="http://schemas.openxmlformats.org/drawingml/2006/main" xmlns:r="http://schemas.openxmlformats.org/officeDocument/2006/relationships" xmlns:p="http://schemas.openxmlformats.org/presentationml/2006/main">
  <p:tag name="NUM" val="20"/>
</p:tagLst>
</file>

<file path=ppt/tags/tag543.xml><?xml version="1.0" encoding="utf-8"?>
<p:tagLst xmlns:a="http://schemas.openxmlformats.org/drawingml/2006/main" xmlns:r="http://schemas.openxmlformats.org/officeDocument/2006/relationships" xmlns:p="http://schemas.openxmlformats.org/presentationml/2006/main">
  <p:tag name="NUM" val="21"/>
</p:tagLst>
</file>

<file path=ppt/tags/tag544.xml><?xml version="1.0" encoding="utf-8"?>
<p:tagLst xmlns:a="http://schemas.openxmlformats.org/drawingml/2006/main" xmlns:r="http://schemas.openxmlformats.org/officeDocument/2006/relationships" xmlns:p="http://schemas.openxmlformats.org/presentationml/2006/main">
  <p:tag name="NUM" val="22"/>
</p:tagLst>
</file>

<file path=ppt/tags/tag545.xml><?xml version="1.0" encoding="utf-8"?>
<p:tagLst xmlns:a="http://schemas.openxmlformats.org/drawingml/2006/main" xmlns:r="http://schemas.openxmlformats.org/officeDocument/2006/relationships" xmlns:p="http://schemas.openxmlformats.org/presentationml/2006/main">
  <p:tag name="NUM" val="23"/>
</p:tagLst>
</file>

<file path=ppt/tags/tag546.xml><?xml version="1.0" encoding="utf-8"?>
<p:tagLst xmlns:a="http://schemas.openxmlformats.org/drawingml/2006/main" xmlns:r="http://schemas.openxmlformats.org/officeDocument/2006/relationships" xmlns:p="http://schemas.openxmlformats.org/presentationml/2006/main">
  <p:tag name="NUM" val="24"/>
</p:tagLst>
</file>

<file path=ppt/tags/tag547.xml><?xml version="1.0" encoding="utf-8"?>
<p:tagLst xmlns:a="http://schemas.openxmlformats.org/drawingml/2006/main" xmlns:r="http://schemas.openxmlformats.org/officeDocument/2006/relationships" xmlns:p="http://schemas.openxmlformats.org/presentationml/2006/main">
  <p:tag name="NUM" val="25"/>
</p:tagLst>
</file>

<file path=ppt/tags/tag548.xml><?xml version="1.0" encoding="utf-8"?>
<p:tagLst xmlns:a="http://schemas.openxmlformats.org/drawingml/2006/main" xmlns:r="http://schemas.openxmlformats.org/officeDocument/2006/relationships" xmlns:p="http://schemas.openxmlformats.org/presentationml/2006/main">
  <p:tag name="NUM" val="26"/>
</p:tagLst>
</file>

<file path=ppt/tags/tag549.xml><?xml version="1.0" encoding="utf-8"?>
<p:tagLst xmlns:a="http://schemas.openxmlformats.org/drawingml/2006/main" xmlns:r="http://schemas.openxmlformats.org/officeDocument/2006/relationships" xmlns:p="http://schemas.openxmlformats.org/presentationml/2006/main">
  <p:tag name="NUM" val="1"/>
</p:tagLst>
</file>

<file path=ppt/tags/tag550.xml><?xml version="1.0" encoding="utf-8"?>
<p:tagLst xmlns:a="http://schemas.openxmlformats.org/drawingml/2006/main" xmlns:r="http://schemas.openxmlformats.org/officeDocument/2006/relationships" xmlns:p="http://schemas.openxmlformats.org/presentationml/2006/main">
  <p:tag name="NUM" val="2"/>
</p:tagLst>
</file>

<file path=ppt/tags/tag551.xml><?xml version="1.0" encoding="utf-8"?>
<p:tagLst xmlns:a="http://schemas.openxmlformats.org/drawingml/2006/main" xmlns:r="http://schemas.openxmlformats.org/officeDocument/2006/relationships" xmlns:p="http://schemas.openxmlformats.org/presentationml/2006/main">
  <p:tag name="NUM" val="3"/>
</p:tagLst>
</file>

<file path=ppt/tags/tag552.xml><?xml version="1.0" encoding="utf-8"?>
<p:tagLst xmlns:a="http://schemas.openxmlformats.org/drawingml/2006/main" xmlns:r="http://schemas.openxmlformats.org/officeDocument/2006/relationships" xmlns:p="http://schemas.openxmlformats.org/presentationml/2006/main">
  <p:tag name="NUM" val="4"/>
</p:tagLst>
</file>

<file path=ppt/tags/tag553.xml><?xml version="1.0" encoding="utf-8"?>
<p:tagLst xmlns:a="http://schemas.openxmlformats.org/drawingml/2006/main" xmlns:r="http://schemas.openxmlformats.org/officeDocument/2006/relationships" xmlns:p="http://schemas.openxmlformats.org/presentationml/2006/main">
  <p:tag name="NUM" val="5"/>
</p:tagLst>
</file>

<file path=ppt/tags/tag554.xml><?xml version="1.0" encoding="utf-8"?>
<p:tagLst xmlns:a="http://schemas.openxmlformats.org/drawingml/2006/main" xmlns:r="http://schemas.openxmlformats.org/officeDocument/2006/relationships" xmlns:p="http://schemas.openxmlformats.org/presentationml/2006/main">
  <p:tag name="NUM" val="6"/>
</p:tagLst>
</file>

<file path=ppt/tags/tag555.xml><?xml version="1.0" encoding="utf-8"?>
<p:tagLst xmlns:a="http://schemas.openxmlformats.org/drawingml/2006/main" xmlns:r="http://schemas.openxmlformats.org/officeDocument/2006/relationships" xmlns:p="http://schemas.openxmlformats.org/presentationml/2006/main">
  <p:tag name="NUM" val="7"/>
</p:tagLst>
</file>

<file path=ppt/tags/tag556.xml><?xml version="1.0" encoding="utf-8"?>
<p:tagLst xmlns:a="http://schemas.openxmlformats.org/drawingml/2006/main" xmlns:r="http://schemas.openxmlformats.org/officeDocument/2006/relationships" xmlns:p="http://schemas.openxmlformats.org/presentationml/2006/main">
  <p:tag name="NUM" val="11"/>
</p:tagLst>
</file>

<file path=ppt/tags/tag557.xml><?xml version="1.0" encoding="utf-8"?>
<p:tagLst xmlns:a="http://schemas.openxmlformats.org/drawingml/2006/main" xmlns:r="http://schemas.openxmlformats.org/officeDocument/2006/relationships" xmlns:p="http://schemas.openxmlformats.org/presentationml/2006/main">
  <p:tag name="NUM" val="12"/>
</p:tagLst>
</file>

<file path=ppt/tags/tag558.xml><?xml version="1.0" encoding="utf-8"?>
<p:tagLst xmlns:a="http://schemas.openxmlformats.org/drawingml/2006/main" xmlns:r="http://schemas.openxmlformats.org/officeDocument/2006/relationships" xmlns:p="http://schemas.openxmlformats.org/presentationml/2006/main">
  <p:tag name="NUM" val="13"/>
</p:tagLst>
</file>

<file path=ppt/tags/tag559.xml><?xml version="1.0" encoding="utf-8"?>
<p:tagLst xmlns:a="http://schemas.openxmlformats.org/drawingml/2006/main" xmlns:r="http://schemas.openxmlformats.org/officeDocument/2006/relationships" xmlns:p="http://schemas.openxmlformats.org/presentationml/2006/main">
  <p:tag name="NUM" val="14"/>
</p:tagLst>
</file>

<file path=ppt/tags/tag560.xml><?xml version="1.0" encoding="utf-8"?>
<p:tagLst xmlns:a="http://schemas.openxmlformats.org/drawingml/2006/main" xmlns:r="http://schemas.openxmlformats.org/officeDocument/2006/relationships" xmlns:p="http://schemas.openxmlformats.org/presentationml/2006/main">
  <p:tag name="NUM" val="15"/>
</p:tagLst>
</file>

<file path=ppt/tags/tag561.xml><?xml version="1.0" encoding="utf-8"?>
<p:tagLst xmlns:a="http://schemas.openxmlformats.org/drawingml/2006/main" xmlns:r="http://schemas.openxmlformats.org/officeDocument/2006/relationships" xmlns:p="http://schemas.openxmlformats.org/presentationml/2006/main">
  <p:tag name="NUM" val="16"/>
</p:tagLst>
</file>

<file path=ppt/tags/tag562.xml><?xml version="1.0" encoding="utf-8"?>
<p:tagLst xmlns:a="http://schemas.openxmlformats.org/drawingml/2006/main" xmlns:r="http://schemas.openxmlformats.org/officeDocument/2006/relationships" xmlns:p="http://schemas.openxmlformats.org/presentationml/2006/main">
  <p:tag name="NUM" val="17"/>
</p:tagLst>
</file>

<file path=ppt/tags/tag563.xml><?xml version="1.0" encoding="utf-8"?>
<p:tagLst xmlns:a="http://schemas.openxmlformats.org/drawingml/2006/main" xmlns:r="http://schemas.openxmlformats.org/officeDocument/2006/relationships" xmlns:p="http://schemas.openxmlformats.org/presentationml/2006/main">
  <p:tag name="NUM" val="18"/>
</p:tagLst>
</file>

<file path=ppt/tags/tag564.xml><?xml version="1.0" encoding="utf-8"?>
<p:tagLst xmlns:a="http://schemas.openxmlformats.org/drawingml/2006/main" xmlns:r="http://schemas.openxmlformats.org/officeDocument/2006/relationships" xmlns:p="http://schemas.openxmlformats.org/presentationml/2006/main">
  <p:tag name="NUM" val="19"/>
</p:tagLst>
</file>

<file path=ppt/tags/tag565.xml><?xml version="1.0" encoding="utf-8"?>
<p:tagLst xmlns:a="http://schemas.openxmlformats.org/drawingml/2006/main" xmlns:r="http://schemas.openxmlformats.org/officeDocument/2006/relationships" xmlns:p="http://schemas.openxmlformats.org/presentationml/2006/main">
  <p:tag name="NUM" val="20"/>
</p:tagLst>
</file>

<file path=ppt/tags/tag566.xml><?xml version="1.0" encoding="utf-8"?>
<p:tagLst xmlns:a="http://schemas.openxmlformats.org/drawingml/2006/main" xmlns:r="http://schemas.openxmlformats.org/officeDocument/2006/relationships" xmlns:p="http://schemas.openxmlformats.org/presentationml/2006/main">
  <p:tag name="NUM" val="21"/>
</p:tagLst>
</file>

<file path=ppt/tags/tag567.xml><?xml version="1.0" encoding="utf-8"?>
<p:tagLst xmlns:a="http://schemas.openxmlformats.org/drawingml/2006/main" xmlns:r="http://schemas.openxmlformats.org/officeDocument/2006/relationships" xmlns:p="http://schemas.openxmlformats.org/presentationml/2006/main">
  <p:tag name="NUM" val="22"/>
</p:tagLst>
</file>

<file path=ppt/tags/tag568.xml><?xml version="1.0" encoding="utf-8"?>
<p:tagLst xmlns:a="http://schemas.openxmlformats.org/drawingml/2006/main" xmlns:r="http://schemas.openxmlformats.org/officeDocument/2006/relationships" xmlns:p="http://schemas.openxmlformats.org/presentationml/2006/main">
  <p:tag name="NUM" val="23"/>
</p:tagLst>
</file>

<file path=ppt/tags/tag569.xml><?xml version="1.0" encoding="utf-8"?>
<p:tagLst xmlns:a="http://schemas.openxmlformats.org/drawingml/2006/main" xmlns:r="http://schemas.openxmlformats.org/officeDocument/2006/relationships" xmlns:p="http://schemas.openxmlformats.org/presentationml/2006/main">
  <p:tag name="NUM" val="24"/>
</p:tagLst>
</file>

<file path=ppt/tags/tag570.xml><?xml version="1.0" encoding="utf-8"?>
<p:tagLst xmlns:a="http://schemas.openxmlformats.org/drawingml/2006/main" xmlns:r="http://schemas.openxmlformats.org/officeDocument/2006/relationships" xmlns:p="http://schemas.openxmlformats.org/presentationml/2006/main">
  <p:tag name="NUM" val="25"/>
</p:tagLst>
</file>

<file path=ppt/tags/tag571.xml><?xml version="1.0" encoding="utf-8"?>
<p:tagLst xmlns:a="http://schemas.openxmlformats.org/drawingml/2006/main" xmlns:r="http://schemas.openxmlformats.org/officeDocument/2006/relationships" xmlns:p="http://schemas.openxmlformats.org/presentationml/2006/main">
  <p:tag name="NUM" val="26"/>
</p:tagLst>
</file>

<file path=ppt/tags/tag572.xml><?xml version="1.0" encoding="utf-8"?>
<p:tagLst xmlns:a="http://schemas.openxmlformats.org/drawingml/2006/main" xmlns:r="http://schemas.openxmlformats.org/officeDocument/2006/relationships" xmlns:p="http://schemas.openxmlformats.org/presentationml/2006/main">
  <p:tag name="NUM" val="27"/>
</p:tagLst>
</file>

<file path=ppt/tags/tag573.xml><?xml version="1.0" encoding="utf-8"?>
<p:tagLst xmlns:a="http://schemas.openxmlformats.org/drawingml/2006/main" xmlns:r="http://schemas.openxmlformats.org/officeDocument/2006/relationships" xmlns:p="http://schemas.openxmlformats.org/presentationml/2006/main">
  <p:tag name="NUM" val="28"/>
</p:tagLst>
</file>

<file path=ppt/tags/tag574.xml><?xml version="1.0" encoding="utf-8"?>
<p:tagLst xmlns:a="http://schemas.openxmlformats.org/drawingml/2006/main" xmlns:r="http://schemas.openxmlformats.org/officeDocument/2006/relationships" xmlns:p="http://schemas.openxmlformats.org/presentationml/2006/main">
  <p:tag name="NUM" val="29"/>
</p:tagLst>
</file>

<file path=ppt/tags/tag575.xml><?xml version="1.0" encoding="utf-8"?>
<p:tagLst xmlns:a="http://schemas.openxmlformats.org/drawingml/2006/main" xmlns:r="http://schemas.openxmlformats.org/officeDocument/2006/relationships" xmlns:p="http://schemas.openxmlformats.org/presentationml/2006/main">
  <p:tag name="NUM" val="30"/>
</p:tagLst>
</file>

<file path=ppt/tags/tag576.xml><?xml version="1.0" encoding="utf-8"?>
<p:tagLst xmlns:a="http://schemas.openxmlformats.org/drawingml/2006/main" xmlns:r="http://schemas.openxmlformats.org/officeDocument/2006/relationships" xmlns:p="http://schemas.openxmlformats.org/presentationml/2006/main">
  <p:tag name="NUM" val="31"/>
</p:tagLst>
</file>

<file path=ppt/tags/tag577.xml><?xml version="1.0" encoding="utf-8"?>
<p:tagLst xmlns:a="http://schemas.openxmlformats.org/drawingml/2006/main" xmlns:r="http://schemas.openxmlformats.org/officeDocument/2006/relationships" xmlns:p="http://schemas.openxmlformats.org/presentationml/2006/main">
  <p:tag name="NUM" val="32"/>
</p:tagLst>
</file>

<file path=ppt/tags/tag578.xml><?xml version="1.0" encoding="utf-8"?>
<p:tagLst xmlns:a="http://schemas.openxmlformats.org/drawingml/2006/main" xmlns:r="http://schemas.openxmlformats.org/officeDocument/2006/relationships" xmlns:p="http://schemas.openxmlformats.org/presentationml/2006/main">
  <p:tag name="NUM" val="33"/>
</p:tagLst>
</file>

<file path=ppt/tags/tag579.xml><?xml version="1.0" encoding="utf-8"?>
<p:tagLst xmlns:a="http://schemas.openxmlformats.org/drawingml/2006/main" xmlns:r="http://schemas.openxmlformats.org/officeDocument/2006/relationships" xmlns:p="http://schemas.openxmlformats.org/presentationml/2006/main">
  <p:tag name="NUM" val="8"/>
</p:tagLst>
</file>

<file path=ppt/tags/tag580.xml><?xml version="1.0" encoding="utf-8"?>
<p:tagLst xmlns:a="http://schemas.openxmlformats.org/drawingml/2006/main" xmlns:r="http://schemas.openxmlformats.org/officeDocument/2006/relationships" xmlns:p="http://schemas.openxmlformats.org/presentationml/2006/main">
  <p:tag name="NUM" val="9"/>
</p:tagLst>
</file>

<file path=ppt/tags/tag581.xml><?xml version="1.0" encoding="utf-8"?>
<p:tagLst xmlns:a="http://schemas.openxmlformats.org/drawingml/2006/main" xmlns:r="http://schemas.openxmlformats.org/officeDocument/2006/relationships" xmlns:p="http://schemas.openxmlformats.org/presentationml/2006/main">
  <p:tag name="NUM" val="10"/>
</p:tagLst>
</file>

<file path=ppt/tags/tag582.xml><?xml version="1.0" encoding="utf-8"?>
<p:tagLst xmlns:a="http://schemas.openxmlformats.org/drawingml/2006/main" xmlns:r="http://schemas.openxmlformats.org/officeDocument/2006/relationships" xmlns:p="http://schemas.openxmlformats.org/presentationml/2006/main">
  <p:tag name="NUM" val="1"/>
</p:tagLst>
</file>

<file path=ppt/tags/tag583.xml><?xml version="1.0" encoding="utf-8"?>
<p:tagLst xmlns:a="http://schemas.openxmlformats.org/drawingml/2006/main" xmlns:r="http://schemas.openxmlformats.org/officeDocument/2006/relationships" xmlns:p="http://schemas.openxmlformats.org/presentationml/2006/main">
  <p:tag name="NUM" val="2"/>
</p:tagLst>
</file>

<file path=ppt/tags/tag584.xml><?xml version="1.0" encoding="utf-8"?>
<p:tagLst xmlns:a="http://schemas.openxmlformats.org/drawingml/2006/main" xmlns:r="http://schemas.openxmlformats.org/officeDocument/2006/relationships" xmlns:p="http://schemas.openxmlformats.org/presentationml/2006/main">
  <p:tag name="NUM" val="3"/>
</p:tagLst>
</file>

<file path=ppt/tags/tag585.xml><?xml version="1.0" encoding="utf-8"?>
<p:tagLst xmlns:a="http://schemas.openxmlformats.org/drawingml/2006/main" xmlns:r="http://schemas.openxmlformats.org/officeDocument/2006/relationships" xmlns:p="http://schemas.openxmlformats.org/presentationml/2006/main">
  <p:tag name="NUM" val="4"/>
</p:tagLst>
</file>

<file path=ppt/tags/tag586.xml><?xml version="1.0" encoding="utf-8"?>
<p:tagLst xmlns:a="http://schemas.openxmlformats.org/drawingml/2006/main" xmlns:r="http://schemas.openxmlformats.org/officeDocument/2006/relationships" xmlns:p="http://schemas.openxmlformats.org/presentationml/2006/main">
  <p:tag name="NUM" val="5"/>
</p:tagLst>
</file>

<file path=ppt/tags/tag587.xml><?xml version="1.0" encoding="utf-8"?>
<p:tagLst xmlns:a="http://schemas.openxmlformats.org/drawingml/2006/main" xmlns:r="http://schemas.openxmlformats.org/officeDocument/2006/relationships" xmlns:p="http://schemas.openxmlformats.org/presentationml/2006/main">
  <p:tag name="NUM" val="6"/>
</p:tagLst>
</file>

<file path=ppt/tags/tag588.xml><?xml version="1.0" encoding="utf-8"?>
<p:tagLst xmlns:a="http://schemas.openxmlformats.org/drawingml/2006/main" xmlns:r="http://schemas.openxmlformats.org/officeDocument/2006/relationships" xmlns:p="http://schemas.openxmlformats.org/presentationml/2006/main">
  <p:tag name="NUM" val="7"/>
</p:tagLst>
</file>

<file path=ppt/tags/tag589.xml><?xml version="1.0" encoding="utf-8"?>
<p:tagLst xmlns:a="http://schemas.openxmlformats.org/drawingml/2006/main" xmlns:r="http://schemas.openxmlformats.org/officeDocument/2006/relationships" xmlns:p="http://schemas.openxmlformats.org/presentationml/2006/main">
  <p:tag name="NUM" val="8"/>
</p:tagLst>
</file>

<file path=ppt/tags/tag590.xml><?xml version="1.0" encoding="utf-8"?>
<p:tagLst xmlns:a="http://schemas.openxmlformats.org/drawingml/2006/main" xmlns:r="http://schemas.openxmlformats.org/officeDocument/2006/relationships" xmlns:p="http://schemas.openxmlformats.org/presentationml/2006/main">
  <p:tag name="NUM" val="9"/>
</p:tagLst>
</file>

<file path=ppt/tags/tag591.xml><?xml version="1.0" encoding="utf-8"?>
<p:tagLst xmlns:a="http://schemas.openxmlformats.org/drawingml/2006/main" xmlns:r="http://schemas.openxmlformats.org/officeDocument/2006/relationships" xmlns:p="http://schemas.openxmlformats.org/presentationml/2006/main">
  <p:tag name="NUM" val="10"/>
</p:tagLst>
</file>

<file path=ppt/tags/tag592.xml><?xml version="1.0" encoding="utf-8"?>
<p:tagLst xmlns:a="http://schemas.openxmlformats.org/drawingml/2006/main" xmlns:r="http://schemas.openxmlformats.org/officeDocument/2006/relationships" xmlns:p="http://schemas.openxmlformats.org/presentationml/2006/main">
  <p:tag name="NUM" val="11"/>
</p:tagLst>
</file>

<file path=ppt/tags/tag593.xml><?xml version="1.0" encoding="utf-8"?>
<p:tagLst xmlns:a="http://schemas.openxmlformats.org/drawingml/2006/main" xmlns:r="http://schemas.openxmlformats.org/officeDocument/2006/relationships" xmlns:p="http://schemas.openxmlformats.org/presentationml/2006/main">
  <p:tag name="NUM" val="12"/>
</p:tagLst>
</file>

<file path=ppt/tags/tag594.xml><?xml version="1.0" encoding="utf-8"?>
<p:tagLst xmlns:a="http://schemas.openxmlformats.org/drawingml/2006/main" xmlns:r="http://schemas.openxmlformats.org/officeDocument/2006/relationships" xmlns:p="http://schemas.openxmlformats.org/presentationml/2006/main">
  <p:tag name="NUM" val="13"/>
</p:tagLst>
</file>

<file path=ppt/tags/tag595.xml><?xml version="1.0" encoding="utf-8"?>
<p:tagLst xmlns:a="http://schemas.openxmlformats.org/drawingml/2006/main" xmlns:r="http://schemas.openxmlformats.org/officeDocument/2006/relationships" xmlns:p="http://schemas.openxmlformats.org/presentationml/2006/main">
  <p:tag name="NUM" val="14"/>
</p:tagLst>
</file>

<file path=ppt/tags/tag596.xml><?xml version="1.0" encoding="utf-8"?>
<p:tagLst xmlns:a="http://schemas.openxmlformats.org/drawingml/2006/main" xmlns:r="http://schemas.openxmlformats.org/officeDocument/2006/relationships" xmlns:p="http://schemas.openxmlformats.org/presentationml/2006/main">
  <p:tag name="NUM" val="15"/>
</p:tagLst>
</file>

<file path=ppt/tags/tag597.xml><?xml version="1.0" encoding="utf-8"?>
<p:tagLst xmlns:a="http://schemas.openxmlformats.org/drawingml/2006/main" xmlns:r="http://schemas.openxmlformats.org/officeDocument/2006/relationships" xmlns:p="http://schemas.openxmlformats.org/presentationml/2006/main">
  <p:tag name="NUM" val="16"/>
</p:tagLst>
</file>

<file path=ppt/tags/tag598.xml><?xml version="1.0" encoding="utf-8"?>
<p:tagLst xmlns:a="http://schemas.openxmlformats.org/drawingml/2006/main" xmlns:r="http://schemas.openxmlformats.org/officeDocument/2006/relationships" xmlns:p="http://schemas.openxmlformats.org/presentationml/2006/main">
  <p:tag name="NUM" val="17"/>
</p:tagLst>
</file>

<file path=ppt/tags/tag599.xml><?xml version="1.0" encoding="utf-8"?>
<p:tagLst xmlns:a="http://schemas.openxmlformats.org/drawingml/2006/main" xmlns:r="http://schemas.openxmlformats.org/officeDocument/2006/relationships" xmlns:p="http://schemas.openxmlformats.org/presentationml/2006/main">
  <p:tag name="NUM" val="18"/>
</p:tagLst>
</file>

<file path=ppt/tags/tag600.xml><?xml version="1.0" encoding="utf-8"?>
<p:tagLst xmlns:a="http://schemas.openxmlformats.org/drawingml/2006/main" xmlns:r="http://schemas.openxmlformats.org/officeDocument/2006/relationships" xmlns:p="http://schemas.openxmlformats.org/presentationml/2006/main">
  <p:tag name="NUM" val="19"/>
</p:tagLst>
</file>

<file path=ppt/tags/tag601.xml><?xml version="1.0" encoding="utf-8"?>
<p:tagLst xmlns:a="http://schemas.openxmlformats.org/drawingml/2006/main" xmlns:r="http://schemas.openxmlformats.org/officeDocument/2006/relationships" xmlns:p="http://schemas.openxmlformats.org/presentationml/2006/main">
  <p:tag name="NUM" val="20"/>
</p:tagLst>
</file>

<file path=ppt/tags/tag602.xml><?xml version="1.0" encoding="utf-8"?>
<p:tagLst xmlns:a="http://schemas.openxmlformats.org/drawingml/2006/main" xmlns:r="http://schemas.openxmlformats.org/officeDocument/2006/relationships" xmlns:p="http://schemas.openxmlformats.org/presentationml/2006/main">
  <p:tag name="NUM" val="21"/>
</p:tagLst>
</file>

<file path=ppt/tags/tag603.xml><?xml version="1.0" encoding="utf-8"?>
<p:tagLst xmlns:a="http://schemas.openxmlformats.org/drawingml/2006/main" xmlns:r="http://schemas.openxmlformats.org/officeDocument/2006/relationships" xmlns:p="http://schemas.openxmlformats.org/presentationml/2006/main">
  <p:tag name="NUM" val="22"/>
</p:tagLst>
</file>

<file path=ppt/tags/tag604.xml><?xml version="1.0" encoding="utf-8"?>
<p:tagLst xmlns:a="http://schemas.openxmlformats.org/drawingml/2006/main" xmlns:r="http://schemas.openxmlformats.org/officeDocument/2006/relationships" xmlns:p="http://schemas.openxmlformats.org/presentationml/2006/main">
  <p:tag name="NUM" val="23"/>
</p:tagLst>
</file>

<file path=ppt/tags/tag605.xml><?xml version="1.0" encoding="utf-8"?>
<p:tagLst xmlns:a="http://schemas.openxmlformats.org/drawingml/2006/main" xmlns:r="http://schemas.openxmlformats.org/officeDocument/2006/relationships" xmlns:p="http://schemas.openxmlformats.org/presentationml/2006/main">
  <p:tag name="NUM" val="24"/>
</p:tagLst>
</file>

<file path=ppt/tags/tag606.xml><?xml version="1.0" encoding="utf-8"?>
<p:tagLst xmlns:a="http://schemas.openxmlformats.org/drawingml/2006/main" xmlns:r="http://schemas.openxmlformats.org/officeDocument/2006/relationships" xmlns:p="http://schemas.openxmlformats.org/presentationml/2006/main">
  <p:tag name="NUM" val="25"/>
</p:tagLst>
</file>

<file path=ppt/tags/tag607.xml><?xml version="1.0" encoding="utf-8"?>
<p:tagLst xmlns:a="http://schemas.openxmlformats.org/drawingml/2006/main" xmlns:r="http://schemas.openxmlformats.org/officeDocument/2006/relationships" xmlns:p="http://schemas.openxmlformats.org/presentationml/2006/main">
  <p:tag name="NUM" val="26"/>
</p:tagLst>
</file>

<file path=ppt/tags/tag608.xml><?xml version="1.0" encoding="utf-8"?>
<p:tagLst xmlns:a="http://schemas.openxmlformats.org/drawingml/2006/main" xmlns:r="http://schemas.openxmlformats.org/officeDocument/2006/relationships" xmlns:p="http://schemas.openxmlformats.org/presentationml/2006/main">
  <p:tag name="NUM" val="27"/>
</p:tagLst>
</file>

<file path=ppt/tags/tag609.xml><?xml version="1.0" encoding="utf-8"?>
<p:tagLst xmlns:a="http://schemas.openxmlformats.org/drawingml/2006/main" xmlns:r="http://schemas.openxmlformats.org/officeDocument/2006/relationships" xmlns:p="http://schemas.openxmlformats.org/presentationml/2006/main">
  <p:tag name="NUM" val="28"/>
</p:tagLst>
</file>

<file path=ppt/tags/tag610.xml><?xml version="1.0" encoding="utf-8"?>
<p:tagLst xmlns:a="http://schemas.openxmlformats.org/drawingml/2006/main" xmlns:r="http://schemas.openxmlformats.org/officeDocument/2006/relationships" xmlns:p="http://schemas.openxmlformats.org/presentationml/2006/main">
  <p:tag name="NUM" val="29"/>
</p:tagLst>
</file>

<file path=ppt/tags/tag611.xml><?xml version="1.0" encoding="utf-8"?>
<p:tagLst xmlns:a="http://schemas.openxmlformats.org/drawingml/2006/main" xmlns:r="http://schemas.openxmlformats.org/officeDocument/2006/relationships" xmlns:p="http://schemas.openxmlformats.org/presentationml/2006/main">
  <p:tag name="NUM" val="30"/>
</p:tagLst>
</file>

<file path=ppt/tags/tag612.xml><?xml version="1.0" encoding="utf-8"?>
<p:tagLst xmlns:a="http://schemas.openxmlformats.org/drawingml/2006/main" xmlns:r="http://schemas.openxmlformats.org/officeDocument/2006/relationships" xmlns:p="http://schemas.openxmlformats.org/presentationml/2006/main">
  <p:tag name="NUM" val="31"/>
</p:tagLst>
</file>

<file path=ppt/tags/tag613.xml><?xml version="1.0" encoding="utf-8"?>
<p:tagLst xmlns:a="http://schemas.openxmlformats.org/drawingml/2006/main" xmlns:r="http://schemas.openxmlformats.org/officeDocument/2006/relationships" xmlns:p="http://schemas.openxmlformats.org/presentationml/2006/main">
  <p:tag name="NUM" val="1"/>
</p:tagLst>
</file>

<file path=ppt/tags/tag614.xml><?xml version="1.0" encoding="utf-8"?>
<p:tagLst xmlns:a="http://schemas.openxmlformats.org/drawingml/2006/main" xmlns:r="http://schemas.openxmlformats.org/officeDocument/2006/relationships" xmlns:p="http://schemas.openxmlformats.org/presentationml/2006/main">
  <p:tag name="NUM" val="2"/>
</p:tagLst>
</file>

<file path=ppt/tags/tag615.xml><?xml version="1.0" encoding="utf-8"?>
<p:tagLst xmlns:a="http://schemas.openxmlformats.org/drawingml/2006/main" xmlns:r="http://schemas.openxmlformats.org/officeDocument/2006/relationships" xmlns:p="http://schemas.openxmlformats.org/presentationml/2006/main">
  <p:tag name="NUM" val="3"/>
</p:tagLst>
</file>

<file path=ppt/tags/tag616.xml><?xml version="1.0" encoding="utf-8"?>
<p:tagLst xmlns:a="http://schemas.openxmlformats.org/drawingml/2006/main" xmlns:r="http://schemas.openxmlformats.org/officeDocument/2006/relationships" xmlns:p="http://schemas.openxmlformats.org/presentationml/2006/main">
  <p:tag name="NUM" val="4"/>
</p:tagLst>
</file>

<file path=ppt/tags/tag617.xml><?xml version="1.0" encoding="utf-8"?>
<p:tagLst xmlns:a="http://schemas.openxmlformats.org/drawingml/2006/main" xmlns:r="http://schemas.openxmlformats.org/officeDocument/2006/relationships" xmlns:p="http://schemas.openxmlformats.org/presentationml/2006/main">
  <p:tag name="NUM" val="5"/>
</p:tagLst>
</file>

<file path=ppt/tags/tag618.xml><?xml version="1.0" encoding="utf-8"?>
<p:tagLst xmlns:a="http://schemas.openxmlformats.org/drawingml/2006/main" xmlns:r="http://schemas.openxmlformats.org/officeDocument/2006/relationships" xmlns:p="http://schemas.openxmlformats.org/presentationml/2006/main">
  <p:tag name="NUM" val="6"/>
</p:tagLst>
</file>

<file path=ppt/tags/tag619.xml><?xml version="1.0" encoding="utf-8"?>
<p:tagLst xmlns:a="http://schemas.openxmlformats.org/drawingml/2006/main" xmlns:r="http://schemas.openxmlformats.org/officeDocument/2006/relationships" xmlns:p="http://schemas.openxmlformats.org/presentationml/2006/main">
  <p:tag name="NUM" val="7"/>
</p:tagLst>
</file>

<file path=ppt/tags/tag620.xml><?xml version="1.0" encoding="utf-8"?>
<p:tagLst xmlns:a="http://schemas.openxmlformats.org/drawingml/2006/main" xmlns:r="http://schemas.openxmlformats.org/officeDocument/2006/relationships" xmlns:p="http://schemas.openxmlformats.org/presentationml/2006/main">
  <p:tag name="NUM" val="8"/>
</p:tagLst>
</file>

<file path=ppt/tags/tag621.xml><?xml version="1.0" encoding="utf-8"?>
<p:tagLst xmlns:a="http://schemas.openxmlformats.org/drawingml/2006/main" xmlns:r="http://schemas.openxmlformats.org/officeDocument/2006/relationships" xmlns:p="http://schemas.openxmlformats.org/presentationml/2006/main">
  <p:tag name="NUM" val="9"/>
</p:tagLst>
</file>

<file path=ppt/tags/tag622.xml><?xml version="1.0" encoding="utf-8"?>
<p:tagLst xmlns:a="http://schemas.openxmlformats.org/drawingml/2006/main" xmlns:r="http://schemas.openxmlformats.org/officeDocument/2006/relationships" xmlns:p="http://schemas.openxmlformats.org/presentationml/2006/main">
  <p:tag name="NUM" val="10"/>
</p:tagLst>
</file>

<file path=ppt/tags/tag623.xml><?xml version="1.0" encoding="utf-8"?>
<p:tagLst xmlns:a="http://schemas.openxmlformats.org/drawingml/2006/main" xmlns:r="http://schemas.openxmlformats.org/officeDocument/2006/relationships" xmlns:p="http://schemas.openxmlformats.org/presentationml/2006/main">
  <p:tag name="NUM" val="11"/>
</p:tagLst>
</file>

<file path=ppt/tags/tag624.xml><?xml version="1.0" encoding="utf-8"?>
<p:tagLst xmlns:a="http://schemas.openxmlformats.org/drawingml/2006/main" xmlns:r="http://schemas.openxmlformats.org/officeDocument/2006/relationships" xmlns:p="http://schemas.openxmlformats.org/presentationml/2006/main">
  <p:tag name="NUM" val="12"/>
</p:tagLst>
</file>

<file path=ppt/tags/tag625.xml><?xml version="1.0" encoding="utf-8"?>
<p:tagLst xmlns:a="http://schemas.openxmlformats.org/drawingml/2006/main" xmlns:r="http://schemas.openxmlformats.org/officeDocument/2006/relationships" xmlns:p="http://schemas.openxmlformats.org/presentationml/2006/main">
  <p:tag name="NUM" val="13"/>
</p:tagLst>
</file>

<file path=ppt/tags/tag626.xml><?xml version="1.0" encoding="utf-8"?>
<p:tagLst xmlns:a="http://schemas.openxmlformats.org/drawingml/2006/main" xmlns:r="http://schemas.openxmlformats.org/officeDocument/2006/relationships" xmlns:p="http://schemas.openxmlformats.org/presentationml/2006/main">
  <p:tag name="NUM" val="14"/>
</p:tagLst>
</file>

<file path=ppt/tags/tag627.xml><?xml version="1.0" encoding="utf-8"?>
<p:tagLst xmlns:a="http://schemas.openxmlformats.org/drawingml/2006/main" xmlns:r="http://schemas.openxmlformats.org/officeDocument/2006/relationships" xmlns:p="http://schemas.openxmlformats.org/presentationml/2006/main">
  <p:tag name="NUM" val="15"/>
</p:tagLst>
</file>

<file path=ppt/tags/tag628.xml><?xml version="1.0" encoding="utf-8"?>
<p:tagLst xmlns:a="http://schemas.openxmlformats.org/drawingml/2006/main" xmlns:r="http://schemas.openxmlformats.org/officeDocument/2006/relationships" xmlns:p="http://schemas.openxmlformats.org/presentationml/2006/main">
  <p:tag name="NUM" val="16"/>
</p:tagLst>
</file>

<file path=ppt/tags/tag629.xml><?xml version="1.0" encoding="utf-8"?>
<p:tagLst xmlns:a="http://schemas.openxmlformats.org/drawingml/2006/main" xmlns:r="http://schemas.openxmlformats.org/officeDocument/2006/relationships" xmlns:p="http://schemas.openxmlformats.org/presentationml/2006/main">
  <p:tag name="NUM" val="17"/>
</p:tagLst>
</file>

<file path=ppt/tags/tag630.xml><?xml version="1.0" encoding="utf-8"?>
<p:tagLst xmlns:a="http://schemas.openxmlformats.org/drawingml/2006/main" xmlns:r="http://schemas.openxmlformats.org/officeDocument/2006/relationships" xmlns:p="http://schemas.openxmlformats.org/presentationml/2006/main">
  <p:tag name="NUM" val="1"/>
</p:tagLst>
</file>

<file path=ppt/tags/tag631.xml><?xml version="1.0" encoding="utf-8"?>
<p:tagLst xmlns:a="http://schemas.openxmlformats.org/drawingml/2006/main" xmlns:r="http://schemas.openxmlformats.org/officeDocument/2006/relationships" xmlns:p="http://schemas.openxmlformats.org/presentationml/2006/main">
  <p:tag name="NUM" val="2"/>
</p:tagLst>
</file>

<file path=ppt/tags/tag632.xml><?xml version="1.0" encoding="utf-8"?>
<p:tagLst xmlns:a="http://schemas.openxmlformats.org/drawingml/2006/main" xmlns:r="http://schemas.openxmlformats.org/officeDocument/2006/relationships" xmlns:p="http://schemas.openxmlformats.org/presentationml/2006/main">
  <p:tag name="NUM" val="3"/>
</p:tagLst>
</file>

<file path=ppt/tags/tag633.xml><?xml version="1.0" encoding="utf-8"?>
<p:tagLst xmlns:a="http://schemas.openxmlformats.org/drawingml/2006/main" xmlns:r="http://schemas.openxmlformats.org/officeDocument/2006/relationships" xmlns:p="http://schemas.openxmlformats.org/presentationml/2006/main">
  <p:tag name="NUM" val="4"/>
</p:tagLst>
</file>

<file path=ppt/tags/tag634.xml><?xml version="1.0" encoding="utf-8"?>
<p:tagLst xmlns:a="http://schemas.openxmlformats.org/drawingml/2006/main" xmlns:r="http://schemas.openxmlformats.org/officeDocument/2006/relationships" xmlns:p="http://schemas.openxmlformats.org/presentationml/2006/main">
  <p:tag name="NUM" val="5"/>
</p:tagLst>
</file>

<file path=ppt/tags/tag635.xml><?xml version="1.0" encoding="utf-8"?>
<p:tagLst xmlns:a="http://schemas.openxmlformats.org/drawingml/2006/main" xmlns:r="http://schemas.openxmlformats.org/officeDocument/2006/relationships" xmlns:p="http://schemas.openxmlformats.org/presentationml/2006/main">
  <p:tag name="NUM" val="6"/>
</p:tagLst>
</file>

<file path=ppt/tags/tag636.xml><?xml version="1.0" encoding="utf-8"?>
<p:tagLst xmlns:a="http://schemas.openxmlformats.org/drawingml/2006/main" xmlns:r="http://schemas.openxmlformats.org/officeDocument/2006/relationships" xmlns:p="http://schemas.openxmlformats.org/presentationml/2006/main">
  <p:tag name="NUM" val="7"/>
</p:tagLst>
</file>

<file path=ppt/tags/tag637.xml><?xml version="1.0" encoding="utf-8"?>
<p:tagLst xmlns:a="http://schemas.openxmlformats.org/drawingml/2006/main" xmlns:r="http://schemas.openxmlformats.org/officeDocument/2006/relationships" xmlns:p="http://schemas.openxmlformats.org/presentationml/2006/main">
  <p:tag name="NUM" val="8"/>
</p:tagLst>
</file>

<file path=ppt/tags/tag638.xml><?xml version="1.0" encoding="utf-8"?>
<p:tagLst xmlns:a="http://schemas.openxmlformats.org/drawingml/2006/main" xmlns:r="http://schemas.openxmlformats.org/officeDocument/2006/relationships" xmlns:p="http://schemas.openxmlformats.org/presentationml/2006/main">
  <p:tag name="NUM" val="9"/>
</p:tagLst>
</file>

<file path=ppt/tags/tag639.xml><?xml version="1.0" encoding="utf-8"?>
<p:tagLst xmlns:a="http://schemas.openxmlformats.org/drawingml/2006/main" xmlns:r="http://schemas.openxmlformats.org/officeDocument/2006/relationships" xmlns:p="http://schemas.openxmlformats.org/presentationml/2006/main">
  <p:tag name="NUM" val="10"/>
</p:tagLst>
</file>

<file path=ppt/tags/tag640.xml><?xml version="1.0" encoding="utf-8"?>
<p:tagLst xmlns:a="http://schemas.openxmlformats.org/drawingml/2006/main" xmlns:r="http://schemas.openxmlformats.org/officeDocument/2006/relationships" xmlns:p="http://schemas.openxmlformats.org/presentationml/2006/main">
  <p:tag name="NUM" val="11"/>
</p:tagLst>
</file>

<file path=ppt/tags/tag641.xml><?xml version="1.0" encoding="utf-8"?>
<p:tagLst xmlns:a="http://schemas.openxmlformats.org/drawingml/2006/main" xmlns:r="http://schemas.openxmlformats.org/officeDocument/2006/relationships" xmlns:p="http://schemas.openxmlformats.org/presentationml/2006/main">
  <p:tag name="NUM" val="12"/>
</p:tagLst>
</file>

<file path=ppt/tags/tag642.xml><?xml version="1.0" encoding="utf-8"?>
<p:tagLst xmlns:a="http://schemas.openxmlformats.org/drawingml/2006/main" xmlns:r="http://schemas.openxmlformats.org/officeDocument/2006/relationships" xmlns:p="http://schemas.openxmlformats.org/presentationml/2006/main">
  <p:tag name="NUM" val="13"/>
</p:tagLst>
</file>

<file path=ppt/tags/tag643.xml><?xml version="1.0" encoding="utf-8"?>
<p:tagLst xmlns:a="http://schemas.openxmlformats.org/drawingml/2006/main" xmlns:r="http://schemas.openxmlformats.org/officeDocument/2006/relationships" xmlns:p="http://schemas.openxmlformats.org/presentationml/2006/main">
  <p:tag name="NUM" val="14"/>
</p:tagLst>
</file>

<file path=ppt/tags/tag644.xml><?xml version="1.0" encoding="utf-8"?>
<p:tagLst xmlns:a="http://schemas.openxmlformats.org/drawingml/2006/main" xmlns:r="http://schemas.openxmlformats.org/officeDocument/2006/relationships" xmlns:p="http://schemas.openxmlformats.org/presentationml/2006/main">
  <p:tag name="NUM" val="15"/>
</p:tagLst>
</file>

<file path=ppt/tags/tag645.xml><?xml version="1.0" encoding="utf-8"?>
<p:tagLst xmlns:a="http://schemas.openxmlformats.org/drawingml/2006/main" xmlns:r="http://schemas.openxmlformats.org/officeDocument/2006/relationships" xmlns:p="http://schemas.openxmlformats.org/presentationml/2006/main">
  <p:tag name="NUM" val="16"/>
</p:tagLst>
</file>

<file path=ppt/tags/tag646.xml><?xml version="1.0" encoding="utf-8"?>
<p:tagLst xmlns:a="http://schemas.openxmlformats.org/drawingml/2006/main" xmlns:r="http://schemas.openxmlformats.org/officeDocument/2006/relationships" xmlns:p="http://schemas.openxmlformats.org/presentationml/2006/main">
  <p:tag name="NUM" val="17"/>
</p:tagLst>
</file>

<file path=ppt/tags/tag647.xml><?xml version="1.0" encoding="utf-8"?>
<p:tagLst xmlns:a="http://schemas.openxmlformats.org/drawingml/2006/main" xmlns:r="http://schemas.openxmlformats.org/officeDocument/2006/relationships" xmlns:p="http://schemas.openxmlformats.org/presentationml/2006/main">
  <p:tag name="NUM" val="18"/>
</p:tagLst>
</file>

<file path=ppt/tags/tag648.xml><?xml version="1.0" encoding="utf-8"?>
<p:tagLst xmlns:a="http://schemas.openxmlformats.org/drawingml/2006/main" xmlns:r="http://schemas.openxmlformats.org/officeDocument/2006/relationships" xmlns:p="http://schemas.openxmlformats.org/presentationml/2006/main">
  <p:tag name="NUM" val="19"/>
</p:tagLst>
</file>

<file path=ppt/tags/tag649.xml><?xml version="1.0" encoding="utf-8"?>
<p:tagLst xmlns:a="http://schemas.openxmlformats.org/drawingml/2006/main" xmlns:r="http://schemas.openxmlformats.org/officeDocument/2006/relationships" xmlns:p="http://schemas.openxmlformats.org/presentationml/2006/main">
  <p:tag name="NUM" val="20"/>
</p:tagLst>
</file>

<file path=ppt/tags/tag650.xml><?xml version="1.0" encoding="utf-8"?>
<p:tagLst xmlns:a="http://schemas.openxmlformats.org/drawingml/2006/main" xmlns:r="http://schemas.openxmlformats.org/officeDocument/2006/relationships" xmlns:p="http://schemas.openxmlformats.org/presentationml/2006/main">
  <p:tag name="NUM" val="21"/>
</p:tagLst>
</file>

<file path=ppt/tags/tag651.xml><?xml version="1.0" encoding="utf-8"?>
<p:tagLst xmlns:a="http://schemas.openxmlformats.org/drawingml/2006/main" xmlns:r="http://schemas.openxmlformats.org/officeDocument/2006/relationships" xmlns:p="http://schemas.openxmlformats.org/presentationml/2006/main">
  <p:tag name="NUM" val="22"/>
</p:tagLst>
</file>

<file path=ppt/tags/tag652.xml><?xml version="1.0" encoding="utf-8"?>
<p:tagLst xmlns:a="http://schemas.openxmlformats.org/drawingml/2006/main" xmlns:r="http://schemas.openxmlformats.org/officeDocument/2006/relationships" xmlns:p="http://schemas.openxmlformats.org/presentationml/2006/main">
  <p:tag name="NUM" val="23"/>
</p:tagLst>
</file>

<file path=ppt/tags/tag653.xml><?xml version="1.0" encoding="utf-8"?>
<p:tagLst xmlns:a="http://schemas.openxmlformats.org/drawingml/2006/main" xmlns:r="http://schemas.openxmlformats.org/officeDocument/2006/relationships" xmlns:p="http://schemas.openxmlformats.org/presentationml/2006/main">
  <p:tag name="NUM" val="24"/>
</p:tagLst>
</file>

<file path=ppt/tags/tag654.xml><?xml version="1.0" encoding="utf-8"?>
<p:tagLst xmlns:a="http://schemas.openxmlformats.org/drawingml/2006/main" xmlns:r="http://schemas.openxmlformats.org/officeDocument/2006/relationships" xmlns:p="http://schemas.openxmlformats.org/presentationml/2006/main">
  <p:tag name="NUM" val="25"/>
</p:tagLst>
</file>

<file path=ppt/tags/tag655.xml><?xml version="1.0" encoding="utf-8"?>
<p:tagLst xmlns:a="http://schemas.openxmlformats.org/drawingml/2006/main" xmlns:r="http://schemas.openxmlformats.org/officeDocument/2006/relationships" xmlns:p="http://schemas.openxmlformats.org/presentationml/2006/main">
  <p:tag name="NUM" val="26"/>
</p:tagLst>
</file>

<file path=ppt/tags/tag656.xml><?xml version="1.0" encoding="utf-8"?>
<p:tagLst xmlns:a="http://schemas.openxmlformats.org/drawingml/2006/main" xmlns:r="http://schemas.openxmlformats.org/officeDocument/2006/relationships" xmlns:p="http://schemas.openxmlformats.org/presentationml/2006/main">
  <p:tag name="NUM" val="27"/>
</p:tagLst>
</file>

<file path=ppt/tags/tag657.xml><?xml version="1.0" encoding="utf-8"?>
<p:tagLst xmlns:a="http://schemas.openxmlformats.org/drawingml/2006/main" xmlns:r="http://schemas.openxmlformats.org/officeDocument/2006/relationships" xmlns:p="http://schemas.openxmlformats.org/presentationml/2006/main">
  <p:tag name="NUM" val="28"/>
</p:tagLst>
</file>

<file path=ppt/tags/tag658.xml><?xml version="1.0" encoding="utf-8"?>
<p:tagLst xmlns:a="http://schemas.openxmlformats.org/drawingml/2006/main" xmlns:r="http://schemas.openxmlformats.org/officeDocument/2006/relationships" xmlns:p="http://schemas.openxmlformats.org/presentationml/2006/main">
  <p:tag name="NUM" val="29"/>
</p:tagLst>
</file>

<file path=ppt/tags/tag659.xml><?xml version="1.0" encoding="utf-8"?>
<p:tagLst xmlns:a="http://schemas.openxmlformats.org/drawingml/2006/main" xmlns:r="http://schemas.openxmlformats.org/officeDocument/2006/relationships" xmlns:p="http://schemas.openxmlformats.org/presentationml/2006/main">
  <p:tag name="NUM" val="30"/>
</p:tagLst>
</file>

<file path=ppt/tags/tag660.xml><?xml version="1.0" encoding="utf-8"?>
<p:tagLst xmlns:a="http://schemas.openxmlformats.org/drawingml/2006/main" xmlns:r="http://schemas.openxmlformats.org/officeDocument/2006/relationships" xmlns:p="http://schemas.openxmlformats.org/presentationml/2006/main">
  <p:tag name="NUM" val="31"/>
</p:tagLst>
</file>

<file path=ppt/tags/tag661.xml><?xml version="1.0" encoding="utf-8"?>
<p:tagLst xmlns:a="http://schemas.openxmlformats.org/drawingml/2006/main" xmlns:r="http://schemas.openxmlformats.org/officeDocument/2006/relationships" xmlns:p="http://schemas.openxmlformats.org/presentationml/2006/main">
  <p:tag name="NUM" val="32"/>
</p:tagLst>
</file>

<file path=ppt/tags/tag662.xml><?xml version="1.0" encoding="utf-8"?>
<p:tagLst xmlns:a="http://schemas.openxmlformats.org/drawingml/2006/main" xmlns:r="http://schemas.openxmlformats.org/officeDocument/2006/relationships" xmlns:p="http://schemas.openxmlformats.org/presentationml/2006/main">
  <p:tag name="NUM" val="33"/>
</p:tagLst>
</file>

<file path=ppt/tags/tag663.xml><?xml version="1.0" encoding="utf-8"?>
<p:tagLst xmlns:a="http://schemas.openxmlformats.org/drawingml/2006/main" xmlns:r="http://schemas.openxmlformats.org/officeDocument/2006/relationships" xmlns:p="http://schemas.openxmlformats.org/presentationml/2006/main">
  <p:tag name="NUM" val="34"/>
</p:tagLst>
</file>

<file path=ppt/tags/tag664.xml><?xml version="1.0" encoding="utf-8"?>
<p:tagLst xmlns:a="http://schemas.openxmlformats.org/drawingml/2006/main" xmlns:r="http://schemas.openxmlformats.org/officeDocument/2006/relationships" xmlns:p="http://schemas.openxmlformats.org/presentationml/2006/main">
  <p:tag name="NUM" val="35"/>
</p:tagLst>
</file>

<file path=ppt/tags/tag665.xml><?xml version="1.0" encoding="utf-8"?>
<p:tagLst xmlns:a="http://schemas.openxmlformats.org/drawingml/2006/main" xmlns:r="http://schemas.openxmlformats.org/officeDocument/2006/relationships" xmlns:p="http://schemas.openxmlformats.org/presentationml/2006/main">
  <p:tag name="NUM" val="1"/>
</p:tagLst>
</file>

<file path=ppt/tags/tag666.xml><?xml version="1.0" encoding="utf-8"?>
<p:tagLst xmlns:a="http://schemas.openxmlformats.org/drawingml/2006/main" xmlns:r="http://schemas.openxmlformats.org/officeDocument/2006/relationships" xmlns:p="http://schemas.openxmlformats.org/presentationml/2006/main">
  <p:tag name="NUM" val="2"/>
</p:tagLst>
</file>

<file path=ppt/tags/tag667.xml><?xml version="1.0" encoding="utf-8"?>
<p:tagLst xmlns:a="http://schemas.openxmlformats.org/drawingml/2006/main" xmlns:r="http://schemas.openxmlformats.org/officeDocument/2006/relationships" xmlns:p="http://schemas.openxmlformats.org/presentationml/2006/main">
  <p:tag name="NUM" val="3"/>
</p:tagLst>
</file>

<file path=ppt/tags/tag668.xml><?xml version="1.0" encoding="utf-8"?>
<p:tagLst xmlns:a="http://schemas.openxmlformats.org/drawingml/2006/main" xmlns:r="http://schemas.openxmlformats.org/officeDocument/2006/relationships" xmlns:p="http://schemas.openxmlformats.org/presentationml/2006/main">
  <p:tag name="NUM" val="4"/>
</p:tagLst>
</file>

<file path=ppt/tags/tag669.xml><?xml version="1.0" encoding="utf-8"?>
<p:tagLst xmlns:a="http://schemas.openxmlformats.org/drawingml/2006/main" xmlns:r="http://schemas.openxmlformats.org/officeDocument/2006/relationships" xmlns:p="http://schemas.openxmlformats.org/presentationml/2006/main">
  <p:tag name="NUM" val="5"/>
</p:tagLst>
</file>

<file path=ppt/tags/tag670.xml><?xml version="1.0" encoding="utf-8"?>
<p:tagLst xmlns:a="http://schemas.openxmlformats.org/drawingml/2006/main" xmlns:r="http://schemas.openxmlformats.org/officeDocument/2006/relationships" xmlns:p="http://schemas.openxmlformats.org/presentationml/2006/main">
  <p:tag name="NUM" val="6"/>
</p:tagLst>
</file>

<file path=ppt/tags/tag671.xml><?xml version="1.0" encoding="utf-8"?>
<p:tagLst xmlns:a="http://schemas.openxmlformats.org/drawingml/2006/main" xmlns:r="http://schemas.openxmlformats.org/officeDocument/2006/relationships" xmlns:p="http://schemas.openxmlformats.org/presentationml/2006/main">
  <p:tag name="NUM" val="7"/>
</p:tagLst>
</file>

<file path=ppt/tags/tag672.xml><?xml version="1.0" encoding="utf-8"?>
<p:tagLst xmlns:a="http://schemas.openxmlformats.org/drawingml/2006/main" xmlns:r="http://schemas.openxmlformats.org/officeDocument/2006/relationships" xmlns:p="http://schemas.openxmlformats.org/presentationml/2006/main">
  <p:tag name="NUM" val="8"/>
</p:tagLst>
</file>

<file path=ppt/tags/tag673.xml><?xml version="1.0" encoding="utf-8"?>
<p:tagLst xmlns:a="http://schemas.openxmlformats.org/drawingml/2006/main" xmlns:r="http://schemas.openxmlformats.org/officeDocument/2006/relationships" xmlns:p="http://schemas.openxmlformats.org/presentationml/2006/main">
  <p:tag name="NUM" val="9"/>
</p:tagLst>
</file>

<file path=ppt/tags/tag674.xml><?xml version="1.0" encoding="utf-8"?>
<p:tagLst xmlns:a="http://schemas.openxmlformats.org/drawingml/2006/main" xmlns:r="http://schemas.openxmlformats.org/officeDocument/2006/relationships" xmlns:p="http://schemas.openxmlformats.org/presentationml/2006/main">
  <p:tag name="NUM" val="10"/>
</p:tagLst>
</file>

<file path=ppt/tags/tag675.xml><?xml version="1.0" encoding="utf-8"?>
<p:tagLst xmlns:a="http://schemas.openxmlformats.org/drawingml/2006/main" xmlns:r="http://schemas.openxmlformats.org/officeDocument/2006/relationships" xmlns:p="http://schemas.openxmlformats.org/presentationml/2006/main">
  <p:tag name="NUM" val="11"/>
</p:tagLst>
</file>

<file path=ppt/tags/tag676.xml><?xml version="1.0" encoding="utf-8"?>
<p:tagLst xmlns:a="http://schemas.openxmlformats.org/drawingml/2006/main" xmlns:r="http://schemas.openxmlformats.org/officeDocument/2006/relationships" xmlns:p="http://schemas.openxmlformats.org/presentationml/2006/main">
  <p:tag name="NUM" val="12"/>
</p:tagLst>
</file>

<file path=ppt/tags/tag677.xml><?xml version="1.0" encoding="utf-8"?>
<p:tagLst xmlns:a="http://schemas.openxmlformats.org/drawingml/2006/main" xmlns:r="http://schemas.openxmlformats.org/officeDocument/2006/relationships" xmlns:p="http://schemas.openxmlformats.org/presentationml/2006/main">
  <p:tag name="NUM" val="13"/>
</p:tagLst>
</file>

<file path=ppt/tags/tag678.xml><?xml version="1.0" encoding="utf-8"?>
<p:tagLst xmlns:a="http://schemas.openxmlformats.org/drawingml/2006/main" xmlns:r="http://schemas.openxmlformats.org/officeDocument/2006/relationships" xmlns:p="http://schemas.openxmlformats.org/presentationml/2006/main">
  <p:tag name="NUM" val="14"/>
</p:tagLst>
</file>

<file path=ppt/tags/tag679.xml><?xml version="1.0" encoding="utf-8"?>
<p:tagLst xmlns:a="http://schemas.openxmlformats.org/drawingml/2006/main" xmlns:r="http://schemas.openxmlformats.org/officeDocument/2006/relationships" xmlns:p="http://schemas.openxmlformats.org/presentationml/2006/main">
  <p:tag name="NUM" val="15"/>
</p:tagLst>
</file>

<file path=ppt/tags/tag680.xml><?xml version="1.0" encoding="utf-8"?>
<p:tagLst xmlns:a="http://schemas.openxmlformats.org/drawingml/2006/main" xmlns:r="http://schemas.openxmlformats.org/officeDocument/2006/relationships" xmlns:p="http://schemas.openxmlformats.org/presentationml/2006/main">
  <p:tag name="NUM" val="16"/>
</p:tagLst>
</file>

<file path=ppt/tags/tag681.xml><?xml version="1.0" encoding="utf-8"?>
<p:tagLst xmlns:a="http://schemas.openxmlformats.org/drawingml/2006/main" xmlns:r="http://schemas.openxmlformats.org/officeDocument/2006/relationships" xmlns:p="http://schemas.openxmlformats.org/presentationml/2006/main">
  <p:tag name="NUM" val="17"/>
</p:tagLst>
</file>

<file path=ppt/tags/tag682.xml><?xml version="1.0" encoding="utf-8"?>
<p:tagLst xmlns:a="http://schemas.openxmlformats.org/drawingml/2006/main" xmlns:r="http://schemas.openxmlformats.org/officeDocument/2006/relationships" xmlns:p="http://schemas.openxmlformats.org/presentationml/2006/main">
  <p:tag name="NUM" val="18"/>
</p:tagLst>
</file>

<file path=ppt/tags/tag683.xml><?xml version="1.0" encoding="utf-8"?>
<p:tagLst xmlns:a="http://schemas.openxmlformats.org/drawingml/2006/main" xmlns:r="http://schemas.openxmlformats.org/officeDocument/2006/relationships" xmlns:p="http://schemas.openxmlformats.org/presentationml/2006/main">
  <p:tag name="NUM" val="19"/>
</p:tagLst>
</file>

<file path=ppt/tags/tag684.xml><?xml version="1.0" encoding="utf-8"?>
<p:tagLst xmlns:a="http://schemas.openxmlformats.org/drawingml/2006/main" xmlns:r="http://schemas.openxmlformats.org/officeDocument/2006/relationships" xmlns:p="http://schemas.openxmlformats.org/presentationml/2006/main">
  <p:tag name="NUM" val="20"/>
</p:tagLst>
</file>

<file path=ppt/tags/tag685.xml><?xml version="1.0" encoding="utf-8"?>
<p:tagLst xmlns:a="http://schemas.openxmlformats.org/drawingml/2006/main" xmlns:r="http://schemas.openxmlformats.org/officeDocument/2006/relationships" xmlns:p="http://schemas.openxmlformats.org/presentationml/2006/main">
  <p:tag name="NUM" val="21"/>
</p:tagLst>
</file>

<file path=ppt/tags/tag686.xml><?xml version="1.0" encoding="utf-8"?>
<p:tagLst xmlns:a="http://schemas.openxmlformats.org/drawingml/2006/main" xmlns:r="http://schemas.openxmlformats.org/officeDocument/2006/relationships" xmlns:p="http://schemas.openxmlformats.org/presentationml/2006/main">
  <p:tag name="NUM" val="22"/>
</p:tagLst>
</file>

<file path=ppt/tags/tag687.xml><?xml version="1.0" encoding="utf-8"?>
<p:tagLst xmlns:a="http://schemas.openxmlformats.org/drawingml/2006/main" xmlns:r="http://schemas.openxmlformats.org/officeDocument/2006/relationships" xmlns:p="http://schemas.openxmlformats.org/presentationml/2006/main">
  <p:tag name="NUM" val="23"/>
</p:tagLst>
</file>

<file path=ppt/tags/tag688.xml><?xml version="1.0" encoding="utf-8"?>
<p:tagLst xmlns:a="http://schemas.openxmlformats.org/drawingml/2006/main" xmlns:r="http://schemas.openxmlformats.org/officeDocument/2006/relationships" xmlns:p="http://schemas.openxmlformats.org/presentationml/2006/main">
  <p:tag name="NUM" val="24"/>
</p:tagLst>
</file>

<file path=ppt/tags/tag689.xml><?xml version="1.0" encoding="utf-8"?>
<p:tagLst xmlns:a="http://schemas.openxmlformats.org/drawingml/2006/main" xmlns:r="http://schemas.openxmlformats.org/officeDocument/2006/relationships" xmlns:p="http://schemas.openxmlformats.org/presentationml/2006/main">
  <p:tag name="NUM" val="25"/>
</p:tagLst>
</file>

<file path=ppt/tags/tag690.xml><?xml version="1.0" encoding="utf-8"?>
<p:tagLst xmlns:a="http://schemas.openxmlformats.org/drawingml/2006/main" xmlns:r="http://schemas.openxmlformats.org/officeDocument/2006/relationships" xmlns:p="http://schemas.openxmlformats.org/presentationml/2006/main">
  <p:tag name="NUM" val="26"/>
</p:tagLst>
</file>

<file path=ppt/tags/tag691.xml><?xml version="1.0" encoding="utf-8"?>
<p:tagLst xmlns:a="http://schemas.openxmlformats.org/drawingml/2006/main" xmlns:r="http://schemas.openxmlformats.org/officeDocument/2006/relationships" xmlns:p="http://schemas.openxmlformats.org/presentationml/2006/main">
  <p:tag name="NUM" val="27"/>
</p:tagLst>
</file>

<file path=ppt/tags/tag692.xml><?xml version="1.0" encoding="utf-8"?>
<p:tagLst xmlns:a="http://schemas.openxmlformats.org/drawingml/2006/main" xmlns:r="http://schemas.openxmlformats.org/officeDocument/2006/relationships" xmlns:p="http://schemas.openxmlformats.org/presentationml/2006/main">
  <p:tag name="NUM" val="28"/>
</p:tagLst>
</file>

<file path=ppt/tags/tag693.xml><?xml version="1.0" encoding="utf-8"?>
<p:tagLst xmlns:a="http://schemas.openxmlformats.org/drawingml/2006/main" xmlns:r="http://schemas.openxmlformats.org/officeDocument/2006/relationships" xmlns:p="http://schemas.openxmlformats.org/presentationml/2006/main">
  <p:tag name="NUM" val="29"/>
</p:tagLst>
</file>

<file path=ppt/tags/tag694.xml><?xml version="1.0" encoding="utf-8"?>
<p:tagLst xmlns:a="http://schemas.openxmlformats.org/drawingml/2006/main" xmlns:r="http://schemas.openxmlformats.org/officeDocument/2006/relationships" xmlns:p="http://schemas.openxmlformats.org/presentationml/2006/main">
  <p:tag name="NUM" val="30"/>
</p:tagLst>
</file>

<file path=ppt/tags/tag695.xml><?xml version="1.0" encoding="utf-8"?>
<p:tagLst xmlns:a="http://schemas.openxmlformats.org/drawingml/2006/main" xmlns:r="http://schemas.openxmlformats.org/officeDocument/2006/relationships" xmlns:p="http://schemas.openxmlformats.org/presentationml/2006/main">
  <p:tag name="NUM" val="31"/>
</p:tagLst>
</file>

<file path=ppt/tags/tag696.xml><?xml version="1.0" encoding="utf-8"?>
<p:tagLst xmlns:a="http://schemas.openxmlformats.org/drawingml/2006/main" xmlns:r="http://schemas.openxmlformats.org/officeDocument/2006/relationships" xmlns:p="http://schemas.openxmlformats.org/presentationml/2006/main">
  <p:tag name="NUM" val="32"/>
</p:tagLst>
</file>

<file path=ppt/tags/tag697.xml><?xml version="1.0" encoding="utf-8"?>
<p:tagLst xmlns:a="http://schemas.openxmlformats.org/drawingml/2006/main" xmlns:r="http://schemas.openxmlformats.org/officeDocument/2006/relationships" xmlns:p="http://schemas.openxmlformats.org/presentationml/2006/main">
  <p:tag name="NUM" val="33"/>
</p:tagLst>
</file>

<file path=ppt/tags/tag698.xml><?xml version="1.0" encoding="utf-8"?>
<p:tagLst xmlns:a="http://schemas.openxmlformats.org/drawingml/2006/main" xmlns:r="http://schemas.openxmlformats.org/officeDocument/2006/relationships" xmlns:p="http://schemas.openxmlformats.org/presentationml/2006/main">
  <p:tag name="NUM" val="34"/>
</p:tagLst>
</file>

<file path=ppt/tags/tag699.xml><?xml version="1.0" encoding="utf-8"?>
<p:tagLst xmlns:a="http://schemas.openxmlformats.org/drawingml/2006/main" xmlns:r="http://schemas.openxmlformats.org/officeDocument/2006/relationships" xmlns:p="http://schemas.openxmlformats.org/presentationml/2006/main">
  <p:tag name="NUM" val="35"/>
</p:tagLst>
</file>

<file path=ppt/tags/tag700.xml><?xml version="1.0" encoding="utf-8"?>
<p:tagLst xmlns:a="http://schemas.openxmlformats.org/drawingml/2006/main" xmlns:r="http://schemas.openxmlformats.org/officeDocument/2006/relationships" xmlns:p="http://schemas.openxmlformats.org/presentationml/2006/main">
  <p:tag name="NUM" val="36"/>
</p:tagLst>
</file>

<file path=ppt/tags/tag701.xml><?xml version="1.0" encoding="utf-8"?>
<p:tagLst xmlns:a="http://schemas.openxmlformats.org/drawingml/2006/main" xmlns:r="http://schemas.openxmlformats.org/officeDocument/2006/relationships" xmlns:p="http://schemas.openxmlformats.org/presentationml/2006/main">
  <p:tag name="NUM" val="37"/>
</p:tagLst>
</file>

<file path=ppt/tags/tag702.xml><?xml version="1.0" encoding="utf-8"?>
<p:tagLst xmlns:a="http://schemas.openxmlformats.org/drawingml/2006/main" xmlns:r="http://schemas.openxmlformats.org/officeDocument/2006/relationships" xmlns:p="http://schemas.openxmlformats.org/presentationml/2006/main">
  <p:tag name="NUM" val="38"/>
</p:tagLst>
</file>

<file path=ppt/tags/tag703.xml><?xml version="1.0" encoding="utf-8"?>
<p:tagLst xmlns:a="http://schemas.openxmlformats.org/drawingml/2006/main" xmlns:r="http://schemas.openxmlformats.org/officeDocument/2006/relationships" xmlns:p="http://schemas.openxmlformats.org/presentationml/2006/main">
  <p:tag name="NUM" val="39"/>
</p:tagLst>
</file>

<file path=ppt/tags/tag704.xml><?xml version="1.0" encoding="utf-8"?>
<p:tagLst xmlns:a="http://schemas.openxmlformats.org/drawingml/2006/main" xmlns:r="http://schemas.openxmlformats.org/officeDocument/2006/relationships" xmlns:p="http://schemas.openxmlformats.org/presentationml/2006/main">
  <p:tag name="NUM" val="40"/>
</p:tagLst>
</file>

<file path=ppt/tags/tag705.xml><?xml version="1.0" encoding="utf-8"?>
<p:tagLst xmlns:a="http://schemas.openxmlformats.org/drawingml/2006/main" xmlns:r="http://schemas.openxmlformats.org/officeDocument/2006/relationships" xmlns:p="http://schemas.openxmlformats.org/presentationml/2006/main">
  <p:tag name="NUM" val="41"/>
</p:tagLst>
</file>

<file path=ppt/tags/tag706.xml><?xml version="1.0" encoding="utf-8"?>
<p:tagLst xmlns:a="http://schemas.openxmlformats.org/drawingml/2006/main" xmlns:r="http://schemas.openxmlformats.org/officeDocument/2006/relationships" xmlns:p="http://schemas.openxmlformats.org/presentationml/2006/main">
  <p:tag name="NUM" val="42"/>
</p:tagLst>
</file>

<file path=ppt/tags/tag707.xml><?xml version="1.0" encoding="utf-8"?>
<p:tagLst xmlns:a="http://schemas.openxmlformats.org/drawingml/2006/main" xmlns:r="http://schemas.openxmlformats.org/officeDocument/2006/relationships" xmlns:p="http://schemas.openxmlformats.org/presentationml/2006/main">
  <p:tag name="NUM" val="43"/>
</p:tagLst>
</file>

<file path=ppt/tags/tag708.xml><?xml version="1.0" encoding="utf-8"?>
<p:tagLst xmlns:a="http://schemas.openxmlformats.org/drawingml/2006/main" xmlns:r="http://schemas.openxmlformats.org/officeDocument/2006/relationships" xmlns:p="http://schemas.openxmlformats.org/presentationml/2006/main">
  <p:tag name="NUM" val="44"/>
</p:tagLst>
</file>

<file path=ppt/tags/tag709.xml><?xml version="1.0" encoding="utf-8"?>
<p:tagLst xmlns:a="http://schemas.openxmlformats.org/drawingml/2006/main" xmlns:r="http://schemas.openxmlformats.org/officeDocument/2006/relationships" xmlns:p="http://schemas.openxmlformats.org/presentationml/2006/main">
  <p:tag name="NUM" val="45"/>
</p:tagLst>
</file>

<file path=ppt/tags/tag710.xml><?xml version="1.0" encoding="utf-8"?>
<p:tagLst xmlns:a="http://schemas.openxmlformats.org/drawingml/2006/main" xmlns:r="http://schemas.openxmlformats.org/officeDocument/2006/relationships" xmlns:p="http://schemas.openxmlformats.org/presentationml/2006/main">
  <p:tag name="NUM" val="46"/>
</p:tagLst>
</file>

<file path=ppt/tags/tag711.xml><?xml version="1.0" encoding="utf-8"?>
<p:tagLst xmlns:a="http://schemas.openxmlformats.org/drawingml/2006/main" xmlns:r="http://schemas.openxmlformats.org/officeDocument/2006/relationships" xmlns:p="http://schemas.openxmlformats.org/presentationml/2006/main">
  <p:tag name="NUM" val="7"/>
</p:tagLst>
</file>

<file path=ppt/tags/tag712.xml><?xml version="1.0" encoding="utf-8"?>
<p:tagLst xmlns:a="http://schemas.openxmlformats.org/drawingml/2006/main" xmlns:r="http://schemas.openxmlformats.org/officeDocument/2006/relationships" xmlns:p="http://schemas.openxmlformats.org/presentationml/2006/main">
  <p:tag name="NUM" val="1"/>
</p:tagLst>
</file>

<file path=ppt/tags/tag713.xml><?xml version="1.0" encoding="utf-8"?>
<p:tagLst xmlns:a="http://schemas.openxmlformats.org/drawingml/2006/main" xmlns:r="http://schemas.openxmlformats.org/officeDocument/2006/relationships" xmlns:p="http://schemas.openxmlformats.org/presentationml/2006/main">
  <p:tag name="NUM" val="2"/>
</p:tagLst>
</file>

<file path=ppt/tags/tag714.xml><?xml version="1.0" encoding="utf-8"?>
<p:tagLst xmlns:a="http://schemas.openxmlformats.org/drawingml/2006/main" xmlns:r="http://schemas.openxmlformats.org/officeDocument/2006/relationships" xmlns:p="http://schemas.openxmlformats.org/presentationml/2006/main">
  <p:tag name="NUM" val="3"/>
</p:tagLst>
</file>

<file path=ppt/tags/tag715.xml><?xml version="1.0" encoding="utf-8"?>
<p:tagLst xmlns:a="http://schemas.openxmlformats.org/drawingml/2006/main" xmlns:r="http://schemas.openxmlformats.org/officeDocument/2006/relationships" xmlns:p="http://schemas.openxmlformats.org/presentationml/2006/main">
  <p:tag name="NUM" val="4"/>
</p:tagLst>
</file>

<file path=ppt/tags/tag716.xml><?xml version="1.0" encoding="utf-8"?>
<p:tagLst xmlns:a="http://schemas.openxmlformats.org/drawingml/2006/main" xmlns:r="http://schemas.openxmlformats.org/officeDocument/2006/relationships" xmlns:p="http://schemas.openxmlformats.org/presentationml/2006/main">
  <p:tag name="NUM" val="5"/>
</p:tagLst>
</file>

<file path=ppt/tags/tag717.xml><?xml version="1.0" encoding="utf-8"?>
<p:tagLst xmlns:a="http://schemas.openxmlformats.org/drawingml/2006/main" xmlns:r="http://schemas.openxmlformats.org/officeDocument/2006/relationships" xmlns:p="http://schemas.openxmlformats.org/presentationml/2006/main">
  <p:tag name="NUM" val="6"/>
</p:tagLst>
</file>

<file path=ppt/tags/tag718.xml><?xml version="1.0" encoding="utf-8"?>
<p:tagLst xmlns:a="http://schemas.openxmlformats.org/drawingml/2006/main" xmlns:r="http://schemas.openxmlformats.org/officeDocument/2006/relationships" xmlns:p="http://schemas.openxmlformats.org/presentationml/2006/main">
  <p:tag name="NUM" val="7"/>
</p:tagLst>
</file>

<file path=ppt/tags/tag719.xml><?xml version="1.0" encoding="utf-8"?>
<p:tagLst xmlns:a="http://schemas.openxmlformats.org/drawingml/2006/main" xmlns:r="http://schemas.openxmlformats.org/officeDocument/2006/relationships" xmlns:p="http://schemas.openxmlformats.org/presentationml/2006/main">
  <p:tag name="NUM" val="8"/>
</p:tagLst>
</file>

<file path=ppt/tags/tag720.xml><?xml version="1.0" encoding="utf-8"?>
<p:tagLst xmlns:a="http://schemas.openxmlformats.org/drawingml/2006/main" xmlns:r="http://schemas.openxmlformats.org/officeDocument/2006/relationships" xmlns:p="http://schemas.openxmlformats.org/presentationml/2006/main">
  <p:tag name="NUM" val="9"/>
</p:tagLst>
</file>

<file path=ppt/tags/tag721.xml><?xml version="1.0" encoding="utf-8"?>
<p:tagLst xmlns:a="http://schemas.openxmlformats.org/drawingml/2006/main" xmlns:r="http://schemas.openxmlformats.org/officeDocument/2006/relationships" xmlns:p="http://schemas.openxmlformats.org/presentationml/2006/main">
  <p:tag name="NUM" val="10"/>
</p:tagLst>
</file>

<file path=ppt/tags/tag722.xml><?xml version="1.0" encoding="utf-8"?>
<p:tagLst xmlns:a="http://schemas.openxmlformats.org/drawingml/2006/main" xmlns:r="http://schemas.openxmlformats.org/officeDocument/2006/relationships" xmlns:p="http://schemas.openxmlformats.org/presentationml/2006/main">
  <p:tag name="NUM" val="11"/>
</p:tagLst>
</file>

<file path=ppt/tags/tag723.xml><?xml version="1.0" encoding="utf-8"?>
<p:tagLst xmlns:a="http://schemas.openxmlformats.org/drawingml/2006/main" xmlns:r="http://schemas.openxmlformats.org/officeDocument/2006/relationships" xmlns:p="http://schemas.openxmlformats.org/presentationml/2006/main">
  <p:tag name="NUM" val="12"/>
</p:tagLst>
</file>

<file path=ppt/tags/tag724.xml><?xml version="1.0" encoding="utf-8"?>
<p:tagLst xmlns:a="http://schemas.openxmlformats.org/drawingml/2006/main" xmlns:r="http://schemas.openxmlformats.org/officeDocument/2006/relationships" xmlns:p="http://schemas.openxmlformats.org/presentationml/2006/main">
  <p:tag name="NUM" val="13"/>
</p:tagLst>
</file>

<file path=ppt/tags/tag725.xml><?xml version="1.0" encoding="utf-8"?>
<p:tagLst xmlns:a="http://schemas.openxmlformats.org/drawingml/2006/main" xmlns:r="http://schemas.openxmlformats.org/officeDocument/2006/relationships" xmlns:p="http://schemas.openxmlformats.org/presentationml/2006/main">
  <p:tag name="NUM" val="14"/>
</p:tagLst>
</file>

<file path=ppt/tags/tag726.xml><?xml version="1.0" encoding="utf-8"?>
<p:tagLst xmlns:a="http://schemas.openxmlformats.org/drawingml/2006/main" xmlns:r="http://schemas.openxmlformats.org/officeDocument/2006/relationships" xmlns:p="http://schemas.openxmlformats.org/presentationml/2006/main">
  <p:tag name="NUM" val="15"/>
</p:tagLst>
</file>

<file path=ppt/tags/tag727.xml><?xml version="1.0" encoding="utf-8"?>
<p:tagLst xmlns:a="http://schemas.openxmlformats.org/drawingml/2006/main" xmlns:r="http://schemas.openxmlformats.org/officeDocument/2006/relationships" xmlns:p="http://schemas.openxmlformats.org/presentationml/2006/main">
  <p:tag name="NUM" val="16"/>
</p:tagLst>
</file>

<file path=ppt/tags/tag728.xml><?xml version="1.0" encoding="utf-8"?>
<p:tagLst xmlns:a="http://schemas.openxmlformats.org/drawingml/2006/main" xmlns:r="http://schemas.openxmlformats.org/officeDocument/2006/relationships" xmlns:p="http://schemas.openxmlformats.org/presentationml/2006/main">
  <p:tag name="NUM" val="17"/>
</p:tagLst>
</file>

<file path=ppt/tags/tag729.xml><?xml version="1.0" encoding="utf-8"?>
<p:tagLst xmlns:a="http://schemas.openxmlformats.org/drawingml/2006/main" xmlns:r="http://schemas.openxmlformats.org/officeDocument/2006/relationships" xmlns:p="http://schemas.openxmlformats.org/presentationml/2006/main">
  <p:tag name="NUM" val="18"/>
</p:tagLst>
</file>

<file path=ppt/tags/tag730.xml><?xml version="1.0" encoding="utf-8"?>
<p:tagLst xmlns:a="http://schemas.openxmlformats.org/drawingml/2006/main" xmlns:r="http://schemas.openxmlformats.org/officeDocument/2006/relationships" xmlns:p="http://schemas.openxmlformats.org/presentationml/2006/main">
  <p:tag name="NUM" val="19"/>
</p:tagLst>
</file>

<file path=ppt/tags/tag731.xml><?xml version="1.0" encoding="utf-8"?>
<p:tagLst xmlns:a="http://schemas.openxmlformats.org/drawingml/2006/main" xmlns:r="http://schemas.openxmlformats.org/officeDocument/2006/relationships" xmlns:p="http://schemas.openxmlformats.org/presentationml/2006/main">
  <p:tag name="NUM" val="20"/>
</p:tagLst>
</file>

<file path=ppt/tags/tag732.xml><?xml version="1.0" encoding="utf-8"?>
<p:tagLst xmlns:a="http://schemas.openxmlformats.org/drawingml/2006/main" xmlns:r="http://schemas.openxmlformats.org/officeDocument/2006/relationships" xmlns:p="http://schemas.openxmlformats.org/presentationml/2006/main">
  <p:tag name="NUM" val="21"/>
</p:tagLst>
</file>

<file path=ppt/tags/tag733.xml><?xml version="1.0" encoding="utf-8"?>
<p:tagLst xmlns:a="http://schemas.openxmlformats.org/drawingml/2006/main" xmlns:r="http://schemas.openxmlformats.org/officeDocument/2006/relationships" xmlns:p="http://schemas.openxmlformats.org/presentationml/2006/main">
  <p:tag name="NUM" val="21"/>
</p:tagLst>
</file>

<file path=ppt/tags/tag734.xml><?xml version="1.0" encoding="utf-8"?>
<p:tagLst xmlns:a="http://schemas.openxmlformats.org/drawingml/2006/main" xmlns:r="http://schemas.openxmlformats.org/officeDocument/2006/relationships" xmlns:p="http://schemas.openxmlformats.org/presentationml/2006/main">
  <p:tag name="NUM" val="1"/>
</p:tagLst>
</file>

<file path=ppt/tags/tag735.xml><?xml version="1.0" encoding="utf-8"?>
<p:tagLst xmlns:a="http://schemas.openxmlformats.org/drawingml/2006/main" xmlns:r="http://schemas.openxmlformats.org/officeDocument/2006/relationships" xmlns:p="http://schemas.openxmlformats.org/presentationml/2006/main">
  <p:tag name="NUM" val="2"/>
</p:tagLst>
</file>

<file path=ppt/tags/tag736.xml><?xml version="1.0" encoding="utf-8"?>
<p:tagLst xmlns:a="http://schemas.openxmlformats.org/drawingml/2006/main" xmlns:r="http://schemas.openxmlformats.org/officeDocument/2006/relationships" xmlns:p="http://schemas.openxmlformats.org/presentationml/2006/main">
  <p:tag name="NUM" val="3"/>
</p:tagLst>
</file>

<file path=ppt/tags/tag737.xml><?xml version="1.0" encoding="utf-8"?>
<p:tagLst xmlns:a="http://schemas.openxmlformats.org/drawingml/2006/main" xmlns:r="http://schemas.openxmlformats.org/officeDocument/2006/relationships" xmlns:p="http://schemas.openxmlformats.org/presentationml/2006/main">
  <p:tag name="NUM" val="4"/>
</p:tagLst>
</file>

<file path=ppt/tags/tag738.xml><?xml version="1.0" encoding="utf-8"?>
<p:tagLst xmlns:a="http://schemas.openxmlformats.org/drawingml/2006/main" xmlns:r="http://schemas.openxmlformats.org/officeDocument/2006/relationships" xmlns:p="http://schemas.openxmlformats.org/presentationml/2006/main">
  <p:tag name="NUM" val="5"/>
</p:tagLst>
</file>

<file path=ppt/tags/tag739.xml><?xml version="1.0" encoding="utf-8"?>
<p:tagLst xmlns:a="http://schemas.openxmlformats.org/drawingml/2006/main" xmlns:r="http://schemas.openxmlformats.org/officeDocument/2006/relationships" xmlns:p="http://schemas.openxmlformats.org/presentationml/2006/main">
  <p:tag name="NUM" val="6"/>
</p:tagLst>
</file>

<file path=ppt/tags/tag740.xml><?xml version="1.0" encoding="utf-8"?>
<p:tagLst xmlns:a="http://schemas.openxmlformats.org/drawingml/2006/main" xmlns:r="http://schemas.openxmlformats.org/officeDocument/2006/relationships" xmlns:p="http://schemas.openxmlformats.org/presentationml/2006/main">
  <p:tag name="NUM" val="7"/>
</p:tagLst>
</file>

<file path=ppt/tags/tag741.xml><?xml version="1.0" encoding="utf-8"?>
<p:tagLst xmlns:a="http://schemas.openxmlformats.org/drawingml/2006/main" xmlns:r="http://schemas.openxmlformats.org/officeDocument/2006/relationships" xmlns:p="http://schemas.openxmlformats.org/presentationml/2006/main">
  <p:tag name="NUM" val="8"/>
</p:tagLst>
</file>

<file path=ppt/tags/tag742.xml><?xml version="1.0" encoding="utf-8"?>
<p:tagLst xmlns:a="http://schemas.openxmlformats.org/drawingml/2006/main" xmlns:r="http://schemas.openxmlformats.org/officeDocument/2006/relationships" xmlns:p="http://schemas.openxmlformats.org/presentationml/2006/main">
  <p:tag name="NUM" val="9"/>
</p:tagLst>
</file>

<file path=ppt/tags/tag743.xml><?xml version="1.0" encoding="utf-8"?>
<p:tagLst xmlns:a="http://schemas.openxmlformats.org/drawingml/2006/main" xmlns:r="http://schemas.openxmlformats.org/officeDocument/2006/relationships" xmlns:p="http://schemas.openxmlformats.org/presentationml/2006/main">
  <p:tag name="NUM" val="10"/>
</p:tagLst>
</file>

<file path=ppt/tags/tag744.xml><?xml version="1.0" encoding="utf-8"?>
<p:tagLst xmlns:a="http://schemas.openxmlformats.org/drawingml/2006/main" xmlns:r="http://schemas.openxmlformats.org/officeDocument/2006/relationships" xmlns:p="http://schemas.openxmlformats.org/presentationml/2006/main">
  <p:tag name="NUM" val="14"/>
</p:tagLst>
</file>

<file path=ppt/tags/tag745.xml><?xml version="1.0" encoding="utf-8"?>
<p:tagLst xmlns:a="http://schemas.openxmlformats.org/drawingml/2006/main" xmlns:r="http://schemas.openxmlformats.org/officeDocument/2006/relationships" xmlns:p="http://schemas.openxmlformats.org/presentationml/2006/main">
  <p:tag name="NUM" val="15"/>
</p:tagLst>
</file>

<file path=ppt/tags/tag746.xml><?xml version="1.0" encoding="utf-8"?>
<p:tagLst xmlns:a="http://schemas.openxmlformats.org/drawingml/2006/main" xmlns:r="http://schemas.openxmlformats.org/officeDocument/2006/relationships" xmlns:p="http://schemas.openxmlformats.org/presentationml/2006/main">
  <p:tag name="NUM" val="16"/>
</p:tagLst>
</file>

<file path=ppt/tags/tag747.xml><?xml version="1.0" encoding="utf-8"?>
<p:tagLst xmlns:a="http://schemas.openxmlformats.org/drawingml/2006/main" xmlns:r="http://schemas.openxmlformats.org/officeDocument/2006/relationships" xmlns:p="http://schemas.openxmlformats.org/presentationml/2006/main">
  <p:tag name="NUM" val="22"/>
</p:tagLst>
</file>

<file path=ppt/tags/tag748.xml><?xml version="1.0" encoding="utf-8"?>
<p:tagLst xmlns:a="http://schemas.openxmlformats.org/drawingml/2006/main" xmlns:r="http://schemas.openxmlformats.org/officeDocument/2006/relationships" xmlns:p="http://schemas.openxmlformats.org/presentationml/2006/main">
  <p:tag name="NUM" val="23"/>
</p:tagLst>
</file>

<file path=ppt/tags/tag749.xml><?xml version="1.0" encoding="utf-8"?>
<p:tagLst xmlns:a="http://schemas.openxmlformats.org/drawingml/2006/main" xmlns:r="http://schemas.openxmlformats.org/officeDocument/2006/relationships" xmlns:p="http://schemas.openxmlformats.org/presentationml/2006/main">
  <p:tag name="NUM" val="24"/>
</p:tagLst>
</file>

<file path=ppt/tags/tag750.xml><?xml version="1.0" encoding="utf-8"?>
<p:tagLst xmlns:a="http://schemas.openxmlformats.org/drawingml/2006/main" xmlns:r="http://schemas.openxmlformats.org/officeDocument/2006/relationships" xmlns:p="http://schemas.openxmlformats.org/presentationml/2006/main">
  <p:tag name="NUM" val="25"/>
</p:tagLst>
</file>

<file path=ppt/tags/tag751.xml><?xml version="1.0" encoding="utf-8"?>
<p:tagLst xmlns:a="http://schemas.openxmlformats.org/drawingml/2006/main" xmlns:r="http://schemas.openxmlformats.org/officeDocument/2006/relationships" xmlns:p="http://schemas.openxmlformats.org/presentationml/2006/main">
  <p:tag name="NUM" val="26"/>
</p:tagLst>
</file>

<file path=ppt/tags/tag752.xml><?xml version="1.0" encoding="utf-8"?>
<p:tagLst xmlns:a="http://schemas.openxmlformats.org/drawingml/2006/main" xmlns:r="http://schemas.openxmlformats.org/officeDocument/2006/relationships" xmlns:p="http://schemas.openxmlformats.org/presentationml/2006/main">
  <p:tag name="NUM" val="27"/>
</p:tagLst>
</file>

<file path=ppt/tags/tag753.xml><?xml version="1.0" encoding="utf-8"?>
<p:tagLst xmlns:a="http://schemas.openxmlformats.org/drawingml/2006/main" xmlns:r="http://schemas.openxmlformats.org/officeDocument/2006/relationships" xmlns:p="http://schemas.openxmlformats.org/presentationml/2006/main">
  <p:tag name="NUM" val="28"/>
</p:tagLst>
</file>

<file path=ppt/tags/tag754.xml><?xml version="1.0" encoding="utf-8"?>
<p:tagLst xmlns:a="http://schemas.openxmlformats.org/drawingml/2006/main" xmlns:r="http://schemas.openxmlformats.org/officeDocument/2006/relationships" xmlns:p="http://schemas.openxmlformats.org/presentationml/2006/main">
  <p:tag name="NUM" val="29"/>
</p:tagLst>
</file>

<file path=ppt/tags/tag755.xml><?xml version="1.0" encoding="utf-8"?>
<p:tagLst xmlns:a="http://schemas.openxmlformats.org/drawingml/2006/main" xmlns:r="http://schemas.openxmlformats.org/officeDocument/2006/relationships" xmlns:p="http://schemas.openxmlformats.org/presentationml/2006/main">
  <p:tag name="NUM" val="30"/>
</p:tagLst>
</file>

<file path=ppt/tags/tag756.xml><?xml version="1.0" encoding="utf-8"?>
<p:tagLst xmlns:a="http://schemas.openxmlformats.org/drawingml/2006/main" xmlns:r="http://schemas.openxmlformats.org/officeDocument/2006/relationships" xmlns:p="http://schemas.openxmlformats.org/presentationml/2006/main">
  <p:tag name="NUM" val="31"/>
</p:tagLst>
</file>

<file path=ppt/tags/tag757.xml><?xml version="1.0" encoding="utf-8"?>
<p:tagLst xmlns:a="http://schemas.openxmlformats.org/drawingml/2006/main" xmlns:r="http://schemas.openxmlformats.org/officeDocument/2006/relationships" xmlns:p="http://schemas.openxmlformats.org/presentationml/2006/main">
  <p:tag name="NUM" val="34"/>
</p:tagLst>
</file>

<file path=ppt/tags/tag758.xml><?xml version="1.0" encoding="utf-8"?>
<p:tagLst xmlns:a="http://schemas.openxmlformats.org/drawingml/2006/main" xmlns:r="http://schemas.openxmlformats.org/officeDocument/2006/relationships" xmlns:p="http://schemas.openxmlformats.org/presentationml/2006/main">
  <p:tag name="NUM" val="35"/>
</p:tagLst>
</file>

<file path=ppt/tags/tag759.xml><?xml version="1.0" encoding="utf-8"?>
<p:tagLst xmlns:a="http://schemas.openxmlformats.org/drawingml/2006/main" xmlns:r="http://schemas.openxmlformats.org/officeDocument/2006/relationships" xmlns:p="http://schemas.openxmlformats.org/presentationml/2006/main">
  <p:tag name="NUM" val="36"/>
</p:tagLst>
</file>

<file path=ppt/tags/tag760.xml><?xml version="1.0" encoding="utf-8"?>
<p:tagLst xmlns:a="http://schemas.openxmlformats.org/drawingml/2006/main" xmlns:r="http://schemas.openxmlformats.org/officeDocument/2006/relationships" xmlns:p="http://schemas.openxmlformats.org/presentationml/2006/main">
  <p:tag name="NUM" val="37"/>
</p:tagLst>
</file>

<file path=ppt/tags/tag761.xml><?xml version="1.0" encoding="utf-8"?>
<p:tagLst xmlns:a="http://schemas.openxmlformats.org/drawingml/2006/main" xmlns:r="http://schemas.openxmlformats.org/officeDocument/2006/relationships" xmlns:p="http://schemas.openxmlformats.org/presentationml/2006/main">
  <p:tag name="NUM" val="38"/>
</p:tagLst>
</file>

<file path=ppt/tags/tag762.xml><?xml version="1.0" encoding="utf-8"?>
<p:tagLst xmlns:a="http://schemas.openxmlformats.org/drawingml/2006/main" xmlns:r="http://schemas.openxmlformats.org/officeDocument/2006/relationships" xmlns:p="http://schemas.openxmlformats.org/presentationml/2006/main">
  <p:tag name="NUM" val="39"/>
</p:tagLst>
</file>

<file path=ppt/tags/tag763.xml><?xml version="1.0" encoding="utf-8"?>
<p:tagLst xmlns:a="http://schemas.openxmlformats.org/drawingml/2006/main" xmlns:r="http://schemas.openxmlformats.org/officeDocument/2006/relationships" xmlns:p="http://schemas.openxmlformats.org/presentationml/2006/main">
  <p:tag name="NUM" val="40"/>
</p:tagLst>
</file>

<file path=ppt/tags/tag764.xml><?xml version="1.0" encoding="utf-8"?>
<p:tagLst xmlns:a="http://schemas.openxmlformats.org/drawingml/2006/main" xmlns:r="http://schemas.openxmlformats.org/officeDocument/2006/relationships" xmlns:p="http://schemas.openxmlformats.org/presentationml/2006/main">
  <p:tag name="NUM" val="41"/>
</p:tagLst>
</file>

<file path=ppt/tags/tag765.xml><?xml version="1.0" encoding="utf-8"?>
<p:tagLst xmlns:a="http://schemas.openxmlformats.org/drawingml/2006/main" xmlns:r="http://schemas.openxmlformats.org/officeDocument/2006/relationships" xmlns:p="http://schemas.openxmlformats.org/presentationml/2006/main">
  <p:tag name="NUM" val="42"/>
</p:tagLst>
</file>

<file path=ppt/tags/tag766.xml><?xml version="1.0" encoding="utf-8"?>
<p:tagLst xmlns:a="http://schemas.openxmlformats.org/drawingml/2006/main" xmlns:r="http://schemas.openxmlformats.org/officeDocument/2006/relationships" xmlns:p="http://schemas.openxmlformats.org/presentationml/2006/main">
  <p:tag name="NUM" val="43"/>
</p:tagLst>
</file>

<file path=ppt/tags/tag767.xml><?xml version="1.0" encoding="utf-8"?>
<p:tagLst xmlns:a="http://schemas.openxmlformats.org/drawingml/2006/main" xmlns:r="http://schemas.openxmlformats.org/officeDocument/2006/relationships" xmlns:p="http://schemas.openxmlformats.org/presentationml/2006/main">
  <p:tag name="NUM" val="44"/>
</p:tagLst>
</file>

<file path=ppt/tags/tag768.xml><?xml version="1.0" encoding="utf-8"?>
<p:tagLst xmlns:a="http://schemas.openxmlformats.org/drawingml/2006/main" xmlns:r="http://schemas.openxmlformats.org/officeDocument/2006/relationships" xmlns:p="http://schemas.openxmlformats.org/presentationml/2006/main">
  <p:tag name="NUM" val="45"/>
</p:tagLst>
</file>

<file path=ppt/tags/tag769.xml><?xml version="1.0" encoding="utf-8"?>
<p:tagLst xmlns:a="http://schemas.openxmlformats.org/drawingml/2006/main" xmlns:r="http://schemas.openxmlformats.org/officeDocument/2006/relationships" xmlns:p="http://schemas.openxmlformats.org/presentationml/2006/main">
  <p:tag name="NUM" val="46"/>
</p:tagLst>
</file>

<file path=ppt/tags/tag770.xml><?xml version="1.0" encoding="utf-8"?>
<p:tagLst xmlns:a="http://schemas.openxmlformats.org/drawingml/2006/main" xmlns:r="http://schemas.openxmlformats.org/officeDocument/2006/relationships" xmlns:p="http://schemas.openxmlformats.org/presentationml/2006/main">
  <p:tag name="NUM" val="47"/>
</p:tagLst>
</file>

<file path=ppt/tags/tag771.xml><?xml version="1.0" encoding="utf-8"?>
<p:tagLst xmlns:a="http://schemas.openxmlformats.org/drawingml/2006/main" xmlns:r="http://schemas.openxmlformats.org/officeDocument/2006/relationships" xmlns:p="http://schemas.openxmlformats.org/presentationml/2006/main">
  <p:tag name="NUM" val="48"/>
</p:tagLst>
</file>

<file path=ppt/tags/tag772.xml><?xml version="1.0" encoding="utf-8"?>
<p:tagLst xmlns:a="http://schemas.openxmlformats.org/drawingml/2006/main" xmlns:r="http://schemas.openxmlformats.org/officeDocument/2006/relationships" xmlns:p="http://schemas.openxmlformats.org/presentationml/2006/main">
  <p:tag name="NUM" val="49"/>
</p:tagLst>
</file>

<file path=ppt/tags/tag773.xml><?xml version="1.0" encoding="utf-8"?>
<p:tagLst xmlns:a="http://schemas.openxmlformats.org/drawingml/2006/main" xmlns:r="http://schemas.openxmlformats.org/officeDocument/2006/relationships" xmlns:p="http://schemas.openxmlformats.org/presentationml/2006/main">
  <p:tag name="NUM" val="50"/>
</p:tagLst>
</file>

<file path=ppt/tags/tag774.xml><?xml version="1.0" encoding="utf-8"?>
<p:tagLst xmlns:a="http://schemas.openxmlformats.org/drawingml/2006/main" xmlns:r="http://schemas.openxmlformats.org/officeDocument/2006/relationships" xmlns:p="http://schemas.openxmlformats.org/presentationml/2006/main">
  <p:tag name="NUM" val="51"/>
</p:tagLst>
</file>

<file path=ppt/tags/tag775.xml><?xml version="1.0" encoding="utf-8"?>
<p:tagLst xmlns:a="http://schemas.openxmlformats.org/drawingml/2006/main" xmlns:r="http://schemas.openxmlformats.org/officeDocument/2006/relationships" xmlns:p="http://schemas.openxmlformats.org/presentationml/2006/main">
  <p:tag name="NUM" val="53"/>
</p:tagLst>
</file>

<file path=ppt/tags/tag776.xml><?xml version="1.0" encoding="utf-8"?>
<p:tagLst xmlns:a="http://schemas.openxmlformats.org/drawingml/2006/main" xmlns:r="http://schemas.openxmlformats.org/officeDocument/2006/relationships" xmlns:p="http://schemas.openxmlformats.org/presentationml/2006/main">
  <p:tag name="NUM" val="55"/>
</p:tagLst>
</file>

<file path=ppt/tags/tag777.xml><?xml version="1.0" encoding="utf-8"?>
<p:tagLst xmlns:a="http://schemas.openxmlformats.org/drawingml/2006/main" xmlns:r="http://schemas.openxmlformats.org/officeDocument/2006/relationships" xmlns:p="http://schemas.openxmlformats.org/presentationml/2006/main">
  <p:tag name="NUM" val="56"/>
</p:tagLst>
</file>

<file path=ppt/tags/tag778.xml><?xml version="1.0" encoding="utf-8"?>
<p:tagLst xmlns:a="http://schemas.openxmlformats.org/drawingml/2006/main" xmlns:r="http://schemas.openxmlformats.org/officeDocument/2006/relationships" xmlns:p="http://schemas.openxmlformats.org/presentationml/2006/main">
  <p:tag name="NUM" val="29"/>
</p:tagLst>
</file>

<file path=ppt/tags/tag779.xml><?xml version="1.0" encoding="utf-8"?>
<p:tagLst xmlns:a="http://schemas.openxmlformats.org/drawingml/2006/main" xmlns:r="http://schemas.openxmlformats.org/officeDocument/2006/relationships" xmlns:p="http://schemas.openxmlformats.org/presentationml/2006/main">
  <p:tag name="NUM" val="30"/>
</p:tagLst>
</file>

<file path=ppt/tags/tag780.xml><?xml version="1.0" encoding="utf-8"?>
<p:tagLst xmlns:a="http://schemas.openxmlformats.org/drawingml/2006/main" xmlns:r="http://schemas.openxmlformats.org/officeDocument/2006/relationships" xmlns:p="http://schemas.openxmlformats.org/presentationml/2006/main">
  <p:tag name="NUM" val="31"/>
</p:tagLst>
</file>

<file path=ppt/tags/tag781.xml><?xml version="1.0" encoding="utf-8"?>
<p:tagLst xmlns:a="http://schemas.openxmlformats.org/drawingml/2006/main" xmlns:r="http://schemas.openxmlformats.org/officeDocument/2006/relationships" xmlns:p="http://schemas.openxmlformats.org/presentationml/2006/main">
  <p:tag name="NUM" val="34"/>
</p:tagLst>
</file>

<file path=ppt/tags/tag782.xml><?xml version="1.0" encoding="utf-8"?>
<p:tagLst xmlns:a="http://schemas.openxmlformats.org/drawingml/2006/main" xmlns:r="http://schemas.openxmlformats.org/officeDocument/2006/relationships" xmlns:p="http://schemas.openxmlformats.org/presentationml/2006/main">
  <p:tag name="NUM" val="35"/>
</p:tagLst>
</file>

<file path=ppt/tags/tag783.xml><?xml version="1.0" encoding="utf-8"?>
<p:tagLst xmlns:a="http://schemas.openxmlformats.org/drawingml/2006/main" xmlns:r="http://schemas.openxmlformats.org/officeDocument/2006/relationships" xmlns:p="http://schemas.openxmlformats.org/presentationml/2006/main">
  <p:tag name="NUM" val="36"/>
</p:tagLst>
</file>

<file path=ppt/tags/tag784.xml><?xml version="1.0" encoding="utf-8"?>
<p:tagLst xmlns:a="http://schemas.openxmlformats.org/drawingml/2006/main" xmlns:r="http://schemas.openxmlformats.org/officeDocument/2006/relationships" xmlns:p="http://schemas.openxmlformats.org/presentationml/2006/main">
  <p:tag name="NUM" val="29"/>
</p:tagLst>
</file>

<file path=ppt/tags/tag785.xml><?xml version="1.0" encoding="utf-8"?>
<p:tagLst xmlns:a="http://schemas.openxmlformats.org/drawingml/2006/main" xmlns:r="http://schemas.openxmlformats.org/officeDocument/2006/relationships" xmlns:p="http://schemas.openxmlformats.org/presentationml/2006/main">
  <p:tag name="NUM" val="30"/>
</p:tagLst>
</file>

<file path=ppt/tags/tag786.xml><?xml version="1.0" encoding="utf-8"?>
<p:tagLst xmlns:a="http://schemas.openxmlformats.org/drawingml/2006/main" xmlns:r="http://schemas.openxmlformats.org/officeDocument/2006/relationships" xmlns:p="http://schemas.openxmlformats.org/presentationml/2006/main">
  <p:tag name="NUM" val="31"/>
</p:tagLst>
</file>

<file path=ppt/tags/tag787.xml><?xml version="1.0" encoding="utf-8"?>
<p:tagLst xmlns:a="http://schemas.openxmlformats.org/drawingml/2006/main" xmlns:r="http://schemas.openxmlformats.org/officeDocument/2006/relationships" xmlns:p="http://schemas.openxmlformats.org/presentationml/2006/main">
  <p:tag name="NUM" val="34"/>
</p:tagLst>
</file>

<file path=ppt/tags/tag788.xml><?xml version="1.0" encoding="utf-8"?>
<p:tagLst xmlns:a="http://schemas.openxmlformats.org/drawingml/2006/main" xmlns:r="http://schemas.openxmlformats.org/officeDocument/2006/relationships" xmlns:p="http://schemas.openxmlformats.org/presentationml/2006/main">
  <p:tag name="NUM" val="35"/>
</p:tagLst>
</file>

<file path=ppt/tags/tag789.xml><?xml version="1.0" encoding="utf-8"?>
<p:tagLst xmlns:a="http://schemas.openxmlformats.org/drawingml/2006/main" xmlns:r="http://schemas.openxmlformats.org/officeDocument/2006/relationships" xmlns:p="http://schemas.openxmlformats.org/presentationml/2006/main">
  <p:tag name="NUM" val="36"/>
</p:tagLst>
</file>

<file path=ppt/tags/tag790.xml><?xml version="1.0" encoding="utf-8"?>
<p:tagLst xmlns:a="http://schemas.openxmlformats.org/drawingml/2006/main" xmlns:r="http://schemas.openxmlformats.org/officeDocument/2006/relationships" xmlns:p="http://schemas.openxmlformats.org/presentationml/2006/main">
  <p:tag name="NUM" val="9"/>
</p:tagLst>
</file>

<file path=ppt/tags/tag791.xml><?xml version="1.0" encoding="utf-8"?>
<p:tagLst xmlns:a="http://schemas.openxmlformats.org/drawingml/2006/main" xmlns:r="http://schemas.openxmlformats.org/officeDocument/2006/relationships" xmlns:p="http://schemas.openxmlformats.org/presentationml/2006/main">
  <p:tag name="NUM" val="9"/>
</p:tagLst>
</file>

<file path=ppt/tags/tag792.xml><?xml version="1.0" encoding="utf-8"?>
<p:tagLst xmlns:a="http://schemas.openxmlformats.org/drawingml/2006/main" xmlns:r="http://schemas.openxmlformats.org/officeDocument/2006/relationships" xmlns:p="http://schemas.openxmlformats.org/presentationml/2006/main">
  <p:tag name="NUM" val="21"/>
</p:tagLst>
</file>

<file path=ppt/tags/tag793.xml><?xml version="1.0" encoding="utf-8"?>
<p:tagLst xmlns:a="http://schemas.openxmlformats.org/drawingml/2006/main" xmlns:r="http://schemas.openxmlformats.org/officeDocument/2006/relationships" xmlns:p="http://schemas.openxmlformats.org/presentationml/2006/main">
  <p:tag name="NUM" val="1"/>
</p:tagLst>
</file>

<file path=ppt/tags/tag794.xml><?xml version="1.0" encoding="utf-8"?>
<p:tagLst xmlns:a="http://schemas.openxmlformats.org/drawingml/2006/main" xmlns:r="http://schemas.openxmlformats.org/officeDocument/2006/relationships" xmlns:p="http://schemas.openxmlformats.org/presentationml/2006/main">
  <p:tag name="NUM" val="2"/>
</p:tagLst>
</file>

<file path=ppt/tags/tag795.xml><?xml version="1.0" encoding="utf-8"?>
<p:tagLst xmlns:a="http://schemas.openxmlformats.org/drawingml/2006/main" xmlns:r="http://schemas.openxmlformats.org/officeDocument/2006/relationships" xmlns:p="http://schemas.openxmlformats.org/presentationml/2006/main">
  <p:tag name="NUM" val="3"/>
</p:tagLst>
</file>

<file path=ppt/tags/tag796.xml><?xml version="1.0" encoding="utf-8"?>
<p:tagLst xmlns:a="http://schemas.openxmlformats.org/drawingml/2006/main" xmlns:r="http://schemas.openxmlformats.org/officeDocument/2006/relationships" xmlns:p="http://schemas.openxmlformats.org/presentationml/2006/main">
  <p:tag name="NUM" val="4"/>
</p:tagLst>
</file>

<file path=ppt/tags/tag797.xml><?xml version="1.0" encoding="utf-8"?>
<p:tagLst xmlns:a="http://schemas.openxmlformats.org/drawingml/2006/main" xmlns:r="http://schemas.openxmlformats.org/officeDocument/2006/relationships" xmlns:p="http://schemas.openxmlformats.org/presentationml/2006/main">
  <p:tag name="NUM" val="5"/>
</p:tagLst>
</file>

<file path=ppt/tags/tag798.xml><?xml version="1.0" encoding="utf-8"?>
<p:tagLst xmlns:a="http://schemas.openxmlformats.org/drawingml/2006/main" xmlns:r="http://schemas.openxmlformats.org/officeDocument/2006/relationships" xmlns:p="http://schemas.openxmlformats.org/presentationml/2006/main">
  <p:tag name="NUM" val="6"/>
</p:tagLst>
</file>

<file path=ppt/tags/tag799.xml><?xml version="1.0" encoding="utf-8"?>
<p:tagLst xmlns:a="http://schemas.openxmlformats.org/drawingml/2006/main" xmlns:r="http://schemas.openxmlformats.org/officeDocument/2006/relationships" xmlns:p="http://schemas.openxmlformats.org/presentationml/2006/main">
  <p:tag name="NUM" val="7"/>
</p:tagLst>
</file>

<file path=ppt/tags/tag800.xml><?xml version="1.0" encoding="utf-8"?>
<p:tagLst xmlns:a="http://schemas.openxmlformats.org/drawingml/2006/main" xmlns:r="http://schemas.openxmlformats.org/officeDocument/2006/relationships" xmlns:p="http://schemas.openxmlformats.org/presentationml/2006/main">
  <p:tag name="NUM" val="8"/>
</p:tagLst>
</file>

<file path=ppt/tags/tag801.xml><?xml version="1.0" encoding="utf-8"?>
<p:tagLst xmlns:a="http://schemas.openxmlformats.org/drawingml/2006/main" xmlns:r="http://schemas.openxmlformats.org/officeDocument/2006/relationships" xmlns:p="http://schemas.openxmlformats.org/presentationml/2006/main">
  <p:tag name="NUM" val="9"/>
</p:tagLst>
</file>

<file path=ppt/tags/tag802.xml><?xml version="1.0" encoding="utf-8"?>
<p:tagLst xmlns:a="http://schemas.openxmlformats.org/drawingml/2006/main" xmlns:r="http://schemas.openxmlformats.org/officeDocument/2006/relationships" xmlns:p="http://schemas.openxmlformats.org/presentationml/2006/main">
  <p:tag name="NUM" val="10"/>
</p:tagLst>
</file>

<file path=ppt/tags/tag803.xml><?xml version="1.0" encoding="utf-8"?>
<p:tagLst xmlns:a="http://schemas.openxmlformats.org/drawingml/2006/main" xmlns:r="http://schemas.openxmlformats.org/officeDocument/2006/relationships" xmlns:p="http://schemas.openxmlformats.org/presentationml/2006/main">
  <p:tag name="NUM" val="11"/>
</p:tagLst>
</file>

<file path=ppt/tags/tag804.xml><?xml version="1.0" encoding="utf-8"?>
<p:tagLst xmlns:a="http://schemas.openxmlformats.org/drawingml/2006/main" xmlns:r="http://schemas.openxmlformats.org/officeDocument/2006/relationships" xmlns:p="http://schemas.openxmlformats.org/presentationml/2006/main">
  <p:tag name="NUM" val="12"/>
</p:tagLst>
</file>

<file path=ppt/tags/tag805.xml><?xml version="1.0" encoding="utf-8"?>
<p:tagLst xmlns:a="http://schemas.openxmlformats.org/drawingml/2006/main" xmlns:r="http://schemas.openxmlformats.org/officeDocument/2006/relationships" xmlns:p="http://schemas.openxmlformats.org/presentationml/2006/main">
  <p:tag name="NUM" val="13"/>
</p:tagLst>
</file>

<file path=ppt/tags/tag806.xml><?xml version="1.0" encoding="utf-8"?>
<p:tagLst xmlns:a="http://schemas.openxmlformats.org/drawingml/2006/main" xmlns:r="http://schemas.openxmlformats.org/officeDocument/2006/relationships" xmlns:p="http://schemas.openxmlformats.org/presentationml/2006/main">
  <p:tag name="NUM" val="14"/>
</p:tagLst>
</file>

<file path=ppt/tags/tag807.xml><?xml version="1.0" encoding="utf-8"?>
<p:tagLst xmlns:a="http://schemas.openxmlformats.org/drawingml/2006/main" xmlns:r="http://schemas.openxmlformats.org/officeDocument/2006/relationships" xmlns:p="http://schemas.openxmlformats.org/presentationml/2006/main">
  <p:tag name="NUM" val="15"/>
</p:tagLst>
</file>

<file path=ppt/tags/tag808.xml><?xml version="1.0" encoding="utf-8"?>
<p:tagLst xmlns:a="http://schemas.openxmlformats.org/drawingml/2006/main" xmlns:r="http://schemas.openxmlformats.org/officeDocument/2006/relationships" xmlns:p="http://schemas.openxmlformats.org/presentationml/2006/main">
  <p:tag name="NUM" val="16"/>
</p:tagLst>
</file>

<file path=ppt/tags/tag809.xml><?xml version="1.0" encoding="utf-8"?>
<p:tagLst xmlns:a="http://schemas.openxmlformats.org/drawingml/2006/main" xmlns:r="http://schemas.openxmlformats.org/officeDocument/2006/relationships" xmlns:p="http://schemas.openxmlformats.org/presentationml/2006/main">
  <p:tag name="NUM" val="17"/>
</p:tagLst>
</file>

<file path=ppt/tags/tag810.xml><?xml version="1.0" encoding="utf-8"?>
<p:tagLst xmlns:a="http://schemas.openxmlformats.org/drawingml/2006/main" xmlns:r="http://schemas.openxmlformats.org/officeDocument/2006/relationships" xmlns:p="http://schemas.openxmlformats.org/presentationml/2006/main">
  <p:tag name="NUM" val="18"/>
</p:tagLst>
</file>

<file path=ppt/tags/tag811.xml><?xml version="1.0" encoding="utf-8"?>
<p:tagLst xmlns:a="http://schemas.openxmlformats.org/drawingml/2006/main" xmlns:r="http://schemas.openxmlformats.org/officeDocument/2006/relationships" xmlns:p="http://schemas.openxmlformats.org/presentationml/2006/main">
  <p:tag name="NUM" val="19"/>
</p:tagLst>
</file>

<file path=ppt/tags/tag812.xml><?xml version="1.0" encoding="utf-8"?>
<p:tagLst xmlns:a="http://schemas.openxmlformats.org/drawingml/2006/main" xmlns:r="http://schemas.openxmlformats.org/officeDocument/2006/relationships" xmlns:p="http://schemas.openxmlformats.org/presentationml/2006/main">
  <p:tag name="NUM" val="20"/>
</p:tagLst>
</file>

<file path=ppt/tags/tag813.xml><?xml version="1.0" encoding="utf-8"?>
<p:tagLst xmlns:a="http://schemas.openxmlformats.org/drawingml/2006/main" xmlns:r="http://schemas.openxmlformats.org/officeDocument/2006/relationships" xmlns:p="http://schemas.openxmlformats.org/presentationml/2006/main">
  <p:tag name="NUM" val="21"/>
</p:tagLst>
</file>

<file path=ppt/tags/tag814.xml><?xml version="1.0" encoding="utf-8"?>
<p:tagLst xmlns:a="http://schemas.openxmlformats.org/drawingml/2006/main" xmlns:r="http://schemas.openxmlformats.org/officeDocument/2006/relationships" xmlns:p="http://schemas.openxmlformats.org/presentationml/2006/main">
  <p:tag name="NUM" val="22"/>
</p:tagLst>
</file>

<file path=ppt/tags/tag815.xml><?xml version="1.0" encoding="utf-8"?>
<p:tagLst xmlns:a="http://schemas.openxmlformats.org/drawingml/2006/main" xmlns:r="http://schemas.openxmlformats.org/officeDocument/2006/relationships" xmlns:p="http://schemas.openxmlformats.org/presentationml/2006/main">
  <p:tag name="NUM" val="23"/>
</p:tagLst>
</file>

<file path=ppt/tags/tag816.xml><?xml version="1.0" encoding="utf-8"?>
<p:tagLst xmlns:a="http://schemas.openxmlformats.org/drawingml/2006/main" xmlns:r="http://schemas.openxmlformats.org/officeDocument/2006/relationships" xmlns:p="http://schemas.openxmlformats.org/presentationml/2006/main">
  <p:tag name="NUM" val="24"/>
</p:tagLst>
</file>

<file path=ppt/tags/tag817.xml><?xml version="1.0" encoding="utf-8"?>
<p:tagLst xmlns:a="http://schemas.openxmlformats.org/drawingml/2006/main" xmlns:r="http://schemas.openxmlformats.org/officeDocument/2006/relationships" xmlns:p="http://schemas.openxmlformats.org/presentationml/2006/main">
  <p:tag name="NUM" val="25"/>
</p:tagLst>
</file>

<file path=ppt/tags/tag818.xml><?xml version="1.0" encoding="utf-8"?>
<p:tagLst xmlns:a="http://schemas.openxmlformats.org/drawingml/2006/main" xmlns:r="http://schemas.openxmlformats.org/officeDocument/2006/relationships" xmlns:p="http://schemas.openxmlformats.org/presentationml/2006/main">
  <p:tag name="NUM" val="26"/>
</p:tagLst>
</file>

<file path=ppt/tags/tag819.xml><?xml version="1.0" encoding="utf-8"?>
<p:tagLst xmlns:a="http://schemas.openxmlformats.org/drawingml/2006/main" xmlns:r="http://schemas.openxmlformats.org/officeDocument/2006/relationships" xmlns:p="http://schemas.openxmlformats.org/presentationml/2006/main">
  <p:tag name="NUM" val="27"/>
</p:tagLst>
</file>

<file path=ppt/tags/tag820.xml><?xml version="1.0" encoding="utf-8"?>
<p:tagLst xmlns:a="http://schemas.openxmlformats.org/drawingml/2006/main" xmlns:r="http://schemas.openxmlformats.org/officeDocument/2006/relationships" xmlns:p="http://schemas.openxmlformats.org/presentationml/2006/main">
  <p:tag name="NUM" val="28"/>
</p:tagLst>
</file>

<file path=ppt/tags/tag821.xml><?xml version="1.0" encoding="utf-8"?>
<p:tagLst xmlns:a="http://schemas.openxmlformats.org/drawingml/2006/main" xmlns:r="http://schemas.openxmlformats.org/officeDocument/2006/relationships" xmlns:p="http://schemas.openxmlformats.org/presentationml/2006/main">
  <p:tag name="NUM" val="29"/>
</p:tagLst>
</file>

<file path=ppt/tags/tag822.xml><?xml version="1.0" encoding="utf-8"?>
<p:tagLst xmlns:a="http://schemas.openxmlformats.org/drawingml/2006/main" xmlns:r="http://schemas.openxmlformats.org/officeDocument/2006/relationships" xmlns:p="http://schemas.openxmlformats.org/presentationml/2006/main">
  <p:tag name="NUM" val="30"/>
</p:tagLst>
</file>

<file path=ppt/tags/tag823.xml><?xml version="1.0" encoding="utf-8"?>
<p:tagLst xmlns:a="http://schemas.openxmlformats.org/drawingml/2006/main" xmlns:r="http://schemas.openxmlformats.org/officeDocument/2006/relationships" xmlns:p="http://schemas.openxmlformats.org/presentationml/2006/main">
  <p:tag name="NUM" val="31"/>
</p:tagLst>
</file>

<file path=ppt/tags/tag824.xml><?xml version="1.0" encoding="utf-8"?>
<p:tagLst xmlns:a="http://schemas.openxmlformats.org/drawingml/2006/main" xmlns:r="http://schemas.openxmlformats.org/officeDocument/2006/relationships" xmlns:p="http://schemas.openxmlformats.org/presentationml/2006/main">
  <p:tag name="NUM" val="32"/>
</p:tagLst>
</file>

<file path=ppt/tags/tag825.xml><?xml version="1.0" encoding="utf-8"?>
<p:tagLst xmlns:a="http://schemas.openxmlformats.org/drawingml/2006/main" xmlns:r="http://schemas.openxmlformats.org/officeDocument/2006/relationships" xmlns:p="http://schemas.openxmlformats.org/presentationml/2006/main">
  <p:tag name="NUM" val="33"/>
</p:tagLst>
</file>

<file path=ppt/tags/tag826.xml><?xml version="1.0" encoding="utf-8"?>
<p:tagLst xmlns:a="http://schemas.openxmlformats.org/drawingml/2006/main" xmlns:r="http://schemas.openxmlformats.org/officeDocument/2006/relationships" xmlns:p="http://schemas.openxmlformats.org/presentationml/2006/main">
  <p:tag name="NUM" val="8"/>
</p:tagLst>
</file>

<file path=ppt/tags/tag827.xml><?xml version="1.0" encoding="utf-8"?>
<p:tagLst xmlns:a="http://schemas.openxmlformats.org/drawingml/2006/main" xmlns:r="http://schemas.openxmlformats.org/officeDocument/2006/relationships" xmlns:p="http://schemas.openxmlformats.org/presentationml/2006/main">
  <p:tag name="NUM" val="9"/>
</p:tagLst>
</file>

<file path=ppt/tags/tag828.xml><?xml version="1.0" encoding="utf-8"?>
<p:tagLst xmlns:a="http://schemas.openxmlformats.org/drawingml/2006/main" xmlns:r="http://schemas.openxmlformats.org/officeDocument/2006/relationships" xmlns:p="http://schemas.openxmlformats.org/presentationml/2006/main">
  <p:tag name="NUM" val="20"/>
</p:tagLst>
</file>

<file path=ppt/tags/tag829.xml><?xml version="1.0" encoding="utf-8"?>
<p:tagLst xmlns:a="http://schemas.openxmlformats.org/drawingml/2006/main" xmlns:r="http://schemas.openxmlformats.org/officeDocument/2006/relationships" xmlns:p="http://schemas.openxmlformats.org/presentationml/2006/main">
  <p:tag name="NUM" val="21"/>
</p:tagLst>
</file>

<file path=ppt/tags/tag830.xml><?xml version="1.0" encoding="utf-8"?>
<p:tagLst xmlns:a="http://schemas.openxmlformats.org/drawingml/2006/main" xmlns:r="http://schemas.openxmlformats.org/officeDocument/2006/relationships" xmlns:p="http://schemas.openxmlformats.org/presentationml/2006/main">
  <p:tag name="NUM" val="22"/>
</p:tagLst>
</file>

<file path=ppt/tags/tag831.xml><?xml version="1.0" encoding="utf-8"?>
<p:tagLst xmlns:a="http://schemas.openxmlformats.org/drawingml/2006/main" xmlns:r="http://schemas.openxmlformats.org/officeDocument/2006/relationships" xmlns:p="http://schemas.openxmlformats.org/presentationml/2006/main">
  <p:tag name="NUM" val="23"/>
</p:tagLst>
</file>

<file path=ppt/tags/tag832.xml><?xml version="1.0" encoding="utf-8"?>
<p:tagLst xmlns:a="http://schemas.openxmlformats.org/drawingml/2006/main" xmlns:r="http://schemas.openxmlformats.org/officeDocument/2006/relationships" xmlns:p="http://schemas.openxmlformats.org/presentationml/2006/main">
  <p:tag name="NUM" val="24"/>
</p:tagLst>
</file>

<file path=ppt/tags/tag833.xml><?xml version="1.0" encoding="utf-8"?>
<p:tagLst xmlns:a="http://schemas.openxmlformats.org/drawingml/2006/main" xmlns:r="http://schemas.openxmlformats.org/officeDocument/2006/relationships" xmlns:p="http://schemas.openxmlformats.org/presentationml/2006/main">
  <p:tag name="NUM" val="25"/>
</p:tagLst>
</file>

<file path=ppt/tags/tag834.xml><?xml version="1.0" encoding="utf-8"?>
<p:tagLst xmlns:a="http://schemas.openxmlformats.org/drawingml/2006/main" xmlns:r="http://schemas.openxmlformats.org/officeDocument/2006/relationships" xmlns:p="http://schemas.openxmlformats.org/presentationml/2006/main">
  <p:tag name="NUM" val="1"/>
</p:tagLst>
</file>

<file path=ppt/tags/tag835.xml><?xml version="1.0" encoding="utf-8"?>
<p:tagLst xmlns:a="http://schemas.openxmlformats.org/drawingml/2006/main" xmlns:r="http://schemas.openxmlformats.org/officeDocument/2006/relationships" xmlns:p="http://schemas.openxmlformats.org/presentationml/2006/main">
  <p:tag name="NUM" val="2"/>
</p:tagLst>
</file>

<file path=ppt/tags/tag836.xml><?xml version="1.0" encoding="utf-8"?>
<p:tagLst xmlns:a="http://schemas.openxmlformats.org/drawingml/2006/main" xmlns:r="http://schemas.openxmlformats.org/officeDocument/2006/relationships" xmlns:p="http://schemas.openxmlformats.org/presentationml/2006/main">
  <p:tag name="NUM" val="3"/>
</p:tagLst>
</file>

<file path=ppt/tags/tag837.xml><?xml version="1.0" encoding="utf-8"?>
<p:tagLst xmlns:a="http://schemas.openxmlformats.org/drawingml/2006/main" xmlns:r="http://schemas.openxmlformats.org/officeDocument/2006/relationships" xmlns:p="http://schemas.openxmlformats.org/presentationml/2006/main">
  <p:tag name="NUM" val="4"/>
</p:tagLst>
</file>

<file path=ppt/tags/tag838.xml><?xml version="1.0" encoding="utf-8"?>
<p:tagLst xmlns:a="http://schemas.openxmlformats.org/drawingml/2006/main" xmlns:r="http://schemas.openxmlformats.org/officeDocument/2006/relationships" xmlns:p="http://schemas.openxmlformats.org/presentationml/2006/main">
  <p:tag name="NUM" val="5"/>
</p:tagLst>
</file>

<file path=ppt/tags/tag839.xml><?xml version="1.0" encoding="utf-8"?>
<p:tagLst xmlns:a="http://schemas.openxmlformats.org/drawingml/2006/main" xmlns:r="http://schemas.openxmlformats.org/officeDocument/2006/relationships" xmlns:p="http://schemas.openxmlformats.org/presentationml/2006/main">
  <p:tag name="NUM" val="6"/>
</p:tagLst>
</file>

<file path=ppt/tags/tag840.xml><?xml version="1.0" encoding="utf-8"?>
<p:tagLst xmlns:a="http://schemas.openxmlformats.org/drawingml/2006/main" xmlns:r="http://schemas.openxmlformats.org/officeDocument/2006/relationships" xmlns:p="http://schemas.openxmlformats.org/presentationml/2006/main">
  <p:tag name="NUM" val="7"/>
</p:tagLst>
</file>

<file path=ppt/tags/tag841.xml><?xml version="1.0" encoding="utf-8"?>
<p:tagLst xmlns:a="http://schemas.openxmlformats.org/drawingml/2006/main" xmlns:r="http://schemas.openxmlformats.org/officeDocument/2006/relationships" xmlns:p="http://schemas.openxmlformats.org/presentationml/2006/main">
  <p:tag name="NUM" val="8"/>
</p:tagLst>
</file>

<file path=ppt/tags/tag842.xml><?xml version="1.0" encoding="utf-8"?>
<p:tagLst xmlns:a="http://schemas.openxmlformats.org/drawingml/2006/main" xmlns:r="http://schemas.openxmlformats.org/officeDocument/2006/relationships" xmlns:p="http://schemas.openxmlformats.org/presentationml/2006/main">
  <p:tag name="NUM" val="9"/>
</p:tagLst>
</file>

<file path=ppt/tags/tag843.xml><?xml version="1.0" encoding="utf-8"?>
<p:tagLst xmlns:a="http://schemas.openxmlformats.org/drawingml/2006/main" xmlns:r="http://schemas.openxmlformats.org/officeDocument/2006/relationships" xmlns:p="http://schemas.openxmlformats.org/presentationml/2006/main">
  <p:tag name="NUM" val="10"/>
</p:tagLst>
</file>

<file path=ppt/tags/tag844.xml><?xml version="1.0" encoding="utf-8"?>
<p:tagLst xmlns:a="http://schemas.openxmlformats.org/drawingml/2006/main" xmlns:r="http://schemas.openxmlformats.org/officeDocument/2006/relationships" xmlns:p="http://schemas.openxmlformats.org/presentationml/2006/main">
  <p:tag name="NUM" val="11"/>
</p:tagLst>
</file>

<file path=ppt/tags/tag845.xml><?xml version="1.0" encoding="utf-8"?>
<p:tagLst xmlns:a="http://schemas.openxmlformats.org/drawingml/2006/main" xmlns:r="http://schemas.openxmlformats.org/officeDocument/2006/relationships" xmlns:p="http://schemas.openxmlformats.org/presentationml/2006/main">
  <p:tag name="NUM" val="28"/>
</p:tagLst>
</file>

<file path=ppt/tags/tag846.xml><?xml version="1.0" encoding="utf-8"?>
<p:tagLst xmlns:a="http://schemas.openxmlformats.org/drawingml/2006/main" xmlns:r="http://schemas.openxmlformats.org/officeDocument/2006/relationships" xmlns:p="http://schemas.openxmlformats.org/presentationml/2006/main">
  <p:tag name="NUM" val="29"/>
</p:tagLst>
</file>

<file path=ppt/tags/tag847.xml><?xml version="1.0" encoding="utf-8"?>
<p:tagLst xmlns:a="http://schemas.openxmlformats.org/drawingml/2006/main" xmlns:r="http://schemas.openxmlformats.org/officeDocument/2006/relationships" xmlns:p="http://schemas.openxmlformats.org/presentationml/2006/main">
  <p:tag name="NUM" val="8"/>
</p:tagLst>
</file>

<file path=ppt/tags/tag848.xml><?xml version="1.0" encoding="utf-8"?>
<p:tagLst xmlns:a="http://schemas.openxmlformats.org/drawingml/2006/main" xmlns:r="http://schemas.openxmlformats.org/officeDocument/2006/relationships" xmlns:p="http://schemas.openxmlformats.org/presentationml/2006/main">
  <p:tag name="NUM" val="9"/>
</p:tagLst>
</file>

<file path=ppt/tags/tag849.xml><?xml version="1.0" encoding="utf-8"?>
<p:tagLst xmlns:a="http://schemas.openxmlformats.org/drawingml/2006/main" xmlns:r="http://schemas.openxmlformats.org/officeDocument/2006/relationships" xmlns:p="http://schemas.openxmlformats.org/presentationml/2006/main">
  <p:tag name="NUM" val="10"/>
</p:tagLst>
</file>

<file path=ppt/tags/tag850.xml><?xml version="1.0" encoding="utf-8"?>
<p:tagLst xmlns:a="http://schemas.openxmlformats.org/drawingml/2006/main" xmlns:r="http://schemas.openxmlformats.org/officeDocument/2006/relationships" xmlns:p="http://schemas.openxmlformats.org/presentationml/2006/main">
  <p:tag name="NUM" val="11"/>
</p:tagLst>
</file>

<file path=ppt/tags/tag851.xml><?xml version="1.0" encoding="utf-8"?>
<p:tagLst xmlns:a="http://schemas.openxmlformats.org/drawingml/2006/main" xmlns:r="http://schemas.openxmlformats.org/officeDocument/2006/relationships" xmlns:p="http://schemas.openxmlformats.org/presentationml/2006/main">
  <p:tag name="NUM" val="12"/>
</p:tagLst>
</file>

<file path=ppt/tags/tag852.xml><?xml version="1.0" encoding="utf-8"?>
<p:tagLst xmlns:a="http://schemas.openxmlformats.org/drawingml/2006/main" xmlns:r="http://schemas.openxmlformats.org/officeDocument/2006/relationships" xmlns:p="http://schemas.openxmlformats.org/presentationml/2006/main">
  <p:tag name="NUM" val="12"/>
</p:tagLst>
</file>

<file path=ppt/tags/tag853.xml><?xml version="1.0" encoding="utf-8"?>
<p:tagLst xmlns:a="http://schemas.openxmlformats.org/drawingml/2006/main" xmlns:r="http://schemas.openxmlformats.org/officeDocument/2006/relationships" xmlns:p="http://schemas.openxmlformats.org/presentationml/2006/main">
  <p:tag name="NUM" val="8"/>
</p:tagLst>
</file>

<file path=ppt/tags/tag854.xml><?xml version="1.0" encoding="utf-8"?>
<p:tagLst xmlns:a="http://schemas.openxmlformats.org/drawingml/2006/main" xmlns:r="http://schemas.openxmlformats.org/officeDocument/2006/relationships" xmlns:p="http://schemas.openxmlformats.org/presentationml/2006/main">
  <p:tag name="NUM" val="9"/>
</p:tagLst>
</file>

<file path=ppt/tags/tag855.xml><?xml version="1.0" encoding="utf-8"?>
<p:tagLst xmlns:a="http://schemas.openxmlformats.org/drawingml/2006/main" xmlns:r="http://schemas.openxmlformats.org/officeDocument/2006/relationships" xmlns:p="http://schemas.openxmlformats.org/presentationml/2006/main">
  <p:tag name="NUM" val="10"/>
</p:tagLst>
</file>

<file path=ppt/tags/tag856.xml><?xml version="1.0" encoding="utf-8"?>
<p:tagLst xmlns:a="http://schemas.openxmlformats.org/drawingml/2006/main" xmlns:r="http://schemas.openxmlformats.org/officeDocument/2006/relationships" xmlns:p="http://schemas.openxmlformats.org/presentationml/2006/main">
  <p:tag name="NUM" val="11"/>
</p:tagLst>
</file>

<file path=ppt/tags/tag857.xml><?xml version="1.0" encoding="utf-8"?>
<p:tagLst xmlns:a="http://schemas.openxmlformats.org/drawingml/2006/main" xmlns:r="http://schemas.openxmlformats.org/officeDocument/2006/relationships" xmlns:p="http://schemas.openxmlformats.org/presentationml/2006/main">
  <p:tag name="NUM" val="8"/>
</p:tagLst>
</file>

<file path=ppt/tags/tag858.xml><?xml version="1.0" encoding="utf-8"?>
<p:tagLst xmlns:a="http://schemas.openxmlformats.org/drawingml/2006/main" xmlns:r="http://schemas.openxmlformats.org/officeDocument/2006/relationships" xmlns:p="http://schemas.openxmlformats.org/presentationml/2006/main">
  <p:tag name="NUM" val="9"/>
</p:tagLst>
</file>

<file path=ppt/tags/tag859.xml><?xml version="1.0" encoding="utf-8"?>
<p:tagLst xmlns:a="http://schemas.openxmlformats.org/drawingml/2006/main" xmlns:r="http://schemas.openxmlformats.org/officeDocument/2006/relationships" xmlns:p="http://schemas.openxmlformats.org/presentationml/2006/main">
  <p:tag name="NUM" val="10"/>
</p:tagLst>
</file>

<file path=ppt/tags/tag860.xml><?xml version="1.0" encoding="utf-8"?>
<p:tagLst xmlns:a="http://schemas.openxmlformats.org/drawingml/2006/main" xmlns:r="http://schemas.openxmlformats.org/officeDocument/2006/relationships" xmlns:p="http://schemas.openxmlformats.org/presentationml/2006/main">
  <p:tag name="NUM" val="11"/>
</p:tagLst>
</file>

<file path=ppt/tags/tag861.xml><?xml version="1.0" encoding="utf-8"?>
<p:tagLst xmlns:a="http://schemas.openxmlformats.org/drawingml/2006/main" xmlns:r="http://schemas.openxmlformats.org/officeDocument/2006/relationships" xmlns:p="http://schemas.openxmlformats.org/presentationml/2006/main">
  <p:tag name="NUM" val="12"/>
</p:tagLst>
</file>

<file path=ppt/tags/tag862.xml><?xml version="1.0" encoding="utf-8"?>
<p:tagLst xmlns:a="http://schemas.openxmlformats.org/drawingml/2006/main" xmlns:r="http://schemas.openxmlformats.org/officeDocument/2006/relationships" xmlns:p="http://schemas.openxmlformats.org/presentationml/2006/main">
  <p:tag name="NUM" val="21"/>
</p:tagLst>
</file>

<file path=ppt/tags/tag863.xml><?xml version="1.0" encoding="utf-8"?>
<p:tagLst xmlns:a="http://schemas.openxmlformats.org/drawingml/2006/main" xmlns:r="http://schemas.openxmlformats.org/officeDocument/2006/relationships" xmlns:p="http://schemas.openxmlformats.org/presentationml/2006/main">
  <p:tag name="NUM" val="22"/>
</p:tagLst>
</file>

<file path=ppt/tags/tag864.xml><?xml version="1.0" encoding="utf-8"?>
<p:tagLst xmlns:a="http://schemas.openxmlformats.org/drawingml/2006/main" xmlns:r="http://schemas.openxmlformats.org/officeDocument/2006/relationships" xmlns:p="http://schemas.openxmlformats.org/presentationml/2006/main">
  <p:tag name="NUM" val="11"/>
</p:tagLst>
</file>

<file path=ppt/tags/tag865.xml><?xml version="1.0" encoding="utf-8"?>
<p:tagLst xmlns:a="http://schemas.openxmlformats.org/drawingml/2006/main" xmlns:r="http://schemas.openxmlformats.org/officeDocument/2006/relationships" xmlns:p="http://schemas.openxmlformats.org/presentationml/2006/main">
  <p:tag name="NUM" val="21"/>
</p:tagLst>
</file>

<file path=ppt/tags/tag866.xml><?xml version="1.0" encoding="utf-8"?>
<p:tagLst xmlns:a="http://schemas.openxmlformats.org/drawingml/2006/main" xmlns:r="http://schemas.openxmlformats.org/officeDocument/2006/relationships" xmlns:p="http://schemas.openxmlformats.org/presentationml/2006/main">
  <p:tag name="NUM" val="22"/>
</p:tagLst>
</file>

<file path=ppt/tags/tag867.xml><?xml version="1.0" encoding="utf-8"?>
<p:tagLst xmlns:a="http://schemas.openxmlformats.org/drawingml/2006/main" xmlns:r="http://schemas.openxmlformats.org/officeDocument/2006/relationships" xmlns:p="http://schemas.openxmlformats.org/presentationml/2006/main">
  <p:tag name="NUM" val="21"/>
</p:tagLst>
</file>

<file path=ppt/tags/tag868.xml><?xml version="1.0" encoding="utf-8"?>
<p:tagLst xmlns:a="http://schemas.openxmlformats.org/drawingml/2006/main" xmlns:r="http://schemas.openxmlformats.org/officeDocument/2006/relationships" xmlns:p="http://schemas.openxmlformats.org/presentationml/2006/main">
  <p:tag name="NUM" val="1"/>
</p:tagLst>
</file>

<file path=ppt/tags/tag869.xml><?xml version="1.0" encoding="utf-8"?>
<p:tagLst xmlns:a="http://schemas.openxmlformats.org/drawingml/2006/main" xmlns:r="http://schemas.openxmlformats.org/officeDocument/2006/relationships" xmlns:p="http://schemas.openxmlformats.org/presentationml/2006/main">
  <p:tag name="NUM" val="2"/>
</p:tagLst>
</file>

<file path=ppt/tags/tag870.xml><?xml version="1.0" encoding="utf-8"?>
<p:tagLst xmlns:a="http://schemas.openxmlformats.org/drawingml/2006/main" xmlns:r="http://schemas.openxmlformats.org/officeDocument/2006/relationships" xmlns:p="http://schemas.openxmlformats.org/presentationml/2006/main">
  <p:tag name="NUM" val="3"/>
</p:tagLst>
</file>

<file path=ppt/tags/tag871.xml><?xml version="1.0" encoding="utf-8"?>
<p:tagLst xmlns:a="http://schemas.openxmlformats.org/drawingml/2006/main" xmlns:r="http://schemas.openxmlformats.org/officeDocument/2006/relationships" xmlns:p="http://schemas.openxmlformats.org/presentationml/2006/main">
  <p:tag name="NUM" val="4"/>
</p:tagLst>
</file>

<file path=ppt/tags/tag872.xml><?xml version="1.0" encoding="utf-8"?>
<p:tagLst xmlns:a="http://schemas.openxmlformats.org/drawingml/2006/main" xmlns:r="http://schemas.openxmlformats.org/officeDocument/2006/relationships" xmlns:p="http://schemas.openxmlformats.org/presentationml/2006/main">
  <p:tag name="NUM" val="5"/>
</p:tagLst>
</file>

<file path=ppt/tags/tag873.xml><?xml version="1.0" encoding="utf-8"?>
<p:tagLst xmlns:a="http://schemas.openxmlformats.org/drawingml/2006/main" xmlns:r="http://schemas.openxmlformats.org/officeDocument/2006/relationships" xmlns:p="http://schemas.openxmlformats.org/presentationml/2006/main">
  <p:tag name="NUM" val="6"/>
</p:tagLst>
</file>

<file path=ppt/tags/tag874.xml><?xml version="1.0" encoding="utf-8"?>
<p:tagLst xmlns:a="http://schemas.openxmlformats.org/drawingml/2006/main" xmlns:r="http://schemas.openxmlformats.org/officeDocument/2006/relationships" xmlns:p="http://schemas.openxmlformats.org/presentationml/2006/main">
  <p:tag name="NUM" val="7"/>
</p:tagLst>
</file>

<file path=ppt/tags/tag875.xml><?xml version="1.0" encoding="utf-8"?>
<p:tagLst xmlns:a="http://schemas.openxmlformats.org/drawingml/2006/main" xmlns:r="http://schemas.openxmlformats.org/officeDocument/2006/relationships" xmlns:p="http://schemas.openxmlformats.org/presentationml/2006/main">
  <p:tag name="NUM" val="8"/>
</p:tagLst>
</file>

<file path=ppt/tags/tag876.xml><?xml version="1.0" encoding="utf-8"?>
<p:tagLst xmlns:a="http://schemas.openxmlformats.org/drawingml/2006/main" xmlns:r="http://schemas.openxmlformats.org/officeDocument/2006/relationships" xmlns:p="http://schemas.openxmlformats.org/presentationml/2006/main">
  <p:tag name="NUM" val="9"/>
</p:tagLst>
</file>

<file path=ppt/tags/tag877.xml><?xml version="1.0" encoding="utf-8"?>
<p:tagLst xmlns:a="http://schemas.openxmlformats.org/drawingml/2006/main" xmlns:r="http://schemas.openxmlformats.org/officeDocument/2006/relationships" xmlns:p="http://schemas.openxmlformats.org/presentationml/2006/main">
  <p:tag name="NUM" val="10"/>
</p:tagLst>
</file>

<file path=ppt/tags/tag878.xml><?xml version="1.0" encoding="utf-8"?>
<p:tagLst xmlns:a="http://schemas.openxmlformats.org/drawingml/2006/main" xmlns:r="http://schemas.openxmlformats.org/officeDocument/2006/relationships" xmlns:p="http://schemas.openxmlformats.org/presentationml/2006/main">
  <p:tag name="NUM" val="11"/>
</p:tagLst>
</file>

<file path=ppt/tags/tag879.xml><?xml version="1.0" encoding="utf-8"?>
<p:tagLst xmlns:a="http://schemas.openxmlformats.org/drawingml/2006/main" xmlns:r="http://schemas.openxmlformats.org/officeDocument/2006/relationships" xmlns:p="http://schemas.openxmlformats.org/presentationml/2006/main">
  <p:tag name="NUM" val="12"/>
</p:tagLst>
</file>

<file path=ppt/tags/tag880.xml><?xml version="1.0" encoding="utf-8"?>
<p:tagLst xmlns:a="http://schemas.openxmlformats.org/drawingml/2006/main" xmlns:r="http://schemas.openxmlformats.org/officeDocument/2006/relationships" xmlns:p="http://schemas.openxmlformats.org/presentationml/2006/main">
  <p:tag name="NUM" val="13"/>
</p:tagLst>
</file>

<file path=ppt/tags/tag881.xml><?xml version="1.0" encoding="utf-8"?>
<p:tagLst xmlns:a="http://schemas.openxmlformats.org/drawingml/2006/main" xmlns:r="http://schemas.openxmlformats.org/officeDocument/2006/relationships" xmlns:p="http://schemas.openxmlformats.org/presentationml/2006/main">
  <p:tag name="NUM" val="14"/>
</p:tagLst>
</file>

<file path=ppt/tags/tag882.xml><?xml version="1.0" encoding="utf-8"?>
<p:tagLst xmlns:a="http://schemas.openxmlformats.org/drawingml/2006/main" xmlns:r="http://schemas.openxmlformats.org/officeDocument/2006/relationships" xmlns:p="http://schemas.openxmlformats.org/presentationml/2006/main">
  <p:tag name="NUM" val="15"/>
</p:tagLst>
</file>

<file path=ppt/tags/tag883.xml><?xml version="1.0" encoding="utf-8"?>
<p:tagLst xmlns:a="http://schemas.openxmlformats.org/drawingml/2006/main" xmlns:r="http://schemas.openxmlformats.org/officeDocument/2006/relationships" xmlns:p="http://schemas.openxmlformats.org/presentationml/2006/main">
  <p:tag name="NUM" val="16"/>
</p:tagLst>
</file>

<file path=ppt/tags/tag884.xml><?xml version="1.0" encoding="utf-8"?>
<p:tagLst xmlns:a="http://schemas.openxmlformats.org/drawingml/2006/main" xmlns:r="http://schemas.openxmlformats.org/officeDocument/2006/relationships" xmlns:p="http://schemas.openxmlformats.org/presentationml/2006/main">
  <p:tag name="NUM" val="17"/>
</p:tagLst>
</file>

<file path=ppt/tags/tag885.xml><?xml version="1.0" encoding="utf-8"?>
<p:tagLst xmlns:a="http://schemas.openxmlformats.org/drawingml/2006/main" xmlns:r="http://schemas.openxmlformats.org/officeDocument/2006/relationships" xmlns:p="http://schemas.openxmlformats.org/presentationml/2006/main">
  <p:tag name="NUM" val="18"/>
</p:tagLst>
</file>

<file path=ppt/tags/tag886.xml><?xml version="1.0" encoding="utf-8"?>
<p:tagLst xmlns:a="http://schemas.openxmlformats.org/drawingml/2006/main" xmlns:r="http://schemas.openxmlformats.org/officeDocument/2006/relationships" xmlns:p="http://schemas.openxmlformats.org/presentationml/2006/main">
  <p:tag name="NUM" val="19"/>
</p:tagLst>
</file>

<file path=ppt/tags/tag887.xml><?xml version="1.0" encoding="utf-8"?>
<p:tagLst xmlns:a="http://schemas.openxmlformats.org/drawingml/2006/main" xmlns:r="http://schemas.openxmlformats.org/officeDocument/2006/relationships" xmlns:p="http://schemas.openxmlformats.org/presentationml/2006/main">
  <p:tag name="NUM" val="20"/>
</p:tagLst>
</file>

<file path=ppt/tags/tag888.xml><?xml version="1.0" encoding="utf-8"?>
<p:tagLst xmlns:a="http://schemas.openxmlformats.org/drawingml/2006/main" xmlns:r="http://schemas.openxmlformats.org/officeDocument/2006/relationships" xmlns:p="http://schemas.openxmlformats.org/presentationml/2006/main">
  <p:tag name="NUM" val="21"/>
</p:tagLst>
</file>

<file path=ppt/tags/tag889.xml><?xml version="1.0" encoding="utf-8"?>
<p:tagLst xmlns:a="http://schemas.openxmlformats.org/drawingml/2006/main" xmlns:r="http://schemas.openxmlformats.org/officeDocument/2006/relationships" xmlns:p="http://schemas.openxmlformats.org/presentationml/2006/main">
  <p:tag name="NUM" val="21"/>
</p:tagLst>
</file>

<file path=ppt/tags/tag890.xml><?xml version="1.0" encoding="utf-8"?>
<p:tagLst xmlns:a="http://schemas.openxmlformats.org/drawingml/2006/main" xmlns:r="http://schemas.openxmlformats.org/officeDocument/2006/relationships" xmlns:p="http://schemas.openxmlformats.org/presentationml/2006/main">
  <p:tag name="NUM" val="22"/>
</p:tagLst>
</file>

<file path=ppt/tags/tag891.xml><?xml version="1.0" encoding="utf-8"?>
<p:tagLst xmlns:a="http://schemas.openxmlformats.org/drawingml/2006/main" xmlns:r="http://schemas.openxmlformats.org/officeDocument/2006/relationships" xmlns:p="http://schemas.openxmlformats.org/presentationml/2006/main">
  <p:tag name="NUM" val="21"/>
</p:tagLst>
</file>

<file path=ppt/tags/tag892.xml><?xml version="1.0" encoding="utf-8"?>
<p:tagLst xmlns:a="http://schemas.openxmlformats.org/drawingml/2006/main" xmlns:r="http://schemas.openxmlformats.org/officeDocument/2006/relationships" xmlns:p="http://schemas.openxmlformats.org/presentationml/2006/main">
  <p:tag name="NUM" val="1"/>
</p:tagLst>
</file>

<file path=ppt/tags/tag893.xml><?xml version="1.0" encoding="utf-8"?>
<p:tagLst xmlns:a="http://schemas.openxmlformats.org/drawingml/2006/main" xmlns:r="http://schemas.openxmlformats.org/officeDocument/2006/relationships" xmlns:p="http://schemas.openxmlformats.org/presentationml/2006/main">
  <p:tag name="NUM" val="2"/>
</p:tagLst>
</file>

<file path=ppt/tags/tag894.xml><?xml version="1.0" encoding="utf-8"?>
<p:tagLst xmlns:a="http://schemas.openxmlformats.org/drawingml/2006/main" xmlns:r="http://schemas.openxmlformats.org/officeDocument/2006/relationships" xmlns:p="http://schemas.openxmlformats.org/presentationml/2006/main">
  <p:tag name="NUM" val="3"/>
</p:tagLst>
</file>

<file path=ppt/tags/tag895.xml><?xml version="1.0" encoding="utf-8"?>
<p:tagLst xmlns:a="http://schemas.openxmlformats.org/drawingml/2006/main" xmlns:r="http://schemas.openxmlformats.org/officeDocument/2006/relationships" xmlns:p="http://schemas.openxmlformats.org/presentationml/2006/main">
  <p:tag name="NUM" val="4"/>
</p:tagLst>
</file>

<file path=ppt/tags/tag896.xml><?xml version="1.0" encoding="utf-8"?>
<p:tagLst xmlns:a="http://schemas.openxmlformats.org/drawingml/2006/main" xmlns:r="http://schemas.openxmlformats.org/officeDocument/2006/relationships" xmlns:p="http://schemas.openxmlformats.org/presentationml/2006/main">
  <p:tag name="NUM" val="5"/>
</p:tagLst>
</file>

<file path=ppt/tags/tag897.xml><?xml version="1.0" encoding="utf-8"?>
<p:tagLst xmlns:a="http://schemas.openxmlformats.org/drawingml/2006/main" xmlns:r="http://schemas.openxmlformats.org/officeDocument/2006/relationships" xmlns:p="http://schemas.openxmlformats.org/presentationml/2006/main">
  <p:tag name="NUM" val="6"/>
</p:tagLst>
</file>

<file path=ppt/tags/tag898.xml><?xml version="1.0" encoding="utf-8"?>
<p:tagLst xmlns:a="http://schemas.openxmlformats.org/drawingml/2006/main" xmlns:r="http://schemas.openxmlformats.org/officeDocument/2006/relationships" xmlns:p="http://schemas.openxmlformats.org/presentationml/2006/main">
  <p:tag name="NUM" val="7"/>
</p:tagLst>
</file>

<file path=ppt/tags/tag899.xml><?xml version="1.0" encoding="utf-8"?>
<p:tagLst xmlns:a="http://schemas.openxmlformats.org/drawingml/2006/main" xmlns:r="http://schemas.openxmlformats.org/officeDocument/2006/relationships" xmlns:p="http://schemas.openxmlformats.org/presentationml/2006/main">
  <p:tag name="NUM" val="8"/>
</p:tagLst>
</file>

<file path=ppt/tags/tag900.xml><?xml version="1.0" encoding="utf-8"?>
<p:tagLst xmlns:a="http://schemas.openxmlformats.org/drawingml/2006/main" xmlns:r="http://schemas.openxmlformats.org/officeDocument/2006/relationships" xmlns:p="http://schemas.openxmlformats.org/presentationml/2006/main">
  <p:tag name="NUM" val="9"/>
</p:tagLst>
</file>

<file path=ppt/tags/tag901.xml><?xml version="1.0" encoding="utf-8"?>
<p:tagLst xmlns:a="http://schemas.openxmlformats.org/drawingml/2006/main" xmlns:r="http://schemas.openxmlformats.org/officeDocument/2006/relationships" xmlns:p="http://schemas.openxmlformats.org/presentationml/2006/main">
  <p:tag name="NUM" val="10"/>
</p:tagLst>
</file>

<file path=ppt/tags/tag902.xml><?xml version="1.0" encoding="utf-8"?>
<p:tagLst xmlns:a="http://schemas.openxmlformats.org/drawingml/2006/main" xmlns:r="http://schemas.openxmlformats.org/officeDocument/2006/relationships" xmlns:p="http://schemas.openxmlformats.org/presentationml/2006/main">
  <p:tag name="NUM" val="11"/>
</p:tagLst>
</file>

<file path=ppt/tags/tag903.xml><?xml version="1.0" encoding="utf-8"?>
<p:tagLst xmlns:a="http://schemas.openxmlformats.org/drawingml/2006/main" xmlns:r="http://schemas.openxmlformats.org/officeDocument/2006/relationships" xmlns:p="http://schemas.openxmlformats.org/presentationml/2006/main">
  <p:tag name="NUM" val="12"/>
</p:tagLst>
</file>

<file path=ppt/tags/tag904.xml><?xml version="1.0" encoding="utf-8"?>
<p:tagLst xmlns:a="http://schemas.openxmlformats.org/drawingml/2006/main" xmlns:r="http://schemas.openxmlformats.org/officeDocument/2006/relationships" xmlns:p="http://schemas.openxmlformats.org/presentationml/2006/main">
  <p:tag name="NUM" val="13"/>
</p:tagLst>
</file>

<file path=ppt/tags/tag905.xml><?xml version="1.0" encoding="utf-8"?>
<p:tagLst xmlns:a="http://schemas.openxmlformats.org/drawingml/2006/main" xmlns:r="http://schemas.openxmlformats.org/officeDocument/2006/relationships" xmlns:p="http://schemas.openxmlformats.org/presentationml/2006/main">
  <p:tag name="NUM" val="14"/>
</p:tagLst>
</file>

<file path=ppt/tags/tag906.xml><?xml version="1.0" encoding="utf-8"?>
<p:tagLst xmlns:a="http://schemas.openxmlformats.org/drawingml/2006/main" xmlns:r="http://schemas.openxmlformats.org/officeDocument/2006/relationships" xmlns:p="http://schemas.openxmlformats.org/presentationml/2006/main">
  <p:tag name="NUM" val="15"/>
</p:tagLst>
</file>

<file path=ppt/tags/tag907.xml><?xml version="1.0" encoding="utf-8"?>
<p:tagLst xmlns:a="http://schemas.openxmlformats.org/drawingml/2006/main" xmlns:r="http://schemas.openxmlformats.org/officeDocument/2006/relationships" xmlns:p="http://schemas.openxmlformats.org/presentationml/2006/main">
  <p:tag name="NUM" val="16"/>
</p:tagLst>
</file>

<file path=ppt/tags/tag908.xml><?xml version="1.0" encoding="utf-8"?>
<p:tagLst xmlns:a="http://schemas.openxmlformats.org/drawingml/2006/main" xmlns:r="http://schemas.openxmlformats.org/officeDocument/2006/relationships" xmlns:p="http://schemas.openxmlformats.org/presentationml/2006/main">
  <p:tag name="NUM" val="17"/>
</p:tagLst>
</file>

<file path=ppt/tags/tag909.xml><?xml version="1.0" encoding="utf-8"?>
<p:tagLst xmlns:a="http://schemas.openxmlformats.org/drawingml/2006/main" xmlns:r="http://schemas.openxmlformats.org/officeDocument/2006/relationships" xmlns:p="http://schemas.openxmlformats.org/presentationml/2006/main">
  <p:tag name="NUM" val="18"/>
</p:tagLst>
</file>

<file path=ppt/tags/tag910.xml><?xml version="1.0" encoding="utf-8"?>
<p:tagLst xmlns:a="http://schemas.openxmlformats.org/drawingml/2006/main" xmlns:r="http://schemas.openxmlformats.org/officeDocument/2006/relationships" xmlns:p="http://schemas.openxmlformats.org/presentationml/2006/main">
  <p:tag name="NUM" val="19"/>
</p:tagLst>
</file>

<file path=ppt/tags/tag911.xml><?xml version="1.0" encoding="utf-8"?>
<p:tagLst xmlns:a="http://schemas.openxmlformats.org/drawingml/2006/main" xmlns:r="http://schemas.openxmlformats.org/officeDocument/2006/relationships" xmlns:p="http://schemas.openxmlformats.org/presentationml/2006/main">
  <p:tag name="NUM" val="20"/>
</p:tagLst>
</file>

<file path=ppt/tags/tag912.xml><?xml version="1.0" encoding="utf-8"?>
<p:tagLst xmlns:a="http://schemas.openxmlformats.org/drawingml/2006/main" xmlns:r="http://schemas.openxmlformats.org/officeDocument/2006/relationships" xmlns:p="http://schemas.openxmlformats.org/presentationml/2006/main">
  <p:tag name="NUM" val="21"/>
</p:tagLst>
</file>

<file path=ppt/tags/tag913.xml><?xml version="1.0" encoding="utf-8"?>
<p:tagLst xmlns:a="http://schemas.openxmlformats.org/drawingml/2006/main" xmlns:r="http://schemas.openxmlformats.org/officeDocument/2006/relationships" xmlns:p="http://schemas.openxmlformats.org/presentationml/2006/main">
  <p:tag name="NUM" val="22"/>
</p:tagLst>
</file>

<file path=ppt/tags/tag914.xml><?xml version="1.0" encoding="utf-8"?>
<p:tagLst xmlns:a="http://schemas.openxmlformats.org/drawingml/2006/main" xmlns:r="http://schemas.openxmlformats.org/officeDocument/2006/relationships" xmlns:p="http://schemas.openxmlformats.org/presentationml/2006/main">
  <p:tag name="NUM" val="23"/>
</p:tagLst>
</file>

<file path=ppt/tags/tag915.xml><?xml version="1.0" encoding="utf-8"?>
<p:tagLst xmlns:a="http://schemas.openxmlformats.org/drawingml/2006/main" xmlns:r="http://schemas.openxmlformats.org/officeDocument/2006/relationships" xmlns:p="http://schemas.openxmlformats.org/presentationml/2006/main">
  <p:tag name="NUM" val="24"/>
</p:tagLst>
</file>

<file path=ppt/tags/tag916.xml><?xml version="1.0" encoding="utf-8"?>
<p:tagLst xmlns:a="http://schemas.openxmlformats.org/drawingml/2006/main" xmlns:r="http://schemas.openxmlformats.org/officeDocument/2006/relationships" xmlns:p="http://schemas.openxmlformats.org/presentationml/2006/main">
  <p:tag name="NUM" val="25"/>
</p:tagLst>
</file>

<file path=ppt/tags/tag917.xml><?xml version="1.0" encoding="utf-8"?>
<p:tagLst xmlns:a="http://schemas.openxmlformats.org/drawingml/2006/main" xmlns:r="http://schemas.openxmlformats.org/officeDocument/2006/relationships" xmlns:p="http://schemas.openxmlformats.org/presentationml/2006/main">
  <p:tag name="NUM" val="26"/>
</p:tagLst>
</file>

<file path=ppt/tags/tag918.xml><?xml version="1.0" encoding="utf-8"?>
<p:tagLst xmlns:a="http://schemas.openxmlformats.org/drawingml/2006/main" xmlns:r="http://schemas.openxmlformats.org/officeDocument/2006/relationships" xmlns:p="http://schemas.openxmlformats.org/presentationml/2006/main">
  <p:tag name="NUM" val="27"/>
</p:tagLst>
</file>

<file path=ppt/tags/tag919.xml><?xml version="1.0" encoding="utf-8"?>
<p:tagLst xmlns:a="http://schemas.openxmlformats.org/drawingml/2006/main" xmlns:r="http://schemas.openxmlformats.org/officeDocument/2006/relationships" xmlns:p="http://schemas.openxmlformats.org/presentationml/2006/main">
  <p:tag name="NUM" val="28"/>
</p:tagLst>
</file>

<file path=ppt/tags/tag920.xml><?xml version="1.0" encoding="utf-8"?>
<p:tagLst xmlns:a="http://schemas.openxmlformats.org/drawingml/2006/main" xmlns:r="http://schemas.openxmlformats.org/officeDocument/2006/relationships" xmlns:p="http://schemas.openxmlformats.org/presentationml/2006/main">
  <p:tag name="NUM" val="29"/>
</p:tagLst>
</file>

<file path=ppt/tags/tag921.xml><?xml version="1.0" encoding="utf-8"?>
<p:tagLst xmlns:a="http://schemas.openxmlformats.org/drawingml/2006/main" xmlns:r="http://schemas.openxmlformats.org/officeDocument/2006/relationships" xmlns:p="http://schemas.openxmlformats.org/presentationml/2006/main">
  <p:tag name="NUM" val="30"/>
</p:tagLst>
</file>

<file path=ppt/tags/tag922.xml><?xml version="1.0" encoding="utf-8"?>
<p:tagLst xmlns:a="http://schemas.openxmlformats.org/drawingml/2006/main" xmlns:r="http://schemas.openxmlformats.org/officeDocument/2006/relationships" xmlns:p="http://schemas.openxmlformats.org/presentationml/2006/main">
  <p:tag name="NUM" val="31"/>
</p:tagLst>
</file>

<file path=ppt/tags/tag923.xml><?xml version="1.0" encoding="utf-8"?>
<p:tagLst xmlns:a="http://schemas.openxmlformats.org/drawingml/2006/main" xmlns:r="http://schemas.openxmlformats.org/officeDocument/2006/relationships" xmlns:p="http://schemas.openxmlformats.org/presentationml/2006/main">
  <p:tag name="NUM" val="32"/>
</p:tagLst>
</file>

<file path=ppt/tags/tag924.xml><?xml version="1.0" encoding="utf-8"?>
<p:tagLst xmlns:a="http://schemas.openxmlformats.org/drawingml/2006/main" xmlns:r="http://schemas.openxmlformats.org/officeDocument/2006/relationships" xmlns:p="http://schemas.openxmlformats.org/presentationml/2006/main">
  <p:tag name="NUM" val="33"/>
</p:tagLst>
</file>

<file path=ppt/tags/tag925.xml><?xml version="1.0" encoding="utf-8"?>
<p:tagLst xmlns:a="http://schemas.openxmlformats.org/drawingml/2006/main" xmlns:r="http://schemas.openxmlformats.org/officeDocument/2006/relationships" xmlns:p="http://schemas.openxmlformats.org/presentationml/2006/main">
  <p:tag name="NUM" val="1"/>
</p:tagLst>
</file>

<file path=ppt/tags/tag926.xml><?xml version="1.0" encoding="utf-8"?>
<p:tagLst xmlns:a="http://schemas.openxmlformats.org/drawingml/2006/main" xmlns:r="http://schemas.openxmlformats.org/officeDocument/2006/relationships" xmlns:p="http://schemas.openxmlformats.org/presentationml/2006/main">
  <p:tag name="NUM" val="2"/>
</p:tagLst>
</file>

<file path=ppt/tags/tag927.xml><?xml version="1.0" encoding="utf-8"?>
<p:tagLst xmlns:a="http://schemas.openxmlformats.org/drawingml/2006/main" xmlns:r="http://schemas.openxmlformats.org/officeDocument/2006/relationships" xmlns:p="http://schemas.openxmlformats.org/presentationml/2006/main">
  <p:tag name="NUM" val="3"/>
</p:tagLst>
</file>

<file path=ppt/tags/tag928.xml><?xml version="1.0" encoding="utf-8"?>
<p:tagLst xmlns:a="http://schemas.openxmlformats.org/drawingml/2006/main" xmlns:r="http://schemas.openxmlformats.org/officeDocument/2006/relationships" xmlns:p="http://schemas.openxmlformats.org/presentationml/2006/main">
  <p:tag name="NUM" val="4"/>
</p:tagLst>
</file>

<file path=ppt/tags/tag929.xml><?xml version="1.0" encoding="utf-8"?>
<p:tagLst xmlns:a="http://schemas.openxmlformats.org/drawingml/2006/main" xmlns:r="http://schemas.openxmlformats.org/officeDocument/2006/relationships" xmlns:p="http://schemas.openxmlformats.org/presentationml/2006/main">
  <p:tag name="NUM" val="5"/>
</p:tagLst>
</file>

<file path=ppt/tags/tag930.xml><?xml version="1.0" encoding="utf-8"?>
<p:tagLst xmlns:a="http://schemas.openxmlformats.org/drawingml/2006/main" xmlns:r="http://schemas.openxmlformats.org/officeDocument/2006/relationships" xmlns:p="http://schemas.openxmlformats.org/presentationml/2006/main">
  <p:tag name="NUM" val="6"/>
</p:tagLst>
</file>

<file path=ppt/tags/tag931.xml><?xml version="1.0" encoding="utf-8"?>
<p:tagLst xmlns:a="http://schemas.openxmlformats.org/drawingml/2006/main" xmlns:r="http://schemas.openxmlformats.org/officeDocument/2006/relationships" xmlns:p="http://schemas.openxmlformats.org/presentationml/2006/main">
  <p:tag name="NUM" val="7"/>
</p:tagLst>
</file>

<file path=ppt/tags/tag932.xml><?xml version="1.0" encoding="utf-8"?>
<p:tagLst xmlns:a="http://schemas.openxmlformats.org/drawingml/2006/main" xmlns:r="http://schemas.openxmlformats.org/officeDocument/2006/relationships" xmlns:p="http://schemas.openxmlformats.org/presentationml/2006/main">
  <p:tag name="NUM" val="8"/>
</p:tagLst>
</file>

<file path=ppt/tags/tag933.xml><?xml version="1.0" encoding="utf-8"?>
<p:tagLst xmlns:a="http://schemas.openxmlformats.org/drawingml/2006/main" xmlns:r="http://schemas.openxmlformats.org/officeDocument/2006/relationships" xmlns:p="http://schemas.openxmlformats.org/presentationml/2006/main">
  <p:tag name="NUM" val="9"/>
</p:tagLst>
</file>

<file path=ppt/tags/tag934.xml><?xml version="1.0" encoding="utf-8"?>
<p:tagLst xmlns:a="http://schemas.openxmlformats.org/drawingml/2006/main" xmlns:r="http://schemas.openxmlformats.org/officeDocument/2006/relationships" xmlns:p="http://schemas.openxmlformats.org/presentationml/2006/main">
  <p:tag name="NUM" val="10"/>
</p:tagLst>
</file>

<file path=ppt/tags/tag935.xml><?xml version="1.0" encoding="utf-8"?>
<p:tagLst xmlns:a="http://schemas.openxmlformats.org/drawingml/2006/main" xmlns:r="http://schemas.openxmlformats.org/officeDocument/2006/relationships" xmlns:p="http://schemas.openxmlformats.org/presentationml/2006/main">
  <p:tag name="NUM" val="11"/>
</p:tagLst>
</file>

<file path=ppt/tags/tag936.xml><?xml version="1.0" encoding="utf-8"?>
<p:tagLst xmlns:a="http://schemas.openxmlformats.org/drawingml/2006/main" xmlns:r="http://schemas.openxmlformats.org/officeDocument/2006/relationships" xmlns:p="http://schemas.openxmlformats.org/presentationml/2006/main">
  <p:tag name="NUM" val="12"/>
</p:tagLst>
</file>

<file path=ppt/tags/tag937.xml><?xml version="1.0" encoding="utf-8"?>
<p:tagLst xmlns:a="http://schemas.openxmlformats.org/drawingml/2006/main" xmlns:r="http://schemas.openxmlformats.org/officeDocument/2006/relationships" xmlns:p="http://schemas.openxmlformats.org/presentationml/2006/main">
  <p:tag name="NUM" val="13"/>
</p:tagLst>
</file>

<file path=ppt/tags/tag938.xml><?xml version="1.0" encoding="utf-8"?>
<p:tagLst xmlns:a="http://schemas.openxmlformats.org/drawingml/2006/main" xmlns:r="http://schemas.openxmlformats.org/officeDocument/2006/relationships" xmlns:p="http://schemas.openxmlformats.org/presentationml/2006/main">
  <p:tag name="NUM" val="14"/>
</p:tagLst>
</file>

<file path=ppt/tags/tag939.xml><?xml version="1.0" encoding="utf-8"?>
<p:tagLst xmlns:a="http://schemas.openxmlformats.org/drawingml/2006/main" xmlns:r="http://schemas.openxmlformats.org/officeDocument/2006/relationships" xmlns:p="http://schemas.openxmlformats.org/presentationml/2006/main">
  <p:tag name="NUM" val="15"/>
</p:tagLst>
</file>

<file path=ppt/tags/tag940.xml><?xml version="1.0" encoding="utf-8"?>
<p:tagLst xmlns:a="http://schemas.openxmlformats.org/drawingml/2006/main" xmlns:r="http://schemas.openxmlformats.org/officeDocument/2006/relationships" xmlns:p="http://schemas.openxmlformats.org/presentationml/2006/main">
  <p:tag name="NUM" val="16"/>
</p:tagLst>
</file>

<file path=ppt/tags/tag941.xml><?xml version="1.0" encoding="utf-8"?>
<p:tagLst xmlns:a="http://schemas.openxmlformats.org/drawingml/2006/main" xmlns:r="http://schemas.openxmlformats.org/officeDocument/2006/relationships" xmlns:p="http://schemas.openxmlformats.org/presentationml/2006/main">
  <p:tag name="NUM" val="17"/>
</p:tagLst>
</file>

<file path=ppt/tags/tag942.xml><?xml version="1.0" encoding="utf-8"?>
<p:tagLst xmlns:a="http://schemas.openxmlformats.org/drawingml/2006/main" xmlns:r="http://schemas.openxmlformats.org/officeDocument/2006/relationships" xmlns:p="http://schemas.openxmlformats.org/presentationml/2006/main">
  <p:tag name="NUM" val="1"/>
</p:tagLst>
</file>

<file path=ppt/tags/tag943.xml><?xml version="1.0" encoding="utf-8"?>
<p:tagLst xmlns:a="http://schemas.openxmlformats.org/drawingml/2006/main" xmlns:r="http://schemas.openxmlformats.org/officeDocument/2006/relationships" xmlns:p="http://schemas.openxmlformats.org/presentationml/2006/main">
  <p:tag name="NUM" val="2"/>
</p:tagLst>
</file>

<file path=ppt/tags/tag944.xml><?xml version="1.0" encoding="utf-8"?>
<p:tagLst xmlns:a="http://schemas.openxmlformats.org/drawingml/2006/main" xmlns:r="http://schemas.openxmlformats.org/officeDocument/2006/relationships" xmlns:p="http://schemas.openxmlformats.org/presentationml/2006/main">
  <p:tag name="NUM" val="3"/>
</p:tagLst>
</file>

<file path=ppt/tags/tag945.xml><?xml version="1.0" encoding="utf-8"?>
<p:tagLst xmlns:a="http://schemas.openxmlformats.org/drawingml/2006/main" xmlns:r="http://schemas.openxmlformats.org/officeDocument/2006/relationships" xmlns:p="http://schemas.openxmlformats.org/presentationml/2006/main">
  <p:tag name="NUM" val="4"/>
</p:tagLst>
</file>

<file path=ppt/tags/tag946.xml><?xml version="1.0" encoding="utf-8"?>
<p:tagLst xmlns:a="http://schemas.openxmlformats.org/drawingml/2006/main" xmlns:r="http://schemas.openxmlformats.org/officeDocument/2006/relationships" xmlns:p="http://schemas.openxmlformats.org/presentationml/2006/main">
  <p:tag name="NUM" val="5"/>
</p:tagLst>
</file>

<file path=ppt/tags/tag947.xml><?xml version="1.0" encoding="utf-8"?>
<p:tagLst xmlns:a="http://schemas.openxmlformats.org/drawingml/2006/main" xmlns:r="http://schemas.openxmlformats.org/officeDocument/2006/relationships" xmlns:p="http://schemas.openxmlformats.org/presentationml/2006/main">
  <p:tag name="NUM" val="6"/>
</p:tagLst>
</file>

<file path=ppt/tags/tag948.xml><?xml version="1.0" encoding="utf-8"?>
<p:tagLst xmlns:a="http://schemas.openxmlformats.org/drawingml/2006/main" xmlns:r="http://schemas.openxmlformats.org/officeDocument/2006/relationships" xmlns:p="http://schemas.openxmlformats.org/presentationml/2006/main">
  <p:tag name="NUM" val="7"/>
</p:tagLst>
</file>

<file path=ppt/tags/tag949.xml><?xml version="1.0" encoding="utf-8"?>
<p:tagLst xmlns:a="http://schemas.openxmlformats.org/drawingml/2006/main" xmlns:r="http://schemas.openxmlformats.org/officeDocument/2006/relationships" xmlns:p="http://schemas.openxmlformats.org/presentationml/2006/main">
  <p:tag name="NUM" val="8"/>
</p:tagLst>
</file>

<file path=ppt/tags/tag950.xml><?xml version="1.0" encoding="utf-8"?>
<p:tagLst xmlns:a="http://schemas.openxmlformats.org/drawingml/2006/main" xmlns:r="http://schemas.openxmlformats.org/officeDocument/2006/relationships" xmlns:p="http://schemas.openxmlformats.org/presentationml/2006/main">
  <p:tag name="NUM" val="9"/>
</p:tagLst>
</file>

<file path=ppt/tags/tag951.xml><?xml version="1.0" encoding="utf-8"?>
<p:tagLst xmlns:a="http://schemas.openxmlformats.org/drawingml/2006/main" xmlns:r="http://schemas.openxmlformats.org/officeDocument/2006/relationships" xmlns:p="http://schemas.openxmlformats.org/presentationml/2006/main">
  <p:tag name="NUM" val="10"/>
</p:tagLst>
</file>

<file path=ppt/tags/tag952.xml><?xml version="1.0" encoding="utf-8"?>
<p:tagLst xmlns:a="http://schemas.openxmlformats.org/drawingml/2006/main" xmlns:r="http://schemas.openxmlformats.org/officeDocument/2006/relationships" xmlns:p="http://schemas.openxmlformats.org/presentationml/2006/main">
  <p:tag name="NUM" val="11"/>
</p:tagLst>
</file>

<file path=ppt/tags/tag953.xml><?xml version="1.0" encoding="utf-8"?>
<p:tagLst xmlns:a="http://schemas.openxmlformats.org/drawingml/2006/main" xmlns:r="http://schemas.openxmlformats.org/officeDocument/2006/relationships" xmlns:p="http://schemas.openxmlformats.org/presentationml/2006/main">
  <p:tag name="NUM" val="12"/>
</p:tagLst>
</file>

<file path=ppt/tags/tag954.xml><?xml version="1.0" encoding="utf-8"?>
<p:tagLst xmlns:a="http://schemas.openxmlformats.org/drawingml/2006/main" xmlns:r="http://schemas.openxmlformats.org/officeDocument/2006/relationships" xmlns:p="http://schemas.openxmlformats.org/presentationml/2006/main">
  <p:tag name="NUM" val="13"/>
</p:tagLst>
</file>

<file path=ppt/tags/tag955.xml><?xml version="1.0" encoding="utf-8"?>
<p:tagLst xmlns:a="http://schemas.openxmlformats.org/drawingml/2006/main" xmlns:r="http://schemas.openxmlformats.org/officeDocument/2006/relationships" xmlns:p="http://schemas.openxmlformats.org/presentationml/2006/main">
  <p:tag name="NUM" val="14"/>
</p:tagLst>
</file>

<file path=ppt/tags/tag956.xml><?xml version="1.0" encoding="utf-8"?>
<p:tagLst xmlns:a="http://schemas.openxmlformats.org/drawingml/2006/main" xmlns:r="http://schemas.openxmlformats.org/officeDocument/2006/relationships" xmlns:p="http://schemas.openxmlformats.org/presentationml/2006/main">
  <p:tag name="NUM" val="15"/>
</p:tagLst>
</file>

<file path=ppt/tags/tag957.xml><?xml version="1.0" encoding="utf-8"?>
<p:tagLst xmlns:a="http://schemas.openxmlformats.org/drawingml/2006/main" xmlns:r="http://schemas.openxmlformats.org/officeDocument/2006/relationships" xmlns:p="http://schemas.openxmlformats.org/presentationml/2006/main">
  <p:tag name="NUM" val="16"/>
</p:tagLst>
</file>

<file path=ppt/tags/tag958.xml><?xml version="1.0" encoding="utf-8"?>
<p:tagLst xmlns:a="http://schemas.openxmlformats.org/drawingml/2006/main" xmlns:r="http://schemas.openxmlformats.org/officeDocument/2006/relationships" xmlns:p="http://schemas.openxmlformats.org/presentationml/2006/main">
  <p:tag name="NUM" val="17"/>
</p:tagLst>
</file>

<file path=ppt/tags/tag959.xml><?xml version="1.0" encoding="utf-8"?>
<p:tagLst xmlns:a="http://schemas.openxmlformats.org/drawingml/2006/main" xmlns:r="http://schemas.openxmlformats.org/officeDocument/2006/relationships" xmlns:p="http://schemas.openxmlformats.org/presentationml/2006/main">
  <p:tag name="NUM" val="18"/>
</p:tagLst>
</file>

<file path=ppt/tags/tag960.xml><?xml version="1.0" encoding="utf-8"?>
<p:tagLst xmlns:a="http://schemas.openxmlformats.org/drawingml/2006/main" xmlns:r="http://schemas.openxmlformats.org/officeDocument/2006/relationships" xmlns:p="http://schemas.openxmlformats.org/presentationml/2006/main">
  <p:tag name="NUM" val="19"/>
</p:tagLst>
</file>

<file path=ppt/tags/tag961.xml><?xml version="1.0" encoding="utf-8"?>
<p:tagLst xmlns:a="http://schemas.openxmlformats.org/drawingml/2006/main" xmlns:r="http://schemas.openxmlformats.org/officeDocument/2006/relationships" xmlns:p="http://schemas.openxmlformats.org/presentationml/2006/main">
  <p:tag name="NUM" val="20"/>
</p:tagLst>
</file>

<file path=ppt/tags/tag962.xml><?xml version="1.0" encoding="utf-8"?>
<p:tagLst xmlns:a="http://schemas.openxmlformats.org/drawingml/2006/main" xmlns:r="http://schemas.openxmlformats.org/officeDocument/2006/relationships" xmlns:p="http://schemas.openxmlformats.org/presentationml/2006/main">
  <p:tag name="NUM" val="21"/>
</p:tagLst>
</file>

<file path=ppt/tags/tag963.xml><?xml version="1.0" encoding="utf-8"?>
<p:tagLst xmlns:a="http://schemas.openxmlformats.org/drawingml/2006/main" xmlns:r="http://schemas.openxmlformats.org/officeDocument/2006/relationships" xmlns:p="http://schemas.openxmlformats.org/presentationml/2006/main">
  <p:tag name="NUM" val="17"/>
</p:tagLst>
</file>

<file path=ppt/tags/tag964.xml><?xml version="1.0" encoding="utf-8"?>
<p:tagLst xmlns:a="http://schemas.openxmlformats.org/drawingml/2006/main" xmlns:r="http://schemas.openxmlformats.org/officeDocument/2006/relationships" xmlns:p="http://schemas.openxmlformats.org/presentationml/2006/main">
  <p:tag name="NUM" val="17"/>
</p:tagLst>
</file>

<file path=ppt/tags/tag965.xml><?xml version="1.0" encoding="utf-8"?>
<p:tagLst xmlns:a="http://schemas.openxmlformats.org/drawingml/2006/main" xmlns:r="http://schemas.openxmlformats.org/officeDocument/2006/relationships" xmlns:p="http://schemas.openxmlformats.org/presentationml/2006/main">
  <p:tag name="NUM" val="1"/>
</p:tagLst>
</file>

<file path=ppt/tags/tag966.xml><?xml version="1.0" encoding="utf-8"?>
<p:tagLst xmlns:a="http://schemas.openxmlformats.org/drawingml/2006/main" xmlns:r="http://schemas.openxmlformats.org/officeDocument/2006/relationships" xmlns:p="http://schemas.openxmlformats.org/presentationml/2006/main">
  <p:tag name="NUM" val="2"/>
</p:tagLst>
</file>

<file path=ppt/tags/tag967.xml><?xml version="1.0" encoding="utf-8"?>
<p:tagLst xmlns:a="http://schemas.openxmlformats.org/drawingml/2006/main" xmlns:r="http://schemas.openxmlformats.org/officeDocument/2006/relationships" xmlns:p="http://schemas.openxmlformats.org/presentationml/2006/main">
  <p:tag name="NUM" val="3"/>
</p:tagLst>
</file>

<file path=ppt/tags/tag968.xml><?xml version="1.0" encoding="utf-8"?>
<p:tagLst xmlns:a="http://schemas.openxmlformats.org/drawingml/2006/main" xmlns:r="http://schemas.openxmlformats.org/officeDocument/2006/relationships" xmlns:p="http://schemas.openxmlformats.org/presentationml/2006/main">
  <p:tag name="NUM" val="4"/>
</p:tagLst>
</file>

<file path=ppt/tags/tag969.xml><?xml version="1.0" encoding="utf-8"?>
<p:tagLst xmlns:a="http://schemas.openxmlformats.org/drawingml/2006/main" xmlns:r="http://schemas.openxmlformats.org/officeDocument/2006/relationships" xmlns:p="http://schemas.openxmlformats.org/presentationml/2006/main">
  <p:tag name="NUM" val="5"/>
</p:tagLst>
</file>

<file path=ppt/tags/tag970.xml><?xml version="1.0" encoding="utf-8"?>
<p:tagLst xmlns:a="http://schemas.openxmlformats.org/drawingml/2006/main" xmlns:r="http://schemas.openxmlformats.org/officeDocument/2006/relationships" xmlns:p="http://schemas.openxmlformats.org/presentationml/2006/main">
  <p:tag name="NUM" val="6"/>
</p:tagLst>
</file>

<file path=ppt/tags/tag971.xml><?xml version="1.0" encoding="utf-8"?>
<p:tagLst xmlns:a="http://schemas.openxmlformats.org/drawingml/2006/main" xmlns:r="http://schemas.openxmlformats.org/officeDocument/2006/relationships" xmlns:p="http://schemas.openxmlformats.org/presentationml/2006/main">
  <p:tag name="NUM" val="7"/>
</p:tagLst>
</file>

<file path=ppt/tags/tag972.xml><?xml version="1.0" encoding="utf-8"?>
<p:tagLst xmlns:a="http://schemas.openxmlformats.org/drawingml/2006/main" xmlns:r="http://schemas.openxmlformats.org/officeDocument/2006/relationships" xmlns:p="http://schemas.openxmlformats.org/presentationml/2006/main">
  <p:tag name="NUM" val="19"/>
</p:tagLst>
</file>

<file path=ppt/tags/tag973.xml><?xml version="1.0" encoding="utf-8"?>
<p:tagLst xmlns:a="http://schemas.openxmlformats.org/drawingml/2006/main" xmlns:r="http://schemas.openxmlformats.org/officeDocument/2006/relationships" xmlns:p="http://schemas.openxmlformats.org/presentationml/2006/main">
  <p:tag name="NUM" val="21"/>
</p:tagLst>
</file>

<file path=ppt/tags/tag974.xml><?xml version="1.0" encoding="utf-8"?>
<p:tagLst xmlns:a="http://schemas.openxmlformats.org/drawingml/2006/main" xmlns:r="http://schemas.openxmlformats.org/officeDocument/2006/relationships" xmlns:p="http://schemas.openxmlformats.org/presentationml/2006/main">
  <p:tag name="NUM" val="22"/>
</p:tagLst>
</file>

<file path=ppt/tags/tag975.xml><?xml version="1.0" encoding="utf-8"?>
<p:tagLst xmlns:a="http://schemas.openxmlformats.org/drawingml/2006/main" xmlns:r="http://schemas.openxmlformats.org/officeDocument/2006/relationships" xmlns:p="http://schemas.openxmlformats.org/presentationml/2006/main">
  <p:tag name="NUM" val="6"/>
</p:tagLst>
</file>

<file path=ppt/tags/tag976.xml><?xml version="1.0" encoding="utf-8"?>
<p:tagLst xmlns:a="http://schemas.openxmlformats.org/drawingml/2006/main" xmlns:r="http://schemas.openxmlformats.org/officeDocument/2006/relationships" xmlns:p="http://schemas.openxmlformats.org/presentationml/2006/main">
  <p:tag name="NUM" val="7"/>
</p:tagLst>
</file>

<file path=ppt/tags/tag977.xml><?xml version="1.0" encoding="utf-8"?>
<p:tagLst xmlns:a="http://schemas.openxmlformats.org/drawingml/2006/main" xmlns:r="http://schemas.openxmlformats.org/officeDocument/2006/relationships" xmlns:p="http://schemas.openxmlformats.org/presentationml/2006/main">
  <p:tag name="NUM" val="8"/>
</p:tagLst>
</file>

<file path=ppt/tags/tag978.xml><?xml version="1.0" encoding="utf-8"?>
<p:tagLst xmlns:a="http://schemas.openxmlformats.org/drawingml/2006/main" xmlns:r="http://schemas.openxmlformats.org/officeDocument/2006/relationships" xmlns:p="http://schemas.openxmlformats.org/presentationml/2006/main">
  <p:tag name="NUM" val="9"/>
</p:tagLst>
</file>

<file path=ppt/tags/tag979.xml><?xml version="1.0" encoding="utf-8"?>
<p:tagLst xmlns:a="http://schemas.openxmlformats.org/drawingml/2006/main" xmlns:r="http://schemas.openxmlformats.org/officeDocument/2006/relationships" xmlns:p="http://schemas.openxmlformats.org/presentationml/2006/main">
  <p:tag name="NUM" val="10"/>
</p:tagLst>
</file>

<file path=ppt/tags/tag980.xml><?xml version="1.0" encoding="utf-8"?>
<p:tagLst xmlns:a="http://schemas.openxmlformats.org/drawingml/2006/main" xmlns:r="http://schemas.openxmlformats.org/officeDocument/2006/relationships" xmlns:p="http://schemas.openxmlformats.org/presentationml/2006/main">
  <p:tag name="NUM" val="11"/>
</p:tagLst>
</file>

<file path=ppt/tags/tag981.xml><?xml version="1.0" encoding="utf-8"?>
<p:tagLst xmlns:a="http://schemas.openxmlformats.org/drawingml/2006/main" xmlns:r="http://schemas.openxmlformats.org/officeDocument/2006/relationships" xmlns:p="http://schemas.openxmlformats.org/presentationml/2006/main">
  <p:tag name="NUM" val="12"/>
</p:tagLst>
</file>

<file path=ppt/tags/tag982.xml><?xml version="1.0" encoding="utf-8"?>
<p:tagLst xmlns:a="http://schemas.openxmlformats.org/drawingml/2006/main" xmlns:r="http://schemas.openxmlformats.org/officeDocument/2006/relationships" xmlns:p="http://schemas.openxmlformats.org/presentationml/2006/main">
  <p:tag name="NUM" val="13"/>
</p:tagLst>
</file>

<file path=ppt/tags/tag983.xml><?xml version="1.0" encoding="utf-8"?>
<p:tagLst xmlns:a="http://schemas.openxmlformats.org/drawingml/2006/main" xmlns:r="http://schemas.openxmlformats.org/officeDocument/2006/relationships" xmlns:p="http://schemas.openxmlformats.org/presentationml/2006/main">
  <p:tag name="NUM" val="14"/>
</p:tagLst>
</file>

<file path=ppt/tags/tag984.xml><?xml version="1.0" encoding="utf-8"?>
<p:tagLst xmlns:a="http://schemas.openxmlformats.org/drawingml/2006/main" xmlns:r="http://schemas.openxmlformats.org/officeDocument/2006/relationships" xmlns:p="http://schemas.openxmlformats.org/presentationml/2006/main">
  <p:tag name="NUM" val="9"/>
</p:tagLst>
</file>

<file path=ppt/tags/tag985.xml><?xml version="1.0" encoding="utf-8"?>
<p:tagLst xmlns:a="http://schemas.openxmlformats.org/drawingml/2006/main" xmlns:r="http://schemas.openxmlformats.org/officeDocument/2006/relationships" xmlns:p="http://schemas.openxmlformats.org/presentationml/2006/main">
  <p:tag name="NUM" val="8"/>
</p:tagLst>
</file>

<file path=ppt/tags/tag986.xml><?xml version="1.0" encoding="utf-8"?>
<p:tagLst xmlns:a="http://schemas.openxmlformats.org/drawingml/2006/main" xmlns:r="http://schemas.openxmlformats.org/officeDocument/2006/relationships" xmlns:p="http://schemas.openxmlformats.org/presentationml/2006/main">
  <p:tag name="NUM" val="9"/>
</p:tagLst>
</file>

<file path=ppt/tags/tag987.xml><?xml version="1.0" encoding="utf-8"?>
<p:tagLst xmlns:a="http://schemas.openxmlformats.org/drawingml/2006/main" xmlns:r="http://schemas.openxmlformats.org/officeDocument/2006/relationships" xmlns:p="http://schemas.openxmlformats.org/presentationml/2006/main">
  <p:tag name="NUM" val="11"/>
</p:tagLst>
</file>

<file path=ppt/tags/tag988.xml><?xml version="1.0" encoding="utf-8"?>
<p:tagLst xmlns:a="http://schemas.openxmlformats.org/drawingml/2006/main" xmlns:r="http://schemas.openxmlformats.org/officeDocument/2006/relationships" xmlns:p="http://schemas.openxmlformats.org/presentationml/2006/main">
  <p:tag name="NUM" val="12"/>
</p:tagLst>
</file>

<file path=ppt/tags/tag989.xml><?xml version="1.0" encoding="utf-8"?>
<p:tagLst xmlns:a="http://schemas.openxmlformats.org/drawingml/2006/main" xmlns:r="http://schemas.openxmlformats.org/officeDocument/2006/relationships" xmlns:p="http://schemas.openxmlformats.org/presentationml/2006/main">
  <p:tag name="NUM" val="14"/>
</p:tagLst>
</file>

<file path=ppt/tags/tag990.xml><?xml version="1.0" encoding="utf-8"?>
<p:tagLst xmlns:a="http://schemas.openxmlformats.org/drawingml/2006/main" xmlns:r="http://schemas.openxmlformats.org/officeDocument/2006/relationships" xmlns:p="http://schemas.openxmlformats.org/presentationml/2006/main">
  <p:tag name="NUM" val="15"/>
</p:tagLst>
</file>

<file path=ppt/tags/tag991.xml><?xml version="1.0" encoding="utf-8"?>
<p:tagLst xmlns:a="http://schemas.openxmlformats.org/drawingml/2006/main" xmlns:r="http://schemas.openxmlformats.org/officeDocument/2006/relationships" xmlns:p="http://schemas.openxmlformats.org/presentationml/2006/main">
  <p:tag name="NUM" val="1"/>
</p:tagLst>
</file>

<file path=ppt/tags/tag992.xml><?xml version="1.0" encoding="utf-8"?>
<p:tagLst xmlns:a="http://schemas.openxmlformats.org/drawingml/2006/main" xmlns:r="http://schemas.openxmlformats.org/officeDocument/2006/relationships" xmlns:p="http://schemas.openxmlformats.org/presentationml/2006/main">
  <p:tag name="NUM" val="2"/>
</p:tagLst>
</file>

<file path=ppt/tags/tag993.xml><?xml version="1.0" encoding="utf-8"?>
<p:tagLst xmlns:a="http://schemas.openxmlformats.org/drawingml/2006/main" xmlns:r="http://schemas.openxmlformats.org/officeDocument/2006/relationships" xmlns:p="http://schemas.openxmlformats.org/presentationml/2006/main">
  <p:tag name="NUM" val="3"/>
</p:tagLst>
</file>

<file path=ppt/tags/tag994.xml><?xml version="1.0" encoding="utf-8"?>
<p:tagLst xmlns:a="http://schemas.openxmlformats.org/drawingml/2006/main" xmlns:r="http://schemas.openxmlformats.org/officeDocument/2006/relationships" xmlns:p="http://schemas.openxmlformats.org/presentationml/2006/main">
  <p:tag name="NUM" val="4"/>
</p:tagLst>
</file>

<file path=ppt/tags/tag995.xml><?xml version="1.0" encoding="utf-8"?>
<p:tagLst xmlns:a="http://schemas.openxmlformats.org/drawingml/2006/main" xmlns:r="http://schemas.openxmlformats.org/officeDocument/2006/relationships" xmlns:p="http://schemas.openxmlformats.org/presentationml/2006/main">
  <p:tag name="NUM" val="6"/>
</p:tagLst>
</file>

<file path=ppt/tags/tag996.xml><?xml version="1.0" encoding="utf-8"?>
<p:tagLst xmlns:a="http://schemas.openxmlformats.org/drawingml/2006/main" xmlns:r="http://schemas.openxmlformats.org/officeDocument/2006/relationships" xmlns:p="http://schemas.openxmlformats.org/presentationml/2006/main">
  <p:tag name="NUM" val="7"/>
</p:tagLst>
</file>

<file path=ppt/tags/tag997.xml><?xml version="1.0" encoding="utf-8"?>
<p:tagLst xmlns:a="http://schemas.openxmlformats.org/drawingml/2006/main" xmlns:r="http://schemas.openxmlformats.org/officeDocument/2006/relationships" xmlns:p="http://schemas.openxmlformats.org/presentationml/2006/main">
  <p:tag name="NUM" val="5"/>
</p:tagLst>
</file>

<file path=ppt/tags/tag998.xml><?xml version="1.0" encoding="utf-8"?>
<p:tagLst xmlns:a="http://schemas.openxmlformats.org/drawingml/2006/main" xmlns:r="http://schemas.openxmlformats.org/officeDocument/2006/relationships" xmlns:p="http://schemas.openxmlformats.org/presentationml/2006/main">
  <p:tag name="NUM" val="21"/>
</p:tagLst>
</file>

<file path=ppt/tags/tag999.xml><?xml version="1.0" encoding="utf-8"?>
<p:tagLst xmlns:a="http://schemas.openxmlformats.org/drawingml/2006/main" xmlns:r="http://schemas.openxmlformats.org/officeDocument/2006/relationships" xmlns:p="http://schemas.openxmlformats.org/presentationml/2006/main">
  <p:tag name="NUM" val="22"/>
</p:tagLst>
</file>

<file path=ppt/tags/tag1000.xml><?xml version="1.0" encoding="utf-8"?>
<p:tagLst xmlns:a="http://schemas.openxmlformats.org/drawingml/2006/main" xmlns:r="http://schemas.openxmlformats.org/officeDocument/2006/relationships" xmlns:p="http://schemas.openxmlformats.org/presentationml/2006/main">
  <p:tag name="NUM" val="1"/>
</p:tagLst>
</file>

<file path=ppt/tags/tag1001.xml><?xml version="1.0" encoding="utf-8"?>
<p:tagLst xmlns:a="http://schemas.openxmlformats.org/drawingml/2006/main" xmlns:r="http://schemas.openxmlformats.org/officeDocument/2006/relationships" xmlns:p="http://schemas.openxmlformats.org/presentationml/2006/main">
  <p:tag name="NUM" val="2"/>
</p:tagLst>
</file>

<file path=ppt/tags/tag1002.xml><?xml version="1.0" encoding="utf-8"?>
<p:tagLst xmlns:a="http://schemas.openxmlformats.org/drawingml/2006/main" xmlns:r="http://schemas.openxmlformats.org/officeDocument/2006/relationships" xmlns:p="http://schemas.openxmlformats.org/presentationml/2006/main">
  <p:tag name="NUM" val="3"/>
</p:tagLst>
</file>

<file path=ppt/tags/tag1003.xml><?xml version="1.0" encoding="utf-8"?>
<p:tagLst xmlns:a="http://schemas.openxmlformats.org/drawingml/2006/main" xmlns:r="http://schemas.openxmlformats.org/officeDocument/2006/relationships" xmlns:p="http://schemas.openxmlformats.org/presentationml/2006/main">
  <p:tag name="NUM" val="4"/>
</p:tagLst>
</file>

<file path=ppt/tags/tag1004.xml><?xml version="1.0" encoding="utf-8"?>
<p:tagLst xmlns:a="http://schemas.openxmlformats.org/drawingml/2006/main" xmlns:r="http://schemas.openxmlformats.org/officeDocument/2006/relationships" xmlns:p="http://schemas.openxmlformats.org/presentationml/2006/main">
  <p:tag name="NUM" val="5"/>
</p:tagLst>
</file>

<file path=ppt/tags/tag1005.xml><?xml version="1.0" encoding="utf-8"?>
<p:tagLst xmlns:a="http://schemas.openxmlformats.org/drawingml/2006/main" xmlns:r="http://schemas.openxmlformats.org/officeDocument/2006/relationships" xmlns:p="http://schemas.openxmlformats.org/presentationml/2006/main">
  <p:tag name="NUM" val="6"/>
</p:tagLst>
</file>

<file path=ppt/tags/tag1006.xml><?xml version="1.0" encoding="utf-8"?>
<p:tagLst xmlns:a="http://schemas.openxmlformats.org/drawingml/2006/main" xmlns:r="http://schemas.openxmlformats.org/officeDocument/2006/relationships" xmlns:p="http://schemas.openxmlformats.org/presentationml/2006/main">
  <p:tag name="NUM" val="7"/>
</p:tagLst>
</file>

<file path=ppt/tags/tag1007.xml><?xml version="1.0" encoding="utf-8"?>
<p:tagLst xmlns:a="http://schemas.openxmlformats.org/drawingml/2006/main" xmlns:r="http://schemas.openxmlformats.org/officeDocument/2006/relationships" xmlns:p="http://schemas.openxmlformats.org/presentationml/2006/main">
  <p:tag name="NUM" val="8"/>
</p:tagLst>
</file>

<file path=ppt/tags/tag1008.xml><?xml version="1.0" encoding="utf-8"?>
<p:tagLst xmlns:a="http://schemas.openxmlformats.org/drawingml/2006/main" xmlns:r="http://schemas.openxmlformats.org/officeDocument/2006/relationships" xmlns:p="http://schemas.openxmlformats.org/presentationml/2006/main">
  <p:tag name="NUM" val="9"/>
</p:tagLst>
</file>

<file path=ppt/tags/tag1009.xml><?xml version="1.0" encoding="utf-8"?>
<p:tagLst xmlns:a="http://schemas.openxmlformats.org/drawingml/2006/main" xmlns:r="http://schemas.openxmlformats.org/officeDocument/2006/relationships" xmlns:p="http://schemas.openxmlformats.org/presentationml/2006/main">
  <p:tag name="NUM" val="10"/>
</p:tagLst>
</file>

<file path=ppt/tags/tag1010.xml><?xml version="1.0" encoding="utf-8"?>
<p:tagLst xmlns:a="http://schemas.openxmlformats.org/drawingml/2006/main" xmlns:r="http://schemas.openxmlformats.org/officeDocument/2006/relationships" xmlns:p="http://schemas.openxmlformats.org/presentationml/2006/main">
  <p:tag name="NUM" val="11"/>
</p:tagLst>
</file>

<file path=ppt/tags/tag1011.xml><?xml version="1.0" encoding="utf-8"?>
<p:tagLst xmlns:a="http://schemas.openxmlformats.org/drawingml/2006/main" xmlns:r="http://schemas.openxmlformats.org/officeDocument/2006/relationships" xmlns:p="http://schemas.openxmlformats.org/presentationml/2006/main">
  <p:tag name="NUM" val="12"/>
</p:tagLst>
</file>

<file path=ppt/tags/tag1012.xml><?xml version="1.0" encoding="utf-8"?>
<p:tagLst xmlns:a="http://schemas.openxmlformats.org/drawingml/2006/main" xmlns:r="http://schemas.openxmlformats.org/officeDocument/2006/relationships" xmlns:p="http://schemas.openxmlformats.org/presentationml/2006/main">
  <p:tag name="NUM" val="13"/>
</p:tagLst>
</file>

<file path=ppt/tags/tag1013.xml><?xml version="1.0" encoding="utf-8"?>
<p:tagLst xmlns:a="http://schemas.openxmlformats.org/drawingml/2006/main" xmlns:r="http://schemas.openxmlformats.org/officeDocument/2006/relationships" xmlns:p="http://schemas.openxmlformats.org/presentationml/2006/main">
  <p:tag name="NUM" val="14"/>
</p:tagLst>
</file>

<file path=ppt/tags/tag1014.xml><?xml version="1.0" encoding="utf-8"?>
<p:tagLst xmlns:a="http://schemas.openxmlformats.org/drawingml/2006/main" xmlns:r="http://schemas.openxmlformats.org/officeDocument/2006/relationships" xmlns:p="http://schemas.openxmlformats.org/presentationml/2006/main">
  <p:tag name="NUM" val="15"/>
</p:tagLst>
</file>

<file path=ppt/tags/tag1015.xml><?xml version="1.0" encoding="utf-8"?>
<p:tagLst xmlns:a="http://schemas.openxmlformats.org/drawingml/2006/main" xmlns:r="http://schemas.openxmlformats.org/officeDocument/2006/relationships" xmlns:p="http://schemas.openxmlformats.org/presentationml/2006/main">
  <p:tag name="NUM" val="16"/>
</p:tagLst>
</file>

<file path=ppt/tags/tag1016.xml><?xml version="1.0" encoding="utf-8"?>
<p:tagLst xmlns:a="http://schemas.openxmlformats.org/drawingml/2006/main" xmlns:r="http://schemas.openxmlformats.org/officeDocument/2006/relationships" xmlns:p="http://schemas.openxmlformats.org/presentationml/2006/main">
  <p:tag name="NUM" val="17"/>
</p:tagLst>
</file>

<file path=ppt/tags/tag1017.xml><?xml version="1.0" encoding="utf-8"?>
<p:tagLst xmlns:a="http://schemas.openxmlformats.org/drawingml/2006/main" xmlns:r="http://schemas.openxmlformats.org/officeDocument/2006/relationships" xmlns:p="http://schemas.openxmlformats.org/presentationml/2006/main">
  <p:tag name="NUM" val="18"/>
</p:tagLst>
</file>

<file path=ppt/tags/tag1018.xml><?xml version="1.0" encoding="utf-8"?>
<p:tagLst xmlns:a="http://schemas.openxmlformats.org/drawingml/2006/main" xmlns:r="http://schemas.openxmlformats.org/officeDocument/2006/relationships" xmlns:p="http://schemas.openxmlformats.org/presentationml/2006/main">
  <p:tag name="NUM" val="19"/>
</p:tagLst>
</file>

<file path=ppt/tags/tag1019.xml><?xml version="1.0" encoding="utf-8"?>
<p:tagLst xmlns:a="http://schemas.openxmlformats.org/drawingml/2006/main" xmlns:r="http://schemas.openxmlformats.org/officeDocument/2006/relationships" xmlns:p="http://schemas.openxmlformats.org/presentationml/2006/main">
  <p:tag name="NUM" val="20"/>
</p:tagLst>
</file>

<file path=ppt/tags/tag1020.xml><?xml version="1.0" encoding="utf-8"?>
<p:tagLst xmlns:a="http://schemas.openxmlformats.org/drawingml/2006/main" xmlns:r="http://schemas.openxmlformats.org/officeDocument/2006/relationships" xmlns:p="http://schemas.openxmlformats.org/presentationml/2006/main">
  <p:tag name="NUM" val="21"/>
</p:tagLst>
</file>

<file path=ppt/tags/tag1021.xml><?xml version="1.0" encoding="utf-8"?>
<p:tagLst xmlns:a="http://schemas.openxmlformats.org/drawingml/2006/main" xmlns:r="http://schemas.openxmlformats.org/officeDocument/2006/relationships" xmlns:p="http://schemas.openxmlformats.org/presentationml/2006/main">
  <p:tag name="NUM" val="22"/>
</p:tagLst>
</file>

<file path=ppt/tags/tag1022.xml><?xml version="1.0" encoding="utf-8"?>
<p:tagLst xmlns:a="http://schemas.openxmlformats.org/drawingml/2006/main" xmlns:r="http://schemas.openxmlformats.org/officeDocument/2006/relationships" xmlns:p="http://schemas.openxmlformats.org/presentationml/2006/main">
  <p:tag name="NUM" val="23"/>
</p:tagLst>
</file>

<file path=ppt/tags/tag1023.xml><?xml version="1.0" encoding="utf-8"?>
<p:tagLst xmlns:a="http://schemas.openxmlformats.org/drawingml/2006/main" xmlns:r="http://schemas.openxmlformats.org/officeDocument/2006/relationships" xmlns:p="http://schemas.openxmlformats.org/presentationml/2006/main">
  <p:tag name="NUM" val="24"/>
</p:tagLst>
</file>

<file path=ppt/tags/tag1024.xml><?xml version="1.0" encoding="utf-8"?>
<p:tagLst xmlns:a="http://schemas.openxmlformats.org/drawingml/2006/main" xmlns:r="http://schemas.openxmlformats.org/officeDocument/2006/relationships" xmlns:p="http://schemas.openxmlformats.org/presentationml/2006/main">
  <p:tag name="NUM" val="25"/>
</p:tagLst>
</file>

<file path=ppt/tags/tag1025.xml><?xml version="1.0" encoding="utf-8"?>
<p:tagLst xmlns:a="http://schemas.openxmlformats.org/drawingml/2006/main" xmlns:r="http://schemas.openxmlformats.org/officeDocument/2006/relationships" xmlns:p="http://schemas.openxmlformats.org/presentationml/2006/main">
  <p:tag name="NUM" val="26"/>
</p:tagLst>
</file>

<file path=ppt/tags/tag1026.xml><?xml version="1.0" encoding="utf-8"?>
<p:tagLst xmlns:a="http://schemas.openxmlformats.org/drawingml/2006/main" xmlns:r="http://schemas.openxmlformats.org/officeDocument/2006/relationships" xmlns:p="http://schemas.openxmlformats.org/presentationml/2006/main">
  <p:tag name="NUM" val="27"/>
</p:tagLst>
</file>

<file path=ppt/tags/tag1027.xml><?xml version="1.0" encoding="utf-8"?>
<p:tagLst xmlns:a="http://schemas.openxmlformats.org/drawingml/2006/main" xmlns:r="http://schemas.openxmlformats.org/officeDocument/2006/relationships" xmlns:p="http://schemas.openxmlformats.org/presentationml/2006/main">
  <p:tag name="NUM" val="28"/>
</p:tagLst>
</file>

<file path=ppt/tags/tag1028.xml><?xml version="1.0" encoding="utf-8"?>
<p:tagLst xmlns:a="http://schemas.openxmlformats.org/drawingml/2006/main" xmlns:r="http://schemas.openxmlformats.org/officeDocument/2006/relationships" xmlns:p="http://schemas.openxmlformats.org/presentationml/2006/main">
  <p:tag name="NUM" val="29"/>
</p:tagLst>
</file>

<file path=ppt/tags/tag1029.xml><?xml version="1.0" encoding="utf-8"?>
<p:tagLst xmlns:a="http://schemas.openxmlformats.org/drawingml/2006/main" xmlns:r="http://schemas.openxmlformats.org/officeDocument/2006/relationships" xmlns:p="http://schemas.openxmlformats.org/presentationml/2006/main">
  <p:tag name="NUM" val="30"/>
</p:tagLst>
</file>

<file path=ppt/tags/tag1030.xml><?xml version="1.0" encoding="utf-8"?>
<p:tagLst xmlns:a="http://schemas.openxmlformats.org/drawingml/2006/main" xmlns:r="http://schemas.openxmlformats.org/officeDocument/2006/relationships" xmlns:p="http://schemas.openxmlformats.org/presentationml/2006/main">
  <p:tag name="NUM" val="31"/>
</p:tagLst>
</file>

<file path=ppt/tags/tag1031.xml><?xml version="1.0" encoding="utf-8"?>
<p:tagLst xmlns:a="http://schemas.openxmlformats.org/drawingml/2006/main" xmlns:r="http://schemas.openxmlformats.org/officeDocument/2006/relationships" xmlns:p="http://schemas.openxmlformats.org/presentationml/2006/main">
  <p:tag name="NUM" val="32"/>
</p:tagLst>
</file>

<file path=ppt/tags/tag1032.xml><?xml version="1.0" encoding="utf-8"?>
<p:tagLst xmlns:a="http://schemas.openxmlformats.org/drawingml/2006/main" xmlns:r="http://schemas.openxmlformats.org/officeDocument/2006/relationships" xmlns:p="http://schemas.openxmlformats.org/presentationml/2006/main">
  <p:tag name="NUM" val="33"/>
</p:tagLst>
</file>

<file path=ppt/tags/tag1033.xml><?xml version="1.0" encoding="utf-8"?>
<p:tagLst xmlns:a="http://schemas.openxmlformats.org/drawingml/2006/main" xmlns:r="http://schemas.openxmlformats.org/officeDocument/2006/relationships" xmlns:p="http://schemas.openxmlformats.org/presentationml/2006/main">
  <p:tag name="NUM" val="34"/>
</p:tagLst>
</file>

<file path=ppt/tags/tag1034.xml><?xml version="1.0" encoding="utf-8"?>
<p:tagLst xmlns:a="http://schemas.openxmlformats.org/drawingml/2006/main" xmlns:r="http://schemas.openxmlformats.org/officeDocument/2006/relationships" xmlns:p="http://schemas.openxmlformats.org/presentationml/2006/main">
  <p:tag name="NUM" val="35"/>
</p:tagLst>
</file>

<file path=ppt/tags/tag1035.xml><?xml version="1.0" encoding="utf-8"?>
<p:tagLst xmlns:a="http://schemas.openxmlformats.org/drawingml/2006/main" xmlns:r="http://schemas.openxmlformats.org/officeDocument/2006/relationships" xmlns:p="http://schemas.openxmlformats.org/presentationml/2006/main">
  <p:tag name="NUM" val="36"/>
</p:tagLst>
</file>

<file path=ppt/tags/tag1036.xml><?xml version="1.0" encoding="utf-8"?>
<p:tagLst xmlns:a="http://schemas.openxmlformats.org/drawingml/2006/main" xmlns:r="http://schemas.openxmlformats.org/officeDocument/2006/relationships" xmlns:p="http://schemas.openxmlformats.org/presentationml/2006/main">
  <p:tag name="NUM" val="37"/>
</p:tagLst>
</file>

<file path=ppt/tags/tag1037.xml><?xml version="1.0" encoding="utf-8"?>
<p:tagLst xmlns:a="http://schemas.openxmlformats.org/drawingml/2006/main" xmlns:r="http://schemas.openxmlformats.org/officeDocument/2006/relationships" xmlns:p="http://schemas.openxmlformats.org/presentationml/2006/main">
  <p:tag name="NUM" val="38"/>
</p:tagLst>
</file>

<file path=ppt/tags/tag1038.xml><?xml version="1.0" encoding="utf-8"?>
<p:tagLst xmlns:a="http://schemas.openxmlformats.org/drawingml/2006/main" xmlns:r="http://schemas.openxmlformats.org/officeDocument/2006/relationships" xmlns:p="http://schemas.openxmlformats.org/presentationml/2006/main">
  <p:tag name="NUM" val="39"/>
</p:tagLst>
</file>

<file path=ppt/tags/tag1039.xml><?xml version="1.0" encoding="utf-8"?>
<p:tagLst xmlns:a="http://schemas.openxmlformats.org/drawingml/2006/main" xmlns:r="http://schemas.openxmlformats.org/officeDocument/2006/relationships" xmlns:p="http://schemas.openxmlformats.org/presentationml/2006/main">
  <p:tag name="NUM" val="40"/>
</p:tagLst>
</file>

<file path=ppt/tags/tag1040.xml><?xml version="1.0" encoding="utf-8"?>
<p:tagLst xmlns:a="http://schemas.openxmlformats.org/drawingml/2006/main" xmlns:r="http://schemas.openxmlformats.org/officeDocument/2006/relationships" xmlns:p="http://schemas.openxmlformats.org/presentationml/2006/main">
  <p:tag name="NUM" val="41"/>
</p:tagLst>
</file>

<file path=ppt/tags/tag1041.xml><?xml version="1.0" encoding="utf-8"?>
<p:tagLst xmlns:a="http://schemas.openxmlformats.org/drawingml/2006/main" xmlns:r="http://schemas.openxmlformats.org/officeDocument/2006/relationships" xmlns:p="http://schemas.openxmlformats.org/presentationml/2006/main">
  <p:tag name="NUM" val="1"/>
</p:tagLst>
</file>

<file path=ppt/tags/tag1042.xml><?xml version="1.0" encoding="utf-8"?>
<p:tagLst xmlns:a="http://schemas.openxmlformats.org/drawingml/2006/main" xmlns:r="http://schemas.openxmlformats.org/officeDocument/2006/relationships" xmlns:p="http://schemas.openxmlformats.org/presentationml/2006/main">
  <p:tag name="NUM" val="2"/>
</p:tagLst>
</file>

<file path=ppt/tags/tag1043.xml><?xml version="1.0" encoding="utf-8"?>
<p:tagLst xmlns:a="http://schemas.openxmlformats.org/drawingml/2006/main" xmlns:r="http://schemas.openxmlformats.org/officeDocument/2006/relationships" xmlns:p="http://schemas.openxmlformats.org/presentationml/2006/main">
  <p:tag name="NUM" val="3"/>
</p:tagLst>
</file>

<file path=ppt/tags/tag1044.xml><?xml version="1.0" encoding="utf-8"?>
<p:tagLst xmlns:a="http://schemas.openxmlformats.org/drawingml/2006/main" xmlns:r="http://schemas.openxmlformats.org/officeDocument/2006/relationships" xmlns:p="http://schemas.openxmlformats.org/presentationml/2006/main">
  <p:tag name="NUM" val="4"/>
</p:tagLst>
</file>

<file path=ppt/tags/tag1045.xml><?xml version="1.0" encoding="utf-8"?>
<p:tagLst xmlns:a="http://schemas.openxmlformats.org/drawingml/2006/main" xmlns:r="http://schemas.openxmlformats.org/officeDocument/2006/relationships" xmlns:p="http://schemas.openxmlformats.org/presentationml/2006/main">
  <p:tag name="NUM" val="5"/>
</p:tagLst>
</file>

<file path=ppt/tags/tag1046.xml><?xml version="1.0" encoding="utf-8"?>
<p:tagLst xmlns:a="http://schemas.openxmlformats.org/drawingml/2006/main" xmlns:r="http://schemas.openxmlformats.org/officeDocument/2006/relationships" xmlns:p="http://schemas.openxmlformats.org/presentationml/2006/main">
  <p:tag name="NUM" val="6"/>
</p:tagLst>
</file>

<file path=ppt/tags/tag1047.xml><?xml version="1.0" encoding="utf-8"?>
<p:tagLst xmlns:a="http://schemas.openxmlformats.org/drawingml/2006/main" xmlns:r="http://schemas.openxmlformats.org/officeDocument/2006/relationships" xmlns:p="http://schemas.openxmlformats.org/presentationml/2006/main">
  <p:tag name="NUM" val="7"/>
</p:tagLst>
</file>

<file path=ppt/tags/tag1048.xml><?xml version="1.0" encoding="utf-8"?>
<p:tagLst xmlns:a="http://schemas.openxmlformats.org/drawingml/2006/main" xmlns:r="http://schemas.openxmlformats.org/officeDocument/2006/relationships" xmlns:p="http://schemas.openxmlformats.org/presentationml/2006/main">
  <p:tag name="NUM" val="8"/>
</p:tagLst>
</file>

<file path=ppt/tags/tag1049.xml><?xml version="1.0" encoding="utf-8"?>
<p:tagLst xmlns:a="http://schemas.openxmlformats.org/drawingml/2006/main" xmlns:r="http://schemas.openxmlformats.org/officeDocument/2006/relationships" xmlns:p="http://schemas.openxmlformats.org/presentationml/2006/main">
  <p:tag name="NUM" val="9"/>
</p:tagLst>
</file>

<file path=ppt/tags/tag1050.xml><?xml version="1.0" encoding="utf-8"?>
<p:tagLst xmlns:a="http://schemas.openxmlformats.org/drawingml/2006/main" xmlns:r="http://schemas.openxmlformats.org/officeDocument/2006/relationships" xmlns:p="http://schemas.openxmlformats.org/presentationml/2006/main">
  <p:tag name="NUM" val="10"/>
</p:tagLst>
</file>

<file path=ppt/tags/tag1051.xml><?xml version="1.0" encoding="utf-8"?>
<p:tagLst xmlns:a="http://schemas.openxmlformats.org/drawingml/2006/main" xmlns:r="http://schemas.openxmlformats.org/officeDocument/2006/relationships" xmlns:p="http://schemas.openxmlformats.org/presentationml/2006/main">
  <p:tag name="NUM" val="11"/>
</p:tagLst>
</file>

<file path=ppt/tags/tag1052.xml><?xml version="1.0" encoding="utf-8"?>
<p:tagLst xmlns:a="http://schemas.openxmlformats.org/drawingml/2006/main" xmlns:r="http://schemas.openxmlformats.org/officeDocument/2006/relationships" xmlns:p="http://schemas.openxmlformats.org/presentationml/2006/main">
  <p:tag name="NUM" val="12"/>
</p:tagLst>
</file>

<file path=ppt/tags/tag1053.xml><?xml version="1.0" encoding="utf-8"?>
<p:tagLst xmlns:a="http://schemas.openxmlformats.org/drawingml/2006/main" xmlns:r="http://schemas.openxmlformats.org/officeDocument/2006/relationships" xmlns:p="http://schemas.openxmlformats.org/presentationml/2006/main">
  <p:tag name="NUM" val="13"/>
</p:tagLst>
</file>

<file path=ppt/tags/tag1054.xml><?xml version="1.0" encoding="utf-8"?>
<p:tagLst xmlns:a="http://schemas.openxmlformats.org/drawingml/2006/main" xmlns:r="http://schemas.openxmlformats.org/officeDocument/2006/relationships" xmlns:p="http://schemas.openxmlformats.org/presentationml/2006/main">
  <p:tag name="NUM" val="14"/>
</p:tagLst>
</file>

<file path=ppt/tags/tag1055.xml><?xml version="1.0" encoding="utf-8"?>
<p:tagLst xmlns:a="http://schemas.openxmlformats.org/drawingml/2006/main" xmlns:r="http://schemas.openxmlformats.org/officeDocument/2006/relationships" xmlns:p="http://schemas.openxmlformats.org/presentationml/2006/main">
  <p:tag name="NUM" val="15"/>
</p:tagLst>
</file>

<file path=ppt/tags/tag1056.xml><?xml version="1.0" encoding="utf-8"?>
<p:tagLst xmlns:a="http://schemas.openxmlformats.org/drawingml/2006/main" xmlns:r="http://schemas.openxmlformats.org/officeDocument/2006/relationships" xmlns:p="http://schemas.openxmlformats.org/presentationml/2006/main">
  <p:tag name="NUM" val="16"/>
</p:tagLst>
</file>

<file path=ppt/tags/tag1057.xml><?xml version="1.0" encoding="utf-8"?>
<p:tagLst xmlns:a="http://schemas.openxmlformats.org/drawingml/2006/main" xmlns:r="http://schemas.openxmlformats.org/officeDocument/2006/relationships" xmlns:p="http://schemas.openxmlformats.org/presentationml/2006/main">
  <p:tag name="NUM" val="17"/>
</p:tagLst>
</file>

<file path=ppt/tags/tag1058.xml><?xml version="1.0" encoding="utf-8"?>
<p:tagLst xmlns:a="http://schemas.openxmlformats.org/drawingml/2006/main" xmlns:r="http://schemas.openxmlformats.org/officeDocument/2006/relationships" xmlns:p="http://schemas.openxmlformats.org/presentationml/2006/main">
  <p:tag name="NUM" val="1"/>
</p:tagLst>
</file>

<file path=ppt/tags/tag1059.xml><?xml version="1.0" encoding="utf-8"?>
<p:tagLst xmlns:a="http://schemas.openxmlformats.org/drawingml/2006/main" xmlns:r="http://schemas.openxmlformats.org/officeDocument/2006/relationships" xmlns:p="http://schemas.openxmlformats.org/presentationml/2006/main">
  <p:tag name="NUM" val="2"/>
</p:tagLst>
</file>

<file path=ppt/tags/tag1060.xml><?xml version="1.0" encoding="utf-8"?>
<p:tagLst xmlns:a="http://schemas.openxmlformats.org/drawingml/2006/main" xmlns:r="http://schemas.openxmlformats.org/officeDocument/2006/relationships" xmlns:p="http://schemas.openxmlformats.org/presentationml/2006/main">
  <p:tag name="NUM" val="3"/>
</p:tagLst>
</file>

<file path=ppt/tags/tag1061.xml><?xml version="1.0" encoding="utf-8"?>
<p:tagLst xmlns:a="http://schemas.openxmlformats.org/drawingml/2006/main" xmlns:r="http://schemas.openxmlformats.org/officeDocument/2006/relationships" xmlns:p="http://schemas.openxmlformats.org/presentationml/2006/main">
  <p:tag name="NUM" val="4"/>
</p:tagLst>
</file>

<file path=ppt/tags/tag1062.xml><?xml version="1.0" encoding="utf-8"?>
<p:tagLst xmlns:a="http://schemas.openxmlformats.org/drawingml/2006/main" xmlns:r="http://schemas.openxmlformats.org/officeDocument/2006/relationships" xmlns:p="http://schemas.openxmlformats.org/presentationml/2006/main">
  <p:tag name="NUM" val="5"/>
</p:tagLst>
</file>

<file path=ppt/tags/tag1063.xml><?xml version="1.0" encoding="utf-8"?>
<p:tagLst xmlns:a="http://schemas.openxmlformats.org/drawingml/2006/main" xmlns:r="http://schemas.openxmlformats.org/officeDocument/2006/relationships" xmlns:p="http://schemas.openxmlformats.org/presentationml/2006/main">
  <p:tag name="NUM" val="6"/>
</p:tagLst>
</file>

<file path=ppt/tags/tag1064.xml><?xml version="1.0" encoding="utf-8"?>
<p:tagLst xmlns:a="http://schemas.openxmlformats.org/drawingml/2006/main" xmlns:r="http://schemas.openxmlformats.org/officeDocument/2006/relationships" xmlns:p="http://schemas.openxmlformats.org/presentationml/2006/main">
  <p:tag name="NUM" val="7"/>
</p:tagLst>
</file>

<file path=ppt/tags/tag1065.xml><?xml version="1.0" encoding="utf-8"?>
<p:tagLst xmlns:a="http://schemas.openxmlformats.org/drawingml/2006/main" xmlns:r="http://schemas.openxmlformats.org/officeDocument/2006/relationships" xmlns:p="http://schemas.openxmlformats.org/presentationml/2006/main">
  <p:tag name="NUM" val="8"/>
</p:tagLst>
</file>

<file path=ppt/tags/tag1066.xml><?xml version="1.0" encoding="utf-8"?>
<p:tagLst xmlns:a="http://schemas.openxmlformats.org/drawingml/2006/main" xmlns:r="http://schemas.openxmlformats.org/officeDocument/2006/relationships" xmlns:p="http://schemas.openxmlformats.org/presentationml/2006/main">
  <p:tag name="NUM" val="9"/>
</p:tagLst>
</file>

<file path=ppt/tags/tag1067.xml><?xml version="1.0" encoding="utf-8"?>
<p:tagLst xmlns:a="http://schemas.openxmlformats.org/drawingml/2006/main" xmlns:r="http://schemas.openxmlformats.org/officeDocument/2006/relationships" xmlns:p="http://schemas.openxmlformats.org/presentationml/2006/main">
  <p:tag name="NUM" val="10"/>
</p:tagLst>
</file>

<file path=ppt/tags/tag1068.xml><?xml version="1.0" encoding="utf-8"?>
<p:tagLst xmlns:a="http://schemas.openxmlformats.org/drawingml/2006/main" xmlns:r="http://schemas.openxmlformats.org/officeDocument/2006/relationships" xmlns:p="http://schemas.openxmlformats.org/presentationml/2006/main">
  <p:tag name="NUM" val="11"/>
</p:tagLst>
</file>

<file path=ppt/tags/tag1069.xml><?xml version="1.0" encoding="utf-8"?>
<p:tagLst xmlns:a="http://schemas.openxmlformats.org/drawingml/2006/main" xmlns:r="http://schemas.openxmlformats.org/officeDocument/2006/relationships" xmlns:p="http://schemas.openxmlformats.org/presentationml/2006/main">
  <p:tag name="NUM" val="12"/>
</p:tagLst>
</file>

<file path=ppt/tags/tag1070.xml><?xml version="1.0" encoding="utf-8"?>
<p:tagLst xmlns:a="http://schemas.openxmlformats.org/drawingml/2006/main" xmlns:r="http://schemas.openxmlformats.org/officeDocument/2006/relationships" xmlns:p="http://schemas.openxmlformats.org/presentationml/2006/main">
  <p:tag name="NUM" val="13"/>
</p:tagLst>
</file>

<file path=ppt/tags/tag1071.xml><?xml version="1.0" encoding="utf-8"?>
<p:tagLst xmlns:a="http://schemas.openxmlformats.org/drawingml/2006/main" xmlns:r="http://schemas.openxmlformats.org/officeDocument/2006/relationships" xmlns:p="http://schemas.openxmlformats.org/presentationml/2006/main">
  <p:tag name="NUM" val="14"/>
</p:tagLst>
</file>

<file path=ppt/tags/tag1072.xml><?xml version="1.0" encoding="utf-8"?>
<p:tagLst xmlns:a="http://schemas.openxmlformats.org/drawingml/2006/main" xmlns:r="http://schemas.openxmlformats.org/officeDocument/2006/relationships" xmlns:p="http://schemas.openxmlformats.org/presentationml/2006/main">
  <p:tag name="NUM" val="15"/>
</p:tagLst>
</file>

<file path=ppt/tags/tag1073.xml><?xml version="1.0" encoding="utf-8"?>
<p:tagLst xmlns:a="http://schemas.openxmlformats.org/drawingml/2006/main" xmlns:r="http://schemas.openxmlformats.org/officeDocument/2006/relationships" xmlns:p="http://schemas.openxmlformats.org/presentationml/2006/main">
  <p:tag name="NUM" val="16"/>
</p:tagLst>
</file>

<file path=ppt/tags/tag1074.xml><?xml version="1.0" encoding="utf-8"?>
<p:tagLst xmlns:a="http://schemas.openxmlformats.org/drawingml/2006/main" xmlns:r="http://schemas.openxmlformats.org/officeDocument/2006/relationships" xmlns:p="http://schemas.openxmlformats.org/presentationml/2006/main">
  <p:tag name="NUM" val="17"/>
</p:tagLst>
</file>

<file path=ppt/tags/tag1075.xml><?xml version="1.0" encoding="utf-8"?>
<p:tagLst xmlns:a="http://schemas.openxmlformats.org/drawingml/2006/main" xmlns:r="http://schemas.openxmlformats.org/officeDocument/2006/relationships" xmlns:p="http://schemas.openxmlformats.org/presentationml/2006/main">
  <p:tag name="NUM" val="18"/>
</p:tagLst>
</file>

<file path=ppt/tags/tag1076.xml><?xml version="1.0" encoding="utf-8"?>
<p:tagLst xmlns:a="http://schemas.openxmlformats.org/drawingml/2006/main" xmlns:r="http://schemas.openxmlformats.org/officeDocument/2006/relationships" xmlns:p="http://schemas.openxmlformats.org/presentationml/2006/main">
  <p:tag name="NUM" val="19"/>
</p:tagLst>
</file>

<file path=ppt/tags/tag1077.xml><?xml version="1.0" encoding="utf-8"?>
<p:tagLst xmlns:a="http://schemas.openxmlformats.org/drawingml/2006/main" xmlns:r="http://schemas.openxmlformats.org/officeDocument/2006/relationships" xmlns:p="http://schemas.openxmlformats.org/presentationml/2006/main">
  <p:tag name="NUM" val="20"/>
</p:tagLst>
</file>

<file path=ppt/tags/tag1078.xml><?xml version="1.0" encoding="utf-8"?>
<p:tagLst xmlns:a="http://schemas.openxmlformats.org/drawingml/2006/main" xmlns:r="http://schemas.openxmlformats.org/officeDocument/2006/relationships" xmlns:p="http://schemas.openxmlformats.org/presentationml/2006/main">
  <p:tag name="NUM" val="21"/>
</p:tagLst>
</file>

<file path=ppt/tags/tag1079.xml><?xml version="1.0" encoding="utf-8"?>
<p:tagLst xmlns:a="http://schemas.openxmlformats.org/drawingml/2006/main" xmlns:r="http://schemas.openxmlformats.org/officeDocument/2006/relationships" xmlns:p="http://schemas.openxmlformats.org/presentationml/2006/main">
  <p:tag name="NUM" val="22"/>
</p:tagLst>
</file>

<file path=ppt/tags/tag1080.xml><?xml version="1.0" encoding="utf-8"?>
<p:tagLst xmlns:a="http://schemas.openxmlformats.org/drawingml/2006/main" xmlns:r="http://schemas.openxmlformats.org/officeDocument/2006/relationships" xmlns:p="http://schemas.openxmlformats.org/presentationml/2006/main">
  <p:tag name="NUM" val="23"/>
</p:tagLst>
</file>

<file path=ppt/tags/tag1081.xml><?xml version="1.0" encoding="utf-8"?>
<p:tagLst xmlns:a="http://schemas.openxmlformats.org/drawingml/2006/main" xmlns:r="http://schemas.openxmlformats.org/officeDocument/2006/relationships" xmlns:p="http://schemas.openxmlformats.org/presentationml/2006/main">
  <p:tag name="NUM" val="24"/>
</p:tagLst>
</file>

<file path=ppt/tags/tag1082.xml><?xml version="1.0" encoding="utf-8"?>
<p:tagLst xmlns:a="http://schemas.openxmlformats.org/drawingml/2006/main" xmlns:r="http://schemas.openxmlformats.org/officeDocument/2006/relationships" xmlns:p="http://schemas.openxmlformats.org/presentationml/2006/main">
  <p:tag name="NUM" val="25"/>
</p:tagLst>
</file>

<file path=ppt/tags/tag1083.xml><?xml version="1.0" encoding="utf-8"?>
<p:tagLst xmlns:a="http://schemas.openxmlformats.org/drawingml/2006/main" xmlns:r="http://schemas.openxmlformats.org/officeDocument/2006/relationships" xmlns:p="http://schemas.openxmlformats.org/presentationml/2006/main">
  <p:tag name="NUM" val="26"/>
</p:tagLst>
</file>

<file path=ppt/tags/tag1084.xml><?xml version="1.0" encoding="utf-8"?>
<p:tagLst xmlns:a="http://schemas.openxmlformats.org/drawingml/2006/main" xmlns:r="http://schemas.openxmlformats.org/officeDocument/2006/relationships" xmlns:p="http://schemas.openxmlformats.org/presentationml/2006/main">
  <p:tag name="NUM" val="27"/>
</p:tagLst>
</file>

<file path=ppt/tags/tag1085.xml><?xml version="1.0" encoding="utf-8"?>
<p:tagLst xmlns:a="http://schemas.openxmlformats.org/drawingml/2006/main" xmlns:r="http://schemas.openxmlformats.org/officeDocument/2006/relationships" xmlns:p="http://schemas.openxmlformats.org/presentationml/2006/main">
  <p:tag name="NUM" val="28"/>
</p:tagLst>
</file>

<file path=ppt/tags/tag1086.xml><?xml version="1.0" encoding="utf-8"?>
<p:tagLst xmlns:a="http://schemas.openxmlformats.org/drawingml/2006/main" xmlns:r="http://schemas.openxmlformats.org/officeDocument/2006/relationships" xmlns:p="http://schemas.openxmlformats.org/presentationml/2006/main">
  <p:tag name="NUM" val="29"/>
</p:tagLst>
</file>

<file path=ppt/tags/tag1087.xml><?xml version="1.0" encoding="utf-8"?>
<p:tagLst xmlns:a="http://schemas.openxmlformats.org/drawingml/2006/main" xmlns:r="http://schemas.openxmlformats.org/officeDocument/2006/relationships" xmlns:p="http://schemas.openxmlformats.org/presentationml/2006/main">
  <p:tag name="NUM" val="1"/>
</p:tagLst>
</file>

<file path=ppt/tags/tag1088.xml><?xml version="1.0" encoding="utf-8"?>
<p:tagLst xmlns:a="http://schemas.openxmlformats.org/drawingml/2006/main" xmlns:r="http://schemas.openxmlformats.org/officeDocument/2006/relationships" xmlns:p="http://schemas.openxmlformats.org/presentationml/2006/main">
  <p:tag name="NUM" val="2"/>
</p:tagLst>
</file>

<file path=ppt/tags/tag1089.xml><?xml version="1.0" encoding="utf-8"?>
<p:tagLst xmlns:a="http://schemas.openxmlformats.org/drawingml/2006/main" xmlns:r="http://schemas.openxmlformats.org/officeDocument/2006/relationships" xmlns:p="http://schemas.openxmlformats.org/presentationml/2006/main">
  <p:tag name="NUM" val="3"/>
</p:tagLst>
</file>

<file path=ppt/tags/tag1090.xml><?xml version="1.0" encoding="utf-8"?>
<p:tagLst xmlns:a="http://schemas.openxmlformats.org/drawingml/2006/main" xmlns:r="http://schemas.openxmlformats.org/officeDocument/2006/relationships" xmlns:p="http://schemas.openxmlformats.org/presentationml/2006/main">
  <p:tag name="NUM" val="4"/>
</p:tagLst>
</file>

<file path=ppt/tags/tag1091.xml><?xml version="1.0" encoding="utf-8"?>
<p:tagLst xmlns:a="http://schemas.openxmlformats.org/drawingml/2006/main" xmlns:r="http://schemas.openxmlformats.org/officeDocument/2006/relationships" xmlns:p="http://schemas.openxmlformats.org/presentationml/2006/main">
  <p:tag name="NUM" val="5"/>
</p:tagLst>
</file>

<file path=ppt/tags/tag1092.xml><?xml version="1.0" encoding="utf-8"?>
<p:tagLst xmlns:a="http://schemas.openxmlformats.org/drawingml/2006/main" xmlns:r="http://schemas.openxmlformats.org/officeDocument/2006/relationships" xmlns:p="http://schemas.openxmlformats.org/presentationml/2006/main">
  <p:tag name="NUM" val="6"/>
</p:tagLst>
</file>

<file path=ppt/tags/tag1093.xml><?xml version="1.0" encoding="utf-8"?>
<p:tagLst xmlns:a="http://schemas.openxmlformats.org/drawingml/2006/main" xmlns:r="http://schemas.openxmlformats.org/officeDocument/2006/relationships" xmlns:p="http://schemas.openxmlformats.org/presentationml/2006/main">
  <p:tag name="NUM" val="7"/>
</p:tagLst>
</file>

<file path=ppt/tags/tag1094.xml><?xml version="1.0" encoding="utf-8"?>
<p:tagLst xmlns:a="http://schemas.openxmlformats.org/drawingml/2006/main" xmlns:r="http://schemas.openxmlformats.org/officeDocument/2006/relationships" xmlns:p="http://schemas.openxmlformats.org/presentationml/2006/main">
  <p:tag name="NUM" val="8"/>
</p:tagLst>
</file>

<file path=ppt/tags/tag1095.xml><?xml version="1.0" encoding="utf-8"?>
<p:tagLst xmlns:a="http://schemas.openxmlformats.org/drawingml/2006/main" xmlns:r="http://schemas.openxmlformats.org/officeDocument/2006/relationships" xmlns:p="http://schemas.openxmlformats.org/presentationml/2006/main">
  <p:tag name="NUM" val="9"/>
</p:tagLst>
</file>

<file path=ppt/tags/tag1096.xml><?xml version="1.0" encoding="utf-8"?>
<p:tagLst xmlns:a="http://schemas.openxmlformats.org/drawingml/2006/main" xmlns:r="http://schemas.openxmlformats.org/officeDocument/2006/relationships" xmlns:p="http://schemas.openxmlformats.org/presentationml/2006/main">
  <p:tag name="NUM" val="10"/>
</p:tagLst>
</file>

<file path=ppt/tags/tag1097.xml><?xml version="1.0" encoding="utf-8"?>
<p:tagLst xmlns:a="http://schemas.openxmlformats.org/drawingml/2006/main" xmlns:r="http://schemas.openxmlformats.org/officeDocument/2006/relationships" xmlns:p="http://schemas.openxmlformats.org/presentationml/2006/main">
  <p:tag name="NUM" val="11"/>
</p:tagLst>
</file>

<file path=ppt/tags/tag1098.xml><?xml version="1.0" encoding="utf-8"?>
<p:tagLst xmlns:a="http://schemas.openxmlformats.org/drawingml/2006/main" xmlns:r="http://schemas.openxmlformats.org/officeDocument/2006/relationships" xmlns:p="http://schemas.openxmlformats.org/presentationml/2006/main">
  <p:tag name="NUM" val="24"/>
</p:tagLst>
</file>

<file path=ppt/tags/tag1099.xml><?xml version="1.0" encoding="utf-8"?>
<p:tagLst xmlns:a="http://schemas.openxmlformats.org/drawingml/2006/main" xmlns:r="http://schemas.openxmlformats.org/officeDocument/2006/relationships" xmlns:p="http://schemas.openxmlformats.org/presentationml/2006/main">
  <p:tag name="NUM" val="25"/>
</p:tagLst>
</file>

<file path=ppt/tags/tag1100.xml><?xml version="1.0" encoding="utf-8"?>
<p:tagLst xmlns:a="http://schemas.openxmlformats.org/drawingml/2006/main" xmlns:r="http://schemas.openxmlformats.org/officeDocument/2006/relationships" xmlns:p="http://schemas.openxmlformats.org/presentationml/2006/main">
  <p:tag name="NUM" val="8"/>
</p:tagLst>
</file>

<file path=ppt/tags/tag1101.xml><?xml version="1.0" encoding="utf-8"?>
<p:tagLst xmlns:a="http://schemas.openxmlformats.org/drawingml/2006/main" xmlns:r="http://schemas.openxmlformats.org/officeDocument/2006/relationships" xmlns:p="http://schemas.openxmlformats.org/presentationml/2006/main">
  <p:tag name="NUM" val="9"/>
</p:tagLst>
</file>

<file path=ppt/tags/tag1102.xml><?xml version="1.0" encoding="utf-8"?>
<p:tagLst xmlns:a="http://schemas.openxmlformats.org/drawingml/2006/main" xmlns:r="http://schemas.openxmlformats.org/officeDocument/2006/relationships" xmlns:p="http://schemas.openxmlformats.org/presentationml/2006/main">
  <p:tag name="NUM" val="10"/>
</p:tagLst>
</file>

<file path=ppt/tags/tag1103.xml><?xml version="1.0" encoding="utf-8"?>
<p:tagLst xmlns:a="http://schemas.openxmlformats.org/drawingml/2006/main" xmlns:r="http://schemas.openxmlformats.org/officeDocument/2006/relationships" xmlns:p="http://schemas.openxmlformats.org/presentationml/2006/main">
  <p:tag name="NUM" val="11"/>
</p:tagLst>
</file>

<file path=ppt/tags/tag1104.xml><?xml version="1.0" encoding="utf-8"?>
<p:tagLst xmlns:a="http://schemas.openxmlformats.org/drawingml/2006/main" xmlns:r="http://schemas.openxmlformats.org/officeDocument/2006/relationships" xmlns:p="http://schemas.openxmlformats.org/presentationml/2006/main">
  <p:tag name="NUM" val="8"/>
</p:tagLst>
</file>

<file path=ppt/tags/tag1105.xml><?xml version="1.0" encoding="utf-8"?>
<p:tagLst xmlns:a="http://schemas.openxmlformats.org/drawingml/2006/main" xmlns:r="http://schemas.openxmlformats.org/officeDocument/2006/relationships" xmlns:p="http://schemas.openxmlformats.org/presentationml/2006/main">
  <p:tag name="NUM" val="9"/>
</p:tagLst>
</file>

<file path=ppt/tags/tag1106.xml><?xml version="1.0" encoding="utf-8"?>
<p:tagLst xmlns:a="http://schemas.openxmlformats.org/drawingml/2006/main" xmlns:r="http://schemas.openxmlformats.org/officeDocument/2006/relationships" xmlns:p="http://schemas.openxmlformats.org/presentationml/2006/main">
  <p:tag name="NUM" val="10"/>
</p:tagLst>
</file>

<file path=ppt/tags/tag1107.xml><?xml version="1.0" encoding="utf-8"?>
<p:tagLst xmlns:a="http://schemas.openxmlformats.org/drawingml/2006/main" xmlns:r="http://schemas.openxmlformats.org/officeDocument/2006/relationships" xmlns:p="http://schemas.openxmlformats.org/presentationml/2006/main">
  <p:tag name="NUM" val="11"/>
</p:tagLst>
</file>

<file path=ppt/tags/tag1108.xml><?xml version="1.0" encoding="utf-8"?>
<p:tagLst xmlns:a="http://schemas.openxmlformats.org/drawingml/2006/main" xmlns:r="http://schemas.openxmlformats.org/officeDocument/2006/relationships" xmlns:p="http://schemas.openxmlformats.org/presentationml/2006/main">
  <p:tag name="NUM" val="8"/>
</p:tagLst>
</file>

<file path=ppt/tags/tag1109.xml><?xml version="1.0" encoding="utf-8"?>
<p:tagLst xmlns:a="http://schemas.openxmlformats.org/drawingml/2006/main" xmlns:r="http://schemas.openxmlformats.org/officeDocument/2006/relationships" xmlns:p="http://schemas.openxmlformats.org/presentationml/2006/main">
  <p:tag name="NUM" val="9"/>
</p:tagLst>
</file>

<file path=ppt/tags/tag1110.xml><?xml version="1.0" encoding="utf-8"?>
<p:tagLst xmlns:a="http://schemas.openxmlformats.org/drawingml/2006/main" xmlns:r="http://schemas.openxmlformats.org/officeDocument/2006/relationships" xmlns:p="http://schemas.openxmlformats.org/presentationml/2006/main">
  <p:tag name="NUM" val="10"/>
</p:tagLst>
</file>

<file path=ppt/tags/tag1111.xml><?xml version="1.0" encoding="utf-8"?>
<p:tagLst xmlns:a="http://schemas.openxmlformats.org/drawingml/2006/main" xmlns:r="http://schemas.openxmlformats.org/officeDocument/2006/relationships" xmlns:p="http://schemas.openxmlformats.org/presentationml/2006/main">
  <p:tag name="NUM" val="11"/>
</p:tagLst>
</file>

<file path=ppt/tags/tag1112.xml><?xml version="1.0" encoding="utf-8"?>
<p:tagLst xmlns:a="http://schemas.openxmlformats.org/drawingml/2006/main" xmlns:r="http://schemas.openxmlformats.org/officeDocument/2006/relationships" xmlns:p="http://schemas.openxmlformats.org/presentationml/2006/main">
  <p:tag name="NUM" val="1"/>
</p:tagLst>
</file>

<file path=ppt/tags/tag1113.xml><?xml version="1.0" encoding="utf-8"?>
<p:tagLst xmlns:a="http://schemas.openxmlformats.org/drawingml/2006/main" xmlns:r="http://schemas.openxmlformats.org/officeDocument/2006/relationships" xmlns:p="http://schemas.openxmlformats.org/presentationml/2006/main">
  <p:tag name="NUM" val="2"/>
</p:tagLst>
</file>

<file path=ppt/tags/tag1114.xml><?xml version="1.0" encoding="utf-8"?>
<p:tagLst xmlns:a="http://schemas.openxmlformats.org/drawingml/2006/main" xmlns:r="http://schemas.openxmlformats.org/officeDocument/2006/relationships" xmlns:p="http://schemas.openxmlformats.org/presentationml/2006/main">
  <p:tag name="NUM" val="3"/>
</p:tagLst>
</file>

<file path=ppt/tags/tag1115.xml><?xml version="1.0" encoding="utf-8"?>
<p:tagLst xmlns:a="http://schemas.openxmlformats.org/drawingml/2006/main" xmlns:r="http://schemas.openxmlformats.org/officeDocument/2006/relationships" xmlns:p="http://schemas.openxmlformats.org/presentationml/2006/main">
  <p:tag name="NUM" val="4"/>
</p:tagLst>
</file>

<file path=ppt/tags/tag1116.xml><?xml version="1.0" encoding="utf-8"?>
<p:tagLst xmlns:a="http://schemas.openxmlformats.org/drawingml/2006/main" xmlns:r="http://schemas.openxmlformats.org/officeDocument/2006/relationships" xmlns:p="http://schemas.openxmlformats.org/presentationml/2006/main">
  <p:tag name="NUM" val="5"/>
</p:tagLst>
</file>

<file path=ppt/tags/tag1117.xml><?xml version="1.0" encoding="utf-8"?>
<p:tagLst xmlns:a="http://schemas.openxmlformats.org/drawingml/2006/main" xmlns:r="http://schemas.openxmlformats.org/officeDocument/2006/relationships" xmlns:p="http://schemas.openxmlformats.org/presentationml/2006/main">
  <p:tag name="NUM" val="6"/>
</p:tagLst>
</file>

<file path=ppt/tags/tag1118.xml><?xml version="1.0" encoding="utf-8"?>
<p:tagLst xmlns:a="http://schemas.openxmlformats.org/drawingml/2006/main" xmlns:r="http://schemas.openxmlformats.org/officeDocument/2006/relationships" xmlns:p="http://schemas.openxmlformats.org/presentationml/2006/main">
  <p:tag name="NUM" val="7"/>
</p:tagLst>
</file>

<file path=ppt/tags/tag1119.xml><?xml version="1.0" encoding="utf-8"?>
<p:tagLst xmlns:a="http://schemas.openxmlformats.org/drawingml/2006/main" xmlns:r="http://schemas.openxmlformats.org/officeDocument/2006/relationships" xmlns:p="http://schemas.openxmlformats.org/presentationml/2006/main">
  <p:tag name="NUM" val="8"/>
</p:tagLst>
</file>

<file path=ppt/tags/tag1120.xml><?xml version="1.0" encoding="utf-8"?>
<p:tagLst xmlns:a="http://schemas.openxmlformats.org/drawingml/2006/main" xmlns:r="http://schemas.openxmlformats.org/officeDocument/2006/relationships" xmlns:p="http://schemas.openxmlformats.org/presentationml/2006/main">
  <p:tag name="NUM" val="9"/>
</p:tagLst>
</file>

<file path=ppt/tags/tag1121.xml><?xml version="1.0" encoding="utf-8"?>
<p:tagLst xmlns:a="http://schemas.openxmlformats.org/drawingml/2006/main" xmlns:r="http://schemas.openxmlformats.org/officeDocument/2006/relationships" xmlns:p="http://schemas.openxmlformats.org/presentationml/2006/main">
  <p:tag name="NUM" val="10"/>
</p:tagLst>
</file>

<file path=ppt/tags/tag1122.xml><?xml version="1.0" encoding="utf-8"?>
<p:tagLst xmlns:a="http://schemas.openxmlformats.org/drawingml/2006/main" xmlns:r="http://schemas.openxmlformats.org/officeDocument/2006/relationships" xmlns:p="http://schemas.openxmlformats.org/presentationml/2006/main">
  <p:tag name="NUM" val="11"/>
</p:tagLst>
</file>

<file path=ppt/tags/tag1123.xml><?xml version="1.0" encoding="utf-8"?>
<p:tagLst xmlns:a="http://schemas.openxmlformats.org/drawingml/2006/main" xmlns:r="http://schemas.openxmlformats.org/officeDocument/2006/relationships" xmlns:p="http://schemas.openxmlformats.org/presentationml/2006/main">
  <p:tag name="NUM" val="12"/>
</p:tagLst>
</file>

<file path=ppt/tags/tag1124.xml><?xml version="1.0" encoding="utf-8"?>
<p:tagLst xmlns:a="http://schemas.openxmlformats.org/drawingml/2006/main" xmlns:r="http://schemas.openxmlformats.org/officeDocument/2006/relationships" xmlns:p="http://schemas.openxmlformats.org/presentationml/2006/main">
  <p:tag name="NUM" val="13"/>
</p:tagLst>
</file>

<file path=ppt/tags/tag1125.xml><?xml version="1.0" encoding="utf-8"?>
<p:tagLst xmlns:a="http://schemas.openxmlformats.org/drawingml/2006/main" xmlns:r="http://schemas.openxmlformats.org/officeDocument/2006/relationships" xmlns:p="http://schemas.openxmlformats.org/presentationml/2006/main">
  <p:tag name="NUM" val="14"/>
</p:tagLst>
</file>

<file path=ppt/tags/tag1126.xml><?xml version="1.0" encoding="utf-8"?>
<p:tagLst xmlns:a="http://schemas.openxmlformats.org/drawingml/2006/main" xmlns:r="http://schemas.openxmlformats.org/officeDocument/2006/relationships" xmlns:p="http://schemas.openxmlformats.org/presentationml/2006/main">
  <p:tag name="NUM" val="15"/>
</p:tagLst>
</file>

<file path=ppt/tags/tag1127.xml><?xml version="1.0" encoding="utf-8"?>
<p:tagLst xmlns:a="http://schemas.openxmlformats.org/drawingml/2006/main" xmlns:r="http://schemas.openxmlformats.org/officeDocument/2006/relationships" xmlns:p="http://schemas.openxmlformats.org/presentationml/2006/main">
  <p:tag name="NUM" val="16"/>
</p:tagLst>
</file>

<file path=ppt/tags/tag1128.xml><?xml version="1.0" encoding="utf-8"?>
<p:tagLst xmlns:a="http://schemas.openxmlformats.org/drawingml/2006/main" xmlns:r="http://schemas.openxmlformats.org/officeDocument/2006/relationships" xmlns:p="http://schemas.openxmlformats.org/presentationml/2006/main">
  <p:tag name="NUM" val="17"/>
</p:tagLst>
</file>

<file path=ppt/tags/tag1129.xml><?xml version="1.0" encoding="utf-8"?>
<p:tagLst xmlns:a="http://schemas.openxmlformats.org/drawingml/2006/main" xmlns:r="http://schemas.openxmlformats.org/officeDocument/2006/relationships" xmlns:p="http://schemas.openxmlformats.org/presentationml/2006/main">
  <p:tag name="NUM" val="18"/>
</p:tagLst>
</file>

<file path=ppt/tags/tag1130.xml><?xml version="1.0" encoding="utf-8"?>
<p:tagLst xmlns:a="http://schemas.openxmlformats.org/drawingml/2006/main" xmlns:r="http://schemas.openxmlformats.org/officeDocument/2006/relationships" xmlns:p="http://schemas.openxmlformats.org/presentationml/2006/main">
  <p:tag name="NUM" val="19"/>
</p:tagLst>
</file>

<file path=ppt/tags/tag1131.xml><?xml version="1.0" encoding="utf-8"?>
<p:tagLst xmlns:a="http://schemas.openxmlformats.org/drawingml/2006/main" xmlns:r="http://schemas.openxmlformats.org/officeDocument/2006/relationships" xmlns:p="http://schemas.openxmlformats.org/presentationml/2006/main">
  <p:tag name="NUM" val="20"/>
</p:tagLst>
</file>

<file path=ppt/tags/tag1132.xml><?xml version="1.0" encoding="utf-8"?>
<p:tagLst xmlns:a="http://schemas.openxmlformats.org/drawingml/2006/main" xmlns:r="http://schemas.openxmlformats.org/officeDocument/2006/relationships" xmlns:p="http://schemas.openxmlformats.org/presentationml/2006/main">
  <p:tag name="NUM" val="21"/>
</p:tagLst>
</file>

<file path=ppt/tags/tag1133.xml><?xml version="1.0" encoding="utf-8"?>
<p:tagLst xmlns:a="http://schemas.openxmlformats.org/drawingml/2006/main" xmlns:r="http://schemas.openxmlformats.org/officeDocument/2006/relationships" xmlns:p="http://schemas.openxmlformats.org/presentationml/2006/main">
  <p:tag name="NUM" val="22"/>
</p:tagLst>
</file>

<file path=ppt/tags/tag1134.xml><?xml version="1.0" encoding="utf-8"?>
<p:tagLst xmlns:a="http://schemas.openxmlformats.org/drawingml/2006/main" xmlns:r="http://schemas.openxmlformats.org/officeDocument/2006/relationships" xmlns:p="http://schemas.openxmlformats.org/presentationml/2006/main">
  <p:tag name="NUM" val="23"/>
</p:tagLst>
</file>

<file path=ppt/tags/tag1135.xml><?xml version="1.0" encoding="utf-8"?>
<p:tagLst xmlns:a="http://schemas.openxmlformats.org/drawingml/2006/main" xmlns:r="http://schemas.openxmlformats.org/officeDocument/2006/relationships" xmlns:p="http://schemas.openxmlformats.org/presentationml/2006/main">
  <p:tag name="NUM" val="1"/>
</p:tagLst>
</file>

<file path=ppt/tags/tag1136.xml><?xml version="1.0" encoding="utf-8"?>
<p:tagLst xmlns:a="http://schemas.openxmlformats.org/drawingml/2006/main" xmlns:r="http://schemas.openxmlformats.org/officeDocument/2006/relationships" xmlns:p="http://schemas.openxmlformats.org/presentationml/2006/main">
  <p:tag name="NUM" val="2"/>
</p:tagLst>
</file>

<file path=ppt/tags/tag1137.xml><?xml version="1.0" encoding="utf-8"?>
<p:tagLst xmlns:a="http://schemas.openxmlformats.org/drawingml/2006/main" xmlns:r="http://schemas.openxmlformats.org/officeDocument/2006/relationships" xmlns:p="http://schemas.openxmlformats.org/presentationml/2006/main">
  <p:tag name="NUM" val="3"/>
</p:tagLst>
</file>

<file path=ppt/tags/tag1138.xml><?xml version="1.0" encoding="utf-8"?>
<p:tagLst xmlns:a="http://schemas.openxmlformats.org/drawingml/2006/main" xmlns:r="http://schemas.openxmlformats.org/officeDocument/2006/relationships" xmlns:p="http://schemas.openxmlformats.org/presentationml/2006/main">
  <p:tag name="NUM" val="4"/>
</p:tagLst>
</file>

<file path=ppt/tags/tag1139.xml><?xml version="1.0" encoding="utf-8"?>
<p:tagLst xmlns:a="http://schemas.openxmlformats.org/drawingml/2006/main" xmlns:r="http://schemas.openxmlformats.org/officeDocument/2006/relationships" xmlns:p="http://schemas.openxmlformats.org/presentationml/2006/main">
  <p:tag name="NUM" val="5"/>
</p:tagLst>
</file>

<file path=ppt/tags/tag1140.xml><?xml version="1.0" encoding="utf-8"?>
<p:tagLst xmlns:a="http://schemas.openxmlformats.org/drawingml/2006/main" xmlns:r="http://schemas.openxmlformats.org/officeDocument/2006/relationships" xmlns:p="http://schemas.openxmlformats.org/presentationml/2006/main">
  <p:tag name="NUM" val="6"/>
</p:tagLst>
</file>

<file path=ppt/tags/tag1141.xml><?xml version="1.0" encoding="utf-8"?>
<p:tagLst xmlns:a="http://schemas.openxmlformats.org/drawingml/2006/main" xmlns:r="http://schemas.openxmlformats.org/officeDocument/2006/relationships" xmlns:p="http://schemas.openxmlformats.org/presentationml/2006/main">
  <p:tag name="NUM" val="7"/>
</p:tagLst>
</file>

<file path=ppt/tags/tag1142.xml><?xml version="1.0" encoding="utf-8"?>
<p:tagLst xmlns:a="http://schemas.openxmlformats.org/drawingml/2006/main" xmlns:r="http://schemas.openxmlformats.org/officeDocument/2006/relationships" xmlns:p="http://schemas.openxmlformats.org/presentationml/2006/main">
  <p:tag name="NUM" val="8"/>
</p:tagLst>
</file>

<file path=ppt/tags/tag1143.xml><?xml version="1.0" encoding="utf-8"?>
<p:tagLst xmlns:a="http://schemas.openxmlformats.org/drawingml/2006/main" xmlns:r="http://schemas.openxmlformats.org/officeDocument/2006/relationships" xmlns:p="http://schemas.openxmlformats.org/presentationml/2006/main">
  <p:tag name="NUM" val="9"/>
</p:tagLst>
</file>

<file path=ppt/tags/tag1144.xml><?xml version="1.0" encoding="utf-8"?>
<p:tagLst xmlns:a="http://schemas.openxmlformats.org/drawingml/2006/main" xmlns:r="http://schemas.openxmlformats.org/officeDocument/2006/relationships" xmlns:p="http://schemas.openxmlformats.org/presentationml/2006/main">
  <p:tag name="NUM" val="10"/>
</p:tagLst>
</file>

<file path=ppt/tags/tag1145.xml><?xml version="1.0" encoding="utf-8"?>
<p:tagLst xmlns:a="http://schemas.openxmlformats.org/drawingml/2006/main" xmlns:r="http://schemas.openxmlformats.org/officeDocument/2006/relationships" xmlns:p="http://schemas.openxmlformats.org/presentationml/2006/main">
  <p:tag name="NUM" val="11"/>
</p:tagLst>
</file>

<file path=ppt/tags/tag1146.xml><?xml version="1.0" encoding="utf-8"?>
<p:tagLst xmlns:a="http://schemas.openxmlformats.org/drawingml/2006/main" xmlns:r="http://schemas.openxmlformats.org/officeDocument/2006/relationships" xmlns:p="http://schemas.openxmlformats.org/presentationml/2006/main">
  <p:tag name="NUM" val="12"/>
</p:tagLst>
</file>

<file path=ppt/tags/tag1147.xml><?xml version="1.0" encoding="utf-8"?>
<p:tagLst xmlns:a="http://schemas.openxmlformats.org/drawingml/2006/main" xmlns:r="http://schemas.openxmlformats.org/officeDocument/2006/relationships" xmlns:p="http://schemas.openxmlformats.org/presentationml/2006/main">
  <p:tag name="NUM" val="13"/>
</p:tagLst>
</file>

<file path=ppt/tags/tag1148.xml><?xml version="1.0" encoding="utf-8"?>
<p:tagLst xmlns:a="http://schemas.openxmlformats.org/drawingml/2006/main" xmlns:r="http://schemas.openxmlformats.org/officeDocument/2006/relationships" xmlns:p="http://schemas.openxmlformats.org/presentationml/2006/main">
  <p:tag name="NUM" val="14"/>
</p:tagLst>
</file>

<file path=ppt/tags/tag1149.xml><?xml version="1.0" encoding="utf-8"?>
<p:tagLst xmlns:a="http://schemas.openxmlformats.org/drawingml/2006/main" xmlns:r="http://schemas.openxmlformats.org/officeDocument/2006/relationships" xmlns:p="http://schemas.openxmlformats.org/presentationml/2006/main">
  <p:tag name="NUM" val="15"/>
</p:tagLst>
</file>

<file path=ppt/tags/tag1150.xml><?xml version="1.0" encoding="utf-8"?>
<p:tagLst xmlns:a="http://schemas.openxmlformats.org/drawingml/2006/main" xmlns:r="http://schemas.openxmlformats.org/officeDocument/2006/relationships" xmlns:p="http://schemas.openxmlformats.org/presentationml/2006/main">
  <p:tag name="NUM" val="16"/>
</p:tagLst>
</file>

<file path=ppt/tags/tag1151.xml><?xml version="1.0" encoding="utf-8"?>
<p:tagLst xmlns:a="http://schemas.openxmlformats.org/drawingml/2006/main" xmlns:r="http://schemas.openxmlformats.org/officeDocument/2006/relationships" xmlns:p="http://schemas.openxmlformats.org/presentationml/2006/main">
  <p:tag name="NUM" val="17"/>
</p:tagLst>
</file>

<file path=ppt/tags/tag1152.xml><?xml version="1.0" encoding="utf-8"?>
<p:tagLst xmlns:a="http://schemas.openxmlformats.org/drawingml/2006/main" xmlns:r="http://schemas.openxmlformats.org/officeDocument/2006/relationships" xmlns:p="http://schemas.openxmlformats.org/presentationml/2006/main">
  <p:tag name="NUM" val="18"/>
</p:tagLst>
</file>

<file path=ppt/tags/tag1153.xml><?xml version="1.0" encoding="utf-8"?>
<p:tagLst xmlns:a="http://schemas.openxmlformats.org/drawingml/2006/main" xmlns:r="http://schemas.openxmlformats.org/officeDocument/2006/relationships" xmlns:p="http://schemas.openxmlformats.org/presentationml/2006/main">
  <p:tag name="NUM" val="19"/>
</p:tagLst>
</file>

<file path=ppt/tags/tag1154.xml><?xml version="1.0" encoding="utf-8"?>
<p:tagLst xmlns:a="http://schemas.openxmlformats.org/drawingml/2006/main" xmlns:r="http://schemas.openxmlformats.org/officeDocument/2006/relationships" xmlns:p="http://schemas.openxmlformats.org/presentationml/2006/main">
  <p:tag name="NUM" val="20"/>
</p:tagLst>
</file>

<file path=ppt/tags/tag1155.xml><?xml version="1.0" encoding="utf-8"?>
<p:tagLst xmlns:a="http://schemas.openxmlformats.org/drawingml/2006/main" xmlns:r="http://schemas.openxmlformats.org/officeDocument/2006/relationships" xmlns:p="http://schemas.openxmlformats.org/presentationml/2006/main">
  <p:tag name="NUM" val="21"/>
</p:tagLst>
</file>

<file path=ppt/tags/tag1156.xml><?xml version="1.0" encoding="utf-8"?>
<p:tagLst xmlns:a="http://schemas.openxmlformats.org/drawingml/2006/main" xmlns:r="http://schemas.openxmlformats.org/officeDocument/2006/relationships" xmlns:p="http://schemas.openxmlformats.org/presentationml/2006/main">
  <p:tag name="NUM" val="22"/>
</p:tagLst>
</file>

<file path=ppt/tags/tag1157.xml><?xml version="1.0" encoding="utf-8"?>
<p:tagLst xmlns:a="http://schemas.openxmlformats.org/drawingml/2006/main" xmlns:r="http://schemas.openxmlformats.org/officeDocument/2006/relationships" xmlns:p="http://schemas.openxmlformats.org/presentationml/2006/main">
  <p:tag name="NUM" val="23"/>
</p:tagLst>
</file>

<file path=ppt/tags/tag1158.xml><?xml version="1.0" encoding="utf-8"?>
<p:tagLst xmlns:a="http://schemas.openxmlformats.org/drawingml/2006/main" xmlns:r="http://schemas.openxmlformats.org/officeDocument/2006/relationships" xmlns:p="http://schemas.openxmlformats.org/presentationml/2006/main">
  <p:tag name="NUM" val="24"/>
</p:tagLst>
</file>

<file path=ppt/tags/tag1159.xml><?xml version="1.0" encoding="utf-8"?>
<p:tagLst xmlns:a="http://schemas.openxmlformats.org/drawingml/2006/main" xmlns:r="http://schemas.openxmlformats.org/officeDocument/2006/relationships" xmlns:p="http://schemas.openxmlformats.org/presentationml/2006/main">
  <p:tag name="NUM" val="25"/>
</p:tagLst>
</file>

<file path=ppt/tags/tag1160.xml><?xml version="1.0" encoding="utf-8"?>
<p:tagLst xmlns:a="http://schemas.openxmlformats.org/drawingml/2006/main" xmlns:r="http://schemas.openxmlformats.org/officeDocument/2006/relationships" xmlns:p="http://schemas.openxmlformats.org/presentationml/2006/main">
  <p:tag name="NUM" val="26"/>
</p:tagLst>
</file>

<file path=ppt/tags/tag1161.xml><?xml version="1.0" encoding="utf-8"?>
<p:tagLst xmlns:a="http://schemas.openxmlformats.org/drawingml/2006/main" xmlns:r="http://schemas.openxmlformats.org/officeDocument/2006/relationships" xmlns:p="http://schemas.openxmlformats.org/presentationml/2006/main">
  <p:tag name="NUM" val="27"/>
</p:tagLst>
</file>

<file path=ppt/tags/tag1162.xml><?xml version="1.0" encoding="utf-8"?>
<p:tagLst xmlns:a="http://schemas.openxmlformats.org/drawingml/2006/main" xmlns:r="http://schemas.openxmlformats.org/officeDocument/2006/relationships" xmlns:p="http://schemas.openxmlformats.org/presentationml/2006/main">
  <p:tag name="NUM" val="28"/>
</p:tagLst>
</file>

<file path=ppt/tags/tag1163.xml><?xml version="1.0" encoding="utf-8"?>
<p:tagLst xmlns:a="http://schemas.openxmlformats.org/drawingml/2006/main" xmlns:r="http://schemas.openxmlformats.org/officeDocument/2006/relationships" xmlns:p="http://schemas.openxmlformats.org/presentationml/2006/main">
  <p:tag name="NUM" val="29"/>
</p:tagLst>
</file>

<file path=ppt/tags/tag1164.xml><?xml version="1.0" encoding="utf-8"?>
<p:tagLst xmlns:a="http://schemas.openxmlformats.org/drawingml/2006/main" xmlns:r="http://schemas.openxmlformats.org/officeDocument/2006/relationships" xmlns:p="http://schemas.openxmlformats.org/presentationml/2006/main">
  <p:tag name="NUM" val="30"/>
</p:tagLst>
</file>

<file path=ppt/tags/tag1165.xml><?xml version="1.0" encoding="utf-8"?>
<p:tagLst xmlns:a="http://schemas.openxmlformats.org/drawingml/2006/main" xmlns:r="http://schemas.openxmlformats.org/officeDocument/2006/relationships" xmlns:p="http://schemas.openxmlformats.org/presentationml/2006/main">
  <p:tag name="NUM" val="31"/>
</p:tagLst>
</file>

<file path=ppt/tags/tag1166.xml><?xml version="1.0" encoding="utf-8"?>
<p:tagLst xmlns:a="http://schemas.openxmlformats.org/drawingml/2006/main" xmlns:r="http://schemas.openxmlformats.org/officeDocument/2006/relationships" xmlns:p="http://schemas.openxmlformats.org/presentationml/2006/main">
  <p:tag name="NUM" val="32"/>
</p:tagLst>
</file>

<file path=ppt/tags/tag1167.xml><?xml version="1.0" encoding="utf-8"?>
<p:tagLst xmlns:a="http://schemas.openxmlformats.org/drawingml/2006/main" xmlns:r="http://schemas.openxmlformats.org/officeDocument/2006/relationships" xmlns:p="http://schemas.openxmlformats.org/presentationml/2006/main">
  <p:tag name="NUM" val="33"/>
</p:tagLst>
</file>

<file path=ppt/tags/tag1168.xml><?xml version="1.0" encoding="utf-8"?>
<p:tagLst xmlns:a="http://schemas.openxmlformats.org/drawingml/2006/main" xmlns:r="http://schemas.openxmlformats.org/officeDocument/2006/relationships" xmlns:p="http://schemas.openxmlformats.org/presentationml/2006/main">
  <p:tag name="NUM" val="1"/>
</p:tagLst>
</file>

<file path=ppt/tags/tag1169.xml><?xml version="1.0" encoding="utf-8"?>
<p:tagLst xmlns:a="http://schemas.openxmlformats.org/drawingml/2006/main" xmlns:r="http://schemas.openxmlformats.org/officeDocument/2006/relationships" xmlns:p="http://schemas.openxmlformats.org/presentationml/2006/main">
  <p:tag name="NUM" val="2"/>
</p:tagLst>
</file>

<file path=ppt/tags/tag1170.xml><?xml version="1.0" encoding="utf-8"?>
<p:tagLst xmlns:a="http://schemas.openxmlformats.org/drawingml/2006/main" xmlns:r="http://schemas.openxmlformats.org/officeDocument/2006/relationships" xmlns:p="http://schemas.openxmlformats.org/presentationml/2006/main">
  <p:tag name="NUM" val="3"/>
</p:tagLst>
</file>

<file path=ppt/tags/tag1171.xml><?xml version="1.0" encoding="utf-8"?>
<p:tagLst xmlns:a="http://schemas.openxmlformats.org/drawingml/2006/main" xmlns:r="http://schemas.openxmlformats.org/officeDocument/2006/relationships" xmlns:p="http://schemas.openxmlformats.org/presentationml/2006/main">
  <p:tag name="NUM" val="4"/>
</p:tagLst>
</file>

<file path=ppt/tags/tag1172.xml><?xml version="1.0" encoding="utf-8"?>
<p:tagLst xmlns:a="http://schemas.openxmlformats.org/drawingml/2006/main" xmlns:r="http://schemas.openxmlformats.org/officeDocument/2006/relationships" xmlns:p="http://schemas.openxmlformats.org/presentationml/2006/main">
  <p:tag name="NUM" val="5"/>
</p:tagLst>
</file>

<file path=ppt/tags/tag1173.xml><?xml version="1.0" encoding="utf-8"?>
<p:tagLst xmlns:a="http://schemas.openxmlformats.org/drawingml/2006/main" xmlns:r="http://schemas.openxmlformats.org/officeDocument/2006/relationships" xmlns:p="http://schemas.openxmlformats.org/presentationml/2006/main">
  <p:tag name="NUM" val="6"/>
</p:tagLst>
</file>

<file path=ppt/tags/tag1174.xml><?xml version="1.0" encoding="utf-8"?>
<p:tagLst xmlns:a="http://schemas.openxmlformats.org/drawingml/2006/main" xmlns:r="http://schemas.openxmlformats.org/officeDocument/2006/relationships" xmlns:p="http://schemas.openxmlformats.org/presentationml/2006/main">
  <p:tag name="NUM" val="7"/>
</p:tagLst>
</file>

<file path=ppt/tags/tag1175.xml><?xml version="1.0" encoding="utf-8"?>
<p:tagLst xmlns:a="http://schemas.openxmlformats.org/drawingml/2006/main" xmlns:r="http://schemas.openxmlformats.org/officeDocument/2006/relationships" xmlns:p="http://schemas.openxmlformats.org/presentationml/2006/main">
  <p:tag name="NUM" val="8"/>
</p:tagLst>
</file>

<file path=ppt/tags/tag1176.xml><?xml version="1.0" encoding="utf-8"?>
<p:tagLst xmlns:a="http://schemas.openxmlformats.org/drawingml/2006/main" xmlns:r="http://schemas.openxmlformats.org/officeDocument/2006/relationships" xmlns:p="http://schemas.openxmlformats.org/presentationml/2006/main">
  <p:tag name="NUM" val="9"/>
</p:tagLst>
</file>

<file path=ppt/tags/tag1177.xml><?xml version="1.0" encoding="utf-8"?>
<p:tagLst xmlns:a="http://schemas.openxmlformats.org/drawingml/2006/main" xmlns:r="http://schemas.openxmlformats.org/officeDocument/2006/relationships" xmlns:p="http://schemas.openxmlformats.org/presentationml/2006/main">
  <p:tag name="NUM" val="10"/>
</p:tagLst>
</file>

<file path=ppt/tags/tag1178.xml><?xml version="1.0" encoding="utf-8"?>
<p:tagLst xmlns:a="http://schemas.openxmlformats.org/drawingml/2006/main" xmlns:r="http://schemas.openxmlformats.org/officeDocument/2006/relationships" xmlns:p="http://schemas.openxmlformats.org/presentationml/2006/main">
  <p:tag name="NUM" val="11"/>
</p:tagLst>
</file>

<file path=ppt/tags/tag1179.xml><?xml version="1.0" encoding="utf-8"?>
<p:tagLst xmlns:a="http://schemas.openxmlformats.org/drawingml/2006/main" xmlns:r="http://schemas.openxmlformats.org/officeDocument/2006/relationships" xmlns:p="http://schemas.openxmlformats.org/presentationml/2006/main">
  <p:tag name="NUM" val="12"/>
</p:tagLst>
</file>

<file path=ppt/tags/tag1180.xml><?xml version="1.0" encoding="utf-8"?>
<p:tagLst xmlns:a="http://schemas.openxmlformats.org/drawingml/2006/main" xmlns:r="http://schemas.openxmlformats.org/officeDocument/2006/relationships" xmlns:p="http://schemas.openxmlformats.org/presentationml/2006/main">
  <p:tag name="NUM" val="13"/>
</p:tagLst>
</file>

<file path=ppt/tags/tag1181.xml><?xml version="1.0" encoding="utf-8"?>
<p:tagLst xmlns:a="http://schemas.openxmlformats.org/drawingml/2006/main" xmlns:r="http://schemas.openxmlformats.org/officeDocument/2006/relationships" xmlns:p="http://schemas.openxmlformats.org/presentationml/2006/main">
  <p:tag name="NUM" val="14"/>
</p:tagLst>
</file>

<file path=ppt/tags/tag1182.xml><?xml version="1.0" encoding="utf-8"?>
<p:tagLst xmlns:a="http://schemas.openxmlformats.org/drawingml/2006/main" xmlns:r="http://schemas.openxmlformats.org/officeDocument/2006/relationships" xmlns:p="http://schemas.openxmlformats.org/presentationml/2006/main">
  <p:tag name="NUM" val="15"/>
</p:tagLst>
</file>

<file path=ppt/tags/tag1183.xml><?xml version="1.0" encoding="utf-8"?>
<p:tagLst xmlns:a="http://schemas.openxmlformats.org/drawingml/2006/main" xmlns:r="http://schemas.openxmlformats.org/officeDocument/2006/relationships" xmlns:p="http://schemas.openxmlformats.org/presentationml/2006/main">
  <p:tag name="NUM" val="16"/>
</p:tagLst>
</file>

<file path=ppt/tags/tag1184.xml><?xml version="1.0" encoding="utf-8"?>
<p:tagLst xmlns:a="http://schemas.openxmlformats.org/drawingml/2006/main" xmlns:r="http://schemas.openxmlformats.org/officeDocument/2006/relationships" xmlns:p="http://schemas.openxmlformats.org/presentationml/2006/main">
  <p:tag name="NUM" val="17"/>
</p:tagLst>
</file>

<file path=ppt/tags/tag1185.xml><?xml version="1.0" encoding="utf-8"?>
<p:tagLst xmlns:a="http://schemas.openxmlformats.org/drawingml/2006/main" xmlns:r="http://schemas.openxmlformats.org/officeDocument/2006/relationships" xmlns:p="http://schemas.openxmlformats.org/presentationml/2006/main">
  <p:tag name="NUM" val="18"/>
</p:tagLst>
</file>

<file path=ppt/tags/tag1186.xml><?xml version="1.0" encoding="utf-8"?>
<p:tagLst xmlns:a="http://schemas.openxmlformats.org/drawingml/2006/main" xmlns:r="http://schemas.openxmlformats.org/officeDocument/2006/relationships" xmlns:p="http://schemas.openxmlformats.org/presentationml/2006/main">
  <p:tag name="NUM" val="19"/>
</p:tagLst>
</file>

<file path=ppt/tags/tag1187.xml><?xml version="1.0" encoding="utf-8"?>
<p:tagLst xmlns:a="http://schemas.openxmlformats.org/drawingml/2006/main" xmlns:r="http://schemas.openxmlformats.org/officeDocument/2006/relationships" xmlns:p="http://schemas.openxmlformats.org/presentationml/2006/main">
  <p:tag name="NUM" val="20"/>
</p:tagLst>
</file>

<file path=ppt/tags/tag1188.xml><?xml version="1.0" encoding="utf-8"?>
<p:tagLst xmlns:a="http://schemas.openxmlformats.org/drawingml/2006/main" xmlns:r="http://schemas.openxmlformats.org/officeDocument/2006/relationships" xmlns:p="http://schemas.openxmlformats.org/presentationml/2006/main">
  <p:tag name="NUM" val="21"/>
</p:tagLst>
</file>

<file path=ppt/tags/tag1189.xml><?xml version="1.0" encoding="utf-8"?>
<p:tagLst xmlns:a="http://schemas.openxmlformats.org/drawingml/2006/main" xmlns:r="http://schemas.openxmlformats.org/officeDocument/2006/relationships" xmlns:p="http://schemas.openxmlformats.org/presentationml/2006/main">
  <p:tag name="NUM" val="22"/>
</p:tagLst>
</file>

<file path=ppt/tags/tag1190.xml><?xml version="1.0" encoding="utf-8"?>
<p:tagLst xmlns:a="http://schemas.openxmlformats.org/drawingml/2006/main" xmlns:r="http://schemas.openxmlformats.org/officeDocument/2006/relationships" xmlns:p="http://schemas.openxmlformats.org/presentationml/2006/main">
  <p:tag name="NUM" val="23"/>
</p:tagLst>
</file>

<file path=ppt/tags/tag1191.xml><?xml version="1.0" encoding="utf-8"?>
<p:tagLst xmlns:a="http://schemas.openxmlformats.org/drawingml/2006/main" xmlns:r="http://schemas.openxmlformats.org/officeDocument/2006/relationships" xmlns:p="http://schemas.openxmlformats.org/presentationml/2006/main">
  <p:tag name="NUM" val="24"/>
</p:tagLst>
</file>

<file path=ppt/tags/tag1192.xml><?xml version="1.0" encoding="utf-8"?>
<p:tagLst xmlns:a="http://schemas.openxmlformats.org/drawingml/2006/main" xmlns:r="http://schemas.openxmlformats.org/officeDocument/2006/relationships" xmlns:p="http://schemas.openxmlformats.org/presentationml/2006/main">
  <p:tag name="NUM" val="25"/>
</p:tagLst>
</file>

<file path=ppt/tags/tag1193.xml><?xml version="1.0" encoding="utf-8"?>
<p:tagLst xmlns:a="http://schemas.openxmlformats.org/drawingml/2006/main" xmlns:r="http://schemas.openxmlformats.org/officeDocument/2006/relationships" xmlns:p="http://schemas.openxmlformats.org/presentationml/2006/main">
  <p:tag name="NUM" val="26"/>
</p:tagLst>
</file>

<file path=ppt/tags/tag1194.xml><?xml version="1.0" encoding="utf-8"?>
<p:tagLst xmlns:a="http://schemas.openxmlformats.org/drawingml/2006/main" xmlns:r="http://schemas.openxmlformats.org/officeDocument/2006/relationships" xmlns:p="http://schemas.openxmlformats.org/presentationml/2006/main">
  <p:tag name="NUM" val="27"/>
</p:tagLst>
</file>

<file path=ppt/tags/tag1195.xml><?xml version="1.0" encoding="utf-8"?>
<p:tagLst xmlns:a="http://schemas.openxmlformats.org/drawingml/2006/main" xmlns:r="http://schemas.openxmlformats.org/officeDocument/2006/relationships" xmlns:p="http://schemas.openxmlformats.org/presentationml/2006/main">
  <p:tag name="NUM" val="28"/>
</p:tagLst>
</file>

<file path=ppt/tags/tag1196.xml><?xml version="1.0" encoding="utf-8"?>
<p:tagLst xmlns:a="http://schemas.openxmlformats.org/drawingml/2006/main" xmlns:r="http://schemas.openxmlformats.org/officeDocument/2006/relationships" xmlns:p="http://schemas.openxmlformats.org/presentationml/2006/main">
  <p:tag name="NUM" val="29"/>
</p:tagLst>
</file>

<file path=ppt/tags/tag1197.xml><?xml version="1.0" encoding="utf-8"?>
<p:tagLst xmlns:a="http://schemas.openxmlformats.org/drawingml/2006/main" xmlns:r="http://schemas.openxmlformats.org/officeDocument/2006/relationships" xmlns:p="http://schemas.openxmlformats.org/presentationml/2006/main">
  <p:tag name="NUM" val="30"/>
</p:tagLst>
</file>

<file path=ppt/tags/tag1198.xml><?xml version="1.0" encoding="utf-8"?>
<p:tagLst xmlns:a="http://schemas.openxmlformats.org/drawingml/2006/main" xmlns:r="http://schemas.openxmlformats.org/officeDocument/2006/relationships" xmlns:p="http://schemas.openxmlformats.org/presentationml/2006/main">
  <p:tag name="NUM" val="31"/>
</p:tagLst>
</file>

<file path=ppt/tags/tag1199.xml><?xml version="1.0" encoding="utf-8"?>
<p:tagLst xmlns:a="http://schemas.openxmlformats.org/drawingml/2006/main" xmlns:r="http://schemas.openxmlformats.org/officeDocument/2006/relationships" xmlns:p="http://schemas.openxmlformats.org/presentationml/2006/main">
  <p:tag name="NUM" val="32"/>
</p:tagLst>
</file>

<file path=ppt/tags/tag1200.xml><?xml version="1.0" encoding="utf-8"?>
<p:tagLst xmlns:a="http://schemas.openxmlformats.org/drawingml/2006/main" xmlns:r="http://schemas.openxmlformats.org/officeDocument/2006/relationships" xmlns:p="http://schemas.openxmlformats.org/presentationml/2006/main">
  <p:tag name="NUM" val="33"/>
</p:tagLst>
</file>

<file path=ppt/tags/tag1201.xml><?xml version="1.0" encoding="utf-8"?>
<p:tagLst xmlns:a="http://schemas.openxmlformats.org/drawingml/2006/main" xmlns:r="http://schemas.openxmlformats.org/officeDocument/2006/relationships" xmlns:p="http://schemas.openxmlformats.org/presentationml/2006/main">
  <p:tag name="NUM" val="34"/>
</p:tagLst>
</file>

<file path=ppt/tags/tag1202.xml><?xml version="1.0" encoding="utf-8"?>
<p:tagLst xmlns:a="http://schemas.openxmlformats.org/drawingml/2006/main" xmlns:r="http://schemas.openxmlformats.org/officeDocument/2006/relationships" xmlns:p="http://schemas.openxmlformats.org/presentationml/2006/main">
  <p:tag name="NUM" val="32"/>
</p:tagLst>
</file>

<file path=ppt/tags/tag1203.xml><?xml version="1.0" encoding="utf-8"?>
<p:tagLst xmlns:a="http://schemas.openxmlformats.org/drawingml/2006/main" xmlns:r="http://schemas.openxmlformats.org/officeDocument/2006/relationships" xmlns:p="http://schemas.openxmlformats.org/presentationml/2006/main">
  <p:tag name="NUM" val="33"/>
</p:tagLst>
</file>

<file path=ppt/tags/tag1204.xml><?xml version="1.0" encoding="utf-8"?>
<p:tagLst xmlns:a="http://schemas.openxmlformats.org/drawingml/2006/main" xmlns:r="http://schemas.openxmlformats.org/officeDocument/2006/relationships" xmlns:p="http://schemas.openxmlformats.org/presentationml/2006/main">
  <p:tag name="NUM" val="29"/>
</p:tagLst>
</file>

<file path=ppt/tags/tag1205.xml><?xml version="1.0" encoding="utf-8"?>
<p:tagLst xmlns:a="http://schemas.openxmlformats.org/drawingml/2006/main" xmlns:r="http://schemas.openxmlformats.org/officeDocument/2006/relationships" xmlns:p="http://schemas.openxmlformats.org/presentationml/2006/main">
  <p:tag name="NUM" val="30"/>
</p:tagLst>
</file>

<file path=ppt/tags/tag1206.xml><?xml version="1.0" encoding="utf-8"?>
<p:tagLst xmlns:a="http://schemas.openxmlformats.org/drawingml/2006/main" xmlns:r="http://schemas.openxmlformats.org/officeDocument/2006/relationships" xmlns:p="http://schemas.openxmlformats.org/presentationml/2006/main">
  <p:tag name="NUM" val="31"/>
</p:tagLst>
</file>

<file path=ppt/tags/tag1207.xml><?xml version="1.0" encoding="utf-8"?>
<p:tagLst xmlns:a="http://schemas.openxmlformats.org/drawingml/2006/main" xmlns:r="http://schemas.openxmlformats.org/officeDocument/2006/relationships" xmlns:p="http://schemas.openxmlformats.org/presentationml/2006/main">
  <p:tag name="NUM" val="1"/>
</p:tagLst>
</file>

<file path=ppt/tags/tag1208.xml><?xml version="1.0" encoding="utf-8"?>
<p:tagLst xmlns:a="http://schemas.openxmlformats.org/drawingml/2006/main" xmlns:r="http://schemas.openxmlformats.org/officeDocument/2006/relationships" xmlns:p="http://schemas.openxmlformats.org/presentationml/2006/main">
  <p:tag name="NUM" val="2"/>
</p:tagLst>
</file>

<file path=ppt/tags/tag1209.xml><?xml version="1.0" encoding="utf-8"?>
<p:tagLst xmlns:a="http://schemas.openxmlformats.org/drawingml/2006/main" xmlns:r="http://schemas.openxmlformats.org/officeDocument/2006/relationships" xmlns:p="http://schemas.openxmlformats.org/presentationml/2006/main">
  <p:tag name="NUM" val="3"/>
</p:tagLst>
</file>

<file path=ppt/tags/tag1210.xml><?xml version="1.0" encoding="utf-8"?>
<p:tagLst xmlns:a="http://schemas.openxmlformats.org/drawingml/2006/main" xmlns:r="http://schemas.openxmlformats.org/officeDocument/2006/relationships" xmlns:p="http://schemas.openxmlformats.org/presentationml/2006/main">
  <p:tag name="NUM" val="4"/>
</p:tagLst>
</file>

<file path=ppt/tags/tag1211.xml><?xml version="1.0" encoding="utf-8"?>
<p:tagLst xmlns:a="http://schemas.openxmlformats.org/drawingml/2006/main" xmlns:r="http://schemas.openxmlformats.org/officeDocument/2006/relationships" xmlns:p="http://schemas.openxmlformats.org/presentationml/2006/main">
  <p:tag name="NUM" val="5"/>
</p:tagLst>
</file>

<file path=ppt/tags/tag1212.xml><?xml version="1.0" encoding="utf-8"?>
<p:tagLst xmlns:a="http://schemas.openxmlformats.org/drawingml/2006/main" xmlns:r="http://schemas.openxmlformats.org/officeDocument/2006/relationships" xmlns:p="http://schemas.openxmlformats.org/presentationml/2006/main">
  <p:tag name="NUM" val="6"/>
</p:tagLst>
</file>

<file path=ppt/tags/tag1213.xml><?xml version="1.0" encoding="utf-8"?>
<p:tagLst xmlns:a="http://schemas.openxmlformats.org/drawingml/2006/main" xmlns:r="http://schemas.openxmlformats.org/officeDocument/2006/relationships" xmlns:p="http://schemas.openxmlformats.org/presentationml/2006/main">
  <p:tag name="NUM" val="7"/>
</p:tagLst>
</file>

<file path=ppt/tags/tag1214.xml><?xml version="1.0" encoding="utf-8"?>
<p:tagLst xmlns:a="http://schemas.openxmlformats.org/drawingml/2006/main" xmlns:r="http://schemas.openxmlformats.org/officeDocument/2006/relationships" xmlns:p="http://schemas.openxmlformats.org/presentationml/2006/main">
  <p:tag name="NUM" val="8"/>
</p:tagLst>
</file>

<file path=ppt/tags/tag1215.xml><?xml version="1.0" encoding="utf-8"?>
<p:tagLst xmlns:a="http://schemas.openxmlformats.org/drawingml/2006/main" xmlns:r="http://schemas.openxmlformats.org/officeDocument/2006/relationships" xmlns:p="http://schemas.openxmlformats.org/presentationml/2006/main">
  <p:tag name="NUM" val="9"/>
</p:tagLst>
</file>

<file path=ppt/tags/tag1216.xml><?xml version="1.0" encoding="utf-8"?>
<p:tagLst xmlns:a="http://schemas.openxmlformats.org/drawingml/2006/main" xmlns:r="http://schemas.openxmlformats.org/officeDocument/2006/relationships" xmlns:p="http://schemas.openxmlformats.org/presentationml/2006/main">
  <p:tag name="NUM" val="10"/>
</p:tagLst>
</file>

<file path=ppt/tags/tag1217.xml><?xml version="1.0" encoding="utf-8"?>
<p:tagLst xmlns:a="http://schemas.openxmlformats.org/drawingml/2006/main" xmlns:r="http://schemas.openxmlformats.org/officeDocument/2006/relationships" xmlns:p="http://schemas.openxmlformats.org/presentationml/2006/main">
  <p:tag name="NUM" val="11"/>
</p:tagLst>
</file>

<file path=ppt/tags/tag1218.xml><?xml version="1.0" encoding="utf-8"?>
<p:tagLst xmlns:a="http://schemas.openxmlformats.org/drawingml/2006/main" xmlns:r="http://schemas.openxmlformats.org/officeDocument/2006/relationships" xmlns:p="http://schemas.openxmlformats.org/presentationml/2006/main">
  <p:tag name="NUM" val="12"/>
</p:tagLst>
</file>

<file path=ppt/tags/tag1219.xml><?xml version="1.0" encoding="utf-8"?>
<p:tagLst xmlns:a="http://schemas.openxmlformats.org/drawingml/2006/main" xmlns:r="http://schemas.openxmlformats.org/officeDocument/2006/relationships" xmlns:p="http://schemas.openxmlformats.org/presentationml/2006/main">
  <p:tag name="NUM" val="13"/>
</p:tagLst>
</file>

<file path=ppt/tags/tag1220.xml><?xml version="1.0" encoding="utf-8"?>
<p:tagLst xmlns:a="http://schemas.openxmlformats.org/drawingml/2006/main" xmlns:r="http://schemas.openxmlformats.org/officeDocument/2006/relationships" xmlns:p="http://schemas.openxmlformats.org/presentationml/2006/main">
  <p:tag name="NUM" val="14"/>
</p:tagLst>
</file>

<file path=ppt/tags/tag1221.xml><?xml version="1.0" encoding="utf-8"?>
<p:tagLst xmlns:a="http://schemas.openxmlformats.org/drawingml/2006/main" xmlns:r="http://schemas.openxmlformats.org/officeDocument/2006/relationships" xmlns:p="http://schemas.openxmlformats.org/presentationml/2006/main">
  <p:tag name="NUM" val="15"/>
</p:tagLst>
</file>

<file path=ppt/tags/tag1222.xml><?xml version="1.0" encoding="utf-8"?>
<p:tagLst xmlns:a="http://schemas.openxmlformats.org/drawingml/2006/main" xmlns:r="http://schemas.openxmlformats.org/officeDocument/2006/relationships" xmlns:p="http://schemas.openxmlformats.org/presentationml/2006/main">
  <p:tag name="NUM" val="16"/>
</p:tagLst>
</file>

<file path=ppt/tags/tag1223.xml><?xml version="1.0" encoding="utf-8"?>
<p:tagLst xmlns:a="http://schemas.openxmlformats.org/drawingml/2006/main" xmlns:r="http://schemas.openxmlformats.org/officeDocument/2006/relationships" xmlns:p="http://schemas.openxmlformats.org/presentationml/2006/main">
  <p:tag name="NUM" val="17"/>
</p:tagLst>
</file>

<file path=ppt/tags/tag1224.xml><?xml version="1.0" encoding="utf-8"?>
<p:tagLst xmlns:a="http://schemas.openxmlformats.org/drawingml/2006/main" xmlns:r="http://schemas.openxmlformats.org/officeDocument/2006/relationships" xmlns:p="http://schemas.openxmlformats.org/presentationml/2006/main">
  <p:tag name="NUM" val="18"/>
</p:tagLst>
</file>

<file path=ppt/tags/tag1225.xml><?xml version="1.0" encoding="utf-8"?>
<p:tagLst xmlns:a="http://schemas.openxmlformats.org/drawingml/2006/main" xmlns:r="http://schemas.openxmlformats.org/officeDocument/2006/relationships" xmlns:p="http://schemas.openxmlformats.org/presentationml/2006/main">
  <p:tag name="NUM" val="19"/>
</p:tagLst>
</file>

<file path=ppt/tags/tag1226.xml><?xml version="1.0" encoding="utf-8"?>
<p:tagLst xmlns:a="http://schemas.openxmlformats.org/drawingml/2006/main" xmlns:r="http://schemas.openxmlformats.org/officeDocument/2006/relationships" xmlns:p="http://schemas.openxmlformats.org/presentationml/2006/main">
  <p:tag name="NUM" val="20"/>
</p:tagLst>
</file>

<file path=ppt/tags/tag1227.xml><?xml version="1.0" encoding="utf-8"?>
<p:tagLst xmlns:a="http://schemas.openxmlformats.org/drawingml/2006/main" xmlns:r="http://schemas.openxmlformats.org/officeDocument/2006/relationships" xmlns:p="http://schemas.openxmlformats.org/presentationml/2006/main">
  <p:tag name="NUM" val="21"/>
</p:tagLst>
</file>

<file path=ppt/tags/tag1228.xml><?xml version="1.0" encoding="utf-8"?>
<p:tagLst xmlns:a="http://schemas.openxmlformats.org/drawingml/2006/main" xmlns:r="http://schemas.openxmlformats.org/officeDocument/2006/relationships" xmlns:p="http://schemas.openxmlformats.org/presentationml/2006/main">
  <p:tag name="NUM" val="22"/>
</p:tagLst>
</file>

<file path=ppt/tags/tag1229.xml><?xml version="1.0" encoding="utf-8"?>
<p:tagLst xmlns:a="http://schemas.openxmlformats.org/drawingml/2006/main" xmlns:r="http://schemas.openxmlformats.org/officeDocument/2006/relationships" xmlns:p="http://schemas.openxmlformats.org/presentationml/2006/main">
  <p:tag name="NUM" val="23"/>
</p:tagLst>
</file>

<file path=ppt/tags/tag1230.xml><?xml version="1.0" encoding="utf-8"?>
<p:tagLst xmlns:a="http://schemas.openxmlformats.org/drawingml/2006/main" xmlns:r="http://schemas.openxmlformats.org/officeDocument/2006/relationships" xmlns:p="http://schemas.openxmlformats.org/presentationml/2006/main">
  <p:tag name="NUM" val="24"/>
</p:tagLst>
</file>

<file path=ppt/tags/tag1231.xml><?xml version="1.0" encoding="utf-8"?>
<p:tagLst xmlns:a="http://schemas.openxmlformats.org/drawingml/2006/main" xmlns:r="http://schemas.openxmlformats.org/officeDocument/2006/relationships" xmlns:p="http://schemas.openxmlformats.org/presentationml/2006/main">
  <p:tag name="NUM" val="25"/>
</p:tagLst>
</file>

<file path=ppt/tags/tag1232.xml><?xml version="1.0" encoding="utf-8"?>
<p:tagLst xmlns:a="http://schemas.openxmlformats.org/drawingml/2006/main" xmlns:r="http://schemas.openxmlformats.org/officeDocument/2006/relationships" xmlns:p="http://schemas.openxmlformats.org/presentationml/2006/main">
  <p:tag name="NUM" val="26"/>
</p:tagLst>
</file>

<file path=ppt/tags/tag1233.xml><?xml version="1.0" encoding="utf-8"?>
<p:tagLst xmlns:a="http://schemas.openxmlformats.org/drawingml/2006/main" xmlns:r="http://schemas.openxmlformats.org/officeDocument/2006/relationships" xmlns:p="http://schemas.openxmlformats.org/presentationml/2006/main">
  <p:tag name="NUM" val="27"/>
</p:tagLst>
</file>

<file path=ppt/tags/tag1234.xml><?xml version="1.0" encoding="utf-8"?>
<p:tagLst xmlns:a="http://schemas.openxmlformats.org/drawingml/2006/main" xmlns:r="http://schemas.openxmlformats.org/officeDocument/2006/relationships" xmlns:p="http://schemas.openxmlformats.org/presentationml/2006/main">
  <p:tag name="NUM" val="28"/>
</p:tagLst>
</file>

<file path=ppt/tags/tag1235.xml><?xml version="1.0" encoding="utf-8"?>
<p:tagLst xmlns:a="http://schemas.openxmlformats.org/drawingml/2006/main" xmlns:r="http://schemas.openxmlformats.org/officeDocument/2006/relationships" xmlns:p="http://schemas.openxmlformats.org/presentationml/2006/main">
  <p:tag name="NUM" val="29"/>
</p:tagLst>
</file>

<file path=ppt/tags/tag1236.xml><?xml version="1.0" encoding="utf-8"?>
<p:tagLst xmlns:a="http://schemas.openxmlformats.org/drawingml/2006/main" xmlns:r="http://schemas.openxmlformats.org/officeDocument/2006/relationships" xmlns:p="http://schemas.openxmlformats.org/presentationml/2006/main">
  <p:tag name="NUM" val="30"/>
</p:tagLst>
</file>

<file path=ppt/tags/tag1237.xml><?xml version="1.0" encoding="utf-8"?>
<p:tagLst xmlns:a="http://schemas.openxmlformats.org/drawingml/2006/main" xmlns:r="http://schemas.openxmlformats.org/officeDocument/2006/relationships" xmlns:p="http://schemas.openxmlformats.org/presentationml/2006/main">
  <p:tag name="NUM" val="31"/>
</p:tagLst>
</file>

<file path=ppt/tags/tag1238.xml><?xml version="1.0" encoding="utf-8"?>
<p:tagLst xmlns:a="http://schemas.openxmlformats.org/drawingml/2006/main" xmlns:r="http://schemas.openxmlformats.org/officeDocument/2006/relationships" xmlns:p="http://schemas.openxmlformats.org/presentationml/2006/main">
  <p:tag name="NUM" val="16"/>
</p:tagLst>
</file>

<file path=ppt/tags/tag1239.xml><?xml version="1.0" encoding="utf-8"?>
<p:tagLst xmlns:a="http://schemas.openxmlformats.org/drawingml/2006/main" xmlns:r="http://schemas.openxmlformats.org/officeDocument/2006/relationships" xmlns:p="http://schemas.openxmlformats.org/presentationml/2006/main">
  <p:tag name="NUM" val="17"/>
</p:tagLst>
</file>

<file path=ppt/tags/tag1240.xml><?xml version="1.0" encoding="utf-8"?>
<p:tagLst xmlns:a="http://schemas.openxmlformats.org/drawingml/2006/main" xmlns:r="http://schemas.openxmlformats.org/officeDocument/2006/relationships" xmlns:p="http://schemas.openxmlformats.org/presentationml/2006/main">
  <p:tag name="NUM" val="18"/>
</p:tagLst>
</file>

<file path=ppt/tags/tag1241.xml><?xml version="1.0" encoding="utf-8"?>
<p:tagLst xmlns:a="http://schemas.openxmlformats.org/drawingml/2006/main" xmlns:r="http://schemas.openxmlformats.org/officeDocument/2006/relationships" xmlns:p="http://schemas.openxmlformats.org/presentationml/2006/main">
  <p:tag name="NUM" val="19"/>
</p:tagLst>
</file>

<file path=ppt/tags/tag1242.xml><?xml version="1.0" encoding="utf-8"?>
<p:tagLst xmlns:a="http://schemas.openxmlformats.org/drawingml/2006/main" xmlns:r="http://schemas.openxmlformats.org/officeDocument/2006/relationships" xmlns:p="http://schemas.openxmlformats.org/presentationml/2006/main">
  <p:tag name="NUM" val="3"/>
</p:tagLst>
</file>

<file path=ppt/tags/tag1243.xml><?xml version="1.0" encoding="utf-8"?>
<p:tagLst xmlns:a="http://schemas.openxmlformats.org/drawingml/2006/main" xmlns:r="http://schemas.openxmlformats.org/officeDocument/2006/relationships" xmlns:p="http://schemas.openxmlformats.org/presentationml/2006/main">
  <p:tag name="NUM" val="6"/>
</p:tagLst>
</file>

<file path=ppt/tags/tag1244.xml><?xml version="1.0" encoding="utf-8"?>
<p:tagLst xmlns:a="http://schemas.openxmlformats.org/drawingml/2006/main" xmlns:r="http://schemas.openxmlformats.org/officeDocument/2006/relationships" xmlns:p="http://schemas.openxmlformats.org/presentationml/2006/main">
  <p:tag name="NUM" val="1"/>
</p:tagLst>
</file>

<file path=ppt/tags/tag1245.xml><?xml version="1.0" encoding="utf-8"?>
<p:tagLst xmlns:a="http://schemas.openxmlformats.org/drawingml/2006/main" xmlns:r="http://schemas.openxmlformats.org/officeDocument/2006/relationships" xmlns:p="http://schemas.openxmlformats.org/presentationml/2006/main">
  <p:tag name="NUM" val="2"/>
</p:tagLst>
</file>

<file path=ppt/tags/tag1246.xml><?xml version="1.0" encoding="utf-8"?>
<p:tagLst xmlns:a="http://schemas.openxmlformats.org/drawingml/2006/main" xmlns:r="http://schemas.openxmlformats.org/officeDocument/2006/relationships" xmlns:p="http://schemas.openxmlformats.org/presentationml/2006/main">
  <p:tag name="NUM" val="3"/>
</p:tagLst>
</file>

<file path=ppt/tags/tag1247.xml><?xml version="1.0" encoding="utf-8"?>
<p:tagLst xmlns:a="http://schemas.openxmlformats.org/drawingml/2006/main" xmlns:r="http://schemas.openxmlformats.org/officeDocument/2006/relationships" xmlns:p="http://schemas.openxmlformats.org/presentationml/2006/main">
  <p:tag name="NUM" val="5"/>
</p:tagLst>
</file>

<file path=ppt/tags/tag1248.xml><?xml version="1.0" encoding="utf-8"?>
<p:tagLst xmlns:a="http://schemas.openxmlformats.org/drawingml/2006/main" xmlns:r="http://schemas.openxmlformats.org/officeDocument/2006/relationships" xmlns:p="http://schemas.openxmlformats.org/presentationml/2006/main">
  <p:tag name="NUM" val="6"/>
</p:tagLst>
</file>

<file path=ppt/tags/tag1249.xml><?xml version="1.0" encoding="utf-8"?>
<p:tagLst xmlns:a="http://schemas.openxmlformats.org/drawingml/2006/main" xmlns:r="http://schemas.openxmlformats.org/officeDocument/2006/relationships" xmlns:p="http://schemas.openxmlformats.org/presentationml/2006/main">
  <p:tag name="NUM" val="7"/>
</p:tagLst>
</file>

<file path=ppt/tags/tag1250.xml><?xml version="1.0" encoding="utf-8"?>
<p:tagLst xmlns:a="http://schemas.openxmlformats.org/drawingml/2006/main" xmlns:r="http://schemas.openxmlformats.org/officeDocument/2006/relationships" xmlns:p="http://schemas.openxmlformats.org/presentationml/2006/main">
  <p:tag name="NUM" val="3"/>
</p:tagLst>
</file>

<file path=ppt/tags/tag1251.xml><?xml version="1.0" encoding="utf-8"?>
<p:tagLst xmlns:a="http://schemas.openxmlformats.org/drawingml/2006/main" xmlns:r="http://schemas.openxmlformats.org/officeDocument/2006/relationships" xmlns:p="http://schemas.openxmlformats.org/presentationml/2006/main">
  <p:tag name="NUM" val="1"/>
</p:tagLst>
</file>

<file path=ppt/tags/tag1252.xml><?xml version="1.0" encoding="utf-8"?>
<p:tagLst xmlns:a="http://schemas.openxmlformats.org/drawingml/2006/main" xmlns:r="http://schemas.openxmlformats.org/officeDocument/2006/relationships" xmlns:p="http://schemas.openxmlformats.org/presentationml/2006/main">
  <p:tag name="NUM" val="2"/>
</p:tagLst>
</file>

<file path=ppt/tags/tag1253.xml><?xml version="1.0" encoding="utf-8"?>
<p:tagLst xmlns:a="http://schemas.openxmlformats.org/drawingml/2006/main" xmlns:r="http://schemas.openxmlformats.org/officeDocument/2006/relationships" xmlns:p="http://schemas.openxmlformats.org/presentationml/2006/main">
  <p:tag name="NUM" val="3"/>
</p:tagLst>
</file>

<file path=ppt/tags/tag1254.xml><?xml version="1.0" encoding="utf-8"?>
<p:tagLst xmlns:a="http://schemas.openxmlformats.org/drawingml/2006/main" xmlns:r="http://schemas.openxmlformats.org/officeDocument/2006/relationships" xmlns:p="http://schemas.openxmlformats.org/presentationml/2006/main">
  <p:tag name="NUM" val="5"/>
</p:tagLst>
</file>

<file path=ppt/tags/tag1255.xml><?xml version="1.0" encoding="utf-8"?>
<p:tagLst xmlns:a="http://schemas.openxmlformats.org/drawingml/2006/main" xmlns:r="http://schemas.openxmlformats.org/officeDocument/2006/relationships" xmlns:p="http://schemas.openxmlformats.org/presentationml/2006/main">
  <p:tag name="NUM" val="6"/>
</p:tagLst>
</file>

<file path=ppt/tags/tag1256.xml><?xml version="1.0" encoding="utf-8"?>
<p:tagLst xmlns:a="http://schemas.openxmlformats.org/drawingml/2006/main" xmlns:r="http://schemas.openxmlformats.org/officeDocument/2006/relationships" xmlns:p="http://schemas.openxmlformats.org/presentationml/2006/main">
  <p:tag name="NUM" val="7"/>
</p:tagLst>
</file>

<file path=ppt/tags/tag1257.xml><?xml version="1.0" encoding="utf-8"?>
<p:tagLst xmlns:a="http://schemas.openxmlformats.org/drawingml/2006/main" xmlns:r="http://schemas.openxmlformats.org/officeDocument/2006/relationships" xmlns:p="http://schemas.openxmlformats.org/presentationml/2006/main">
  <p:tag name="NUM" val="8"/>
</p:tagLst>
</file>

<file path=ppt/tags/tag1258.xml><?xml version="1.0" encoding="utf-8"?>
<p:tagLst xmlns:a="http://schemas.openxmlformats.org/drawingml/2006/main" xmlns:r="http://schemas.openxmlformats.org/officeDocument/2006/relationships" xmlns:p="http://schemas.openxmlformats.org/presentationml/2006/main">
  <p:tag name="NUM" val="9"/>
</p:tagLst>
</file>

<file path=ppt/tags/tag1259.xml><?xml version="1.0" encoding="utf-8"?>
<p:tagLst xmlns:a="http://schemas.openxmlformats.org/drawingml/2006/main" xmlns:r="http://schemas.openxmlformats.org/officeDocument/2006/relationships" xmlns:p="http://schemas.openxmlformats.org/presentationml/2006/main">
  <p:tag name="NUM" val="10"/>
</p:tagLst>
</file>

<file path=ppt/tags/tag1260.xml><?xml version="1.0" encoding="utf-8"?>
<p:tagLst xmlns:a="http://schemas.openxmlformats.org/drawingml/2006/main" xmlns:r="http://schemas.openxmlformats.org/officeDocument/2006/relationships" xmlns:p="http://schemas.openxmlformats.org/presentationml/2006/main">
  <p:tag name="NUM" val="11"/>
</p:tagLst>
</file>

<file path=ppt/tags/tag1261.xml><?xml version="1.0" encoding="utf-8"?>
<p:tagLst xmlns:a="http://schemas.openxmlformats.org/drawingml/2006/main" xmlns:r="http://schemas.openxmlformats.org/officeDocument/2006/relationships" xmlns:p="http://schemas.openxmlformats.org/presentationml/2006/main">
  <p:tag name="NUM" val="12"/>
</p:tagLst>
</file>

<file path=ppt/tags/tag1262.xml><?xml version="1.0" encoding="utf-8"?>
<p:tagLst xmlns:a="http://schemas.openxmlformats.org/drawingml/2006/main" xmlns:r="http://schemas.openxmlformats.org/officeDocument/2006/relationships" xmlns:p="http://schemas.openxmlformats.org/presentationml/2006/main">
  <p:tag name="NUM" val="13"/>
</p:tagLst>
</file>

<file path=ppt/tags/tag1263.xml><?xml version="1.0" encoding="utf-8"?>
<p:tagLst xmlns:a="http://schemas.openxmlformats.org/drawingml/2006/main" xmlns:r="http://schemas.openxmlformats.org/officeDocument/2006/relationships" xmlns:p="http://schemas.openxmlformats.org/presentationml/2006/main">
  <p:tag name="NUM" val="14"/>
</p:tagLst>
</file>

<file path=ppt/tags/tag1264.xml><?xml version="1.0" encoding="utf-8"?>
<p:tagLst xmlns:a="http://schemas.openxmlformats.org/drawingml/2006/main" xmlns:r="http://schemas.openxmlformats.org/officeDocument/2006/relationships" xmlns:p="http://schemas.openxmlformats.org/presentationml/2006/main">
  <p:tag name="NUM" val="15"/>
</p:tagLst>
</file>

<file path=ppt/tags/tag1265.xml><?xml version="1.0" encoding="utf-8"?>
<p:tagLst xmlns:a="http://schemas.openxmlformats.org/drawingml/2006/main" xmlns:r="http://schemas.openxmlformats.org/officeDocument/2006/relationships" xmlns:p="http://schemas.openxmlformats.org/presentationml/2006/main">
  <p:tag name="NUM" val="16"/>
</p:tagLst>
</file>

<file path=ppt/tags/tag1266.xml><?xml version="1.0" encoding="utf-8"?>
<p:tagLst xmlns:a="http://schemas.openxmlformats.org/drawingml/2006/main" xmlns:r="http://schemas.openxmlformats.org/officeDocument/2006/relationships" xmlns:p="http://schemas.openxmlformats.org/presentationml/2006/main">
  <p:tag name="NUM" val="17"/>
</p:tagLst>
</file>

<file path=ppt/tags/tag1267.xml><?xml version="1.0" encoding="utf-8"?>
<p:tagLst xmlns:a="http://schemas.openxmlformats.org/drawingml/2006/main" xmlns:r="http://schemas.openxmlformats.org/officeDocument/2006/relationships" xmlns:p="http://schemas.openxmlformats.org/presentationml/2006/main">
  <p:tag name="NUM" val="18"/>
</p:tagLst>
</file>

<file path=ppt/tags/tag1268.xml><?xml version="1.0" encoding="utf-8"?>
<p:tagLst xmlns:a="http://schemas.openxmlformats.org/drawingml/2006/main" xmlns:r="http://schemas.openxmlformats.org/officeDocument/2006/relationships" xmlns:p="http://schemas.openxmlformats.org/presentationml/2006/main">
  <p:tag name="NUM" val="19"/>
</p:tagLst>
</file>

<file path=ppt/tags/tag1269.xml><?xml version="1.0" encoding="utf-8"?>
<p:tagLst xmlns:a="http://schemas.openxmlformats.org/drawingml/2006/main" xmlns:r="http://schemas.openxmlformats.org/officeDocument/2006/relationships" xmlns:p="http://schemas.openxmlformats.org/presentationml/2006/main">
  <p:tag name="NUM" val="20"/>
</p:tagLst>
</file>

<file path=ppt/tags/tag1270.xml><?xml version="1.0" encoding="utf-8"?>
<p:tagLst xmlns:a="http://schemas.openxmlformats.org/drawingml/2006/main" xmlns:r="http://schemas.openxmlformats.org/officeDocument/2006/relationships" xmlns:p="http://schemas.openxmlformats.org/presentationml/2006/main">
  <p:tag name="NUM" val="21"/>
</p:tagLst>
</file>

<file path=ppt/tags/tag1271.xml><?xml version="1.0" encoding="utf-8"?>
<p:tagLst xmlns:a="http://schemas.openxmlformats.org/drawingml/2006/main" xmlns:r="http://schemas.openxmlformats.org/officeDocument/2006/relationships" xmlns:p="http://schemas.openxmlformats.org/presentationml/2006/main">
  <p:tag name="NUM" val="22"/>
</p:tagLst>
</file>

<file path=ppt/tags/tag1272.xml><?xml version="1.0" encoding="utf-8"?>
<p:tagLst xmlns:a="http://schemas.openxmlformats.org/drawingml/2006/main" xmlns:r="http://schemas.openxmlformats.org/officeDocument/2006/relationships" xmlns:p="http://schemas.openxmlformats.org/presentationml/2006/main">
  <p:tag name="NUM" val="23"/>
</p:tagLst>
</file>

<file path=ppt/tags/tag1273.xml><?xml version="1.0" encoding="utf-8"?>
<p:tagLst xmlns:a="http://schemas.openxmlformats.org/drawingml/2006/main" xmlns:r="http://schemas.openxmlformats.org/officeDocument/2006/relationships" xmlns:p="http://schemas.openxmlformats.org/presentationml/2006/main">
  <p:tag name="NUM" val="24"/>
</p:tagLst>
</file>

<file path=ppt/tags/tag1274.xml><?xml version="1.0" encoding="utf-8"?>
<p:tagLst xmlns:a="http://schemas.openxmlformats.org/drawingml/2006/main" xmlns:r="http://schemas.openxmlformats.org/officeDocument/2006/relationships" xmlns:p="http://schemas.openxmlformats.org/presentationml/2006/main">
  <p:tag name="NUM" val="25"/>
</p:tagLst>
</file>

<file path=ppt/tags/tag1275.xml><?xml version="1.0" encoding="utf-8"?>
<p:tagLst xmlns:a="http://schemas.openxmlformats.org/drawingml/2006/main" xmlns:r="http://schemas.openxmlformats.org/officeDocument/2006/relationships" xmlns:p="http://schemas.openxmlformats.org/presentationml/2006/main">
  <p:tag name="NUM" val="26"/>
</p:tagLst>
</file>

<file path=ppt/tags/tag1276.xml><?xml version="1.0" encoding="utf-8"?>
<p:tagLst xmlns:a="http://schemas.openxmlformats.org/drawingml/2006/main" xmlns:r="http://schemas.openxmlformats.org/officeDocument/2006/relationships" xmlns:p="http://schemas.openxmlformats.org/presentationml/2006/main">
  <p:tag name="NUM" val="27"/>
</p:tagLst>
</file>

<file path=ppt/tags/tag1277.xml><?xml version="1.0" encoding="utf-8"?>
<p:tagLst xmlns:a="http://schemas.openxmlformats.org/drawingml/2006/main" xmlns:r="http://schemas.openxmlformats.org/officeDocument/2006/relationships" xmlns:p="http://schemas.openxmlformats.org/presentationml/2006/main">
  <p:tag name="NUM" val="28"/>
</p:tagLst>
</file>

<file path=ppt/tags/tag1278.xml><?xml version="1.0" encoding="utf-8"?>
<p:tagLst xmlns:a="http://schemas.openxmlformats.org/drawingml/2006/main" xmlns:r="http://schemas.openxmlformats.org/officeDocument/2006/relationships" xmlns:p="http://schemas.openxmlformats.org/presentationml/2006/main">
  <p:tag name="NUM" val="29"/>
</p:tagLst>
</file>

<file path=ppt/tags/tag1279.xml><?xml version="1.0" encoding="utf-8"?>
<p:tagLst xmlns:a="http://schemas.openxmlformats.org/drawingml/2006/main" xmlns:r="http://schemas.openxmlformats.org/officeDocument/2006/relationships" xmlns:p="http://schemas.openxmlformats.org/presentationml/2006/main">
  <p:tag name="NUM" val="30"/>
</p:tagLst>
</file>

<file path=ppt/tags/tag1280.xml><?xml version="1.0" encoding="utf-8"?>
<p:tagLst xmlns:a="http://schemas.openxmlformats.org/drawingml/2006/main" xmlns:r="http://schemas.openxmlformats.org/officeDocument/2006/relationships" xmlns:p="http://schemas.openxmlformats.org/presentationml/2006/main">
  <p:tag name="NUM" val="31"/>
</p:tagLst>
</file>

<file path=ppt/tags/tag1281.xml><?xml version="1.0" encoding="utf-8"?>
<p:tagLst xmlns:a="http://schemas.openxmlformats.org/drawingml/2006/main" xmlns:r="http://schemas.openxmlformats.org/officeDocument/2006/relationships" xmlns:p="http://schemas.openxmlformats.org/presentationml/2006/main">
  <p:tag name="NUM" val="16"/>
</p:tagLst>
</file>

<file path=ppt/tags/tag1282.xml><?xml version="1.0" encoding="utf-8"?>
<p:tagLst xmlns:a="http://schemas.openxmlformats.org/drawingml/2006/main" xmlns:r="http://schemas.openxmlformats.org/officeDocument/2006/relationships" xmlns:p="http://schemas.openxmlformats.org/presentationml/2006/main">
  <p:tag name="NUM" val="17"/>
</p:tagLst>
</file>

<file path=ppt/tags/tag1283.xml><?xml version="1.0" encoding="utf-8"?>
<p:tagLst xmlns:a="http://schemas.openxmlformats.org/drawingml/2006/main" xmlns:r="http://schemas.openxmlformats.org/officeDocument/2006/relationships" xmlns:p="http://schemas.openxmlformats.org/presentationml/2006/main">
  <p:tag name="NUM" val="18"/>
</p:tagLst>
</file>

<file path=ppt/tags/tag1284.xml><?xml version="1.0" encoding="utf-8"?>
<p:tagLst xmlns:a="http://schemas.openxmlformats.org/drawingml/2006/main" xmlns:r="http://schemas.openxmlformats.org/officeDocument/2006/relationships" xmlns:p="http://schemas.openxmlformats.org/presentationml/2006/main">
  <p:tag name="NUM" val="19"/>
</p:tagLst>
</file>

<file path=ppt/tags/tag1285.xml><?xml version="1.0" encoding="utf-8"?>
<p:tagLst xmlns:a="http://schemas.openxmlformats.org/drawingml/2006/main" xmlns:r="http://schemas.openxmlformats.org/officeDocument/2006/relationships" xmlns:p="http://schemas.openxmlformats.org/presentationml/2006/main">
  <p:tag name="NUM" val="24"/>
</p:tagLst>
</file>

<file path=ppt/tags/tag1286.xml><?xml version="1.0" encoding="utf-8"?>
<p:tagLst xmlns:a="http://schemas.openxmlformats.org/drawingml/2006/main" xmlns:r="http://schemas.openxmlformats.org/officeDocument/2006/relationships" xmlns:p="http://schemas.openxmlformats.org/presentationml/2006/main">
  <p:tag name="NUM" val="25"/>
</p:tagLst>
</file>

<file path=ppt/tags/tag1287.xml><?xml version="1.0" encoding="utf-8"?>
<p:tagLst xmlns:a="http://schemas.openxmlformats.org/drawingml/2006/main" xmlns:r="http://schemas.openxmlformats.org/officeDocument/2006/relationships" xmlns:p="http://schemas.openxmlformats.org/presentationml/2006/main">
  <p:tag name="NUM" val="26"/>
</p:tagLst>
</file>

<file path=ppt/tags/tag1288.xml><?xml version="1.0" encoding="utf-8"?>
<p:tagLst xmlns:a="http://schemas.openxmlformats.org/drawingml/2006/main" xmlns:r="http://schemas.openxmlformats.org/officeDocument/2006/relationships" xmlns:p="http://schemas.openxmlformats.org/presentationml/2006/main">
  <p:tag name="NUM" val="2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1894</TotalTime>
  <Words>8842</Words>
  <Application>Microsoft Office PowerPoint</Application>
  <PresentationFormat>Grand écran</PresentationFormat>
  <Paragraphs>1366</Paragraphs>
  <Slides>45</Slides>
  <Notes>45</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45</vt:i4>
      </vt:variant>
    </vt:vector>
  </HeadingPairs>
  <TitlesOfParts>
    <vt:vector size="49" baseType="lpstr">
      <vt:lpstr>Arial</vt:lpstr>
      <vt:lpstr>Calibri</vt:lpstr>
      <vt:lpstr>Helvetica Neue</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Loto-Québec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Guide d'ingénierie Kafka - Du premier événement à la résilience EDA</dc:title>
  <dc:subject>Parcours pédagogique fondé sur la documentation française du projet EDA</dc:subject>
  <dc:creator>Réal Demers</dc:creator>
  <cp:lastModifiedBy>Demers Real</cp:lastModifiedBy>
  <cp:revision>330</cp:revision>
  <dcterms:created xsi:type="dcterms:W3CDTF">2026-09-18T17:38:25Z</dcterms:created>
  <dcterms:modified xsi:type="dcterms:W3CDTF">2026-10-19T11:20:53Z</dcterms:modified>
</cp:coreProperties>
</file>